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ink/ink1.xml" ContentType="application/inkml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  <p:sldMasterId id="2147483712" r:id="rId2"/>
  </p:sldMasterIdLst>
  <p:notesMasterIdLst>
    <p:notesMasterId r:id="rId56"/>
  </p:notesMasterIdLst>
  <p:sldIdLst>
    <p:sldId id="258" r:id="rId3"/>
    <p:sldId id="587" r:id="rId4"/>
    <p:sldId id="487" r:id="rId5"/>
    <p:sldId id="488" r:id="rId6"/>
    <p:sldId id="571" r:id="rId7"/>
    <p:sldId id="585" r:id="rId8"/>
    <p:sldId id="574" r:id="rId9"/>
    <p:sldId id="575" r:id="rId10"/>
    <p:sldId id="576" r:id="rId11"/>
    <p:sldId id="577" r:id="rId12"/>
    <p:sldId id="578" r:id="rId13"/>
    <p:sldId id="579" r:id="rId14"/>
    <p:sldId id="580" r:id="rId15"/>
    <p:sldId id="516" r:id="rId16"/>
    <p:sldId id="489" r:id="rId17"/>
    <p:sldId id="518" r:id="rId18"/>
    <p:sldId id="519" r:id="rId19"/>
    <p:sldId id="560" r:id="rId20"/>
    <p:sldId id="505" r:id="rId21"/>
    <p:sldId id="521" r:id="rId22"/>
    <p:sldId id="584" r:id="rId23"/>
    <p:sldId id="563" r:id="rId24"/>
    <p:sldId id="581" r:id="rId25"/>
    <p:sldId id="582" r:id="rId26"/>
    <p:sldId id="583" r:id="rId27"/>
    <p:sldId id="573" r:id="rId28"/>
    <p:sldId id="606" r:id="rId29"/>
    <p:sldId id="586" r:id="rId30"/>
    <p:sldId id="608" r:id="rId31"/>
    <p:sldId id="609" r:id="rId32"/>
    <p:sldId id="610" r:id="rId33"/>
    <p:sldId id="607" r:id="rId34"/>
    <p:sldId id="605" r:id="rId35"/>
    <p:sldId id="604" r:id="rId36"/>
    <p:sldId id="400" r:id="rId37"/>
    <p:sldId id="401" r:id="rId38"/>
    <p:sldId id="588" r:id="rId39"/>
    <p:sldId id="589" r:id="rId40"/>
    <p:sldId id="595" r:id="rId41"/>
    <p:sldId id="597" r:id="rId42"/>
    <p:sldId id="596" r:id="rId43"/>
    <p:sldId id="598" r:id="rId44"/>
    <p:sldId id="600" r:id="rId45"/>
    <p:sldId id="601" r:id="rId46"/>
    <p:sldId id="602" r:id="rId47"/>
    <p:sldId id="603" r:id="rId48"/>
    <p:sldId id="590" r:id="rId49"/>
    <p:sldId id="591" r:id="rId50"/>
    <p:sldId id="593" r:id="rId51"/>
    <p:sldId id="594" r:id="rId52"/>
    <p:sldId id="484" r:id="rId53"/>
    <p:sldId id="485" r:id="rId54"/>
    <p:sldId id="284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F7038F8-F69B-4D45-BD44-BCCD750A0102}">
          <p14:sldIdLst>
            <p14:sldId id="258"/>
            <p14:sldId id="587"/>
          </p14:sldIdLst>
        </p14:section>
        <p14:section name="Mostafa Darwish's part" id="{92785720-2F4A-4C7B-A8E4-2DD895860905}">
          <p14:sldIdLst>
            <p14:sldId id="487"/>
            <p14:sldId id="488"/>
            <p14:sldId id="571"/>
            <p14:sldId id="585"/>
            <p14:sldId id="574"/>
            <p14:sldId id="575"/>
            <p14:sldId id="576"/>
            <p14:sldId id="577"/>
            <p14:sldId id="578"/>
            <p14:sldId id="579"/>
            <p14:sldId id="580"/>
            <p14:sldId id="516"/>
            <p14:sldId id="489"/>
            <p14:sldId id="518"/>
            <p14:sldId id="519"/>
            <p14:sldId id="560"/>
            <p14:sldId id="505"/>
            <p14:sldId id="521"/>
            <p14:sldId id="584"/>
            <p14:sldId id="563"/>
            <p14:sldId id="581"/>
            <p14:sldId id="582"/>
            <p14:sldId id="583"/>
            <p14:sldId id="573"/>
          </p14:sldIdLst>
        </p14:section>
        <p14:section name="Mostafa Yousry's part" id="{0CA689C3-E249-44AA-A317-60919D07ECD6}">
          <p14:sldIdLst>
            <p14:sldId id="606"/>
            <p14:sldId id="586"/>
            <p14:sldId id="608"/>
            <p14:sldId id="609"/>
            <p14:sldId id="610"/>
            <p14:sldId id="607"/>
          </p14:sldIdLst>
        </p14:section>
        <p14:section name="Sara's &amp; Ali's Part" id="{8AA97A12-933F-4714-BD39-C2DB96ED4EC2}">
          <p14:sldIdLst>
            <p14:sldId id="605"/>
            <p14:sldId id="604"/>
            <p14:sldId id="400"/>
          </p14:sldIdLst>
        </p14:section>
        <p14:section name="Sama's Part" id="{00025BBE-5785-45ED-AA8F-9E02DA98B1BA}">
          <p14:sldIdLst>
            <p14:sldId id="401"/>
            <p14:sldId id="588"/>
          </p14:sldIdLst>
        </p14:section>
        <p14:section name="Abdelhay's part" id="{6263F846-DC71-40E5-B6DA-D8AB88649BFE}">
          <p14:sldIdLst>
            <p14:sldId id="589"/>
            <p14:sldId id="595"/>
            <p14:sldId id="597"/>
            <p14:sldId id="596"/>
            <p14:sldId id="598"/>
            <p14:sldId id="600"/>
            <p14:sldId id="601"/>
            <p14:sldId id="602"/>
            <p14:sldId id="603"/>
          </p14:sldIdLst>
        </p14:section>
        <p14:section name="Marwan's Part" id="{1A7B1336-955B-419B-A1F3-06C3C1C74A92}">
          <p14:sldIdLst>
            <p14:sldId id="590"/>
            <p14:sldId id="591"/>
            <p14:sldId id="593"/>
            <p14:sldId id="594"/>
          </p14:sldIdLst>
        </p14:section>
        <p14:section name="Final" id="{4E2A8DD7-DF00-42E5-8589-947C9C8E97AE}">
          <p14:sldIdLst>
            <p14:sldId id="484"/>
            <p14:sldId id="485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66EBD"/>
    <a:srgbClr val="1709C9"/>
    <a:srgbClr val="FF3654"/>
    <a:srgbClr val="00C3E6"/>
    <a:srgbClr val="B7B6B6"/>
    <a:srgbClr val="3D8D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viewProps" Target="viewProp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theme" Target="theme/theme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presProps" Target="presProps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3T19:44:01.23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24448,'0'384'0,"896"-384"0,-896-384 0,-896 384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0DFEC-236B-4E00-A191-28A6917551AB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D3274-4BB5-47FF-AF7A-830095D6391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1119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679C6-894F-90BA-533C-8AAB400C2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8A8D9F-2E0F-96C7-3A36-46D7321E19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D5E8B4A-8B0D-A6EC-21C2-9644956040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336D3E-46D4-DC4F-F593-D98199C3D22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1400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472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2635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36068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358611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55912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59464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100063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9733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1358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82492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4B26B4-F53F-12D6-60FF-0B95107BB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00BFB7-3845-D0EA-BF07-D05C2CC2FF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F01C31-4C6D-DF76-F094-A018064311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1733D-084B-9D93-566C-1FAB58F5B8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34202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6410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072BB-1956-B4D0-22BA-71C47A90F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9A1083-AB31-2748-44DD-AB321ACA53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62D0A5-C2CA-C923-D977-63F2498C7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08874B-729D-8A41-865E-E4146A3A51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2519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3765C-3E89-8755-1742-28D063E39B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8C5327-0D7A-B58D-4402-11247238E3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BDFFA8-74B6-2483-FFEE-2FED31F6F2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1F17F5-DFE4-D3B4-5B4E-B3976904D2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9512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A2924D-A9F7-5B83-BC50-69DBC789D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608DDD3-8233-C56E-9FE5-57E344FD22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C24D4D0-3812-9B00-A60E-E06746F159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55CF70-DA1E-B42B-E95C-8C3CE51FEE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2277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7C5A74-B8CC-39B3-4855-01DDD1CDC7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06D382-915C-A308-587D-7DFA53DADF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0FCD4B-E18A-1038-A242-4F5C79FC22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16026-9DFF-EA44-FA34-7A4788E7C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25557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C785B4-8997-75A8-BB53-34233F02F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9E779E-6150-F0DC-ADE9-7430DC180C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205ED-99A1-03FE-E7ED-7DBE78CFC0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7D603B-2A87-AB4D-8454-205867BF3D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3867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E14801-E279-7B6B-3929-CFF7B7708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D3E7E9-0261-CF9B-9862-B6515C4D1B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796087-F17F-8A4D-FE12-193689EE7A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A1FEDF-EC03-AD81-6F45-65D327078B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5395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2C673-ABF8-E746-1FEF-2F4B2002DE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BC3E0D-B754-C81A-B8AD-CF8ACE5212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DAB70-B675-D72D-6363-E88855F92B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AFE0CC-A608-902F-A00B-83D5D7722B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2150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01CD-145B-93AF-889F-0D8439C19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6686F4-28DC-68F1-2D30-3917A046F0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4E76A-D6B5-AB10-EE46-5C55C354832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0B9C65-7BF6-FDAB-2AFD-A5873CA35B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8343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51999-6800-0DEF-D275-BA7AADF22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36A094-07BB-2D33-4390-4C8F51D3A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C72F8EF-1B6B-47B4-3B94-FF42DCB04B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049C34-2668-9754-104A-92BC9B4C33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89210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463F7-8792-8E15-876E-67160B88E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757BAE-CE75-EAD9-92BD-32DC813AAD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41F60B-A5F6-C877-8786-F49BBC0C2C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662C49-4541-AA26-A8EF-B33F347B0E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66215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970144-31B7-DE67-D094-0D7A885F1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1EC4DE-E113-52A6-8CB5-A97C232D52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872033D-7A67-7402-EA9A-9A2255686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10C8B2-CCCD-E40C-2A13-6EB694C8881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851641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0AD1D-56D8-0BD0-0B40-03EF5EB203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0F068E-75C7-9FE7-9120-9C1DFC4F94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C09D21-6AD7-30FB-AA9D-371C5E4DED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CB16A5-7E6C-8EDD-1240-187CBD037C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18443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B8B29-D3E5-1D6C-3F59-C97330F74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3321318-5635-CECF-3C0A-3433C6AEB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2CED0C-585E-AD3A-A1E2-F6498EA46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6B070A-0858-468F-B038-856919DA22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CD3274-4BB5-47FF-AF7A-830095D6391A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8170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8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81801A5-8B97-4248-BC1F-30EED1BE8E2A}"/>
              </a:ext>
            </a:extLst>
          </p:cNvPr>
          <p:cNvSpPr txBox="1"/>
          <p:nvPr userDrawn="1"/>
        </p:nvSpPr>
        <p:spPr>
          <a:xfrm>
            <a:off x="2836333" y="-11006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>
              <a:solidFill>
                <a:srgbClr val="000000"/>
              </a:solidFill>
            </a:endParaRPr>
          </a:p>
        </p:txBody>
      </p:sp>
      <p:pic>
        <p:nvPicPr>
          <p:cNvPr id="25" name="Graphic 24">
            <a:extLst>
              <a:ext uri="{FF2B5EF4-FFF2-40B4-BE49-F238E27FC236}">
                <a16:creationId xmlns:a16="http://schemas.microsoft.com/office/drawing/2014/main" id="{9C0A6AB0-9BB4-1E43-9F1F-3CEBCAC113FA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83" t="31368" r="520" b="18339"/>
          <a:stretch/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91B97B1F-8B2D-7041-9104-AECAAA0D72FD}"/>
              </a:ext>
            </a:extLst>
          </p:cNvPr>
          <p:cNvSpPr/>
          <p:nvPr userDrawn="1"/>
        </p:nvSpPr>
        <p:spPr>
          <a:xfrm>
            <a:off x="0" y="-5204"/>
            <a:ext cx="6281680" cy="6863204"/>
          </a:xfrm>
          <a:prstGeom prst="rect">
            <a:avLst/>
          </a:prstGeom>
          <a:gradFill>
            <a:gsLst>
              <a:gs pos="0">
                <a:schemeClr val="accent2">
                  <a:lumMod val="50000"/>
                  <a:alpha val="0"/>
                </a:schemeClr>
              </a:gs>
              <a:gs pos="100000">
                <a:schemeClr val="accent2">
                  <a:lumMod val="50000"/>
                  <a:alpha val="49901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16">
            <a:extLst>
              <a:ext uri="{FF2B5EF4-FFF2-40B4-BE49-F238E27FC236}">
                <a16:creationId xmlns:a16="http://schemas.microsoft.com/office/drawing/2014/main" id="{68BA96D0-D231-8543-9A40-53B148E3E277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0BAFA5AC-215B-3841-96C1-5949DA8341F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342900" y="4587041"/>
            <a:ext cx="5570538" cy="276999"/>
          </a:xfrm>
        </p:spPr>
        <p:txBody>
          <a:bodyPr wrap="square" tIns="0" anchor="t">
            <a:sp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000" b="0" i="0" kern="1200" cap="none" baseline="0" dirty="0">
                <a:solidFill>
                  <a:schemeClr val="accent1">
                    <a:lumMod val="20000"/>
                    <a:lumOff val="80000"/>
                  </a:schemeClr>
                </a:solidFill>
                <a:latin typeface="Barlow" pitchFamily="2" charset="77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457200" rtl="0" eaLnBrk="1" latinLnBrk="0" hangingPunct="1">
              <a:spcBef>
                <a:spcPct val="20000"/>
              </a:spcBef>
              <a:buClr>
                <a:schemeClr val="bg2"/>
              </a:buClr>
              <a:buSzPct val="65000"/>
              <a:buFont typeface="Barlow"/>
              <a:buNone/>
            </a:pPr>
            <a:r>
              <a:rPr lang="en-US"/>
              <a:t>Click to Add Presenter/Subheading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07DA987C-20E5-6645-A0B0-F16877035E4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2900" y="3824707"/>
            <a:ext cx="5570538" cy="664797"/>
          </a:xfrm>
          <a:prstGeom prst="rect">
            <a:avLst/>
          </a:prstGeom>
        </p:spPr>
        <p:txBody>
          <a:bodyPr wrap="square" lIns="0" tIns="0" rIns="0" bIns="0" anchor="b">
            <a:spAutoFit/>
          </a:bodyPr>
          <a:lstStyle>
            <a:lvl1pPr marL="0" indent="0">
              <a:lnSpc>
                <a:spcPct val="90000"/>
              </a:lnSpc>
              <a:buNone/>
              <a:defRPr lang="en-US" sz="4800" b="0" i="0" kern="1200" baseline="0" dirty="0">
                <a:solidFill>
                  <a:schemeClr val="bg1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marL="0" lvl="0" indent="0" algn="l" defTabSz="457200" rtl="0" eaLnBrk="1" latinLnBrk="0" hangingPunct="1">
              <a:spcBef>
                <a:spcPts val="1000"/>
              </a:spcBef>
              <a:buClr>
                <a:schemeClr val="bg2"/>
              </a:buClr>
              <a:buSzPct val="75000"/>
              <a:buFont typeface="Barlow"/>
              <a:buNone/>
            </a:pPr>
            <a:r>
              <a:rPr lang="en-US"/>
              <a:t>Click to Edit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C11C654B-FE14-FB45-8249-7D9D92995BA2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7084A994-876E-774C-A507-104A2FF008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DFC1328E-D267-9B45-9570-96B12FEA03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EA1B3B0B-FCA0-194C-BBF9-5976E20405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FE7A9806-8D44-470F-A42A-B0BB34D8E567}" type="datetime3">
              <a:rPr lang="en-US" smtClean="0"/>
              <a:t>23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391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bg>
      <p:bgPr>
        <a:blipFill dpi="0" rotWithShape="1">
          <a:blip r:embed="rId2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C2DA-52B1-DD43-A3B6-C3CA586AC7A6}"/>
              </a:ext>
            </a:extLst>
          </p:cNvPr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DFAA90AC-9B0A-AB4E-ABA9-347CBDC29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9456"/>
            <a:ext cx="10287001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814554B-F7E7-D444-A874-1C7C087F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DE1375A-B2FA-C741-B6ED-A8569C32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61257-280D-EC46-BB4D-FCABCCE2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72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">
    <p:bg>
      <p:bgPr>
        <a:blipFill dpi="0" rotWithShape="1">
          <a:blip r:embed="rId2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EEBE8-797C-CF45-BCEA-46B6F8BDF2A6}"/>
              </a:ext>
            </a:extLst>
          </p:cNvPr>
          <p:cNvSpPr txBox="1"/>
          <p:nvPr userDrawn="1"/>
        </p:nvSpPr>
        <p:spPr>
          <a:xfrm>
            <a:off x="23045738" y="19288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dirty="0">
              <a:solidFill>
                <a:srgbClr val="000000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AC56CD1-FBEE-0E42-B197-B760B74435A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83" t="31368" r="520" b="18339"/>
          <a:stretch/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364CBD1-C300-DD47-9E62-DB8A672B2069}"/>
              </a:ext>
            </a:extLst>
          </p:cNvPr>
          <p:cNvSpPr/>
          <p:nvPr userDrawn="1"/>
        </p:nvSpPr>
        <p:spPr>
          <a:xfrm>
            <a:off x="0" y="-5204"/>
            <a:ext cx="6095999" cy="686320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BC8680-FDB5-4F4B-8DFD-CE546990D5D4}"/>
              </a:ext>
            </a:extLst>
          </p:cNvPr>
          <p:cNvSpPr txBox="1"/>
          <p:nvPr userDrawn="1"/>
        </p:nvSpPr>
        <p:spPr>
          <a:xfrm>
            <a:off x="9300117" y="4125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 dirty="0">
              <a:solidFill>
                <a:srgbClr val="000000"/>
              </a:solidFill>
              <a:latin typeface="Barlow" pitchFamily="2" charset="77"/>
            </a:endParaRPr>
          </a:p>
        </p:txBody>
      </p:sp>
      <p:pic>
        <p:nvPicPr>
          <p:cNvPr id="24" name="Picture 16">
            <a:extLst>
              <a:ext uri="{FF2B5EF4-FFF2-40B4-BE49-F238E27FC236}">
                <a16:creationId xmlns:a16="http://schemas.microsoft.com/office/drawing/2014/main" id="{38DD1F27-AFE8-9E47-9C20-1F88A4CD777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846AB6BC-FF23-D64E-A9A3-50A9B1821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472" y="4590288"/>
            <a:ext cx="5565966" cy="246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>
              <a:spcBef>
                <a:spcPts val="0"/>
              </a:spcBef>
              <a:buNone/>
              <a:defRPr lang="en-US" sz="2000" b="0" i="0" kern="1200" cap="none" baseline="0" dirty="0" smtClean="0">
                <a:solidFill>
                  <a:schemeClr val="accent2"/>
                </a:solidFill>
                <a:latin typeface="Barlow" pitchFamily="2" charset="77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500" i="1" kern="1200" dirty="0" smtClean="0">
                <a:solidFill>
                  <a:schemeClr val="accent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marL="0" lvl="0" indent="0" algn="l" defTabSz="457200" rtl="0" eaLnBrk="1" latinLnBrk="0" hangingPunct="1">
              <a:spcBef>
                <a:spcPct val="20000"/>
              </a:spcBef>
            </a:pPr>
            <a:r>
              <a:rPr lang="en-US"/>
              <a:t>Click To Add Presenter/Subheading</a:t>
            </a:r>
          </a:p>
        </p:txBody>
      </p:sp>
      <p:sp>
        <p:nvSpPr>
          <p:cNvPr id="26" name="Title Placeholder 2">
            <a:extLst>
              <a:ext uri="{FF2B5EF4-FFF2-40B4-BE49-F238E27FC236}">
                <a16:creationId xmlns:a16="http://schemas.microsoft.com/office/drawing/2014/main" id="{D37A55A4-1BD2-674A-9626-60AB1AEE3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472" y="3827812"/>
            <a:ext cx="5565966" cy="664797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4800" i="0" dirty="0">
                <a:solidFill>
                  <a:schemeClr val="tx2"/>
                </a:solidFill>
              </a:defRPr>
            </a:lvl1pPr>
          </a:lstStyle>
          <a:p>
            <a:pPr lvl="0">
              <a:spcBef>
                <a:spcPts val="1000"/>
              </a:spcBef>
              <a:buClr>
                <a:schemeClr val="bg2"/>
              </a:buClr>
              <a:buSzPct val="75000"/>
              <a:buFont typeface="Barlow"/>
            </a:pPr>
            <a:r>
              <a:rPr lang="en-US"/>
              <a:t>Click to Edit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4C4FA3-E45E-424A-9BD3-1455471E946D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 dirty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7A06C9D6-1966-FF45-88E4-859637CF1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 dirty="0"/>
              <a:t>©2022 Analog Devices, Inc.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48A6DA5-3CBE-2540-889B-02D2E0478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 dirty="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6272179-8E7E-FC4E-9269-CB6734C0C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75E1FC71-41A5-4707-AA2A-6D924C0000AC}" type="datetime3">
              <a:rPr lang="en-US" smtClean="0"/>
              <a:t>23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67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ection Header">
    <p:bg>
      <p:bgPr>
        <a:blipFill dpi="0" rotWithShape="1">
          <a:blip r:embed="rId2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B6EEBE8-797C-CF45-BCEA-46B6F8BDF2A6}"/>
              </a:ext>
            </a:extLst>
          </p:cNvPr>
          <p:cNvSpPr txBox="1"/>
          <p:nvPr userDrawn="1"/>
        </p:nvSpPr>
        <p:spPr>
          <a:xfrm>
            <a:off x="23045738" y="1928813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>
              <a:solidFill>
                <a:srgbClr val="000000"/>
              </a:solidFill>
            </a:endParaRP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8AC56CD1-FBEE-0E42-B197-B760B74435A1}"/>
              </a:ext>
            </a:extLst>
          </p:cNvPr>
          <p:cNvPicPr>
            <a:picLocks noChangeAspect="1"/>
          </p:cNvPicPr>
          <p:nvPr userDrawn="1"/>
        </p:nvPicPr>
        <p:blipFill rotWithShape="1"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83" t="31368" r="520" b="18339"/>
          <a:stretch/>
        </p:blipFill>
        <p:spPr>
          <a:xfrm>
            <a:off x="0" y="-5203"/>
            <a:ext cx="12192000" cy="6863204"/>
          </a:xfrm>
          <a:prstGeom prst="rect">
            <a:avLst/>
          </a:prstGeom>
        </p:spPr>
      </p:pic>
      <p:sp>
        <p:nvSpPr>
          <p:cNvPr id="22" name="Rectangle 21">
            <a:extLst>
              <a:ext uri="{FF2B5EF4-FFF2-40B4-BE49-F238E27FC236}">
                <a16:creationId xmlns:a16="http://schemas.microsoft.com/office/drawing/2014/main" id="{8364CBD1-C300-DD47-9E62-DB8A672B2069}"/>
              </a:ext>
            </a:extLst>
          </p:cNvPr>
          <p:cNvSpPr/>
          <p:nvPr userDrawn="1"/>
        </p:nvSpPr>
        <p:spPr>
          <a:xfrm>
            <a:off x="0" y="-5204"/>
            <a:ext cx="6095999" cy="6863204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bg1">
                  <a:alpha val="50000"/>
                </a:schemeClr>
              </a:gs>
            </a:gsLst>
            <a:lin ang="10800000" scaled="1"/>
          </a:gradFill>
          <a:ln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1BC8680-FDB5-4F4B-8DFD-CE546990D5D4}"/>
              </a:ext>
            </a:extLst>
          </p:cNvPr>
          <p:cNvSpPr txBox="1"/>
          <p:nvPr userDrawn="1"/>
        </p:nvSpPr>
        <p:spPr>
          <a:xfrm>
            <a:off x="9300117" y="412595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>
              <a:solidFill>
                <a:srgbClr val="000000"/>
              </a:solidFill>
              <a:latin typeface="Barlow" pitchFamily="2" charset="77"/>
            </a:endParaRPr>
          </a:p>
        </p:txBody>
      </p:sp>
      <p:pic>
        <p:nvPicPr>
          <p:cNvPr id="24" name="Picture 16">
            <a:extLst>
              <a:ext uri="{FF2B5EF4-FFF2-40B4-BE49-F238E27FC236}">
                <a16:creationId xmlns:a16="http://schemas.microsoft.com/office/drawing/2014/main" id="{38DD1F27-AFE8-9E47-9C20-1F88A4CD777E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>
            <a:off x="347472" y="412047"/>
            <a:ext cx="1546299" cy="623945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846AB6BC-FF23-D64E-A9A3-50A9B18219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7472" y="4590288"/>
            <a:ext cx="5565966" cy="246221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marL="342900" indent="-342900">
              <a:spcBef>
                <a:spcPts val="0"/>
              </a:spcBef>
              <a:buNone/>
              <a:defRPr lang="en-US" sz="2000" b="0" i="0" kern="1200" cap="none" baseline="0" dirty="0" smtClean="0">
                <a:solidFill>
                  <a:schemeClr val="accent2"/>
                </a:solidFill>
                <a:latin typeface="Barlow" pitchFamily="2" charset="77"/>
                <a:ea typeface="+mn-ea"/>
                <a:cs typeface="+mn-cs"/>
              </a:defRPr>
            </a:lvl1pPr>
            <a:lvl2pPr marL="0" indent="0">
              <a:buFont typeface="Arial" panose="020B0604020202020204" pitchFamily="34" charset="0"/>
              <a:buNone/>
              <a:defRPr lang="en-US" sz="1500" i="1" kern="1200" dirty="0" smtClean="0">
                <a:solidFill>
                  <a:schemeClr val="accent2">
                    <a:lumMod val="10000"/>
                    <a:lumOff val="90000"/>
                  </a:schemeClr>
                </a:solidFill>
                <a:latin typeface="+mn-lt"/>
                <a:ea typeface="+mn-ea"/>
                <a:cs typeface="+mn-cs"/>
              </a:defRPr>
            </a:lvl2pPr>
          </a:lstStyle>
          <a:p>
            <a:pPr marL="0" lvl="0" indent="0" algn="l" defTabSz="457200" rtl="0" eaLnBrk="1" latinLnBrk="0" hangingPunct="1">
              <a:spcBef>
                <a:spcPct val="20000"/>
              </a:spcBef>
            </a:pPr>
            <a:r>
              <a:rPr lang="en-US"/>
              <a:t>Click To Add Presenter/Subheading</a:t>
            </a:r>
          </a:p>
        </p:txBody>
      </p:sp>
      <p:sp>
        <p:nvSpPr>
          <p:cNvPr id="26" name="Title Placeholder 2">
            <a:extLst>
              <a:ext uri="{FF2B5EF4-FFF2-40B4-BE49-F238E27FC236}">
                <a16:creationId xmlns:a16="http://schemas.microsoft.com/office/drawing/2014/main" id="{D37A55A4-1BD2-674A-9626-60AB1AEE3D5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7472" y="3827812"/>
            <a:ext cx="5565966" cy="664797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spAutoFit/>
          </a:bodyPr>
          <a:lstStyle>
            <a:lvl1pPr>
              <a:lnSpc>
                <a:spcPct val="90000"/>
              </a:lnSpc>
              <a:spcBef>
                <a:spcPts val="0"/>
              </a:spcBef>
              <a:defRPr lang="en-US" sz="4800" i="0" dirty="0">
                <a:solidFill>
                  <a:schemeClr val="tx2"/>
                </a:solidFill>
              </a:defRPr>
            </a:lvl1pPr>
          </a:lstStyle>
          <a:p>
            <a:pPr lvl="0">
              <a:spcBef>
                <a:spcPts val="1000"/>
              </a:spcBef>
              <a:buClr>
                <a:schemeClr val="bg2"/>
              </a:buClr>
              <a:buSzPct val="75000"/>
              <a:buFont typeface="Barlow"/>
            </a:pPr>
            <a:r>
              <a:rPr lang="en-US"/>
              <a:t>Click to Edit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44C4FA3-E45E-424A-9BD3-1455471E946D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13" name="Footer Placeholder 1">
            <a:extLst>
              <a:ext uri="{FF2B5EF4-FFF2-40B4-BE49-F238E27FC236}">
                <a16:creationId xmlns:a16="http://schemas.microsoft.com/office/drawing/2014/main" id="{7A06C9D6-1966-FF45-88E4-859637CF1F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0" rIns="182880" bIns="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14" name="Slide Number Placeholder 3">
            <a:extLst>
              <a:ext uri="{FF2B5EF4-FFF2-40B4-BE49-F238E27FC236}">
                <a16:creationId xmlns:a16="http://schemas.microsoft.com/office/drawing/2014/main" id="{348A6DA5-3CBE-2540-889B-02D2E0478F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182880" tIns="0" rIns="0" bIns="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15" name="Date Placeholder 3">
            <a:extLst>
              <a:ext uri="{FF2B5EF4-FFF2-40B4-BE49-F238E27FC236}">
                <a16:creationId xmlns:a16="http://schemas.microsoft.com/office/drawing/2014/main" id="{76272179-8E7E-FC4E-9269-CB6734C0C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75E1FC71-41A5-4707-AA2A-6D924C0000AC}" type="datetime3">
              <a:rPr lang="en-US" smtClean="0"/>
              <a:t>23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61255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screen">
            <a:alphaModFix amt="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355600" y="1066800"/>
            <a:ext cx="10274300" cy="4914900"/>
          </a:xfrm>
        </p:spPr>
        <p:txBody>
          <a:bodyPr lIns="0" tIns="0" rIns="0" bIns="0" anchor="t" anchorCtr="0"/>
          <a:lstStyle>
            <a:lvl1pPr marL="228600" indent="-228600">
              <a:buFont typeface="Arial" panose="020B0604020202020204" pitchFamily="34" charset="0"/>
              <a:buChar char="►"/>
              <a:defRPr/>
            </a:lvl1pPr>
            <a:lvl2pPr marL="4572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  <a:defRPr/>
            </a:lvl2pPr>
            <a:lvl3pPr marL="6858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3pPr>
            <a:lvl4pPr marL="9144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4pPr>
            <a:lvl5pPr marL="1143000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21C2DA-52B1-DD43-A3B6-C3CA586AC7A6}"/>
              </a:ext>
            </a:extLst>
          </p:cNvPr>
          <p:cNvSpPr txBox="1"/>
          <p:nvPr userDrawn="1"/>
        </p:nvSpPr>
        <p:spPr>
          <a:xfrm>
            <a:off x="12056533" y="1557867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 b="0" i="0">
              <a:solidFill>
                <a:srgbClr val="000000"/>
              </a:solidFill>
              <a:latin typeface="Barlow" pitchFamily="2" charset="77"/>
            </a:endParaRPr>
          </a:p>
        </p:txBody>
      </p:sp>
      <p:sp>
        <p:nvSpPr>
          <p:cNvPr id="11" name="Title 5">
            <a:extLst>
              <a:ext uri="{FF2B5EF4-FFF2-40B4-BE49-F238E27FC236}">
                <a16:creationId xmlns:a16="http://schemas.microsoft.com/office/drawing/2014/main" id="{DFAA90AC-9B0A-AB4E-ABA9-347CBDC297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901" y="219456"/>
            <a:ext cx="10287001" cy="470898"/>
          </a:xfrm>
          <a:prstGeom prst="callout1">
            <a:avLst>
              <a:gd name="adj1" fmla="val 103511"/>
              <a:gd name="adj2" fmla="val 100069"/>
              <a:gd name="adj3" fmla="val 103502"/>
              <a:gd name="adj4" fmla="val -3408"/>
            </a:avLst>
          </a:prstGeom>
          <a:noFill/>
          <a:ln w="50800">
            <a:gradFill flip="none" rotWithShape="1">
              <a:gsLst>
                <a:gs pos="0">
                  <a:schemeClr val="accent2"/>
                </a:gs>
                <a:gs pos="100000">
                  <a:schemeClr val="accent1"/>
                </a:gs>
              </a:gsLst>
              <a:lin ang="0" scaled="1"/>
              <a:tileRect/>
            </a:gradFill>
          </a:ln>
        </p:spPr>
        <p:txBody>
          <a:bodyPr vert="horz" wrap="square" lIns="0" tIns="0" rIns="0" bIns="27432" rtlCol="0" anchor="t" anchorCtr="0">
            <a:spAutoFit/>
          </a:bodyPr>
          <a:lstStyle>
            <a:lvl1pPr marL="0" indent="0" algn="l" defTabSz="4572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n-US" sz="3600" b="0" i="0" kern="1200" baseline="0" dirty="0">
                <a:solidFill>
                  <a:schemeClr val="accent2"/>
                </a:solidFill>
                <a:latin typeface="Barlow" pitchFamily="2" charset="77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9" name="Footer Placeholder 1">
            <a:extLst>
              <a:ext uri="{FF2B5EF4-FFF2-40B4-BE49-F238E27FC236}">
                <a16:creationId xmlns:a16="http://schemas.microsoft.com/office/drawing/2014/main" id="{6814554B-F7E7-D444-A874-1C7C087F2F6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DE1375A-B2FA-C741-B6ED-A8569C3278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12" name="Date Placeholder 3">
            <a:extLst>
              <a:ext uri="{FF2B5EF4-FFF2-40B4-BE49-F238E27FC236}">
                <a16:creationId xmlns:a16="http://schemas.microsoft.com/office/drawing/2014/main" id="{67561257-280D-EC46-BB4D-FCABCCE29F8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7308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emf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.emf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5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0" y="218135"/>
            <a:ext cx="10299699" cy="470898"/>
          </a:xfrm>
          <a:prstGeom prst="rect">
            <a:avLst/>
          </a:prstGeom>
          <a:noFill/>
        </p:spPr>
        <p:txBody>
          <a:bodyPr vert="horz" wrap="square" lIns="0" tIns="0" rIns="0" bIns="27432" rtlCol="0" anchor="t" anchorCtr="0">
            <a:spAutoFit/>
          </a:bodyPr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55600" y="1066800"/>
            <a:ext cx="10286999" cy="4914900"/>
          </a:xfrm>
          <a:prstGeom prst="rect">
            <a:avLst/>
          </a:prstGeom>
        </p:spPr>
        <p:txBody>
          <a:bodyPr vert="horz" lIns="0" tIns="228600" rIns="0" bIns="0" rtlCol="0" anchor="ctr" anchorCtr="0">
            <a:normAutofit/>
          </a:bodyPr>
          <a:lstStyle/>
          <a:p>
            <a:pPr lvl="0"/>
            <a:r>
              <a:rPr lang="en-US"/>
              <a:t>Click to edit</a:t>
            </a:r>
          </a:p>
          <a:p>
            <a:pPr marL="457200" lvl="1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</a:pPr>
            <a:r>
              <a:rPr lang="en-US"/>
              <a:t>Second level</a:t>
            </a:r>
          </a:p>
          <a:p>
            <a:pPr marL="685800" lvl="2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914400" lvl="3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marL="1143000" lvl="4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9678" y="236303"/>
            <a:ext cx="991639" cy="398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2B608A-8973-E74F-9000-3CD5D7893E6F}"/>
              </a:ext>
            </a:extLst>
          </p:cNvPr>
          <p:cNvSpPr/>
          <p:nvPr userDrawn="1"/>
        </p:nvSpPr>
        <p:spPr>
          <a:xfrm>
            <a:off x="0" y="6606769"/>
            <a:ext cx="10629899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8D3E2-8096-4AF5-B142-B8C380533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0" y="6616018"/>
            <a:ext cx="8059640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5B83-C1F8-4E53-8C02-280E1ED4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1" y="6613018"/>
            <a:ext cx="1219199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CE817F5-DA59-4CF8-A065-2F8C60D2E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1" y="6616018"/>
            <a:ext cx="2227359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B7E9607F-8B9B-4283-A10B-E032341A492F}" type="datetime3">
              <a:rPr lang="en-US" smtClean="0"/>
              <a:t>23 April 2026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93659-4415-8C41-805C-01463B0FE599}"/>
              </a:ext>
            </a:extLst>
          </p:cNvPr>
          <p:cNvSpPr txBox="1"/>
          <p:nvPr userDrawn="1"/>
        </p:nvSpPr>
        <p:spPr>
          <a:xfrm>
            <a:off x="2193324" y="28605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8" r:id="rId2"/>
    <p:sldLayoutId id="2147483809" r:id="rId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marL="0" indent="0" algn="l" defTabSz="457200" rtl="0" eaLnBrk="1" latinLnBrk="0" hangingPunct="1">
        <a:lnSpc>
          <a:spcPct val="80000"/>
        </a:lnSpc>
        <a:spcBef>
          <a:spcPct val="0"/>
        </a:spcBef>
        <a:buNone/>
        <a:defRPr sz="3600" b="0" i="0" kern="1200" spc="-100" baseline="0">
          <a:solidFill>
            <a:schemeClr val="accent2"/>
          </a:solidFill>
          <a:latin typeface="Barlow" pitchFamily="2" charset="77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bg2"/>
        </a:buClr>
        <a:buSzPct val="65000"/>
        <a:buFont typeface="Arial" panose="020B0604020202020204" pitchFamily="34" charset="0"/>
        <a:buChar char="►"/>
        <a:defRPr lang="en-US" sz="26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1pPr>
      <a:lvl2pPr marL="5143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20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2pPr>
      <a:lvl3pPr marL="7429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•"/>
        <a:defRPr lang="en-US" sz="18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3pPr>
      <a:lvl4pPr marL="9715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1200" b="0" i="0" kern="120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»"/>
        <a:defRPr lang="en-US" sz="1200" b="0" i="0" kern="1200" baseline="0" dirty="0">
          <a:solidFill>
            <a:srgbClr val="000000"/>
          </a:solidFill>
          <a:latin typeface="Barlow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949">
          <p15:clr>
            <a:srgbClr val="F26B43"/>
          </p15:clr>
        </p15:guide>
        <p15:guide id="1" orient="horz" pos="376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528">
          <p15:clr>
            <a:srgbClr val="F26B43"/>
          </p15:clr>
        </p15:guide>
        <p15:guide id="5" pos="3725">
          <p15:clr>
            <a:srgbClr val="F26B43"/>
          </p15:clr>
        </p15:guide>
        <p15:guide id="6" orient="horz" pos="672">
          <p15:clr>
            <a:srgbClr val="F26B43"/>
          </p15:clr>
        </p15:guide>
        <p15:guide id="7" pos="669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 cstate="screen">
            <a:alphaModFix amt="5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342900" y="218135"/>
            <a:ext cx="10299699" cy="470898"/>
          </a:xfrm>
          <a:prstGeom prst="rect">
            <a:avLst/>
          </a:prstGeom>
          <a:noFill/>
        </p:spPr>
        <p:txBody>
          <a:bodyPr vert="horz" wrap="square" lIns="0" tIns="0" rIns="0" bIns="27432" rtlCol="0" anchor="t" anchorCtr="0">
            <a:spAutoFit/>
          </a:bodyPr>
          <a:lstStyle/>
          <a:p>
            <a:r>
              <a:rPr lang="en-US"/>
              <a:t>Click to Edit</a:t>
            </a:r>
          </a:p>
        </p:txBody>
      </p:sp>
      <p:sp>
        <p:nvSpPr>
          <p:cNvPr id="11" name="Text Placeholder 2"/>
          <p:cNvSpPr>
            <a:spLocks noGrp="1"/>
          </p:cNvSpPr>
          <p:nvPr>
            <p:ph type="body" idx="1"/>
          </p:nvPr>
        </p:nvSpPr>
        <p:spPr>
          <a:xfrm>
            <a:off x="355600" y="1066800"/>
            <a:ext cx="10286999" cy="4914900"/>
          </a:xfrm>
          <a:prstGeom prst="rect">
            <a:avLst/>
          </a:prstGeom>
        </p:spPr>
        <p:txBody>
          <a:bodyPr vert="horz" lIns="0" tIns="228600" rIns="0" bIns="0" rtlCol="0" anchor="ctr" anchorCtr="0">
            <a:normAutofit/>
          </a:bodyPr>
          <a:lstStyle/>
          <a:p>
            <a:pPr lvl="0"/>
            <a:r>
              <a:rPr lang="en-US"/>
              <a:t>Click to edit</a:t>
            </a:r>
          </a:p>
          <a:p>
            <a:pPr marL="457200" lvl="1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Font typeface="Wingdings" charset="2"/>
              <a:buChar char="§"/>
            </a:pPr>
            <a:r>
              <a:rPr lang="en-US"/>
              <a:t>Second level</a:t>
            </a:r>
          </a:p>
          <a:p>
            <a:pPr marL="685800" lvl="2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Third level</a:t>
            </a:r>
          </a:p>
          <a:p>
            <a:pPr marL="914400" lvl="3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Fourth level</a:t>
            </a:r>
          </a:p>
          <a:p>
            <a:pPr marL="1143000" lvl="4" indent="-228600" algn="l" defTabSz="457200" rtl="0" eaLnBrk="1" latinLnBrk="0" hangingPunct="1">
              <a:spcBef>
                <a:spcPct val="20000"/>
              </a:spcBef>
              <a:buClr>
                <a:srgbClr val="1E4056"/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/>
              <a:t>Fifth level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9679" y="236303"/>
            <a:ext cx="991639" cy="398355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C82B608A-8973-E74F-9000-3CD5D7893E6F}"/>
              </a:ext>
            </a:extLst>
          </p:cNvPr>
          <p:cNvSpPr/>
          <p:nvPr userDrawn="1"/>
        </p:nvSpPr>
        <p:spPr>
          <a:xfrm>
            <a:off x="1" y="6606770"/>
            <a:ext cx="10629900" cy="251231"/>
          </a:xfrm>
          <a:prstGeom prst="rect">
            <a:avLst/>
          </a:prstGeom>
          <a:gradFill flip="none" rotWithShape="1">
            <a:gsLst>
              <a:gs pos="90000">
                <a:schemeClr val="accent2"/>
              </a:gs>
              <a:gs pos="0">
                <a:schemeClr val="accent1"/>
              </a:gs>
            </a:gsLst>
            <a:lin ang="10800000" scaled="1"/>
            <a:tileRect/>
          </a:gradFill>
        </p:spPr>
        <p:txBody>
          <a:bodyPr vert="horz" lIns="338328" tIns="91440" rIns="91440" bIns="91440" rtlCol="0" anchor="ctr" anchorCtr="0"/>
          <a:lstStyle/>
          <a:p>
            <a:pPr lvl="0"/>
            <a:endParaRPr lang="en-US" sz="900" b="0" i="0">
              <a:solidFill>
                <a:schemeClr val="bg1"/>
              </a:solidFill>
              <a:latin typeface="Barlow" pitchFamily="2" charset="77"/>
              <a:cs typeface="Arial Black" panose="020B0604020202020204" pitchFamily="34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8A8D3E2-8096-4AF5-B142-B8C3805337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42901" y="6616018"/>
            <a:ext cx="8059641" cy="241982"/>
          </a:xfrm>
          <a:prstGeom prst="rect">
            <a:avLst/>
          </a:prstGeom>
          <a:noFill/>
        </p:spPr>
        <p:txBody>
          <a:bodyPr vert="horz" lIns="0" tIns="91440" rIns="91440" bIns="91440" rtlCol="0" anchor="ctr" anchorCtr="0">
            <a:noAutofit/>
          </a:bodyPr>
          <a:lstStyle>
            <a:lvl1pPr>
              <a:lnSpc>
                <a:spcPct val="80000"/>
              </a:lnSpc>
              <a:defRPr lang="en-US" sz="900" b="0" i="0" smtClean="0">
                <a:solidFill>
                  <a:schemeClr val="bg1"/>
                </a:solidFill>
                <a:latin typeface="Barlow" pitchFamily="2" charset="77"/>
                <a:cs typeface="Arial Black" panose="020B0604020202020204" pitchFamily="34" charset="0"/>
              </a:defRPr>
            </a:lvl1pPr>
          </a:lstStyle>
          <a:p>
            <a:r>
              <a:rPr lang="en-US"/>
              <a:t>©2022 Analog Devices, Inc.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975B83-C1F8-4E53-8C02-280E1ED424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29902" y="6613018"/>
            <a:ext cx="1219198" cy="241982"/>
          </a:xfrm>
          <a:prstGeom prst="rect">
            <a:avLst/>
          </a:prstGeom>
        </p:spPr>
        <p:txBody>
          <a:bodyPr vert="horz" lIns="91440" tIns="91440" rIns="0" bIns="91440" rtlCol="0" anchor="ctr" anchorCtr="0"/>
          <a:lstStyle>
            <a:lvl1pPr algn="r">
              <a:lnSpc>
                <a:spcPct val="80000"/>
              </a:lnSpc>
              <a:defRPr kumimoji="0" lang="en-US" sz="1000" b="1" i="0" u="none" strike="noStrike" cap="none" spc="0" normalizeH="0" baseline="0" smtClean="0">
                <a:ln>
                  <a:noFill/>
                </a:ln>
                <a:solidFill>
                  <a:schemeClr val="tx2">
                    <a:lumMod val="60000"/>
                    <a:lumOff val="40000"/>
                  </a:schemeClr>
                </a:solidFill>
                <a:effectLst/>
                <a:uLnTx/>
                <a:uFillTx/>
                <a:latin typeface="Barlow" pitchFamily="2" charset="77"/>
              </a:defRPr>
            </a:lvl1pPr>
          </a:lstStyle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‹#›</a:t>
            </a:fld>
            <a:endParaRPr lang="en-US" baseline="-1100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CE817F5-DA59-4CF8-A065-2F8C60D2E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02542" y="6616018"/>
            <a:ext cx="2227358" cy="241982"/>
          </a:xfrm>
          <a:prstGeom prst="rect">
            <a:avLst/>
          </a:prstGeom>
        </p:spPr>
        <p:txBody>
          <a:bodyPr lIns="0" tIns="0" rIns="182880" bIns="0" anchor="ctr" anchorCtr="0"/>
          <a:lstStyle>
            <a:lvl1pPr algn="r">
              <a:lnSpc>
                <a:spcPct val="80000"/>
              </a:lnSpc>
              <a:defRPr lang="en-US" sz="1000" b="0" i="0" kern="1200" smtClean="0">
                <a:solidFill>
                  <a:schemeClr val="bg1"/>
                </a:solidFill>
                <a:latin typeface="Barlow" pitchFamily="2" charset="77"/>
                <a:ea typeface="+mn-ea"/>
                <a:cs typeface="+mn-cs"/>
              </a:defRPr>
            </a:lvl1pPr>
          </a:lstStyle>
          <a:p>
            <a:fld id="{B7E9607F-8B9B-4283-A10B-E032341A492F}" type="datetime3">
              <a:rPr lang="en-US" smtClean="0"/>
              <a:t>23 April 2026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D93659-4415-8C41-805C-01463B0FE599}"/>
              </a:ext>
            </a:extLst>
          </p:cNvPr>
          <p:cNvSpPr txBox="1"/>
          <p:nvPr userDrawn="1"/>
        </p:nvSpPr>
        <p:spPr>
          <a:xfrm>
            <a:off x="2193324" y="2860589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5717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7" r:id="rId1"/>
    <p:sldLayoutId id="2147483741" r:id="rId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/>
  <p:txStyles>
    <p:titleStyle>
      <a:lvl1pPr marL="0" indent="0" algn="l" defTabSz="457200" rtl="0" eaLnBrk="1" latinLnBrk="0" hangingPunct="1">
        <a:lnSpc>
          <a:spcPct val="80000"/>
        </a:lnSpc>
        <a:spcBef>
          <a:spcPct val="0"/>
        </a:spcBef>
        <a:buNone/>
        <a:defRPr sz="3600" b="0" i="0" kern="1200" spc="-100" baseline="0">
          <a:solidFill>
            <a:schemeClr val="accent2"/>
          </a:solidFill>
          <a:latin typeface="Barlow" pitchFamily="2" charset="77"/>
          <a:ea typeface="+mj-ea"/>
          <a:cs typeface="+mj-cs"/>
        </a:defRPr>
      </a:lvl1pPr>
    </p:titleStyle>
    <p:bodyStyle>
      <a:lvl1pPr marL="228600" indent="-228600" algn="l" defTabSz="457200" rtl="0" eaLnBrk="1" latinLnBrk="0" hangingPunct="1">
        <a:lnSpc>
          <a:spcPct val="90000"/>
        </a:lnSpc>
        <a:spcBef>
          <a:spcPts val="1000"/>
        </a:spcBef>
        <a:spcAft>
          <a:spcPts val="400"/>
        </a:spcAft>
        <a:buClr>
          <a:schemeClr val="bg2"/>
        </a:buClr>
        <a:buSzPct val="65000"/>
        <a:buFont typeface="Arial" panose="020B0604020202020204" pitchFamily="34" charset="0"/>
        <a:buChar char="►"/>
        <a:defRPr lang="en-US" sz="26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1pPr>
      <a:lvl2pPr marL="5143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20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2pPr>
      <a:lvl3pPr marL="7429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•"/>
        <a:defRPr lang="en-US" sz="1800" b="0" i="0" kern="1200" baseline="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3pPr>
      <a:lvl4pPr marL="971550" indent="-28575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–"/>
        <a:defRPr lang="en-US" sz="1200" b="0" i="0" kern="1200" dirty="0" smtClean="0">
          <a:solidFill>
            <a:srgbClr val="000000"/>
          </a:solidFill>
          <a:latin typeface="Barlow" pitchFamily="2" charset="77"/>
          <a:ea typeface="+mn-ea"/>
          <a:cs typeface="+mn-cs"/>
        </a:defRPr>
      </a:lvl4pPr>
      <a:lvl5pPr marL="2057400" indent="-228600" algn="l" defTabSz="457200" rtl="0" eaLnBrk="1" latinLnBrk="0" hangingPunct="1">
        <a:lnSpc>
          <a:spcPct val="90000"/>
        </a:lnSpc>
        <a:spcBef>
          <a:spcPct val="20000"/>
        </a:spcBef>
        <a:spcAft>
          <a:spcPts val="400"/>
        </a:spcAft>
        <a:buClr>
          <a:schemeClr val="bg2"/>
        </a:buClr>
        <a:buFont typeface="Arial"/>
        <a:buChar char="»"/>
        <a:defRPr lang="en-US" sz="1200" b="0" i="0" kern="1200" baseline="0" dirty="0">
          <a:solidFill>
            <a:srgbClr val="000000"/>
          </a:solidFill>
          <a:latin typeface="Barlow" pitchFamily="2" charset="77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0" pos="3949">
          <p15:clr>
            <a:srgbClr val="F26B43"/>
          </p15:clr>
        </p15:guide>
        <p15:guide id="1" orient="horz" pos="3768">
          <p15:clr>
            <a:srgbClr val="F26B43"/>
          </p15:clr>
        </p15:guide>
        <p15:guide id="2" pos="216">
          <p15:clr>
            <a:srgbClr val="F26B43"/>
          </p15:clr>
        </p15:guide>
        <p15:guide id="3" pos="7464">
          <p15:clr>
            <a:srgbClr val="F26B43"/>
          </p15:clr>
        </p15:guide>
        <p15:guide id="4" orient="horz" pos="528">
          <p15:clr>
            <a:srgbClr val="F26B43"/>
          </p15:clr>
        </p15:guide>
        <p15:guide id="5" pos="3725">
          <p15:clr>
            <a:srgbClr val="F26B43"/>
          </p15:clr>
        </p15:guide>
        <p15:guide id="6" orient="horz" pos="672">
          <p15:clr>
            <a:srgbClr val="F26B43"/>
          </p15:clr>
        </p15:guide>
        <p15:guide id="7" pos="6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9.jp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.png"/><Relationship Id="rId21" Type="http://schemas.openxmlformats.org/officeDocument/2006/relationships/image" Target="../media/image60.png"/><Relationship Id="rId42" Type="http://schemas.openxmlformats.org/officeDocument/2006/relationships/image" Target="../media/image81.png"/><Relationship Id="rId47" Type="http://schemas.openxmlformats.org/officeDocument/2006/relationships/image" Target="../media/image86.png"/><Relationship Id="rId63" Type="http://schemas.openxmlformats.org/officeDocument/2006/relationships/image" Target="../media/image102.png"/><Relationship Id="rId68" Type="http://schemas.openxmlformats.org/officeDocument/2006/relationships/image" Target="../media/image107.png"/><Relationship Id="rId7" Type="http://schemas.openxmlformats.org/officeDocument/2006/relationships/image" Target="../media/image46.png"/><Relationship Id="rId71" Type="http://schemas.openxmlformats.org/officeDocument/2006/relationships/image" Target="../media/image110.png"/><Relationship Id="rId2" Type="http://schemas.openxmlformats.org/officeDocument/2006/relationships/notesSlide" Target="../notesSlides/notesSlide23.xml"/><Relationship Id="rId16" Type="http://schemas.openxmlformats.org/officeDocument/2006/relationships/image" Target="../media/image55.png"/><Relationship Id="rId29" Type="http://schemas.openxmlformats.org/officeDocument/2006/relationships/image" Target="../media/image68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84.png"/><Relationship Id="rId53" Type="http://schemas.openxmlformats.org/officeDocument/2006/relationships/image" Target="../media/image92.png"/><Relationship Id="rId58" Type="http://schemas.openxmlformats.org/officeDocument/2006/relationships/image" Target="../media/image97.png"/><Relationship Id="rId66" Type="http://schemas.openxmlformats.org/officeDocument/2006/relationships/image" Target="../media/image105.png"/><Relationship Id="rId5" Type="http://schemas.openxmlformats.org/officeDocument/2006/relationships/image" Target="../media/image44.png"/><Relationship Id="rId61" Type="http://schemas.openxmlformats.org/officeDocument/2006/relationships/image" Target="../media/image100.png"/><Relationship Id="rId19" Type="http://schemas.openxmlformats.org/officeDocument/2006/relationships/image" Target="../media/image5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Relationship Id="rId35" Type="http://schemas.openxmlformats.org/officeDocument/2006/relationships/image" Target="../media/image74.png"/><Relationship Id="rId43" Type="http://schemas.openxmlformats.org/officeDocument/2006/relationships/image" Target="../media/image82.png"/><Relationship Id="rId48" Type="http://schemas.openxmlformats.org/officeDocument/2006/relationships/image" Target="../media/image87.png"/><Relationship Id="rId56" Type="http://schemas.openxmlformats.org/officeDocument/2006/relationships/image" Target="../media/image95.png"/><Relationship Id="rId64" Type="http://schemas.openxmlformats.org/officeDocument/2006/relationships/image" Target="../media/image103.png"/><Relationship Id="rId69" Type="http://schemas.openxmlformats.org/officeDocument/2006/relationships/image" Target="../media/image108.png"/><Relationship Id="rId8" Type="http://schemas.openxmlformats.org/officeDocument/2006/relationships/image" Target="../media/image47.png"/><Relationship Id="rId51" Type="http://schemas.openxmlformats.org/officeDocument/2006/relationships/image" Target="../media/image90.png"/><Relationship Id="rId72" Type="http://schemas.openxmlformats.org/officeDocument/2006/relationships/image" Target="../media/image111.png"/><Relationship Id="rId3" Type="http://schemas.openxmlformats.org/officeDocument/2006/relationships/image" Target="../media/image42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Relationship Id="rId46" Type="http://schemas.openxmlformats.org/officeDocument/2006/relationships/image" Target="../media/image85.png"/><Relationship Id="rId59" Type="http://schemas.openxmlformats.org/officeDocument/2006/relationships/image" Target="../media/image98.png"/><Relationship Id="rId67" Type="http://schemas.openxmlformats.org/officeDocument/2006/relationships/image" Target="../media/image106.png"/><Relationship Id="rId20" Type="http://schemas.openxmlformats.org/officeDocument/2006/relationships/image" Target="../media/image59.png"/><Relationship Id="rId41" Type="http://schemas.openxmlformats.org/officeDocument/2006/relationships/image" Target="../media/image80.png"/><Relationship Id="rId54" Type="http://schemas.openxmlformats.org/officeDocument/2006/relationships/image" Target="../media/image93.png"/><Relationship Id="rId62" Type="http://schemas.openxmlformats.org/officeDocument/2006/relationships/image" Target="../media/image101.png"/><Relationship Id="rId70" Type="http://schemas.openxmlformats.org/officeDocument/2006/relationships/image" Target="../media/image10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49" Type="http://schemas.openxmlformats.org/officeDocument/2006/relationships/image" Target="../media/image88.png"/><Relationship Id="rId57" Type="http://schemas.openxmlformats.org/officeDocument/2006/relationships/image" Target="../media/image96.png"/><Relationship Id="rId10" Type="http://schemas.openxmlformats.org/officeDocument/2006/relationships/image" Target="../media/image49.png"/><Relationship Id="rId31" Type="http://schemas.openxmlformats.org/officeDocument/2006/relationships/image" Target="../media/image70.png"/><Relationship Id="rId44" Type="http://schemas.openxmlformats.org/officeDocument/2006/relationships/image" Target="../media/image83.png"/><Relationship Id="rId52" Type="http://schemas.openxmlformats.org/officeDocument/2006/relationships/image" Target="../media/image91.png"/><Relationship Id="rId60" Type="http://schemas.openxmlformats.org/officeDocument/2006/relationships/image" Target="../media/image99.png"/><Relationship Id="rId65" Type="http://schemas.openxmlformats.org/officeDocument/2006/relationships/image" Target="../media/image10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9" Type="http://schemas.openxmlformats.org/officeDocument/2006/relationships/image" Target="../media/image78.png"/><Relationship Id="rId34" Type="http://schemas.openxmlformats.org/officeDocument/2006/relationships/image" Target="../media/image73.png"/><Relationship Id="rId50" Type="http://schemas.openxmlformats.org/officeDocument/2006/relationships/image" Target="../media/image89.png"/><Relationship Id="rId55" Type="http://schemas.openxmlformats.org/officeDocument/2006/relationships/image" Target="../media/image94.png"/></Relationships>
</file>

<file path=ppt/slides/_rels/slide48.xml.rels><?xml version="1.0" encoding="UTF-8" standalone="yes"?>
<Relationships xmlns="http://schemas.openxmlformats.org/package/2006/relationships"><Relationship Id="rId26" Type="http://schemas.openxmlformats.org/officeDocument/2006/relationships/image" Target="../media/image65.png"/><Relationship Id="rId21" Type="http://schemas.openxmlformats.org/officeDocument/2006/relationships/image" Target="../media/image60.png"/><Relationship Id="rId42" Type="http://schemas.openxmlformats.org/officeDocument/2006/relationships/image" Target="../media/image81.png"/><Relationship Id="rId47" Type="http://schemas.openxmlformats.org/officeDocument/2006/relationships/image" Target="../media/image86.png"/><Relationship Id="rId63" Type="http://schemas.openxmlformats.org/officeDocument/2006/relationships/image" Target="../media/image102.png"/><Relationship Id="rId68" Type="http://schemas.openxmlformats.org/officeDocument/2006/relationships/image" Target="../media/image107.png"/><Relationship Id="rId7" Type="http://schemas.openxmlformats.org/officeDocument/2006/relationships/image" Target="../media/image46.png"/><Relationship Id="rId71" Type="http://schemas.openxmlformats.org/officeDocument/2006/relationships/image" Target="../media/image110.png"/><Relationship Id="rId2" Type="http://schemas.openxmlformats.org/officeDocument/2006/relationships/notesSlide" Target="../notesSlides/notesSlide24.xml"/><Relationship Id="rId16" Type="http://schemas.openxmlformats.org/officeDocument/2006/relationships/image" Target="../media/image55.png"/><Relationship Id="rId29" Type="http://schemas.openxmlformats.org/officeDocument/2006/relationships/image" Target="../media/image68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32" Type="http://schemas.openxmlformats.org/officeDocument/2006/relationships/image" Target="../media/image71.png"/><Relationship Id="rId37" Type="http://schemas.openxmlformats.org/officeDocument/2006/relationships/image" Target="../media/image76.png"/><Relationship Id="rId40" Type="http://schemas.openxmlformats.org/officeDocument/2006/relationships/image" Target="../media/image79.png"/><Relationship Id="rId45" Type="http://schemas.openxmlformats.org/officeDocument/2006/relationships/image" Target="../media/image84.png"/><Relationship Id="rId53" Type="http://schemas.openxmlformats.org/officeDocument/2006/relationships/image" Target="../media/image92.png"/><Relationship Id="rId58" Type="http://schemas.openxmlformats.org/officeDocument/2006/relationships/image" Target="../media/image97.png"/><Relationship Id="rId66" Type="http://schemas.openxmlformats.org/officeDocument/2006/relationships/image" Target="../media/image105.png"/><Relationship Id="rId5" Type="http://schemas.openxmlformats.org/officeDocument/2006/relationships/image" Target="../media/image44.png"/><Relationship Id="rId61" Type="http://schemas.openxmlformats.org/officeDocument/2006/relationships/image" Target="../media/image100.png"/><Relationship Id="rId19" Type="http://schemas.openxmlformats.org/officeDocument/2006/relationships/image" Target="../media/image5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Relationship Id="rId35" Type="http://schemas.openxmlformats.org/officeDocument/2006/relationships/image" Target="../media/image74.png"/><Relationship Id="rId43" Type="http://schemas.openxmlformats.org/officeDocument/2006/relationships/image" Target="../media/image82.png"/><Relationship Id="rId48" Type="http://schemas.openxmlformats.org/officeDocument/2006/relationships/image" Target="../media/image87.png"/><Relationship Id="rId56" Type="http://schemas.openxmlformats.org/officeDocument/2006/relationships/image" Target="../media/image95.png"/><Relationship Id="rId64" Type="http://schemas.openxmlformats.org/officeDocument/2006/relationships/image" Target="../media/image103.png"/><Relationship Id="rId69" Type="http://schemas.openxmlformats.org/officeDocument/2006/relationships/image" Target="../media/image108.png"/><Relationship Id="rId8" Type="http://schemas.openxmlformats.org/officeDocument/2006/relationships/image" Target="../media/image47.png"/><Relationship Id="rId51" Type="http://schemas.openxmlformats.org/officeDocument/2006/relationships/image" Target="../media/image90.png"/><Relationship Id="rId3" Type="http://schemas.openxmlformats.org/officeDocument/2006/relationships/image" Target="../media/image42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33" Type="http://schemas.openxmlformats.org/officeDocument/2006/relationships/image" Target="../media/image72.png"/><Relationship Id="rId38" Type="http://schemas.openxmlformats.org/officeDocument/2006/relationships/image" Target="../media/image77.png"/><Relationship Id="rId46" Type="http://schemas.openxmlformats.org/officeDocument/2006/relationships/image" Target="../media/image85.png"/><Relationship Id="rId59" Type="http://schemas.openxmlformats.org/officeDocument/2006/relationships/image" Target="../media/image98.png"/><Relationship Id="rId67" Type="http://schemas.openxmlformats.org/officeDocument/2006/relationships/image" Target="../media/image106.png"/><Relationship Id="rId20" Type="http://schemas.openxmlformats.org/officeDocument/2006/relationships/image" Target="../media/image59.png"/><Relationship Id="rId41" Type="http://schemas.openxmlformats.org/officeDocument/2006/relationships/image" Target="../media/image80.png"/><Relationship Id="rId54" Type="http://schemas.openxmlformats.org/officeDocument/2006/relationships/image" Target="../media/image93.png"/><Relationship Id="rId62" Type="http://schemas.openxmlformats.org/officeDocument/2006/relationships/image" Target="../media/image101.png"/><Relationship Id="rId70" Type="http://schemas.openxmlformats.org/officeDocument/2006/relationships/image" Target="../media/image109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36" Type="http://schemas.openxmlformats.org/officeDocument/2006/relationships/image" Target="../media/image75.png"/><Relationship Id="rId49" Type="http://schemas.openxmlformats.org/officeDocument/2006/relationships/image" Target="../media/image88.png"/><Relationship Id="rId57" Type="http://schemas.openxmlformats.org/officeDocument/2006/relationships/image" Target="../media/image96.png"/><Relationship Id="rId10" Type="http://schemas.openxmlformats.org/officeDocument/2006/relationships/image" Target="../media/image49.png"/><Relationship Id="rId31" Type="http://schemas.openxmlformats.org/officeDocument/2006/relationships/image" Target="../media/image70.png"/><Relationship Id="rId44" Type="http://schemas.openxmlformats.org/officeDocument/2006/relationships/image" Target="../media/image83.png"/><Relationship Id="rId52" Type="http://schemas.openxmlformats.org/officeDocument/2006/relationships/image" Target="../media/image91.png"/><Relationship Id="rId60" Type="http://schemas.openxmlformats.org/officeDocument/2006/relationships/image" Target="../media/image99.png"/><Relationship Id="rId65" Type="http://schemas.openxmlformats.org/officeDocument/2006/relationships/image" Target="../media/image104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39" Type="http://schemas.openxmlformats.org/officeDocument/2006/relationships/image" Target="../media/image78.png"/><Relationship Id="rId34" Type="http://schemas.openxmlformats.org/officeDocument/2006/relationships/image" Target="../media/image73.png"/><Relationship Id="rId50" Type="http://schemas.openxmlformats.org/officeDocument/2006/relationships/image" Target="../media/image89.png"/><Relationship Id="rId55" Type="http://schemas.openxmlformats.org/officeDocument/2006/relationships/image" Target="../media/image94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48.png"/><Relationship Id="rId7" Type="http://schemas.openxmlformats.org/officeDocument/2006/relationships/image" Target="../media/image11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91.png"/></Relationships>
</file>

<file path=ppt/slides/_rels/slide50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5.png"/><Relationship Id="rId18" Type="http://schemas.openxmlformats.org/officeDocument/2006/relationships/image" Target="../media/image60.png"/><Relationship Id="rId26" Type="http://schemas.openxmlformats.org/officeDocument/2006/relationships/image" Target="../media/image68.png"/><Relationship Id="rId39" Type="http://schemas.openxmlformats.org/officeDocument/2006/relationships/image" Target="../media/image81.png"/><Relationship Id="rId21" Type="http://schemas.openxmlformats.org/officeDocument/2006/relationships/image" Target="../media/image63.png"/><Relationship Id="rId34" Type="http://schemas.openxmlformats.org/officeDocument/2006/relationships/image" Target="../media/image76.png"/><Relationship Id="rId42" Type="http://schemas.openxmlformats.org/officeDocument/2006/relationships/image" Target="../media/image84.png"/><Relationship Id="rId47" Type="http://schemas.openxmlformats.org/officeDocument/2006/relationships/image" Target="../media/image89.png"/><Relationship Id="rId50" Type="http://schemas.openxmlformats.org/officeDocument/2006/relationships/image" Target="../media/image92.png"/><Relationship Id="rId55" Type="http://schemas.openxmlformats.org/officeDocument/2006/relationships/image" Target="../media/image98.png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26.xml"/><Relationship Id="rId16" Type="http://schemas.openxmlformats.org/officeDocument/2006/relationships/image" Target="../media/image58.png"/><Relationship Id="rId29" Type="http://schemas.openxmlformats.org/officeDocument/2006/relationships/image" Target="../media/image71.png"/><Relationship Id="rId11" Type="http://schemas.openxmlformats.org/officeDocument/2006/relationships/image" Target="../media/image50.png"/><Relationship Id="rId24" Type="http://schemas.openxmlformats.org/officeDocument/2006/relationships/image" Target="../media/image66.png"/><Relationship Id="rId32" Type="http://schemas.openxmlformats.org/officeDocument/2006/relationships/image" Target="../media/image74.png"/><Relationship Id="rId37" Type="http://schemas.openxmlformats.org/officeDocument/2006/relationships/image" Target="../media/image79.png"/><Relationship Id="rId40" Type="http://schemas.openxmlformats.org/officeDocument/2006/relationships/image" Target="../media/image82.png"/><Relationship Id="rId45" Type="http://schemas.openxmlformats.org/officeDocument/2006/relationships/image" Target="../media/image87.png"/><Relationship Id="rId53" Type="http://schemas.openxmlformats.org/officeDocument/2006/relationships/image" Target="../media/image95.png"/><Relationship Id="rId58" Type="http://schemas.openxmlformats.org/officeDocument/2006/relationships/image" Target="../media/image101.png"/><Relationship Id="rId5" Type="http://schemas.openxmlformats.org/officeDocument/2006/relationships/image" Target="../media/image44.png"/><Relationship Id="rId61" Type="http://schemas.openxmlformats.org/officeDocument/2006/relationships/image" Target="../media/image110.png"/><Relationship Id="rId19" Type="http://schemas.openxmlformats.org/officeDocument/2006/relationships/image" Target="../media/image61.png"/><Relationship Id="rId14" Type="http://schemas.openxmlformats.org/officeDocument/2006/relationships/image" Target="../media/image56.png"/><Relationship Id="rId22" Type="http://schemas.openxmlformats.org/officeDocument/2006/relationships/image" Target="../media/image64.png"/><Relationship Id="rId27" Type="http://schemas.openxmlformats.org/officeDocument/2006/relationships/image" Target="../media/image69.png"/><Relationship Id="rId30" Type="http://schemas.openxmlformats.org/officeDocument/2006/relationships/image" Target="../media/image72.png"/><Relationship Id="rId35" Type="http://schemas.openxmlformats.org/officeDocument/2006/relationships/image" Target="../media/image77.png"/><Relationship Id="rId43" Type="http://schemas.openxmlformats.org/officeDocument/2006/relationships/image" Target="../media/image85.png"/><Relationship Id="rId48" Type="http://schemas.openxmlformats.org/officeDocument/2006/relationships/image" Target="../media/image90.png"/><Relationship Id="rId56" Type="http://schemas.openxmlformats.org/officeDocument/2006/relationships/image" Target="../media/image99.png"/><Relationship Id="rId8" Type="http://schemas.openxmlformats.org/officeDocument/2006/relationships/image" Target="../media/image47.png"/><Relationship Id="rId51" Type="http://schemas.openxmlformats.org/officeDocument/2006/relationships/image" Target="../media/image93.png"/><Relationship Id="rId3" Type="http://schemas.openxmlformats.org/officeDocument/2006/relationships/image" Target="../media/image42.png"/><Relationship Id="rId12" Type="http://schemas.openxmlformats.org/officeDocument/2006/relationships/image" Target="../media/image51.png"/><Relationship Id="rId17" Type="http://schemas.openxmlformats.org/officeDocument/2006/relationships/image" Target="../media/image59.png"/><Relationship Id="rId25" Type="http://schemas.openxmlformats.org/officeDocument/2006/relationships/image" Target="../media/image67.png"/><Relationship Id="rId33" Type="http://schemas.openxmlformats.org/officeDocument/2006/relationships/image" Target="../media/image75.png"/><Relationship Id="rId38" Type="http://schemas.openxmlformats.org/officeDocument/2006/relationships/image" Target="../media/image80.png"/><Relationship Id="rId46" Type="http://schemas.openxmlformats.org/officeDocument/2006/relationships/image" Target="../media/image88.png"/><Relationship Id="rId59" Type="http://schemas.openxmlformats.org/officeDocument/2006/relationships/image" Target="../media/image102.png"/><Relationship Id="rId20" Type="http://schemas.openxmlformats.org/officeDocument/2006/relationships/image" Target="../media/image62.png"/><Relationship Id="rId41" Type="http://schemas.openxmlformats.org/officeDocument/2006/relationships/image" Target="../media/image83.png"/><Relationship Id="rId54" Type="http://schemas.openxmlformats.org/officeDocument/2006/relationships/image" Target="../media/image9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15" Type="http://schemas.openxmlformats.org/officeDocument/2006/relationships/image" Target="../media/image57.png"/><Relationship Id="rId23" Type="http://schemas.openxmlformats.org/officeDocument/2006/relationships/image" Target="../media/image65.png"/><Relationship Id="rId28" Type="http://schemas.openxmlformats.org/officeDocument/2006/relationships/image" Target="../media/image70.png"/><Relationship Id="rId36" Type="http://schemas.openxmlformats.org/officeDocument/2006/relationships/image" Target="../media/image78.png"/><Relationship Id="rId49" Type="http://schemas.openxmlformats.org/officeDocument/2006/relationships/image" Target="../media/image91.png"/><Relationship Id="rId57" Type="http://schemas.openxmlformats.org/officeDocument/2006/relationships/image" Target="../media/image100.png"/><Relationship Id="rId10" Type="http://schemas.openxmlformats.org/officeDocument/2006/relationships/image" Target="../media/image49.png"/><Relationship Id="rId31" Type="http://schemas.openxmlformats.org/officeDocument/2006/relationships/image" Target="../media/image73.png"/><Relationship Id="rId44" Type="http://schemas.openxmlformats.org/officeDocument/2006/relationships/image" Target="../media/image86.png"/><Relationship Id="rId52" Type="http://schemas.openxmlformats.org/officeDocument/2006/relationships/image" Target="../media/image94.png"/><Relationship Id="rId60" Type="http://schemas.openxmlformats.org/officeDocument/2006/relationships/image" Target="../media/image10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stafa-Yossry/ADI-CU-GP-2025-2026/tree/main/RTL/simple_butterfly/simple_butterfly" TargetMode="Externa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ostafa-Yossry/ADI-CU-GP-2025-2026/tree/main/Firmware/Radix2-FFT" TargetMode="Externa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4CFE7F-71AB-C7B8-4F0D-C02B109BC8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5188930"/>
            <a:ext cx="2512706" cy="336799"/>
          </a:xfrm>
        </p:spPr>
        <p:txBody>
          <a:bodyPr/>
          <a:lstStyle/>
          <a:p>
            <a:pPr algn="ctr"/>
            <a:r>
              <a:rPr lang="en-US"/>
              <a:t>Front end team …..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36071B-E7CD-BA6C-9A1F-BA42E01BC15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843746" y="2380089"/>
            <a:ext cx="8237343" cy="1509131"/>
          </a:xfrm>
        </p:spPr>
        <p:txBody>
          <a:bodyPr/>
          <a:lstStyle/>
          <a:p>
            <a:pPr algn="ctr"/>
            <a:r>
              <a:rPr lang="en-US" b="1"/>
              <a:t>ADI/CU GP 2025/2026</a:t>
            </a:r>
            <a:endParaRPr lang="en-GB" b="1"/>
          </a:p>
          <a:p>
            <a:pPr algn="ctr"/>
            <a:r>
              <a:rPr lang="en-US" b="1"/>
              <a:t>Progress Update Meeting</a:t>
            </a:r>
            <a:r>
              <a:rPr lang="ar-EG" b="1"/>
              <a:t> </a:t>
            </a:r>
            <a:r>
              <a:rPr lang="en-US" b="1"/>
              <a:t>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CFE339-32F2-C276-B25D-9BBF398EDD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0D9B2-B5E2-C39D-3836-3C61A84431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F2EBC2-3256-7DF7-ADE7-9F8E9455008C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7A9806-8D44-470F-A42A-B0BB34D8E567}" type="datetime3">
              <a:rPr lang="en-US" smtClean="0"/>
              <a:t>23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282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35E18-D1E8-7C74-CAD0-55E813D796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C354C61-2350-0559-DBE5-D05BEC19AB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971550"/>
            <a:ext cx="10274300" cy="4914900"/>
          </a:xfrm>
        </p:spPr>
        <p:txBody>
          <a:bodyPr>
            <a:normAutofit/>
          </a:bodyPr>
          <a:lstStyle/>
          <a:p>
            <a:r>
              <a:rPr lang="en-US" b="1" dirty="0"/>
              <a:t>HW/SW Co-design (HW Part)</a:t>
            </a:r>
            <a:endParaRPr lang="ar-EG" b="1" dirty="0"/>
          </a:p>
          <a:p>
            <a:r>
              <a:rPr lang="en-US" b="1" dirty="0"/>
              <a:t>HW/SW Co-design (SW Part)</a:t>
            </a:r>
          </a:p>
          <a:p>
            <a:r>
              <a:rPr lang="en-US" b="1" dirty="0"/>
              <a:t>Multi clusters</a:t>
            </a:r>
            <a:endParaRPr lang="ar-EG" b="1" dirty="0"/>
          </a:p>
          <a:p>
            <a:r>
              <a:rPr lang="en-US" b="1" dirty="0"/>
              <a:t>HWPE</a:t>
            </a:r>
          </a:p>
          <a:p>
            <a:pPr marL="0" indent="0">
              <a:buNone/>
            </a:pPr>
            <a:endParaRPr lang="en-US" b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C6F47D-B19C-991C-C10F-CD9AF0069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6FF3CE-7AF9-AD19-58CC-5EABCB5D60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DB095-80DA-B9FF-340C-3BB80E17807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E9028C4-BFB2-02BB-54F0-0F3E48A4C187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479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9003-4A69-BD2A-6A4C-EE53EC97D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2073F3C-6ACD-6B6B-4C19-DAC024FA05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827812"/>
            <a:ext cx="7755668" cy="664797"/>
          </a:xfrm>
        </p:spPr>
        <p:txBody>
          <a:bodyPr/>
          <a:lstStyle/>
          <a:p>
            <a:r>
              <a:rPr lang="en-US" dirty="0"/>
              <a:t>HW/SW Co-design (HW Part)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F1F8BE-A2C0-72C2-210A-8CE470537A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80BB4-4F85-9421-7A78-FA7BCBB40A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1F25D22-67EC-E960-A1DC-DD7DFB3F367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E1FC71-41A5-4707-AA2A-6D924C0000AC}" type="datetime3">
              <a:rPr lang="en-US" smtClean="0"/>
              <a:t>23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0240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26B27-4B6D-AD07-3970-691AEDC3B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A125087-C727-994A-82DF-18A6EFFE9C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901" y="971550"/>
            <a:ext cx="10274300" cy="4914900"/>
          </a:xfrm>
        </p:spPr>
        <p:txBody>
          <a:bodyPr>
            <a:normAutofit/>
          </a:bodyPr>
          <a:lstStyle/>
          <a:p>
            <a:r>
              <a:rPr lang="en-US" b="1" dirty="0"/>
              <a:t>HW/SW Co-design</a:t>
            </a:r>
          </a:p>
          <a:p>
            <a:pPr lvl="1"/>
            <a:r>
              <a:rPr lang="en-US" sz="2100" b="1" dirty="0"/>
              <a:t>Where we were?</a:t>
            </a:r>
          </a:p>
          <a:p>
            <a:pPr lvl="1"/>
            <a:r>
              <a:rPr lang="en-US" sz="2100" b="1" dirty="0"/>
              <a:t>AXI butterfly Latency analysis</a:t>
            </a:r>
          </a:p>
          <a:p>
            <a:pPr lvl="1"/>
            <a:r>
              <a:rPr lang="en-US" sz="2100" b="1" dirty="0"/>
              <a:t>Moving to TCDM</a:t>
            </a:r>
          </a:p>
          <a:p>
            <a:pPr lvl="1"/>
            <a:r>
              <a:rPr lang="en-US" sz="2100" b="1" dirty="0"/>
              <a:t>PULP Integration</a:t>
            </a:r>
          </a:p>
          <a:p>
            <a:pPr lvl="1"/>
            <a:r>
              <a:rPr lang="en-US" sz="2100" b="1" dirty="0"/>
              <a:t>Wrapper Architecture</a:t>
            </a:r>
          </a:p>
          <a:p>
            <a:pPr lvl="1"/>
            <a:r>
              <a:rPr lang="en-US" sz="2100" b="1" dirty="0"/>
              <a:t>SoC Modifications</a:t>
            </a:r>
          </a:p>
          <a:p>
            <a:pPr lvl="1"/>
            <a:r>
              <a:rPr lang="en-US" sz="2100" b="1" dirty="0"/>
              <a:t>Software &amp; Verification (1)</a:t>
            </a:r>
          </a:p>
          <a:p>
            <a:pPr lvl="1"/>
            <a:r>
              <a:rPr lang="en-US" sz="2100" b="1" dirty="0"/>
              <a:t>Optimizations </a:t>
            </a:r>
          </a:p>
          <a:p>
            <a:pPr lvl="1"/>
            <a:r>
              <a:rPr lang="en-US" sz="2100" b="1" dirty="0"/>
              <a:t>Software &amp; Verification (2)</a:t>
            </a:r>
          </a:p>
          <a:p>
            <a:pPr lvl="1"/>
            <a:endParaRPr lang="en-US" sz="2100" b="1" dirty="0"/>
          </a:p>
          <a:p>
            <a:pPr lvl="1"/>
            <a:endParaRPr lang="en-US" b="1" dirty="0">
              <a:solidFill>
                <a:srgbClr val="000000">
                  <a:alpha val="20000"/>
                </a:srgbClr>
              </a:solidFill>
            </a:endParaRPr>
          </a:p>
          <a:p>
            <a:pPr marL="0" indent="0">
              <a:buNone/>
            </a:pPr>
            <a:endParaRPr lang="en-US" dirty="0">
              <a:solidFill>
                <a:srgbClr val="000000">
                  <a:alpha val="20000"/>
                </a:srgbClr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62E86A7-9EB3-16DD-FF01-FF5814378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4BC2D5-2E55-8402-83CA-EA145C58E8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78EE3A-94C6-1DCA-AA02-6D2DC83560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76E6832-1B25-D2B4-A74C-19631F4CD7B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452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Where were we?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CE0B1B-67CF-4625-A729-42F46B09C0FD}"/>
              </a:ext>
            </a:extLst>
          </p:cNvPr>
          <p:cNvGraphicFramePr>
            <a:graphicFrameLocks noGrp="1"/>
          </p:cNvGraphicFramePr>
          <p:nvPr/>
        </p:nvGraphicFramePr>
        <p:xfrm>
          <a:off x="342901" y="1183260"/>
          <a:ext cx="7210425" cy="5021877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11655">
                  <a:extLst>
                    <a:ext uri="{9D8B030D-6E8A-4147-A177-3AD203B41FA5}">
                      <a16:colId xmlns:a16="http://schemas.microsoft.com/office/drawing/2014/main" val="306670815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2610245645"/>
                    </a:ext>
                  </a:extLst>
                </a:gridCol>
                <a:gridCol w="1811655">
                  <a:extLst>
                    <a:ext uri="{9D8B030D-6E8A-4147-A177-3AD203B41FA5}">
                      <a16:colId xmlns:a16="http://schemas.microsoft.com/office/drawing/2014/main" val="3869219205"/>
                    </a:ext>
                  </a:extLst>
                </a:gridCol>
                <a:gridCol w="1775460">
                  <a:extLst>
                    <a:ext uri="{9D8B030D-6E8A-4147-A177-3AD203B41FA5}">
                      <a16:colId xmlns:a16="http://schemas.microsoft.com/office/drawing/2014/main" val="2588791516"/>
                    </a:ext>
                  </a:extLst>
                </a:gridCol>
              </a:tblGrid>
              <a:tr h="635492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Design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(Pipelined)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573726"/>
                  </a:ext>
                </a:extLst>
              </a:tr>
              <a:tr h="1184186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Operand Widths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Oversized:</a:t>
                      </a:r>
                      <a:br>
                        <a:rPr lang="en-US" dirty="0"/>
                      </a:br>
                      <a:r>
                        <a:rPr lang="en-US" dirty="0"/>
                        <a:t>34b In, 38b Out, 42b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90903"/>
                  </a:ext>
                </a:extLst>
              </a:tr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Twiddle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Twiddle Index </a:t>
                      </a:r>
                      <a:r>
                        <a:rPr lang="en-US" dirty="0"/>
                        <a:t>passed over AXI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44935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Wrapper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37107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Multiplier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589021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Software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High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18967"/>
                  </a:ext>
                </a:extLst>
              </a:tr>
              <a:tr h="364365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442 cycles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59 cycles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rgbClr val="FF0000"/>
                          </a:solidFill>
                          <a:latin typeface="Barlow (Body)"/>
                        </a:rPr>
                        <a:t>24 cycles 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869303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2EE3CDC-02B5-4DEF-9520-35CDEAE6A222}"/>
              </a:ext>
            </a:extLst>
          </p:cNvPr>
          <p:cNvGraphicFramePr>
            <a:graphicFrameLocks noGrp="1"/>
          </p:cNvGraphicFramePr>
          <p:nvPr/>
        </p:nvGraphicFramePr>
        <p:xfrm>
          <a:off x="7553326" y="1183260"/>
          <a:ext cx="1847850" cy="5025712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4131409749"/>
                    </a:ext>
                  </a:extLst>
                </a:gridCol>
              </a:tblGrid>
              <a:tr h="565153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Phase 4 </a:t>
                      </a:r>
                    </a:p>
                    <a:p>
                      <a:pPr algn="ctr"/>
                      <a:r>
                        <a:rPr lang="en-US" dirty="0"/>
                        <a:t>(Flattened)</a:t>
                      </a:r>
                      <a:endParaRPr lang="ar-EG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7168719"/>
                  </a:ext>
                </a:extLst>
              </a:tr>
              <a:tr h="118418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Corrected:</a:t>
                      </a:r>
                      <a:br>
                        <a:rPr lang="en-US" dirty="0"/>
                      </a:br>
                      <a:r>
                        <a:rPr lang="en-US" dirty="0"/>
                        <a:t>24b In, 24b Out, 32b Twiddle</a:t>
                      </a:r>
                    </a:p>
                    <a:p>
                      <a:pPr algn="l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9692592"/>
                  </a:ext>
                </a:extLst>
              </a:tr>
              <a:tr h="910912">
                <a:tc>
                  <a:txBody>
                    <a:bodyPr/>
                    <a:lstStyle/>
                    <a:p>
                      <a:pPr algn="ctr"/>
                      <a:r>
                        <a:rPr lang="en-US" b="0" dirty="0"/>
                        <a:t>Twiddle Index </a:t>
                      </a:r>
                      <a:r>
                        <a:rPr lang="en-US" dirty="0"/>
                        <a:t>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7618650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optimized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6326918"/>
                  </a:ext>
                </a:extLst>
              </a:tr>
              <a:tr h="637639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Standard</a:t>
                      </a:r>
                    </a:p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39965396"/>
                  </a:ext>
                </a:extLst>
              </a:tr>
              <a:tr h="364325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Optimized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885662"/>
                  </a:ext>
                </a:extLst>
              </a:tr>
              <a:tr h="364365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18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18115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62976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584664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 Latency  = 7  Write + 2 butterfly +  7 Read = 16 cycles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72380C-EECA-4A8A-BE58-33B54F10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2" y="1195677"/>
            <a:ext cx="11168063" cy="498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559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Write Phase : </a:t>
            </a:r>
            <a:r>
              <a:rPr lang="en-US" sz="2000" b="1" dirty="0">
                <a:solidFill>
                  <a:srgbClr val="FF0000"/>
                </a:solidFill>
              </a:rPr>
              <a:t>7 cycles = 1 twiddle index + 3 left operand + 3 right operand 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690FE6F-78CE-4589-93C6-73D124BA2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1" y="1285656"/>
            <a:ext cx="8714225" cy="50486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922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710319" cy="390050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</a:t>
            </a:r>
            <a:r>
              <a:rPr lang="en-US" sz="2000" b="1" dirty="0">
                <a:solidFill>
                  <a:srgbClr val="FF0000"/>
                </a:solidFill>
              </a:rPr>
              <a:t>3 cycles between writes on bus 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5724215-19C7-4FC3-89D0-66F5B77CA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156426"/>
            <a:ext cx="7725967" cy="5323031"/>
          </a:xfrm>
          <a:prstGeom prst="rect">
            <a:avLst/>
          </a:prstGeom>
        </p:spPr>
      </p:pic>
      <p:sp>
        <p:nvSpPr>
          <p:cNvPr id="31" name="Rectangle 21">
            <a:extLst>
              <a:ext uri="{FF2B5EF4-FFF2-40B4-BE49-F238E27FC236}">
                <a16:creationId xmlns:a16="http://schemas.microsoft.com/office/drawing/2014/main" id="{11577B64-E10D-4457-B04C-316B3AC12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632" y="1226450"/>
            <a:ext cx="4049318" cy="507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Cycle 1:  Capture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aw_valid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w_valid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,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aw_ready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, and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w_ready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hardware captures both the destination address and the operand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Cycle 2: The Confirmation Response</a:t>
            </a:r>
            <a:endParaRPr lang="en-US" altLang="en-US" dirty="0">
              <a:latin typeface="+mj-lt"/>
              <a:cs typeface="Arial" panose="020B0604020202020204" pitchFamily="34" charset="0"/>
            </a:endParaRP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Wrapper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b_valid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and the CPU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b_ready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acknowledge that the data was safely written.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Cycle 3: The State Machine Reset 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b_valid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signal drops. The AXI slave requires a clock cycle to reset its internal state machine before it can accept new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5200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</a:t>
            </a:r>
            <a:r>
              <a:rPr lang="en-US" sz="2000" b="1" dirty="0">
                <a:solidFill>
                  <a:srgbClr val="FF0000"/>
                </a:solidFill>
              </a:rPr>
              <a:t>2 cycles for butterfly operation = 1 intermediate values + 1 final results 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7F4299E-0887-488F-AE5E-F29B6B13FA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879" y="1137374"/>
            <a:ext cx="7520421" cy="53420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109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10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39448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 Read Phase : </a:t>
            </a:r>
            <a:r>
              <a:rPr lang="en-US" sz="2000" b="1" dirty="0">
                <a:solidFill>
                  <a:srgbClr val="FF0000"/>
                </a:solidFill>
              </a:rPr>
              <a:t>7 cycles = 3 left result + 3 right result  + 1 cycle gap </a:t>
            </a:r>
          </a:p>
          <a:p>
            <a:pPr marL="0" indent="0">
              <a:buNone/>
            </a:pPr>
            <a:endParaRPr lang="en-US" sz="2000" b="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1DF2A90-BED2-4784-A6C6-D109261E0C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992" y="1390428"/>
            <a:ext cx="10905165" cy="512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807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39448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read takes 3 cycles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24D733-CDDC-468A-86E8-54EC5FD981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67300" y="1230885"/>
            <a:ext cx="7068743" cy="5274690"/>
          </a:xfrm>
          <a:prstGeom prst="rect">
            <a:avLst/>
          </a:prstGeom>
        </p:spPr>
      </p:pic>
      <p:sp>
        <p:nvSpPr>
          <p:cNvPr id="12" name="Rectangle 2">
            <a:extLst>
              <a:ext uri="{FF2B5EF4-FFF2-40B4-BE49-F238E27FC236}">
                <a16:creationId xmlns:a16="http://schemas.microsoft.com/office/drawing/2014/main" id="{24F7674E-7647-44CA-9AAD-85DC88BDF2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957" y="1020562"/>
            <a:ext cx="5130406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Cycle 1: The Address Handshake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CPU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ar_valid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request a specific memory address.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Wrapper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ar_ready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accept the request.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b="1" dirty="0">
                <a:latin typeface="+mj-lt"/>
                <a:cs typeface="Arial" panose="020B0604020202020204" pitchFamily="34" charset="0"/>
              </a:rPr>
              <a:t>Cycle 2: Preparing Data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atin typeface="+mj-lt"/>
                <a:cs typeface="Arial" panose="020B0604020202020204" pitchFamily="34" charset="0"/>
              </a:rPr>
              <a:t>HW fetches the requested result</a:t>
            </a:r>
          </a:p>
          <a:p>
            <a:pPr marL="742950" lvl="1" indent="-28575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Cycle 3: The Data Handshake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Wrapper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r_valid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and pushes the computed math onto the bus.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CPU 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r_ready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to capture the returned data.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  <a:cs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Gap cycle (The </a:t>
            </a:r>
            <a:r>
              <a:rPr lang="en-US" altLang="en-US" b="1" dirty="0">
                <a:latin typeface="+mj-lt"/>
              </a:rPr>
              <a:t>storage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</a:rPr>
              <a:t>Cycle)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The CPU de-asserts </a:t>
            </a:r>
            <a:r>
              <a:rPr kumimoji="0" lang="en-US" altLang="en-US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ar_valid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j-lt"/>
                <a:cs typeface="Arial" panose="020B0604020202020204" pitchFamily="34" charset="0"/>
              </a:rPr>
              <a:t> and the bus goes completely silent. In order for the CPU to store result in one of its internal registers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1783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10997805" cy="584664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 Latency  = 7  Write + 2 butterfly +  7 Read = 16 cycles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72380C-EECA-4A8A-BE58-33B54F10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2" y="1195677"/>
            <a:ext cx="11168063" cy="49820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010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Flattened AXI Integrated Butterfly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7"/>
            <a:ext cx="7179033" cy="584664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 :</a:t>
            </a:r>
            <a:r>
              <a:rPr lang="en-US" sz="2000" b="1" dirty="0">
                <a:solidFill>
                  <a:srgbClr val="FF0000"/>
                </a:solidFill>
              </a:rPr>
              <a:t> Latency  = 7  Write + 2 butterfly +  7 Read = 16 cycles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APIs used to calculate latency </a:t>
            </a:r>
            <a:r>
              <a:rPr lang="en-US" sz="2000" b="1" dirty="0" err="1">
                <a:solidFill>
                  <a:schemeClr val="tx1"/>
                </a:solidFill>
              </a:rPr>
              <a:t>perf_start</a:t>
            </a:r>
            <a:r>
              <a:rPr lang="en-US" sz="2000" b="1" dirty="0">
                <a:solidFill>
                  <a:schemeClr val="tx1"/>
                </a:solidFill>
              </a:rPr>
              <a:t> and </a:t>
            </a:r>
            <a:r>
              <a:rPr lang="en-US" sz="2000" b="1" dirty="0" err="1">
                <a:solidFill>
                  <a:schemeClr val="tx1"/>
                </a:solidFill>
              </a:rPr>
              <a:t>perf_stop</a:t>
            </a:r>
            <a:r>
              <a:rPr lang="en-US" sz="2000" b="1" dirty="0">
                <a:solidFill>
                  <a:schemeClr val="tx1"/>
                </a:solidFill>
              </a:rPr>
              <a:t>, each takes a cycle</a:t>
            </a:r>
          </a:p>
          <a:p>
            <a:r>
              <a:rPr lang="en-US" sz="2000" b="1" dirty="0">
                <a:solidFill>
                  <a:schemeClr val="tx1"/>
                </a:solidFill>
              </a:rPr>
              <a:t>Therefore 16 cycles + 2 cycles = </a:t>
            </a:r>
            <a:r>
              <a:rPr lang="en-US" sz="2000" b="1" dirty="0">
                <a:solidFill>
                  <a:srgbClr val="FF0000"/>
                </a:solidFill>
              </a:rPr>
              <a:t>18 cycles</a:t>
            </a:r>
          </a:p>
          <a:p>
            <a:endParaRPr lang="en-US" sz="2000" b="1" dirty="0">
              <a:solidFill>
                <a:srgbClr val="FF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4D14A9-5301-4564-898D-E9073EDB61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9925" y="1376364"/>
            <a:ext cx="4829175" cy="407193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5902443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Moving to TCDM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18335" y="819081"/>
            <a:ext cx="11159266" cy="5793937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Objective: </a:t>
            </a:r>
          </a:p>
          <a:p>
            <a:pPr marL="742950" lvl="1"/>
            <a:r>
              <a:rPr lang="en-US" sz="1800" dirty="0"/>
              <a:t>Re-integrate the custom-designed Radix-2 FFT Butterfly hardware accelerator directly into the PULP platform's TCDM (Tightly Coupled Data Memory) interconnect to eliminate AXI bus overhead.</a:t>
            </a:r>
          </a:p>
          <a:p>
            <a:pPr marL="457200"/>
            <a:r>
              <a:rPr lang="en-US" sz="2000" b="1" dirty="0">
                <a:latin typeface="Barlow (Body)"/>
              </a:rPr>
              <a:t>Goal: </a:t>
            </a:r>
          </a:p>
          <a:p>
            <a:pPr marL="742950" lvl="1"/>
            <a:r>
              <a:rPr lang="en-US" dirty="0"/>
              <a:t>Achieve physical-limit execution latency </a:t>
            </a:r>
          </a:p>
          <a:p>
            <a:pPr marL="457200"/>
            <a:r>
              <a:rPr lang="en-US" sz="2000" b="1" dirty="0">
                <a:latin typeface="Barlow (Body)"/>
              </a:rPr>
              <a:t>Scope of current work: </a:t>
            </a:r>
          </a:p>
          <a:p>
            <a:pPr marL="742950" lvl="1"/>
            <a:r>
              <a:rPr lang="en-US" sz="1800" b="1" dirty="0"/>
              <a:t>Hardware Scope: </a:t>
            </a:r>
          </a:p>
          <a:p>
            <a:pPr marL="971550" lvl="2"/>
            <a:r>
              <a:rPr lang="en-US" sz="1600" dirty="0"/>
              <a:t>Map the butterfly accelerator to the TCDM </a:t>
            </a:r>
            <a:r>
              <a:rPr lang="en-US" sz="1600" dirty="0" err="1"/>
              <a:t>busand</a:t>
            </a:r>
            <a:r>
              <a:rPr lang="en-US" sz="1600" dirty="0"/>
              <a:t>  design a low-latency protocol translation wrapper</a:t>
            </a:r>
          </a:p>
          <a:p>
            <a:pPr marL="457200" lvl="1" indent="0">
              <a:buNone/>
            </a:pPr>
            <a:endParaRPr lang="en-US" sz="1800" dirty="0">
              <a:latin typeface="Barlow (Body)"/>
            </a:endParaRPr>
          </a:p>
        </p:txBody>
      </p:sp>
    </p:spTree>
    <p:extLst>
      <p:ext uri="{BB962C8B-B14F-4D97-AF65-F5344CB8AC3E}">
        <p14:creationId xmlns:p14="http://schemas.microsoft.com/office/powerpoint/2010/main" val="3833604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</a:t>
            </a:r>
            <a:r>
              <a:rPr lang="it-IT" dirty="0"/>
              <a:t>PULP Intergation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213385" y="804863"/>
            <a:ext cx="6099086" cy="5808155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Barlow (Body)"/>
              </a:rPr>
              <a:t>Objective:</a:t>
            </a:r>
          </a:p>
          <a:p>
            <a:pPr marL="742950" lvl="1"/>
            <a:r>
              <a:rPr lang="en-US" sz="1800" dirty="0">
                <a:latin typeface="Barlow (Body)"/>
              </a:rPr>
              <a:t>Expose the butterfly accelerator as a </a:t>
            </a:r>
            <a:r>
              <a:rPr lang="en-US" sz="1800" b="1" dirty="0">
                <a:latin typeface="Barlow (Body)"/>
              </a:rPr>
              <a:t>memory-mapped AXI peripheral</a:t>
            </a:r>
            <a:r>
              <a:rPr lang="en-US" sz="1800" dirty="0">
                <a:latin typeface="Barlow (Body)"/>
              </a:rPr>
              <a:t> within the PULP </a:t>
            </a:r>
            <a:r>
              <a:rPr lang="en-US" sz="1800" dirty="0" err="1">
                <a:latin typeface="Barlow (Body)"/>
              </a:rPr>
              <a:t>SoC.</a:t>
            </a:r>
            <a:endParaRPr lang="en-US" sz="2000" b="1" dirty="0"/>
          </a:p>
          <a:p>
            <a:pPr marL="0" indent="0" algn="ctr">
              <a:buNone/>
            </a:pPr>
            <a:r>
              <a:rPr lang="en-US" sz="2000" b="1" dirty="0"/>
              <a:t>Pulp Architecture Overview</a:t>
            </a:r>
          </a:p>
          <a:p>
            <a:r>
              <a:rPr lang="en-US" sz="2000" b="1" dirty="0"/>
              <a:t>The TCDM:</a:t>
            </a:r>
          </a:p>
          <a:p>
            <a:pPr lvl="1"/>
            <a:r>
              <a:rPr lang="en-US" sz="1800" dirty="0"/>
              <a:t>Normal processors rely on invisible memory caches, which cause unpredictable delays.</a:t>
            </a:r>
          </a:p>
          <a:p>
            <a:pPr lvl="1"/>
            <a:r>
              <a:rPr lang="en-US" sz="1800" dirty="0"/>
              <a:t>PULP replaces caches with a </a:t>
            </a:r>
            <a:r>
              <a:rPr lang="en-US" sz="1800" b="1" dirty="0"/>
              <a:t>Tightly Coupled Data Memory (TCDM)</a:t>
            </a:r>
            <a:r>
              <a:rPr lang="en-US" sz="1800" dirty="0"/>
              <a:t>—a shared, ultra-fast scratchpad where Software must explicitly place data into the TCDM.</a:t>
            </a:r>
          </a:p>
          <a:p>
            <a:pPr lvl="2"/>
            <a:endParaRPr lang="en-US" sz="1600" dirty="0"/>
          </a:p>
          <a:p>
            <a:r>
              <a:rPr lang="en-US" sz="2000" b="1" dirty="0"/>
              <a:t>The System Actors:</a:t>
            </a:r>
            <a:endParaRPr lang="en-US" sz="2000" dirty="0"/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Fabric Controller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Micro-DMA </a:t>
            </a:r>
          </a:p>
          <a:p>
            <a:pPr marL="800100" lvl="2" indent="-342900">
              <a:buFont typeface="+mj-lt"/>
              <a:buAutoNum type="arabicPeriod"/>
            </a:pPr>
            <a:r>
              <a:rPr lang="en-US" b="1" dirty="0"/>
              <a:t>Accelerators</a:t>
            </a:r>
            <a:endParaRPr lang="en-US" sz="2400" dirty="0"/>
          </a:p>
          <a:p>
            <a:endParaRPr lang="en-US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859778-EA1E-4FD4-B675-9BCED208FD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332"/>
          <a:stretch/>
        </p:blipFill>
        <p:spPr>
          <a:xfrm>
            <a:off x="6312471" y="1121204"/>
            <a:ext cx="5236722" cy="5405437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348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92561"/>
            <a:ext cx="10287001" cy="914096"/>
          </a:xfrm>
        </p:spPr>
        <p:txBody>
          <a:bodyPr/>
          <a:lstStyle/>
          <a:p>
            <a:r>
              <a:rPr lang="en-US" dirty="0"/>
              <a:t>HW/SW Co-design :Highway System – Interconnects and Arbitration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" y="1231178"/>
            <a:ext cx="5427322" cy="5568598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Two Separate Traffic Networks:</a:t>
            </a:r>
            <a:endParaRPr lang="en-US" sz="2000" dirty="0"/>
          </a:p>
          <a:p>
            <a:pPr lvl="1"/>
            <a:r>
              <a:rPr lang="en-US" sz="1800" b="1" dirty="0"/>
              <a:t>TCDM Interconnect:</a:t>
            </a:r>
            <a:r>
              <a:rPr lang="en-US" sz="1800" dirty="0"/>
              <a:t> reserved for fast operations, 1-cycle memory lookups.</a:t>
            </a:r>
          </a:p>
          <a:p>
            <a:pPr lvl="1"/>
            <a:r>
              <a:rPr lang="en-US" sz="1800" b="1" dirty="0"/>
              <a:t>AXI Crossbar:</a:t>
            </a:r>
            <a:r>
              <a:rPr lang="en-US" sz="1800" dirty="0"/>
              <a:t> Built for complex components that needs multiple cycles.</a:t>
            </a:r>
          </a:p>
          <a:p>
            <a:r>
              <a:rPr lang="en-US" sz="2000" b="1" dirty="0"/>
              <a:t>How Software Talks to Hardware:</a:t>
            </a:r>
            <a:endParaRPr lang="en-US" sz="2000" dirty="0"/>
          </a:p>
          <a:p>
            <a:pPr lvl="1"/>
            <a:r>
              <a:rPr lang="en-US" sz="1800" b="1" dirty="0"/>
              <a:t>Address-Based Routing: </a:t>
            </a:r>
            <a:r>
              <a:rPr lang="en-US" sz="1800" dirty="0"/>
              <a:t>Hardware doesn't have a name, only a memory address.</a:t>
            </a:r>
          </a:p>
          <a:p>
            <a:r>
              <a:rPr lang="en-US" sz="2000" b="1" dirty="0"/>
              <a:t>Two Paths of Communication: </a:t>
            </a:r>
          </a:p>
          <a:p>
            <a:pPr lvl="1"/>
            <a:r>
              <a:rPr lang="en-US" sz="1800" b="1" dirty="0"/>
              <a:t>The Control Path :</a:t>
            </a:r>
            <a:r>
              <a:rPr lang="en-US" sz="1800" dirty="0"/>
              <a:t>The FC configures the hardware by writing values  to these addresses.</a:t>
            </a:r>
          </a:p>
          <a:p>
            <a:pPr lvl="1"/>
            <a:r>
              <a:rPr lang="en-US" sz="1800" b="1" dirty="0"/>
              <a:t>The Data Path:</a:t>
            </a:r>
            <a:r>
              <a:rPr lang="en-US" sz="1800" dirty="0"/>
              <a:t> Pushing the heavy payloads to the hardware so it can begin computation.</a:t>
            </a:r>
            <a:endParaRPr lang="en-US" sz="1800" b="1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06F88B-6FAE-4A71-A686-252FB646BC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3"/>
          <a:stretch/>
        </p:blipFill>
        <p:spPr>
          <a:xfrm>
            <a:off x="5334363" y="1253864"/>
            <a:ext cx="5178665" cy="4264478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4FC0DB26-D053-4E6E-BC9E-AC3F28EA8CF2}"/>
              </a:ext>
            </a:extLst>
          </p:cNvPr>
          <p:cNvCxnSpPr>
            <a:cxnSpLocks/>
            <a:endCxn id="24" idx="1"/>
          </p:cNvCxnSpPr>
          <p:nvPr/>
        </p:nvCxnSpPr>
        <p:spPr>
          <a:xfrm>
            <a:off x="7661734" y="3462338"/>
            <a:ext cx="2851294" cy="318944"/>
          </a:xfrm>
          <a:prstGeom prst="bentConnector3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C945A-E576-482B-9B80-C72A58B21BA8}"/>
              </a:ext>
            </a:extLst>
          </p:cNvPr>
          <p:cNvSpPr/>
          <p:nvPr/>
        </p:nvSpPr>
        <p:spPr>
          <a:xfrm>
            <a:off x="10513028" y="2765570"/>
            <a:ext cx="1678972" cy="2031423"/>
          </a:xfrm>
          <a:prstGeom prst="rect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7C47E55-5394-48B7-A926-39279E822BFC}"/>
              </a:ext>
            </a:extLst>
          </p:cNvPr>
          <p:cNvSpPr txBox="1"/>
          <p:nvPr/>
        </p:nvSpPr>
        <p:spPr>
          <a:xfrm>
            <a:off x="10744255" y="2914650"/>
            <a:ext cx="1285875" cy="3246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ctr"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000" dirty="0">
                <a:solidFill>
                  <a:schemeClr val="bg1"/>
                </a:solidFill>
              </a:rPr>
              <a:t>Wrapper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F0CD9307-6146-48C2-9324-89C6FB33CF16}"/>
              </a:ext>
            </a:extLst>
          </p:cNvPr>
          <p:cNvSpPr/>
          <p:nvPr/>
        </p:nvSpPr>
        <p:spPr>
          <a:xfrm>
            <a:off x="10601134" y="3386103"/>
            <a:ext cx="1502760" cy="123372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EF22F5F-6EF2-4BCB-B1A6-4CBA1A6CE528}"/>
              </a:ext>
            </a:extLst>
          </p:cNvPr>
          <p:cNvSpPr txBox="1"/>
          <p:nvPr/>
        </p:nvSpPr>
        <p:spPr>
          <a:xfrm>
            <a:off x="10798661" y="3755581"/>
            <a:ext cx="1285875" cy="66296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000" dirty="0">
                <a:solidFill>
                  <a:schemeClr val="bg1"/>
                </a:solidFill>
              </a:rPr>
              <a:t>Accelerator</a:t>
            </a:r>
          </a:p>
        </p:txBody>
      </p:sp>
    </p:spTree>
    <p:extLst>
      <p:ext uri="{BB962C8B-B14F-4D97-AF65-F5344CB8AC3E}">
        <p14:creationId xmlns:p14="http://schemas.microsoft.com/office/powerpoint/2010/main" val="317031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6" grpId="0"/>
      <p:bldP spid="27" grpId="0" animBg="1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AA01A-7F7C-FCA5-4355-2D00D392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6C15C65-CD44-E2A4-84F8-702C2730F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The Translation Wrapper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5536F6-DFDD-FAA2-9D72-8A47603F56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F6570-30B1-AB94-2F62-8EED10B64F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1E9AF9-D6A1-B512-F9F9-E012320875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28C11FF-0735-BD44-981A-88287C9CBC55}"/>
              </a:ext>
            </a:extLst>
          </p:cNvPr>
          <p:cNvSpPr txBox="1">
            <a:spLocks/>
          </p:cNvSpPr>
          <p:nvPr/>
        </p:nvSpPr>
        <p:spPr>
          <a:xfrm>
            <a:off x="1" y="901135"/>
            <a:ext cx="6869552" cy="5793937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The Problem: AXI Overhead</a:t>
            </a:r>
            <a:endParaRPr lang="en-US" sz="2000" b="1" dirty="0">
              <a:latin typeface="Barlow (Body)"/>
            </a:endParaRPr>
          </a:p>
          <a:p>
            <a:pPr marL="742950" lvl="1"/>
            <a:r>
              <a:rPr lang="en-US" sz="1800" dirty="0"/>
              <a:t>The multi-channel AXI handshake crippled our math core, turning a 2-cycle computation into a 18-cycle bottleneck.</a:t>
            </a:r>
          </a:p>
          <a:p>
            <a:pPr marL="457200"/>
            <a:r>
              <a:rPr lang="en-US" sz="2000" b="1" dirty="0"/>
              <a:t>Solution</a:t>
            </a:r>
            <a:r>
              <a:rPr lang="en-US" sz="2400" b="1" dirty="0"/>
              <a:t>: </a:t>
            </a:r>
            <a:r>
              <a:rPr lang="en-US" sz="1800" b="1" dirty="0"/>
              <a:t>TCDM Integration</a:t>
            </a:r>
          </a:p>
          <a:p>
            <a:pPr marL="742950" lvl="1"/>
            <a:r>
              <a:rPr lang="en-US" sz="2000" b="1" dirty="0"/>
              <a:t>The Blueprint (The .</a:t>
            </a:r>
            <a:r>
              <a:rPr lang="en-US" sz="2000" b="1" dirty="0" err="1"/>
              <a:t>hjson</a:t>
            </a:r>
            <a:r>
              <a:rPr lang="en-US" sz="2000" b="1" dirty="0"/>
              <a:t> file)</a:t>
            </a:r>
          </a:p>
          <a:p>
            <a:pPr marL="800100" lvl="1" indent="-342900"/>
            <a:r>
              <a:rPr lang="en-US" sz="1800" dirty="0"/>
              <a:t>A "contract" between software and hardware.</a:t>
            </a:r>
          </a:p>
          <a:p>
            <a:pPr marL="514350" indent="-342900"/>
            <a:r>
              <a:rPr lang="en-US" sz="2000" b="1" dirty="0"/>
              <a:t>The Protocol Downgrade :</a:t>
            </a:r>
          </a:p>
          <a:p>
            <a:pPr marL="800100" lvl="1" indent="-342900"/>
            <a:r>
              <a:rPr lang="en-US" sz="1800" dirty="0"/>
              <a:t>TCDM </a:t>
            </a:r>
            <a:r>
              <a:rPr lang="en-US" sz="1800" dirty="0">
                <a:sym typeface="Wingdings" panose="05000000000000000000" pitchFamily="2" charset="2"/>
              </a:rPr>
              <a:t> Direct Protocol Converter  REG_BUS</a:t>
            </a:r>
          </a:p>
          <a:p>
            <a:pPr marL="800100" lvl="1" indent="-342900"/>
            <a:r>
              <a:rPr lang="en-US" sz="1800" dirty="0"/>
              <a:t>REG_BUS </a:t>
            </a:r>
            <a:r>
              <a:rPr lang="en-US" sz="1800" dirty="0">
                <a:sym typeface="Wingdings" panose="05000000000000000000" pitchFamily="2" charset="2"/>
              </a:rPr>
              <a:t> Macros  Structs</a:t>
            </a:r>
          </a:p>
          <a:p>
            <a:pPr marL="514350" indent="-342900"/>
            <a:r>
              <a:rPr lang="en-US" sz="2000" b="1" dirty="0"/>
              <a:t>The Hardware Reality (.q , .</a:t>
            </a:r>
            <a:r>
              <a:rPr lang="en-US" sz="2000" b="1" dirty="0" err="1"/>
              <a:t>qe</a:t>
            </a:r>
            <a:r>
              <a:rPr lang="en-US" sz="2000" b="1" dirty="0"/>
              <a:t>, .d, .de) :</a:t>
            </a:r>
          </a:p>
          <a:p>
            <a:pPr marL="742950" lvl="1"/>
            <a:r>
              <a:rPr lang="en-US" sz="1800" b="1" dirty="0"/>
              <a:t>.q &amp; .</a:t>
            </a:r>
            <a:r>
              <a:rPr lang="en-US" sz="1800" b="1" dirty="0" err="1"/>
              <a:t>qe</a:t>
            </a:r>
            <a:r>
              <a:rPr lang="en-US" sz="1800" b="1" dirty="0"/>
              <a:t>:</a:t>
            </a:r>
            <a:r>
              <a:rPr lang="en-US" sz="1800" dirty="0"/>
              <a:t> Stable inputs and the 1-cycle Auto-Trigger spark.</a:t>
            </a:r>
          </a:p>
          <a:p>
            <a:pPr marL="742950" lvl="1"/>
            <a:r>
              <a:rPr lang="en-US" sz="1800" b="1" dirty="0"/>
              <a:t>Safety Latches to .d: </a:t>
            </a:r>
            <a:r>
              <a:rPr lang="en-US" sz="1800" dirty="0"/>
              <a:t>TCDM has one cycle delay to read so we latch results steady for an extra cycle</a:t>
            </a:r>
            <a:endParaRPr lang="en-US" sz="1800" dirty="0"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055A9D2-83BD-4AC2-806C-3D2EC4C1FB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7659" y="901135"/>
            <a:ext cx="3242291" cy="5625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65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186681"/>
            <a:ext cx="10287001" cy="470898"/>
          </a:xfrm>
        </p:spPr>
        <p:txBody>
          <a:bodyPr/>
          <a:lstStyle/>
          <a:p>
            <a:r>
              <a:rPr lang="en-US" dirty="0"/>
              <a:t>HW/SW Co-design : Soc Modifications (TCDM 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B7FE1EFB-D05B-4BEE-9811-FB8F0EF81E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555" y="861191"/>
            <a:ext cx="9851881" cy="5319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25392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Key Modifications: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Instantiated the top-level TCDM wrapper  inside 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pulp_soc.sv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top module.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Declared a dedicated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XBAR_TCDM_BUS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interface to physically wire the accelerator into the system.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Updated L2 </a:t>
            </a:r>
            <a:r>
              <a:rPr kumimoji="0" lang="en-US" altLang="en-US" b="1" i="0" u="none" strike="noStrike" cap="none" normalizeH="0" baseline="0" dirty="0" err="1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Demux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Routing: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Expanded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NR_RULES_L2_DEMUX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and added an addressing rule to funnel the Butterfly's memory space from the main cluster into the Contiguous Crossbar.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Updated Crossbar Routing: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Expanded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NR_RULES_CONTIG_CROSSBAR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and mapped the incoming traffic directly to </a:t>
            </a:r>
            <a:r>
              <a:rPr lang="en-US" altLang="en-US" dirty="0">
                <a:solidFill>
                  <a:srgbClr val="1F1F1F"/>
                </a:solidFill>
                <a:latin typeface="+mj-lt"/>
              </a:rPr>
              <a:t>the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newly instantiated TCDM slave port.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Address Allocation: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Assigned a dedicated memory-mapped region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(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0x1C01_0000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 to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0x1C09_0000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) inside </a:t>
            </a:r>
            <a:r>
              <a:rPr kumimoji="0" lang="en-US" altLang="en-US" b="0" i="0" u="none" strike="noStrike" cap="none" normalizeH="0" baseline="0" dirty="0" err="1">
                <a:ln>
                  <a:noFill/>
                </a:ln>
                <a:solidFill>
                  <a:srgbClr val="444746"/>
                </a:solidFill>
                <a:effectLst/>
                <a:latin typeface="+mj-lt"/>
              </a:rPr>
              <a:t>soc_mem_map.svh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.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Result: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rgbClr val="1F1F1F"/>
              </a:solidFill>
              <a:effectLst/>
              <a:latin typeface="+mj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1F1F1F"/>
                </a:solidFill>
                <a:effectLst/>
                <a:latin typeface="+mj-lt"/>
              </a:rPr>
              <a:t>The custom accelerator is now a fully visible, permanently integrated node directly on the Tightly Coupled Data Memory (TCDM) highway. It is accessible through ultra-fast, 1-cycle memory transactions, completely bypassing the AXI crossbar.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7753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190E41-051E-62EF-6972-DD82DE7FA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5DD45B4-11E4-B167-F3BB-29E6B837B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(1)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300280-D695-9145-A1A0-169B327043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05778E-FD67-A879-012D-2F0CA89F8C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19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BD6216F-82B8-7F0A-C2C5-D844C5AB3F99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F2072C-DABD-0D61-CDC1-9B288D231EAF}"/>
              </a:ext>
            </a:extLst>
          </p:cNvPr>
          <p:cNvSpPr txBox="1"/>
          <p:nvPr/>
        </p:nvSpPr>
        <p:spPr>
          <a:xfrm>
            <a:off x="203051" y="828339"/>
            <a:ext cx="5854849" cy="5786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Step 1: Verify Integration &amp;Mathematical Correctness</a:t>
            </a:r>
          </a:p>
          <a:p>
            <a:pPr lvl="1"/>
            <a:r>
              <a:rPr lang="en-US" dirty="0"/>
              <a:t>Results Match the results from the Written Testbench</a:t>
            </a:r>
          </a:p>
          <a:p>
            <a:pPr lvl="1"/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Software Control: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Simple Custom C test application developed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latin typeface="+mj-lt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Execution Flow: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Write inputs to registers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Trigger accelerator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Poll DONE status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Read computed outputs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b="1" dirty="0"/>
              <a:t>Observed Results: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Correct butterfly arithmetic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Successful HW/SW communication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>
                <a:solidFill>
                  <a:srgbClr val="FF0000"/>
                </a:solidFill>
              </a:rPr>
              <a:t>Measured Latency At first was 48 cycles, But we reached 18 cycles with AXI</a:t>
            </a:r>
          </a:p>
          <a:p>
            <a:pPr marL="742950" lvl="1" indent="-285750"/>
            <a:endParaRPr lang="en-US" dirty="0">
              <a:latin typeface="+mj-lt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BFA248B-5D85-4657-B9CD-C0AFB8365E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1903" y="825339"/>
            <a:ext cx="5952460" cy="5670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316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7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C9E75-DC22-2B3E-1EED-A8AC0B691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98AD2-E38C-E9AA-723E-8F27B687F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Optimization 1 – The Auto-Trigger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E8C350-0F92-8E7E-2DCB-E7A6D15936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42B162-2B24-5C14-6EB0-A55199366E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20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0158869-E0E3-52B1-1949-8A549E80A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C474B375-1D30-5259-D666-EF6D20DB893D}"/>
              </a:ext>
            </a:extLst>
          </p:cNvPr>
          <p:cNvSpPr txBox="1">
            <a:spLocks/>
          </p:cNvSpPr>
          <p:nvPr/>
        </p:nvSpPr>
        <p:spPr>
          <a:xfrm>
            <a:off x="211122" y="827207"/>
            <a:ext cx="6046803" cy="5725913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latin typeface="+mj-lt"/>
              </a:rPr>
              <a:t>The Traditional Approach (3 Bus Transactions):</a:t>
            </a:r>
          </a:p>
          <a:p>
            <a:pPr marL="742950" lvl="1"/>
            <a:r>
              <a:rPr lang="en-US" sz="1800" dirty="0"/>
              <a:t>Software writes the Left Operand.</a:t>
            </a:r>
          </a:p>
          <a:p>
            <a:pPr marL="742950" lvl="1"/>
            <a:r>
              <a:rPr lang="en-US" sz="1800" dirty="0"/>
              <a:t>Software writes the Right Operand.</a:t>
            </a:r>
          </a:p>
          <a:p>
            <a:pPr marL="742950" lvl="1"/>
            <a:r>
              <a:rPr lang="en-US" sz="1800" dirty="0"/>
              <a:t>Software writes a '1' to a CTRL register to wake up the hardware.</a:t>
            </a:r>
          </a:p>
          <a:p>
            <a:r>
              <a:rPr lang="en-US" sz="2000" b="1" dirty="0"/>
              <a:t>Optimized Solution (2 Bus Transactions):</a:t>
            </a:r>
          </a:p>
          <a:p>
            <a:pPr lvl="1"/>
            <a:r>
              <a:rPr lang="en-US" sz="1800" dirty="0"/>
              <a:t>Eliminated the dedicated "Start" register.</a:t>
            </a:r>
          </a:p>
          <a:p>
            <a:pPr lvl="1"/>
            <a:r>
              <a:rPr lang="en-US" sz="1800" dirty="0"/>
              <a:t>Flagged the Right Operand register to generate a Write-Enable pulse.</a:t>
            </a:r>
          </a:p>
          <a:p>
            <a:r>
              <a:rPr lang="en-US" sz="2000" b="1" dirty="0"/>
              <a:t>The Benefit:</a:t>
            </a:r>
            <a:r>
              <a:rPr lang="en-US" sz="2000" dirty="0"/>
              <a:t> </a:t>
            </a:r>
          </a:p>
          <a:p>
            <a:pPr lvl="1"/>
            <a:r>
              <a:rPr lang="en-US" sz="1800" dirty="0"/>
              <a:t>The hardware instantly fires up instantly.</a:t>
            </a:r>
          </a:p>
          <a:p>
            <a:pPr lvl="1"/>
            <a:r>
              <a:rPr lang="en-US" sz="1800" dirty="0"/>
              <a:t> Saves a transaction on every single butterfly </a:t>
            </a:r>
            <a:endParaRPr lang="en-US" sz="1800" b="1" dirty="0"/>
          </a:p>
          <a:p>
            <a:r>
              <a:rPr lang="en-US" sz="2000" b="1" dirty="0"/>
              <a:t>Result:</a:t>
            </a:r>
          </a:p>
          <a:p>
            <a:pPr lvl="1"/>
            <a:r>
              <a:rPr lang="en-US" sz="1800" dirty="0">
                <a:latin typeface="Barlow (Body)"/>
              </a:rPr>
              <a:t>Number of Cycles taken for the End-to-end Butterfly execution decreased.</a:t>
            </a:r>
          </a:p>
          <a:p>
            <a:pPr marL="742950" lvl="1"/>
            <a:endParaRPr lang="en-US" sz="1800" dirty="0"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9355D31-48D1-4A6E-9524-81F027BA928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132"/>
          <a:stretch/>
        </p:blipFill>
        <p:spPr>
          <a:xfrm>
            <a:off x="6291263" y="1042988"/>
            <a:ext cx="2700337" cy="542448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B46192E-D415-4153-9E49-AAF59A13675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137" t="-1180" b="-1"/>
          <a:stretch/>
        </p:blipFill>
        <p:spPr>
          <a:xfrm>
            <a:off x="8933073" y="1426368"/>
            <a:ext cx="3108890" cy="4769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23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Where we were?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0710319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Latency Profiling</a:t>
            </a:r>
          </a:p>
          <a:p>
            <a:endParaRPr lang="en-US" sz="2000" b="1" dirty="0"/>
          </a:p>
          <a:p>
            <a:endParaRPr lang="en-US" sz="2000" b="1" dirty="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E5CE0B1B-67CF-4625-A729-42F46B09C0FD}"/>
              </a:ext>
            </a:extLst>
          </p:cNvPr>
          <p:cNvGraphicFramePr>
            <a:graphicFrameLocks noGrp="1"/>
          </p:cNvGraphicFramePr>
          <p:nvPr/>
        </p:nvGraphicFramePr>
        <p:xfrm>
          <a:off x="72952" y="1086885"/>
          <a:ext cx="7104135" cy="5516880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432273">
                  <a:extLst>
                    <a:ext uri="{9D8B030D-6E8A-4147-A177-3AD203B41FA5}">
                      <a16:colId xmlns:a16="http://schemas.microsoft.com/office/drawing/2014/main" val="306670815"/>
                    </a:ext>
                  </a:extLst>
                </a:gridCol>
                <a:gridCol w="1432273">
                  <a:extLst>
                    <a:ext uri="{9D8B030D-6E8A-4147-A177-3AD203B41FA5}">
                      <a16:colId xmlns:a16="http://schemas.microsoft.com/office/drawing/2014/main" val="2610245645"/>
                    </a:ext>
                  </a:extLst>
                </a:gridCol>
                <a:gridCol w="1432273">
                  <a:extLst>
                    <a:ext uri="{9D8B030D-6E8A-4147-A177-3AD203B41FA5}">
                      <a16:colId xmlns:a16="http://schemas.microsoft.com/office/drawing/2014/main" val="3869219205"/>
                    </a:ext>
                  </a:extLst>
                </a:gridCol>
                <a:gridCol w="1403658">
                  <a:extLst>
                    <a:ext uri="{9D8B030D-6E8A-4147-A177-3AD203B41FA5}">
                      <a16:colId xmlns:a16="http://schemas.microsoft.com/office/drawing/2014/main" val="2588791516"/>
                    </a:ext>
                  </a:extLst>
                </a:gridCol>
                <a:gridCol w="1403658">
                  <a:extLst>
                    <a:ext uri="{9D8B030D-6E8A-4147-A177-3AD203B41FA5}">
                      <a16:colId xmlns:a16="http://schemas.microsoft.com/office/drawing/2014/main" val="1965367905"/>
                    </a:ext>
                  </a:extLst>
                </a:gridCol>
              </a:tblGrid>
              <a:tr h="782758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Design 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1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(AXI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Pipelined)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2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(AXI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Pipelined)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3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(AXI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Pipelined)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4 </a:t>
                      </a:r>
                    </a:p>
                    <a:p>
                      <a:pPr algn="ctr"/>
                      <a:r>
                        <a:rPr lang="en-US" sz="1600" dirty="0"/>
                        <a:t>(AXI</a:t>
                      </a:r>
                    </a:p>
                    <a:p>
                      <a:pPr algn="ctr"/>
                      <a:r>
                        <a:rPr lang="en-US" sz="1600" dirty="0"/>
                        <a:t>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28573726"/>
                  </a:ext>
                </a:extLst>
              </a:tr>
              <a:tr h="129094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Operand Widths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Oversized: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34b In, 38b Out, 42b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  <a:br>
                        <a:rPr lang="en-US" sz="1600" dirty="0"/>
                      </a:br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85190903"/>
                  </a:ext>
                </a:extLst>
              </a:tr>
              <a:tr h="105076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Twiddle Delivery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Full payload 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over AXI</a:t>
                      </a:r>
                      <a:br>
                        <a:rPr lang="en-US" sz="1600" dirty="0"/>
                      </a:b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over AXI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11444935"/>
                  </a:ext>
                </a:extLst>
              </a:tr>
              <a:tr h="570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Wrapper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No optimizations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7037107"/>
                  </a:ext>
                </a:extLst>
              </a:tr>
              <a:tr h="570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Multiplier 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Pipelined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Standard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05589021"/>
                  </a:ext>
                </a:extLst>
              </a:tr>
              <a:tr h="570416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Software Driver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High Overhead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First 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Fully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62718967"/>
                  </a:ext>
                </a:extLst>
              </a:tr>
              <a:tr h="330241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Latency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Barlow (Body)"/>
                        </a:rPr>
                        <a:t>442 cycles 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Barlow (Body)"/>
                        </a:rPr>
                        <a:t>59 cycles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  <a:latin typeface="Barlow (Body)"/>
                        </a:rPr>
                        <a:t>24 cycles 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18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5869303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F0E8116-CE63-4503-8FB3-AD2B1AD685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8644912"/>
              </p:ext>
            </p:extLst>
          </p:nvPr>
        </p:nvGraphicFramePr>
        <p:xfrm>
          <a:off x="7672388" y="1086885"/>
          <a:ext cx="1847850" cy="544659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637899975"/>
                    </a:ext>
                  </a:extLst>
                </a:gridCol>
              </a:tblGrid>
              <a:tr h="1166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5</a:t>
                      </a:r>
                    </a:p>
                    <a:p>
                      <a:pPr algn="ctr"/>
                      <a:r>
                        <a:rPr lang="en-US" sz="1600" dirty="0"/>
                        <a:t>(TCDM</a:t>
                      </a:r>
                    </a:p>
                    <a:p>
                      <a:pPr algn="ctr"/>
                      <a:r>
                        <a:rPr lang="en-US" sz="1600" dirty="0"/>
                        <a:t>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3330208"/>
                  </a:ext>
                </a:extLst>
              </a:tr>
              <a:tr h="116023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  <a:p>
                      <a:pPr algn="l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4674732"/>
                  </a:ext>
                </a:extLst>
              </a:tr>
              <a:tr h="88908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9258991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No optimizations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37685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Standard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1926982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High Overhead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2150357"/>
                  </a:ext>
                </a:extLst>
              </a:tr>
              <a:tr h="3569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48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1683163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77A9DFC-D7D4-4C14-9D22-91F2E8FDDF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598515"/>
              </p:ext>
            </p:extLst>
          </p:nvPr>
        </p:nvGraphicFramePr>
        <p:xfrm>
          <a:off x="9520238" y="1086885"/>
          <a:ext cx="1847850" cy="5446596"/>
        </p:xfrm>
        <a:graphic>
          <a:graphicData uri="http://schemas.openxmlformats.org/drawingml/2006/table">
            <a:tbl>
              <a:tblPr firstRow="1" bandRow="1">
                <a:tableStyleId>{72833802-FEF1-4C79-8D5D-14CF1EAF98D9}</a:tableStyleId>
              </a:tblPr>
              <a:tblGrid>
                <a:gridCol w="1847850">
                  <a:extLst>
                    <a:ext uri="{9D8B030D-6E8A-4147-A177-3AD203B41FA5}">
                      <a16:colId xmlns:a16="http://schemas.microsoft.com/office/drawing/2014/main" val="1734969982"/>
                    </a:ext>
                  </a:extLst>
                </a:gridCol>
              </a:tblGrid>
              <a:tr h="116605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Phase 6</a:t>
                      </a:r>
                    </a:p>
                    <a:p>
                      <a:pPr algn="ctr"/>
                      <a:r>
                        <a:rPr lang="en-US" sz="1600" dirty="0"/>
                        <a:t>(TCDM</a:t>
                      </a:r>
                    </a:p>
                    <a:p>
                      <a:pPr algn="ctr"/>
                      <a:r>
                        <a:rPr lang="en-US" sz="1600" dirty="0"/>
                        <a:t>Flattened)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1804049"/>
                  </a:ext>
                </a:extLst>
              </a:tr>
              <a:tr h="1160236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/>
                        <a:t>Corrected:</a:t>
                      </a:r>
                      <a:br>
                        <a:rPr lang="en-US" sz="1600" dirty="0"/>
                      </a:br>
                      <a:r>
                        <a:rPr lang="en-US" sz="1600" dirty="0"/>
                        <a:t>24b In, 24b Out, 32b Twiddle</a:t>
                      </a:r>
                    </a:p>
                    <a:p>
                      <a:pPr algn="l"/>
                      <a:endParaRPr lang="en-US" sz="1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8049657"/>
                  </a:ext>
                </a:extLst>
              </a:tr>
              <a:tr h="889085"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/>
                        <a:t>Twiddle Index </a:t>
                      </a:r>
                      <a:r>
                        <a:rPr lang="en-US" sz="1600" dirty="0"/>
                        <a:t>passed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6016331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52915994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Standard</a:t>
                      </a:r>
                    </a:p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0110636"/>
                  </a:ext>
                </a:extLst>
              </a:tr>
              <a:tr h="624743"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Optimized</a:t>
                      </a:r>
                    </a:p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1946487"/>
                  </a:ext>
                </a:extLst>
              </a:tr>
              <a:tr h="356996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11 cycles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268337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1532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9 cycles + 2 APIs = 11 cycles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A198E94-17F2-4823-B423-82B406F92B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2959" y="1319298"/>
            <a:ext cx="3995737" cy="430552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FCEE9AF-ED10-49DC-8339-8F952E968B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632" y="1276127"/>
            <a:ext cx="7914056" cy="4372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712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23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Writing 3 times takes 3 cycles 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538A00-D401-47D1-B631-F777A3036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340" y="1239282"/>
            <a:ext cx="7125298" cy="4855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793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24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2 cycles butterfly + 1 delay to match TCDM </a:t>
            </a:r>
            <a:r>
              <a:rPr lang="en-US" sz="2000" b="1" dirty="0">
                <a:solidFill>
                  <a:srgbClr val="FF0000"/>
                </a:solidFill>
                <a:sym typeface="Wingdings" panose="05000000000000000000" pitchFamily="2" charset="2"/>
              </a:rPr>
              <a:t> Question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7B2E3FD-9F05-41D8-A143-FD42C736A9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52" y="1771506"/>
            <a:ext cx="8897121" cy="331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988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Software &amp; Verification (2)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25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2632" y="763376"/>
            <a:ext cx="11812193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Step 2:Latency Profiling : </a:t>
            </a:r>
            <a:r>
              <a:rPr lang="en-US" sz="2000" b="1" dirty="0">
                <a:solidFill>
                  <a:srgbClr val="FF0000"/>
                </a:solidFill>
              </a:rPr>
              <a:t>3 cycles read results and addresses</a:t>
            </a:r>
            <a:endParaRPr lang="en-US" sz="2000" dirty="0">
              <a:solidFill>
                <a:srgbClr val="FF0000"/>
              </a:solidFill>
              <a:latin typeface="Barlow (Body)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03F06F1-ACE8-4165-845B-6C911CBEA6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66" y="1214220"/>
            <a:ext cx="8352244" cy="499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12109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AC990-393E-BA21-322D-A1D818F1A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55E1B96-3638-6A59-2DC8-9103A5537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HW/SW Co-design : Next steps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6585EC-0A14-C1FD-F88B-7AD318AF4C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B3BF-D189-9A53-0530-0BA58423F4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26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BBF4C18-DE3E-123C-CF8E-2DA965E8CD1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20F33A07-8A57-8CFF-EA65-15628E71D0DF}"/>
              </a:ext>
            </a:extLst>
          </p:cNvPr>
          <p:cNvSpPr txBox="1">
            <a:spLocks/>
          </p:cNvSpPr>
          <p:nvPr/>
        </p:nvSpPr>
        <p:spPr>
          <a:xfrm>
            <a:off x="127396" y="768139"/>
            <a:ext cx="7873604" cy="5716081"/>
          </a:xfrm>
          <a:prstGeom prst="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/>
              <a:t>Higher Radix Butterfly</a:t>
            </a:r>
          </a:p>
          <a:p>
            <a:r>
              <a:rPr lang="en-US" sz="2000" b="1" dirty="0">
                <a:latin typeface="Barlow (Body)"/>
              </a:rPr>
              <a:t>I started with DMA for data delivery instead of Memory mapped</a:t>
            </a:r>
            <a:endParaRPr lang="en-US" sz="2000" dirty="0">
              <a:latin typeface="Barlow (Body)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BDD2FCB-3CC9-4656-84F3-092DBE389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396" y="1669242"/>
            <a:ext cx="6073380" cy="488087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20A66B1-2C92-424D-A234-6871D770D3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3539" y="1669242"/>
            <a:ext cx="5741065" cy="4885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4466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60CAE-A46C-F4D7-A5A7-8BDA32DFB7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C845869-7C5D-5F34-7723-ECD10A0CBE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827812"/>
            <a:ext cx="7755668" cy="664797"/>
          </a:xfrm>
        </p:spPr>
        <p:txBody>
          <a:bodyPr/>
          <a:lstStyle/>
          <a:p>
            <a:r>
              <a:rPr lang="en-US" dirty="0"/>
              <a:t>HW/SW Co-design (SW Part)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978214-62D0-8AD6-940B-76FB432EF0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245F6D-C235-DC9C-1302-E1AB42F0F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27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6ACC16E-201A-AF9E-D997-6FD51240A61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E1FC71-41A5-4707-AA2A-6D924C0000AC}" type="datetime3">
              <a:rPr lang="en-US" smtClean="0"/>
              <a:t>23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42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4E1331-B89D-ADF9-0FA2-F9F7D69619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Cycles 0-1 (Loads):</a:t>
            </a:r>
            <a:r>
              <a:rPr lang="en-US" dirty="0"/>
              <a:t> </a:t>
            </a:r>
            <a:r>
              <a:rPr lang="en-US" dirty="0" err="1"/>
              <a:t>lw</a:t>
            </a:r>
            <a:r>
              <a:rPr lang="en-US" dirty="0"/>
              <a:t> x14, </a:t>
            </a:r>
            <a:r>
              <a:rPr lang="en-US" dirty="0" err="1"/>
              <a:t>lw</a:t>
            </a:r>
            <a:r>
              <a:rPr lang="en-US" dirty="0"/>
              <a:t> x11</a:t>
            </a:r>
          </a:p>
          <a:p>
            <a:r>
              <a:rPr lang="en-US" b="1" dirty="0"/>
              <a:t>Cycles 2-3 (Shifts):</a:t>
            </a:r>
            <a:r>
              <a:rPr lang="en-US" dirty="0"/>
              <a:t> </a:t>
            </a:r>
            <a:r>
              <a:rPr lang="en-US" dirty="0" err="1"/>
              <a:t>pv.sra.sci.h</a:t>
            </a:r>
            <a:r>
              <a:rPr lang="en-US" dirty="0"/>
              <a:t>  </a:t>
            </a:r>
          </a:p>
          <a:p>
            <a:r>
              <a:rPr lang="en-US" b="1" dirty="0"/>
              <a:t>Cycle 4 (Subtract):</a:t>
            </a:r>
            <a:r>
              <a:rPr lang="en-US" dirty="0"/>
              <a:t> </a:t>
            </a:r>
            <a:r>
              <a:rPr lang="en-US" dirty="0" err="1"/>
              <a:t>pv.sub.h</a:t>
            </a:r>
            <a:endParaRPr lang="en-US" dirty="0"/>
          </a:p>
          <a:p>
            <a:r>
              <a:rPr lang="en-US" b="1" dirty="0"/>
              <a:t>Cycles 5-6 (Dot Products):</a:t>
            </a:r>
            <a:r>
              <a:rPr lang="en-US" dirty="0"/>
              <a:t> </a:t>
            </a:r>
            <a:r>
              <a:rPr lang="en-US" dirty="0" err="1"/>
              <a:t>pv.dotsp.h</a:t>
            </a:r>
            <a:endParaRPr lang="en-US" dirty="0"/>
          </a:p>
          <a:p>
            <a:r>
              <a:rPr lang="en-US" b="1" dirty="0"/>
              <a:t>Cycles 7-8 (Arithmetic Shifts):</a:t>
            </a:r>
            <a:r>
              <a:rPr lang="en-US" dirty="0"/>
              <a:t> </a:t>
            </a:r>
            <a:r>
              <a:rPr lang="en-US" dirty="0" err="1"/>
              <a:t>srai</a:t>
            </a:r>
            <a:endParaRPr lang="en-US" dirty="0"/>
          </a:p>
          <a:p>
            <a:r>
              <a:rPr lang="en-US" b="1" dirty="0"/>
              <a:t>Cycle 9 (Add):</a:t>
            </a:r>
            <a:r>
              <a:rPr lang="en-US" dirty="0"/>
              <a:t> </a:t>
            </a:r>
            <a:r>
              <a:rPr lang="en-US" dirty="0" err="1"/>
              <a:t>pv.add.h</a:t>
            </a:r>
            <a:endParaRPr lang="en-US" dirty="0"/>
          </a:p>
          <a:p>
            <a:r>
              <a:rPr lang="en-US" b="1" dirty="0"/>
              <a:t>Cycle 10 (Pack):</a:t>
            </a:r>
            <a:r>
              <a:rPr lang="en-US" dirty="0"/>
              <a:t> </a:t>
            </a:r>
            <a:r>
              <a:rPr lang="en-US" dirty="0" err="1"/>
              <a:t>pv.pack.h</a:t>
            </a:r>
            <a:endParaRPr lang="en-US" dirty="0"/>
          </a:p>
          <a:p>
            <a:r>
              <a:rPr lang="en-US" b="1" dirty="0"/>
              <a:t>2 Cycles (For loop)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4E5E65F-8C22-22ED-37F3-76EC6A233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 Trace Log Results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442FF3-786C-84A9-F87C-2A2649137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033AAE-1BAE-D4B5-04F4-6F951C76E3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28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4F78929-B7A5-7695-D888-746C909F088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320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0FD5E-BE90-D38C-44F0-D9CEF2A39C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963BC29-7C9B-B53A-CBE5-AD7C9D5DFD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063800"/>
            <a:ext cx="10274300" cy="4914900"/>
          </a:xfrm>
        </p:spPr>
        <p:txBody>
          <a:bodyPr/>
          <a:lstStyle/>
          <a:p>
            <a:r>
              <a:rPr lang="en-US" dirty="0"/>
              <a:t>Starting From Branch</a:t>
            </a:r>
          </a:p>
          <a:p>
            <a:endParaRPr lang="en-US" dirty="0"/>
          </a:p>
          <a:p>
            <a:r>
              <a:rPr lang="en-US" b="1" dirty="0"/>
              <a:t>Time:</a:t>
            </a:r>
            <a:r>
              <a:rPr lang="en-US" dirty="0"/>
              <a:t> 58281867 ns </a:t>
            </a:r>
          </a:p>
          <a:p>
            <a:pPr>
              <a:buFontTx/>
              <a:buChar char="-"/>
            </a:pPr>
            <a:r>
              <a:rPr lang="en-US" dirty="0"/>
              <a:t>58280998 ns = </a:t>
            </a:r>
            <a:r>
              <a:rPr lang="en-US" b="1" dirty="0"/>
              <a:t>869 ns</a:t>
            </a:r>
          </a:p>
          <a:p>
            <a:pPr>
              <a:buFontTx/>
              <a:buChar char="-"/>
            </a:pPr>
            <a:endParaRPr lang="en-US" b="1" dirty="0"/>
          </a:p>
          <a:p>
            <a:pPr>
              <a:buFontTx/>
              <a:buChar char="-"/>
            </a:pPr>
            <a:r>
              <a:rPr lang="en-US" b="1" dirty="0"/>
              <a:t>Cycles:</a:t>
            </a:r>
            <a:r>
              <a:rPr lang="en-US" dirty="0"/>
              <a:t> 869 ns / 20 ns </a:t>
            </a:r>
          </a:p>
          <a:p>
            <a:pPr>
              <a:buFontTx/>
              <a:buChar char="-"/>
            </a:pPr>
            <a:r>
              <a:rPr lang="en-US" dirty="0"/>
              <a:t> = </a:t>
            </a:r>
            <a:r>
              <a:rPr lang="en-US" b="1" dirty="0"/>
              <a:t>~43.5 clock cycles</a:t>
            </a:r>
          </a:p>
          <a:p>
            <a:pPr>
              <a:buFontTx/>
              <a:buChar char="-"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8C0F941-BF84-3016-28A3-715EE63B3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HW Trace Log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68DDA-2422-A760-AEE5-69C1020B2B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8F0213-E65A-F151-6D97-8FB58EFED6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29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4627399-6A05-6EC0-66F0-2A6AE5BC067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49A28FA-DF45-3F7A-BB31-192B046CF6A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2368"/>
          <a:stretch>
            <a:fillRect/>
          </a:stretch>
        </p:blipFill>
        <p:spPr>
          <a:xfrm>
            <a:off x="4139959" y="1456548"/>
            <a:ext cx="7465405" cy="4775583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0D2F0DE1-5D8E-FFCF-658F-760354957246}"/>
                  </a:ext>
                </a:extLst>
              </p14:cNvPr>
              <p14:cNvContentPartPr/>
              <p14:nvPr/>
            </p14:nvContentPartPr>
            <p14:xfrm>
              <a:off x="6457512" y="1458957"/>
              <a:ext cx="323280" cy="13860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0D2F0DE1-5D8E-FFCF-658F-76035495724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451392" y="1452837"/>
                <a:ext cx="335520" cy="150840"/>
              </a:xfrm>
              <a:prstGeom prst="rect">
                <a:avLst/>
              </a:prstGeom>
            </p:spPr>
          </p:pic>
        </mc:Fallback>
      </mc:AlternateContent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58FAA3F-9ADE-B1A7-32E8-41B9F49727C1}"/>
              </a:ext>
            </a:extLst>
          </p:cNvPr>
          <p:cNvCxnSpPr>
            <a:cxnSpLocks/>
          </p:cNvCxnSpPr>
          <p:nvPr/>
        </p:nvCxnSpPr>
        <p:spPr>
          <a:xfrm>
            <a:off x="3889332" y="1747381"/>
            <a:ext cx="31941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839417F-D2B3-677F-061E-B6A519963A13}"/>
              </a:ext>
            </a:extLst>
          </p:cNvPr>
          <p:cNvCxnSpPr>
            <a:cxnSpLocks/>
          </p:cNvCxnSpPr>
          <p:nvPr/>
        </p:nvCxnSpPr>
        <p:spPr>
          <a:xfrm>
            <a:off x="3894551" y="6089737"/>
            <a:ext cx="319413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82671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896C602-91E8-711B-4442-81AE4C6532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76605" y="971507"/>
            <a:ext cx="7419592" cy="5360357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A9B1F0D-219E-D783-7BB2-E90FE3674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Trace Log Break Down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24E438-825C-E9DB-3370-E434812D93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E1E1A-0D12-8F84-907E-C01C1EEC0F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30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F34F1DD-0585-5DB8-918D-E892589418F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574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D40325-15AC-5701-998B-5AA73E830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260819-69C5-7264-3E82-87934FBD4D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5600" y="1063800"/>
            <a:ext cx="10274300" cy="4914900"/>
          </a:xfrm>
        </p:spPr>
        <p:txBody>
          <a:bodyPr/>
          <a:lstStyle/>
          <a:p>
            <a:endParaRPr lang="en-US" dirty="0"/>
          </a:p>
          <a:p>
            <a:pPr marL="0" indent="0">
              <a:buNone/>
            </a:pPr>
            <a:r>
              <a:rPr lang="en-US" b="1" dirty="0"/>
              <a:t>  Cycles:</a:t>
            </a:r>
            <a:r>
              <a:rPr lang="en-US" dirty="0"/>
              <a:t> 376 ns / 20 ns </a:t>
            </a:r>
          </a:p>
          <a:p>
            <a:pPr>
              <a:buFontTx/>
              <a:buChar char="-"/>
            </a:pPr>
            <a:r>
              <a:rPr lang="en-US" dirty="0"/>
              <a:t> = </a:t>
            </a:r>
            <a:r>
              <a:rPr lang="en-US" b="1" dirty="0"/>
              <a:t>~19 clock cycles</a:t>
            </a:r>
          </a:p>
          <a:p>
            <a:endParaRPr lang="en-US" dirty="0"/>
          </a:p>
          <a:p>
            <a:pPr>
              <a:buFontTx/>
              <a:buChar char="-"/>
            </a:pPr>
            <a:endParaRPr lang="en-US" b="1" dirty="0"/>
          </a:p>
          <a:p>
            <a:pPr>
              <a:buFontTx/>
              <a:buChar char="-"/>
            </a:pPr>
            <a:endParaRPr lang="en-US" b="1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74C7D73-8073-B5A1-DB18-319B804A0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Single Butterfly Trace Log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EBB7B-A14D-393C-AB71-E1198F7882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E883A0-D105-A2CC-43C3-1D64D17FA4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2A7D6B6-AC14-6536-335F-90A8FF37F49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3E4934-66CF-B2A4-0425-75C3838C78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8821" y="1540678"/>
            <a:ext cx="8193179" cy="396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3932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861F616-46B7-BC30-6431-9EB910BB53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Debug TCDM Code (SW)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/>
              <a:t> Optimized FFT </a:t>
            </a:r>
            <a:r>
              <a:rPr lang="en-US" dirty="0"/>
              <a:t>Algorithm (Higher Radix)</a:t>
            </a:r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8D75796-00CA-F9BD-0E19-F76E47C2F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Steps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3A77B5-4511-CB18-CBC5-374D7FF06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7C273E-8064-3A4D-D286-BB213A90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DB25900-56CF-E8EC-6DF3-649DEA64B1C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261FCFF-5E69-D565-DD18-92885E51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5707" y="1166766"/>
            <a:ext cx="4594558" cy="315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6047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9F8B8-3541-C918-3B01-28062B08E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F719531-A130-058D-6E89-876A9B4DC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827812"/>
            <a:ext cx="7755668" cy="664797"/>
          </a:xfrm>
        </p:spPr>
        <p:txBody>
          <a:bodyPr/>
          <a:lstStyle/>
          <a:p>
            <a:r>
              <a:rPr lang="en-US" dirty="0"/>
              <a:t>Multi clusters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362679-E472-BEC8-7B08-3146E6E0E3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17297F-5511-BC49-BD1E-215C7E6E4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33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D98650B-83CF-0904-DC29-C1747BCBC0CE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E1FC71-41A5-4707-AA2A-6D924C0000AC}" type="datetime3">
              <a:rPr lang="en-US" smtClean="0"/>
              <a:t>23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0776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69899"/>
          </a:xfrm>
        </p:spPr>
        <p:txBody>
          <a:bodyPr/>
          <a:lstStyle/>
          <a:p>
            <a:r>
              <a:rPr dirty="0">
                <a:sym typeface="+mn-ea"/>
              </a:rPr>
              <a:t>Multi Clusters: PULP cluster architecture cont.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t>34</a:t>
            </a:fld>
            <a:endParaRPr lang="en-US" baseline="-1100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381000" y="990600"/>
            <a:ext cx="11437620" cy="520954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r>
              <a:rPr lang="en-US" altLang="en-GB" sz="2000" dirty="0">
                <a:solidFill>
                  <a:srgbClr val="000000"/>
                </a:solidFill>
              </a:rPr>
              <a:t>Two clusters approachs:</a:t>
            </a:r>
          </a:p>
          <a:p>
            <a:pPr indent="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endParaRPr lang="en-US" altLang="en-GB" sz="2000" dirty="0">
              <a:solidFill>
                <a:srgbClr val="000000"/>
              </a:solidFill>
            </a:endParaRPr>
          </a:p>
          <a:p>
            <a:pPr lvl="1" indent="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altLang="en-GB" sz="2000" dirty="0">
                <a:solidFill>
                  <a:srgbClr val="000000"/>
                </a:solidFill>
              </a:rPr>
              <a:t>1- Upgrade PULP to have two clusters.</a:t>
            </a:r>
          </a:p>
          <a:p>
            <a:pPr lvl="1" indent="4572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altLang="en-GB" sz="2000" dirty="0">
                <a:solidFill>
                  <a:srgbClr val="000000"/>
                </a:solidFill>
              </a:rPr>
              <a:t>Required: Update/Modify the RTL and PULP runtime envirnoment</a:t>
            </a:r>
          </a:p>
          <a:p>
            <a:pPr lvl="1" indent="4572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altLang="en-GB" sz="2000" dirty="0">
                <a:solidFill>
                  <a:srgbClr val="000000"/>
                </a:solidFill>
              </a:rPr>
              <a:t>Problem: There is no drivers to handle the case of two clusters because the PULP runtime has only the 				  UART driver besides the difficulty.</a:t>
            </a:r>
          </a:p>
          <a:p>
            <a:pPr lvl="1" indent="4572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endParaRPr lang="en-US" altLang="en-GB" sz="2000" dirty="0">
              <a:solidFill>
                <a:srgbClr val="000000"/>
              </a:solidFill>
            </a:endParaRPr>
          </a:p>
          <a:p>
            <a:pPr lvl="1" indent="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altLang="en-GB" sz="2000" dirty="0">
                <a:solidFill>
                  <a:srgbClr val="000000"/>
                </a:solidFill>
              </a:rPr>
              <a:t>2- Use a new platform with a standby two cluster configuration.</a:t>
            </a:r>
          </a:p>
          <a:p>
            <a:pPr lvl="1" indent="4572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altLang="en-GB" sz="2000" dirty="0">
                <a:solidFill>
                  <a:srgbClr val="000000"/>
                </a:solidFill>
              </a:rPr>
              <a:t>Required: Search for a reliable platform and clone it.</a:t>
            </a:r>
          </a:p>
          <a:p>
            <a:pPr lvl="1" indent="4572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None/>
            </a:pPr>
            <a:r>
              <a:rPr lang="en-US" altLang="en-GB" sz="2000" dirty="0">
                <a:solidFill>
                  <a:srgbClr val="000000"/>
                </a:solidFill>
              </a:rPr>
              <a:t>Problem: It seems to be starting from zero again.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7" dur="2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2" dur="2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2" dur="2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27" dur="2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8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>
                                        <p:cTn id="32" dur="2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6FBDE2-F06B-163C-A6AD-5D6B018BD6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AADFC3D-1288-F5B2-C512-50C39FF04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472" y="3827812"/>
            <a:ext cx="7755668" cy="664797"/>
          </a:xfrm>
        </p:spPr>
        <p:txBody>
          <a:bodyPr/>
          <a:lstStyle/>
          <a:p>
            <a:r>
              <a:rPr lang="en-US"/>
              <a:t>HWPE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249DEF6-7430-A564-B11B-AC4F3EEFCD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9DB470-AAC9-B661-D96C-BB5BA412B6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35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539209-C6AE-31EC-C5B0-8DEB7F4604A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75E1FC71-41A5-4707-AA2A-6D924C0000AC}" type="datetime3">
              <a:rPr lang="en-US" smtClean="0"/>
              <a:t>23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9638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1A1143-827A-19AD-2E9E-9506819DE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2E6606E-2FAE-627D-C99A-5366601CF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HWPE :Memory expansion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C08DD8-8FC4-E5EB-420F-4B48672387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9D4843A-4B2E-093D-87EF-9E58B5032E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36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BB5E7B6-4E32-0CA5-6691-08C93B9C23BB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pic>
        <p:nvPicPr>
          <p:cNvPr id="8" name="Picture 7" descr="A diagram of a computer&#10;&#10;AI-generated content may be incorrect.">
            <a:extLst>
              <a:ext uri="{FF2B5EF4-FFF2-40B4-BE49-F238E27FC236}">
                <a16:creationId xmlns:a16="http://schemas.microsoft.com/office/drawing/2014/main" id="{09E19EC7-6821-8A28-943D-E0ACBA44A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946" y="868415"/>
            <a:ext cx="6696075" cy="5495925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95ACF72-A8AF-ABE9-4BBC-AF03DE7545BD}"/>
              </a:ext>
            </a:extLst>
          </p:cNvPr>
          <p:cNvSpPr/>
          <p:nvPr/>
        </p:nvSpPr>
        <p:spPr>
          <a:xfrm>
            <a:off x="5039193" y="1735112"/>
            <a:ext cx="1426563" cy="776989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 descr="A black and white line&#10;&#10;AI-generated content may be incorrect.">
            <a:extLst>
              <a:ext uri="{FF2B5EF4-FFF2-40B4-BE49-F238E27FC236}">
                <a16:creationId xmlns:a16="http://schemas.microsoft.com/office/drawing/2014/main" id="{2A375B7B-0070-E829-AC07-6346D8DCD5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2787" y="2105902"/>
            <a:ext cx="5009214" cy="447640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CB8DFF3-3F73-BE2F-BC0B-DF9F911F4B96}"/>
              </a:ext>
            </a:extLst>
          </p:cNvPr>
          <p:cNvCxnSpPr/>
          <p:nvPr/>
        </p:nvCxnSpPr>
        <p:spPr>
          <a:xfrm>
            <a:off x="6488242" y="1822554"/>
            <a:ext cx="689549" cy="42722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7B37A7C7-AF59-2B46-4B38-789018B54F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2604444"/>
              </p:ext>
            </p:extLst>
          </p:nvPr>
        </p:nvGraphicFramePr>
        <p:xfrm>
          <a:off x="7270729" y="3045851"/>
          <a:ext cx="488187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290">
                  <a:extLst>
                    <a:ext uri="{9D8B030D-6E8A-4147-A177-3AD203B41FA5}">
                      <a16:colId xmlns:a16="http://schemas.microsoft.com/office/drawing/2014/main" val="2890479992"/>
                    </a:ext>
                  </a:extLst>
                </a:gridCol>
                <a:gridCol w="1627290">
                  <a:extLst>
                    <a:ext uri="{9D8B030D-6E8A-4147-A177-3AD203B41FA5}">
                      <a16:colId xmlns:a16="http://schemas.microsoft.com/office/drawing/2014/main" val="2322055164"/>
                    </a:ext>
                  </a:extLst>
                </a:gridCol>
                <a:gridCol w="1627290">
                  <a:extLst>
                    <a:ext uri="{9D8B030D-6E8A-4147-A177-3AD203B41FA5}">
                      <a16:colId xmlns:a16="http://schemas.microsoft.com/office/drawing/2014/main" val="34829726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New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9048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b="1"/>
                        <a:t>Bank 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4kB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8KB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6018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NO. Banks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/>
                        <a:t>64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385455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3DC0E5FD-B4ED-24D0-5EB6-19BC15FB4F82}"/>
              </a:ext>
            </a:extLst>
          </p:cNvPr>
          <p:cNvSpPr txBox="1"/>
          <p:nvPr/>
        </p:nvSpPr>
        <p:spPr>
          <a:xfrm>
            <a:off x="7399053" y="4702042"/>
            <a:ext cx="6464435" cy="8669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2400" b="1">
                <a:solidFill>
                  <a:srgbClr val="000000"/>
                </a:solidFill>
              </a:rPr>
              <a:t>L1 SIZE = NO. Banks * Bank Size (B)</a:t>
            </a:r>
            <a:endParaRPr lang="en-US"/>
          </a:p>
          <a:p>
            <a:pPr defTabSz="457200">
              <a:spcBef>
                <a:spcPts val="1000"/>
              </a:spcBef>
              <a:buFont typeface="Barlow"/>
            </a:pPr>
            <a:r>
              <a:rPr lang="en-US" sz="2400" b="1">
                <a:solidFill>
                  <a:srgbClr val="000000"/>
                </a:solidFill>
              </a:rPr>
              <a:t>                 64KB  -----&gt;  </a:t>
            </a:r>
            <a:r>
              <a:rPr lang="en-US" sz="2400" b="1">
                <a:solidFill>
                  <a:srgbClr val="FF0000"/>
                </a:solidFill>
              </a:rPr>
              <a:t>512KB</a:t>
            </a:r>
          </a:p>
        </p:txBody>
      </p:sp>
    </p:spTree>
    <p:extLst>
      <p:ext uri="{BB962C8B-B14F-4D97-AF65-F5344CB8AC3E}">
        <p14:creationId xmlns:p14="http://schemas.microsoft.com/office/powerpoint/2010/main" val="12345166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2" grpId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C6A346-E141-5EED-35B3-DC9A5A2A45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A916193-6A33-DDC5-925E-61B93A0A4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>
                <a:latin typeface="Barlow"/>
              </a:rPr>
              <a:t>HWPE Engine : FFT 4096-point 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D02FB6-CA8B-9407-2619-883F993F0E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2C5DD67-5881-666F-FA23-CE70DE0123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37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425C50E-6326-BD4F-87BA-153297619793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pic>
        <p:nvPicPr>
          <p:cNvPr id="7" name="Picture 6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E3BB1DBD-64CD-2270-7C4A-C89B3AD140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708" y="1833844"/>
            <a:ext cx="11078308" cy="36132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37D711-67AE-B74D-492C-06ACBB437A5E}"/>
              </a:ext>
            </a:extLst>
          </p:cNvPr>
          <p:cNvSpPr txBox="1"/>
          <p:nvPr/>
        </p:nvSpPr>
        <p:spPr>
          <a:xfrm>
            <a:off x="562299" y="1050505"/>
            <a:ext cx="61502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r>
              <a:rPr lang="en-US" sz="2400" b="1">
                <a:solidFill>
                  <a:srgbClr val="000000"/>
                </a:solidFill>
              </a:rPr>
              <a:t> </a:t>
            </a:r>
            <a:r>
              <a:rPr lang="en-US" sz="2400" b="1" err="1">
                <a:solidFill>
                  <a:srgbClr val="000000"/>
                </a:solidFill>
              </a:rPr>
              <a:t>BandWidth</a:t>
            </a:r>
            <a:r>
              <a:rPr lang="en-US" sz="2400" b="1">
                <a:solidFill>
                  <a:srgbClr val="000000"/>
                </a:solidFill>
              </a:rPr>
              <a:t> = 32 </a:t>
            </a:r>
            <a:r>
              <a:rPr lang="en-US" sz="2400" b="1" err="1">
                <a:solidFill>
                  <a:srgbClr val="000000"/>
                </a:solidFill>
              </a:rPr>
              <a:t>wor</a:t>
            </a:r>
            <a:r>
              <a:rPr lang="en-US" sz="2400" b="1">
                <a:solidFill>
                  <a:srgbClr val="000000"/>
                </a:solidFill>
              </a:rPr>
              <a:t>d * 32 = 1024-bit </a:t>
            </a:r>
          </a:p>
        </p:txBody>
      </p:sp>
    </p:spTree>
    <p:extLst>
      <p:ext uri="{BB962C8B-B14F-4D97-AF65-F5344CB8AC3E}">
        <p14:creationId xmlns:p14="http://schemas.microsoft.com/office/powerpoint/2010/main" val="1986230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DA4D-62A1-D58E-A26E-E808A53AF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B84B991-3312-9103-F776-52161E142C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/>
              <a:t>HWPE :Memory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6DD6D4-C2F5-B8AA-201A-876F516B05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DAAB6-0E4E-5915-E875-796AC78F9C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38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8B1E412-29EC-1581-EC6C-35702F5B8335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pic>
        <p:nvPicPr>
          <p:cNvPr id="7" name="صورة 6">
            <a:extLst>
              <a:ext uri="{FF2B5EF4-FFF2-40B4-BE49-F238E27FC236}">
                <a16:creationId xmlns:a16="http://schemas.microsoft.com/office/drawing/2014/main" id="{E44420E2-0E29-66AF-B588-82835AE258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0283" y="1361878"/>
            <a:ext cx="4689023" cy="4966330"/>
          </a:xfrm>
          <a:prstGeom prst="rect">
            <a:avLst/>
          </a:prstGeom>
        </p:spPr>
      </p:pic>
      <p:cxnSp>
        <p:nvCxnSpPr>
          <p:cNvPr id="9" name="رابط مستقيم 8">
            <a:extLst>
              <a:ext uri="{FF2B5EF4-FFF2-40B4-BE49-F238E27FC236}">
                <a16:creationId xmlns:a16="http://schemas.microsoft.com/office/drawing/2014/main" id="{674564B3-F589-E3EE-FACB-5CC8F3632D07}"/>
              </a:ext>
            </a:extLst>
          </p:cNvPr>
          <p:cNvCxnSpPr>
            <a:cxnSpLocks/>
          </p:cNvCxnSpPr>
          <p:nvPr/>
        </p:nvCxnSpPr>
        <p:spPr>
          <a:xfrm>
            <a:off x="5840362" y="835742"/>
            <a:ext cx="0" cy="5492466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صورة 10">
            <a:extLst>
              <a:ext uri="{FF2B5EF4-FFF2-40B4-BE49-F238E27FC236}">
                <a16:creationId xmlns:a16="http://schemas.microsoft.com/office/drawing/2014/main" id="{536B08A0-22C3-4C76-88C1-28EF7ED796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6976" y="1462246"/>
            <a:ext cx="2994920" cy="4381880"/>
          </a:xfrm>
          <a:prstGeom prst="rect">
            <a:avLst/>
          </a:prstGeom>
        </p:spPr>
      </p:pic>
      <p:cxnSp>
        <p:nvCxnSpPr>
          <p:cNvPr id="14" name="رابط مستقيم 13">
            <a:extLst>
              <a:ext uri="{FF2B5EF4-FFF2-40B4-BE49-F238E27FC236}">
                <a16:creationId xmlns:a16="http://schemas.microsoft.com/office/drawing/2014/main" id="{86297485-FDA0-A3B6-9C39-B62F8974660D}"/>
              </a:ext>
            </a:extLst>
          </p:cNvPr>
          <p:cNvCxnSpPr>
            <a:cxnSpLocks/>
          </p:cNvCxnSpPr>
          <p:nvPr/>
        </p:nvCxnSpPr>
        <p:spPr>
          <a:xfrm flipH="1">
            <a:off x="616107" y="1243558"/>
            <a:ext cx="10363199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594B46E8-0ED4-6E94-E549-EBA0328E7857}"/>
              </a:ext>
            </a:extLst>
          </p:cNvPr>
          <p:cNvSpPr/>
          <p:nvPr/>
        </p:nvSpPr>
        <p:spPr>
          <a:xfrm>
            <a:off x="2660065" y="720169"/>
            <a:ext cx="124585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Before</a:t>
            </a:r>
            <a:endParaRPr lang="ar-SA" sz="28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636BDFEF-99C4-CD9A-AA2B-5C13BED4AD1D}"/>
              </a:ext>
            </a:extLst>
          </p:cNvPr>
          <p:cNvSpPr/>
          <p:nvPr/>
        </p:nvSpPr>
        <p:spPr>
          <a:xfrm>
            <a:off x="8102550" y="715094"/>
            <a:ext cx="98456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</a:rPr>
              <a:t>After</a:t>
            </a:r>
            <a:endParaRPr lang="ar-SA" sz="2800" b="0" cap="none" spc="0" dirty="0">
              <a:ln w="0"/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938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90621-D627-8E1B-AFB0-081040AA0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D7EA39-EEAF-576E-AA1B-50A70083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/>
              <a:t>HWPE :Memory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72EBA-6D69-2B3F-2F85-B35A76B8F7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6C6A31-64E2-CA13-3E0D-5FCB6272D7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39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A6FFD7B-069B-0CE2-7540-99E583B98EBD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grpSp>
        <p:nvGrpSpPr>
          <p:cNvPr id="2" name="مجموعة 1">
            <a:extLst>
              <a:ext uri="{FF2B5EF4-FFF2-40B4-BE49-F238E27FC236}">
                <a16:creationId xmlns:a16="http://schemas.microsoft.com/office/drawing/2014/main" id="{6C10A661-D954-3723-4F92-FEE8A6E55109}"/>
              </a:ext>
            </a:extLst>
          </p:cNvPr>
          <p:cNvGrpSpPr/>
          <p:nvPr/>
        </p:nvGrpSpPr>
        <p:grpSpPr>
          <a:xfrm>
            <a:off x="2535318" y="829828"/>
            <a:ext cx="6980903" cy="5643716"/>
            <a:chOff x="0" y="0"/>
            <a:chExt cx="6145530" cy="4759537"/>
          </a:xfrm>
        </p:grpSpPr>
        <p:pic>
          <p:nvPicPr>
            <p:cNvPr id="7" name="صورة 6">
              <a:extLst>
                <a:ext uri="{FF2B5EF4-FFF2-40B4-BE49-F238E27FC236}">
                  <a16:creationId xmlns:a16="http://schemas.microsoft.com/office/drawing/2014/main" id="{256D8C8D-D7A8-9D0E-101E-E0250A9DD6D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t="1245" b="-1"/>
            <a:stretch>
              <a:fillRect/>
            </a:stretch>
          </p:blipFill>
          <p:spPr bwMode="auto">
            <a:xfrm>
              <a:off x="1524000" y="4478867"/>
              <a:ext cx="2772410" cy="280670"/>
            </a:xfrm>
            <a:prstGeom prst="rect">
              <a:avLst/>
            </a:prstGeom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8" name="Picture 11239">
              <a:extLst>
                <a:ext uri="{FF2B5EF4-FFF2-40B4-BE49-F238E27FC236}">
                  <a16:creationId xmlns:a16="http://schemas.microsoft.com/office/drawing/2014/main" id="{49C476CE-E0C4-AF75-D649-D37C4F32DFDE}"/>
                </a:ext>
              </a:extLst>
            </p:cNvPr>
            <p:cNvPicPr/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6145530" cy="4472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41860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8676C-5E3C-23C4-1FC2-97EF11A38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C15774-8BC5-CC10-D0D5-F09507F5B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502080" cy="470898"/>
          </a:xfrm>
        </p:spPr>
        <p:txBody>
          <a:bodyPr/>
          <a:lstStyle/>
          <a:p>
            <a:r>
              <a:rPr lang="en-US" dirty="0"/>
              <a:t>HWPE :Memory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95632A-FF10-FE93-4B2F-F607054EE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FDC03E-05F8-CBA7-D75D-DBE67AABD0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40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C43D5E5-841F-2F33-E9A0-F9D71AF473F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F6854C5-1DF9-5BEC-45A9-DC16D474C3BE}"/>
              </a:ext>
            </a:extLst>
          </p:cNvPr>
          <p:cNvSpPr txBox="1">
            <a:spLocks/>
          </p:cNvSpPr>
          <p:nvPr/>
        </p:nvSpPr>
        <p:spPr>
          <a:xfrm>
            <a:off x="6262462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024158FF-D778-94B3-5CD3-7E7E4BBC0FAF}"/>
              </a:ext>
            </a:extLst>
          </p:cNvPr>
          <p:cNvSpPr txBox="1">
            <a:spLocks/>
          </p:cNvSpPr>
          <p:nvPr/>
        </p:nvSpPr>
        <p:spPr>
          <a:xfrm>
            <a:off x="434187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grpSp>
        <p:nvGrpSpPr>
          <p:cNvPr id="17" name="مجموعة 16">
            <a:extLst>
              <a:ext uri="{FF2B5EF4-FFF2-40B4-BE49-F238E27FC236}">
                <a16:creationId xmlns:a16="http://schemas.microsoft.com/office/drawing/2014/main" id="{B42A800E-2B96-8607-40B2-B969F16290F5}"/>
              </a:ext>
            </a:extLst>
          </p:cNvPr>
          <p:cNvGrpSpPr/>
          <p:nvPr/>
        </p:nvGrpSpPr>
        <p:grpSpPr>
          <a:xfrm>
            <a:off x="1916325" y="4139746"/>
            <a:ext cx="9841488" cy="533684"/>
            <a:chOff x="342901" y="3848319"/>
            <a:chExt cx="10219944" cy="532290"/>
          </a:xfrm>
        </p:grpSpPr>
        <p:pic>
          <p:nvPicPr>
            <p:cNvPr id="15" name="صورة 14">
              <a:extLst>
                <a:ext uri="{FF2B5EF4-FFF2-40B4-BE49-F238E27FC236}">
                  <a16:creationId xmlns:a16="http://schemas.microsoft.com/office/drawing/2014/main" id="{67B7B6C5-D50E-C10D-AA4A-04E03FDC691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34279" r="1312"/>
            <a:stretch>
              <a:fillRect/>
            </a:stretch>
          </p:blipFill>
          <p:spPr>
            <a:xfrm>
              <a:off x="342901" y="3848319"/>
              <a:ext cx="8341706" cy="532290"/>
            </a:xfrm>
            <a:prstGeom prst="rect">
              <a:avLst/>
            </a:prstGeom>
          </p:spPr>
        </p:pic>
        <p:pic>
          <p:nvPicPr>
            <p:cNvPr id="16" name="صورة 15">
              <a:extLst>
                <a:ext uri="{FF2B5EF4-FFF2-40B4-BE49-F238E27FC236}">
                  <a16:creationId xmlns:a16="http://schemas.microsoft.com/office/drawing/2014/main" id="{3AD16324-DA3D-1587-2979-619BDD5CD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58247" t="34279" r="1312"/>
            <a:stretch>
              <a:fillRect/>
            </a:stretch>
          </p:blipFill>
          <p:spPr>
            <a:xfrm>
              <a:off x="7144512" y="3848319"/>
              <a:ext cx="3418333" cy="532290"/>
            </a:xfrm>
            <a:prstGeom prst="rect">
              <a:avLst/>
            </a:prstGeom>
          </p:spPr>
        </p:pic>
      </p:grpSp>
      <p:cxnSp>
        <p:nvCxnSpPr>
          <p:cNvPr id="19" name="رابط مستقيم 18">
            <a:extLst>
              <a:ext uri="{FF2B5EF4-FFF2-40B4-BE49-F238E27FC236}">
                <a16:creationId xmlns:a16="http://schemas.microsoft.com/office/drawing/2014/main" id="{7A22B9E2-E27B-2CCB-9DF1-E49EA8B0B710}"/>
              </a:ext>
            </a:extLst>
          </p:cNvPr>
          <p:cNvCxnSpPr/>
          <p:nvPr/>
        </p:nvCxnSpPr>
        <p:spPr>
          <a:xfrm>
            <a:off x="1664677" y="890954"/>
            <a:ext cx="0" cy="5472632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رابط مستقيم 20">
            <a:extLst>
              <a:ext uri="{FF2B5EF4-FFF2-40B4-BE49-F238E27FC236}">
                <a16:creationId xmlns:a16="http://schemas.microsoft.com/office/drawing/2014/main" id="{8E8FE949-0518-7C4A-B080-B3A50C5C1604}"/>
              </a:ext>
            </a:extLst>
          </p:cNvPr>
          <p:cNvCxnSpPr/>
          <p:nvPr/>
        </p:nvCxnSpPr>
        <p:spPr>
          <a:xfrm>
            <a:off x="434187" y="3165231"/>
            <a:ext cx="1129284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مستطيل 21">
            <a:extLst>
              <a:ext uri="{FF2B5EF4-FFF2-40B4-BE49-F238E27FC236}">
                <a16:creationId xmlns:a16="http://schemas.microsoft.com/office/drawing/2014/main" id="{B2159025-772F-DEBD-8364-E1DCCD6C3249}"/>
              </a:ext>
            </a:extLst>
          </p:cNvPr>
          <p:cNvSpPr/>
          <p:nvPr/>
        </p:nvSpPr>
        <p:spPr>
          <a:xfrm>
            <a:off x="321474" y="1751713"/>
            <a:ext cx="142859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</a:rPr>
              <a:t>Case 1</a:t>
            </a:r>
            <a:endParaRPr lang="ar-SA" sz="3600" b="0" cap="none" spc="0" dirty="0">
              <a:ln w="0"/>
              <a:solidFill>
                <a:schemeClr val="tx1"/>
              </a:solidFill>
            </a:endParaRPr>
          </a:p>
        </p:txBody>
      </p:sp>
      <p:sp>
        <p:nvSpPr>
          <p:cNvPr id="23" name="مستطيل 22">
            <a:extLst>
              <a:ext uri="{FF2B5EF4-FFF2-40B4-BE49-F238E27FC236}">
                <a16:creationId xmlns:a16="http://schemas.microsoft.com/office/drawing/2014/main" id="{171B8433-D55D-20AB-0AE4-810D20539A9A}"/>
              </a:ext>
            </a:extLst>
          </p:cNvPr>
          <p:cNvSpPr/>
          <p:nvPr/>
        </p:nvSpPr>
        <p:spPr>
          <a:xfrm>
            <a:off x="310554" y="4083352"/>
            <a:ext cx="1428596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dirty="0">
                <a:ln w="0"/>
              </a:rPr>
              <a:t>Case 2</a:t>
            </a:r>
            <a:endParaRPr lang="ar-SA" sz="3600" b="0" cap="none" spc="0" dirty="0">
              <a:ln w="0"/>
              <a:solidFill>
                <a:schemeClr val="tx1"/>
              </a:solidFill>
            </a:endParaRPr>
          </a:p>
        </p:txBody>
      </p:sp>
      <p:pic>
        <p:nvPicPr>
          <p:cNvPr id="41" name="صورة 40">
            <a:extLst>
              <a:ext uri="{FF2B5EF4-FFF2-40B4-BE49-F238E27FC236}">
                <a16:creationId xmlns:a16="http://schemas.microsoft.com/office/drawing/2014/main" id="{B4D131EB-FB40-FBC6-5216-DE19129035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2783" y="1601458"/>
            <a:ext cx="10008625" cy="786842"/>
          </a:xfrm>
          <a:prstGeom prst="rect">
            <a:avLst/>
          </a:prstGeom>
        </p:spPr>
      </p:pic>
      <p:sp>
        <p:nvSpPr>
          <p:cNvPr id="24" name="شكل بيضاوي 23">
            <a:extLst>
              <a:ext uri="{FF2B5EF4-FFF2-40B4-BE49-F238E27FC236}">
                <a16:creationId xmlns:a16="http://schemas.microsoft.com/office/drawing/2014/main" id="{35B7E245-D66C-D681-C0B1-CBB8EF7AE012}"/>
              </a:ext>
            </a:extLst>
          </p:cNvPr>
          <p:cNvSpPr/>
          <p:nvPr/>
        </p:nvSpPr>
        <p:spPr>
          <a:xfrm>
            <a:off x="7108122" y="811841"/>
            <a:ext cx="2527221" cy="2292429"/>
          </a:xfrm>
          <a:prstGeom prst="ellipse">
            <a:avLst/>
          </a:prstGeom>
          <a:noFill/>
          <a:ln>
            <a:solidFill>
              <a:srgbClr val="FF0000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196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74904-5B9A-4987-16A0-AC2FAFB13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1132B11-0AC9-3C3C-BE1A-8E657E999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HWPE :Memory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D8F0B-82DB-6245-6117-B708CBA1C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96AA5A-765D-AC9A-1F0E-D45C1BD649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41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5D838C8-E801-1F5D-5AEE-F7F8AA7B345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6B6DD5B6-307A-EFA0-E7B1-060B467B08A8}"/>
              </a:ext>
            </a:extLst>
          </p:cNvPr>
          <p:cNvSpPr/>
          <p:nvPr/>
        </p:nvSpPr>
        <p:spPr>
          <a:xfrm>
            <a:off x="2766321" y="1351280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A0E4F6EB-331A-9DFC-1E28-689CDAE923E2}"/>
              </a:ext>
            </a:extLst>
          </p:cNvPr>
          <p:cNvSpPr/>
          <p:nvPr/>
        </p:nvSpPr>
        <p:spPr>
          <a:xfrm>
            <a:off x="7451201" y="1345856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470F0D82-F510-A44A-CE27-92B47A68BBB9}"/>
              </a:ext>
            </a:extLst>
          </p:cNvPr>
          <p:cNvSpPr/>
          <p:nvPr/>
        </p:nvSpPr>
        <p:spPr>
          <a:xfrm>
            <a:off x="3187942" y="934194"/>
            <a:ext cx="1087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1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6A40E05A-84CB-F746-B4D9-C0BA16047A0C}"/>
              </a:ext>
            </a:extLst>
          </p:cNvPr>
          <p:cNvSpPr/>
          <p:nvPr/>
        </p:nvSpPr>
        <p:spPr>
          <a:xfrm>
            <a:off x="7802208" y="924034"/>
            <a:ext cx="11448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2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قوس كبير أيسر 13">
            <a:extLst>
              <a:ext uri="{FF2B5EF4-FFF2-40B4-BE49-F238E27FC236}">
                <a16:creationId xmlns:a16="http://schemas.microsoft.com/office/drawing/2014/main" id="{A608229E-DF8A-C689-5F96-56B942110660}"/>
              </a:ext>
            </a:extLst>
          </p:cNvPr>
          <p:cNvSpPr/>
          <p:nvPr/>
        </p:nvSpPr>
        <p:spPr>
          <a:xfrm>
            <a:off x="2032000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قوس كبير أيسر 14">
            <a:extLst>
              <a:ext uri="{FF2B5EF4-FFF2-40B4-BE49-F238E27FC236}">
                <a16:creationId xmlns:a16="http://schemas.microsoft.com/office/drawing/2014/main" id="{74DF13D1-6F0B-AC48-8253-4D998CC210C1}"/>
              </a:ext>
            </a:extLst>
          </p:cNvPr>
          <p:cNvSpPr/>
          <p:nvPr/>
        </p:nvSpPr>
        <p:spPr>
          <a:xfrm rot="10800000">
            <a:off x="9709483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8DB61240-C8F3-B95D-DE5E-18070EF491F5}"/>
              </a:ext>
            </a:extLst>
          </p:cNvPr>
          <p:cNvSpPr/>
          <p:nvPr/>
        </p:nvSpPr>
        <p:spPr>
          <a:xfrm>
            <a:off x="171800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44A70F26-8334-D50B-2292-5CC012C94A38}"/>
              </a:ext>
            </a:extLst>
          </p:cNvPr>
          <p:cNvSpPr/>
          <p:nvPr/>
        </p:nvSpPr>
        <p:spPr>
          <a:xfrm>
            <a:off x="10333644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1563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71728-640C-9471-31B1-B4F9567195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CB866AE-AAD0-67CA-B28D-B8A4407F8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HWPE :Memory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992A1B-574B-4768-C7F3-956FBB5A2A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C53B14-077D-ED43-C851-42E09DCCB9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42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ADE1A7E-C36A-E4B8-A62D-C81A5A0272A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7A759E8C-6AAE-DEC4-3B49-46AC1315E2F6}"/>
              </a:ext>
            </a:extLst>
          </p:cNvPr>
          <p:cNvSpPr/>
          <p:nvPr/>
        </p:nvSpPr>
        <p:spPr>
          <a:xfrm>
            <a:off x="2766321" y="1351280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7C4A36EB-7B59-02D3-7333-68F25CE102B0}"/>
              </a:ext>
            </a:extLst>
          </p:cNvPr>
          <p:cNvSpPr/>
          <p:nvPr/>
        </p:nvSpPr>
        <p:spPr>
          <a:xfrm>
            <a:off x="7451201" y="1345856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9545BB06-B990-0882-466B-C6B6A61F4578}"/>
              </a:ext>
            </a:extLst>
          </p:cNvPr>
          <p:cNvSpPr/>
          <p:nvPr/>
        </p:nvSpPr>
        <p:spPr>
          <a:xfrm>
            <a:off x="3187942" y="934194"/>
            <a:ext cx="1087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1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C397029B-3D90-4A17-7F69-20FBBF1E5290}"/>
              </a:ext>
            </a:extLst>
          </p:cNvPr>
          <p:cNvSpPr/>
          <p:nvPr/>
        </p:nvSpPr>
        <p:spPr>
          <a:xfrm>
            <a:off x="7802208" y="924034"/>
            <a:ext cx="11448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2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قوس كبير أيسر 13">
            <a:extLst>
              <a:ext uri="{FF2B5EF4-FFF2-40B4-BE49-F238E27FC236}">
                <a16:creationId xmlns:a16="http://schemas.microsoft.com/office/drawing/2014/main" id="{65BD2AA9-1F30-BA39-E4E6-0EFE0A7FF44A}"/>
              </a:ext>
            </a:extLst>
          </p:cNvPr>
          <p:cNvSpPr/>
          <p:nvPr/>
        </p:nvSpPr>
        <p:spPr>
          <a:xfrm>
            <a:off x="2032000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قوس كبير أيسر 14">
            <a:extLst>
              <a:ext uri="{FF2B5EF4-FFF2-40B4-BE49-F238E27FC236}">
                <a16:creationId xmlns:a16="http://schemas.microsoft.com/office/drawing/2014/main" id="{BD8A8CB3-F7BF-9D84-1FBC-839A4AF2654E}"/>
              </a:ext>
            </a:extLst>
          </p:cNvPr>
          <p:cNvSpPr/>
          <p:nvPr/>
        </p:nvSpPr>
        <p:spPr>
          <a:xfrm rot="10800000">
            <a:off x="9709483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AA414140-6489-5833-5310-32A3A4B90940}"/>
              </a:ext>
            </a:extLst>
          </p:cNvPr>
          <p:cNvSpPr/>
          <p:nvPr/>
        </p:nvSpPr>
        <p:spPr>
          <a:xfrm>
            <a:off x="171800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8B02A32D-6634-BE62-65D6-DBC784D9F7C5}"/>
              </a:ext>
            </a:extLst>
          </p:cNvPr>
          <p:cNvSpPr/>
          <p:nvPr/>
        </p:nvSpPr>
        <p:spPr>
          <a:xfrm>
            <a:off x="10333644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F0F6DD00-C8D4-8CF9-5331-2E75A689182F}"/>
              </a:ext>
            </a:extLst>
          </p:cNvPr>
          <p:cNvSpPr/>
          <p:nvPr/>
        </p:nvSpPr>
        <p:spPr>
          <a:xfrm>
            <a:off x="2980993" y="4737040"/>
            <a:ext cx="13917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FF0000"/>
                </a:solidFill>
              </a:rPr>
              <a:t>Task 1</a:t>
            </a:r>
            <a:endParaRPr lang="ar-SA" sz="36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51E81F9F-1D37-5FB9-D349-5F57251BF396}"/>
              </a:ext>
            </a:extLst>
          </p:cNvPr>
          <p:cNvSpPr/>
          <p:nvPr/>
        </p:nvSpPr>
        <p:spPr>
          <a:xfrm>
            <a:off x="3017520" y="2725006"/>
            <a:ext cx="13404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>
                <a:ln w="0"/>
                <a:solidFill>
                  <a:srgbClr val="FF0000"/>
                </a:solidFill>
              </a:rPr>
              <a:t>data_in</a:t>
            </a:r>
            <a:r>
              <a:rPr lang="en-US" sz="2400" b="0" cap="none" spc="0" dirty="0">
                <a:ln w="0"/>
                <a:solidFill>
                  <a:srgbClr val="FF0000"/>
                </a:solidFill>
              </a:rPr>
              <a:t> 1</a:t>
            </a:r>
            <a:endParaRPr lang="ar-SA" sz="2400" b="0" cap="none" spc="0" dirty="0">
              <a:ln w="0"/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95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191507-FED5-475A-BD38-5710FEFA3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9706A51-9A4B-C4BA-CC18-787FB1372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HWPE :Memory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68B6C9-0A80-E995-902A-0DCD3645A2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CC8E96-8EF7-304E-CEA4-B273BA0F6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43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6E25484-3A31-F2B7-ABD6-8B37D7245662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11CB5391-6596-C735-0155-6DC797E2B636}"/>
              </a:ext>
            </a:extLst>
          </p:cNvPr>
          <p:cNvSpPr/>
          <p:nvPr/>
        </p:nvSpPr>
        <p:spPr>
          <a:xfrm>
            <a:off x="2766321" y="1351280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E3AC6DE4-CAF5-A8B9-BF46-6FB80D3BF455}"/>
              </a:ext>
            </a:extLst>
          </p:cNvPr>
          <p:cNvSpPr/>
          <p:nvPr/>
        </p:nvSpPr>
        <p:spPr>
          <a:xfrm>
            <a:off x="7451201" y="1345856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69D56936-355C-F8A7-DD9F-405E9F64543C}"/>
              </a:ext>
            </a:extLst>
          </p:cNvPr>
          <p:cNvSpPr/>
          <p:nvPr/>
        </p:nvSpPr>
        <p:spPr>
          <a:xfrm>
            <a:off x="3187942" y="934194"/>
            <a:ext cx="1087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1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8EA34E8D-E673-A766-9462-41CD38CD8D0C}"/>
              </a:ext>
            </a:extLst>
          </p:cNvPr>
          <p:cNvSpPr/>
          <p:nvPr/>
        </p:nvSpPr>
        <p:spPr>
          <a:xfrm>
            <a:off x="7802208" y="924034"/>
            <a:ext cx="11448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2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قوس كبير أيسر 13">
            <a:extLst>
              <a:ext uri="{FF2B5EF4-FFF2-40B4-BE49-F238E27FC236}">
                <a16:creationId xmlns:a16="http://schemas.microsoft.com/office/drawing/2014/main" id="{84142989-EB13-E965-5211-8D322326C9C0}"/>
              </a:ext>
            </a:extLst>
          </p:cNvPr>
          <p:cNvSpPr/>
          <p:nvPr/>
        </p:nvSpPr>
        <p:spPr>
          <a:xfrm>
            <a:off x="2032000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قوس كبير أيسر 14">
            <a:extLst>
              <a:ext uri="{FF2B5EF4-FFF2-40B4-BE49-F238E27FC236}">
                <a16:creationId xmlns:a16="http://schemas.microsoft.com/office/drawing/2014/main" id="{0151F6C6-B6D4-8FA9-2A98-29FED711F953}"/>
              </a:ext>
            </a:extLst>
          </p:cNvPr>
          <p:cNvSpPr/>
          <p:nvPr/>
        </p:nvSpPr>
        <p:spPr>
          <a:xfrm rot="10800000">
            <a:off x="9709483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B11FBAE1-AA32-1D73-32D7-6A777E0FCCC3}"/>
              </a:ext>
            </a:extLst>
          </p:cNvPr>
          <p:cNvSpPr/>
          <p:nvPr/>
        </p:nvSpPr>
        <p:spPr>
          <a:xfrm>
            <a:off x="171800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6194F05E-2F47-33A3-3E7D-5788B92DF9A4}"/>
              </a:ext>
            </a:extLst>
          </p:cNvPr>
          <p:cNvSpPr/>
          <p:nvPr/>
        </p:nvSpPr>
        <p:spPr>
          <a:xfrm>
            <a:off x="10333644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E9721337-DF26-F606-90EE-82EAF3438459}"/>
              </a:ext>
            </a:extLst>
          </p:cNvPr>
          <p:cNvSpPr/>
          <p:nvPr/>
        </p:nvSpPr>
        <p:spPr>
          <a:xfrm>
            <a:off x="2980993" y="4737040"/>
            <a:ext cx="13917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0B050"/>
                </a:solidFill>
              </a:rPr>
              <a:t>Task 1</a:t>
            </a:r>
            <a:endParaRPr lang="ar-SA" sz="3600" b="0" cap="none" spc="0" dirty="0">
              <a:ln w="0"/>
              <a:solidFill>
                <a:srgbClr val="00B050"/>
              </a:solidFill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3E73D331-7119-4629-F44D-908809B26E15}"/>
              </a:ext>
            </a:extLst>
          </p:cNvPr>
          <p:cNvSpPr/>
          <p:nvPr/>
        </p:nvSpPr>
        <p:spPr>
          <a:xfrm>
            <a:off x="3017520" y="2725006"/>
            <a:ext cx="13404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>
                <a:ln w="0"/>
                <a:solidFill>
                  <a:srgbClr val="00B050"/>
                </a:solidFill>
              </a:rPr>
              <a:t>data_in</a:t>
            </a:r>
            <a:r>
              <a:rPr lang="en-US" sz="2400" b="0" cap="none" spc="0" dirty="0">
                <a:ln w="0"/>
                <a:solidFill>
                  <a:srgbClr val="00B050"/>
                </a:solidFill>
              </a:rPr>
              <a:t> 1</a:t>
            </a:r>
            <a:endParaRPr lang="ar-SA" sz="2400" b="0" cap="none" spc="0" dirty="0">
              <a:ln w="0"/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6456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CB8E3B-145B-DA02-C25C-B028A8F40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DE4A79-A860-1497-2762-2E0A1288CB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HWPE :Memory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1F23C5-F3D3-9C8B-97A2-BFB07C6A6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22CAF-3A35-7672-CB77-A465D48717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44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76D966D-4544-15A0-3AF0-99CACBCE906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1851792D-B51B-2E55-FEF5-3031280D971D}"/>
              </a:ext>
            </a:extLst>
          </p:cNvPr>
          <p:cNvSpPr/>
          <p:nvPr/>
        </p:nvSpPr>
        <p:spPr>
          <a:xfrm>
            <a:off x="2766321" y="1351280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222DFF99-E5AC-D992-C2E3-0599C9DC0931}"/>
              </a:ext>
            </a:extLst>
          </p:cNvPr>
          <p:cNvSpPr/>
          <p:nvPr/>
        </p:nvSpPr>
        <p:spPr>
          <a:xfrm>
            <a:off x="7451201" y="1345856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CA0EB44E-2D61-BE4C-A7F4-805F9693EF39}"/>
              </a:ext>
            </a:extLst>
          </p:cNvPr>
          <p:cNvSpPr/>
          <p:nvPr/>
        </p:nvSpPr>
        <p:spPr>
          <a:xfrm>
            <a:off x="3187942" y="934194"/>
            <a:ext cx="1087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1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6789AFBC-D787-1593-D501-B4E007EACBE3}"/>
              </a:ext>
            </a:extLst>
          </p:cNvPr>
          <p:cNvSpPr/>
          <p:nvPr/>
        </p:nvSpPr>
        <p:spPr>
          <a:xfrm>
            <a:off x="7802208" y="924034"/>
            <a:ext cx="11448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2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قوس كبير أيسر 13">
            <a:extLst>
              <a:ext uri="{FF2B5EF4-FFF2-40B4-BE49-F238E27FC236}">
                <a16:creationId xmlns:a16="http://schemas.microsoft.com/office/drawing/2014/main" id="{4146EA65-E9D4-927F-5539-24F2732D47E7}"/>
              </a:ext>
            </a:extLst>
          </p:cNvPr>
          <p:cNvSpPr/>
          <p:nvPr/>
        </p:nvSpPr>
        <p:spPr>
          <a:xfrm>
            <a:off x="2032000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قوس كبير أيسر 14">
            <a:extLst>
              <a:ext uri="{FF2B5EF4-FFF2-40B4-BE49-F238E27FC236}">
                <a16:creationId xmlns:a16="http://schemas.microsoft.com/office/drawing/2014/main" id="{EDF14390-47EC-7318-3B98-6A5628E88041}"/>
              </a:ext>
            </a:extLst>
          </p:cNvPr>
          <p:cNvSpPr/>
          <p:nvPr/>
        </p:nvSpPr>
        <p:spPr>
          <a:xfrm rot="10800000">
            <a:off x="9709483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AE63F3B7-E2EB-49B6-66BA-4D9485DB833C}"/>
              </a:ext>
            </a:extLst>
          </p:cNvPr>
          <p:cNvSpPr/>
          <p:nvPr/>
        </p:nvSpPr>
        <p:spPr>
          <a:xfrm>
            <a:off x="171800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79D831F9-B6E8-CC97-4969-3EE9D10340FB}"/>
              </a:ext>
            </a:extLst>
          </p:cNvPr>
          <p:cNvSpPr/>
          <p:nvPr/>
        </p:nvSpPr>
        <p:spPr>
          <a:xfrm>
            <a:off x="10333644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33580922-059B-EEA4-C873-3F864298E685}"/>
              </a:ext>
            </a:extLst>
          </p:cNvPr>
          <p:cNvSpPr/>
          <p:nvPr/>
        </p:nvSpPr>
        <p:spPr>
          <a:xfrm>
            <a:off x="2980993" y="4737040"/>
            <a:ext cx="139172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0B050"/>
                </a:solidFill>
              </a:rPr>
              <a:t>Task 1</a:t>
            </a:r>
            <a:endParaRPr lang="ar-SA" sz="3600" b="0" cap="none" spc="0" dirty="0">
              <a:ln w="0"/>
              <a:solidFill>
                <a:srgbClr val="00B050"/>
              </a:solidFill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59D4A7C9-918C-CA08-0327-E1A62C0504B3}"/>
              </a:ext>
            </a:extLst>
          </p:cNvPr>
          <p:cNvSpPr/>
          <p:nvPr/>
        </p:nvSpPr>
        <p:spPr>
          <a:xfrm>
            <a:off x="3017520" y="2725006"/>
            <a:ext cx="1340432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>
                <a:ln w="0"/>
                <a:solidFill>
                  <a:srgbClr val="00B050"/>
                </a:solidFill>
              </a:rPr>
              <a:t>data_in</a:t>
            </a:r>
            <a:r>
              <a:rPr lang="en-US" sz="2400" b="0" cap="none" spc="0" dirty="0">
                <a:ln w="0"/>
                <a:solidFill>
                  <a:srgbClr val="00B050"/>
                </a:solidFill>
              </a:rPr>
              <a:t> 1</a:t>
            </a:r>
            <a:endParaRPr lang="ar-SA" sz="2400" b="0" cap="none" spc="0" dirty="0">
              <a:ln w="0"/>
              <a:solidFill>
                <a:srgbClr val="00B050"/>
              </a:solidFill>
            </a:endParaRP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E09FAC5A-5BC8-08DA-7A10-F2D09DCC5821}"/>
              </a:ext>
            </a:extLst>
          </p:cNvPr>
          <p:cNvSpPr/>
          <p:nvPr/>
        </p:nvSpPr>
        <p:spPr>
          <a:xfrm>
            <a:off x="7662914" y="4737040"/>
            <a:ext cx="147668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FF0000"/>
                </a:solidFill>
              </a:rPr>
              <a:t>Task 2</a:t>
            </a:r>
            <a:endParaRPr lang="ar-SA" sz="36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FC52D0E1-F235-890E-DAEC-6916D89106C2}"/>
              </a:ext>
            </a:extLst>
          </p:cNvPr>
          <p:cNvSpPr/>
          <p:nvPr/>
        </p:nvSpPr>
        <p:spPr>
          <a:xfrm>
            <a:off x="7713066" y="2725006"/>
            <a:ext cx="13981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>
                <a:ln w="0"/>
                <a:solidFill>
                  <a:srgbClr val="FF0000"/>
                </a:solidFill>
              </a:rPr>
              <a:t>data_in</a:t>
            </a:r>
            <a:r>
              <a:rPr lang="en-US" sz="2400" b="0" cap="none" spc="0" dirty="0">
                <a:ln w="0"/>
                <a:solidFill>
                  <a:srgbClr val="FF0000"/>
                </a:solidFill>
              </a:rPr>
              <a:t> 2</a:t>
            </a:r>
            <a:endParaRPr lang="ar-SA" sz="2400" b="0" cap="none" spc="0" dirty="0">
              <a:ln w="0"/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2473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6B5F42-4957-7496-C079-4DC94B06A3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6F3409D-27E1-85D0-EA08-47B51A56C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HWPE :Memory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1594FF-17BF-EB70-71A4-7236A4A7A4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610CC0-2F81-61FB-835B-F4533CAB8D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45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661F115-7027-C7AA-F80D-635D8FCD73B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08C8480F-A14A-D6D3-D973-C422867D969D}"/>
              </a:ext>
            </a:extLst>
          </p:cNvPr>
          <p:cNvSpPr/>
          <p:nvPr/>
        </p:nvSpPr>
        <p:spPr>
          <a:xfrm>
            <a:off x="2766321" y="1351280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D0FB2B50-B29A-5EA5-8670-A4D13D73ACC0}"/>
              </a:ext>
            </a:extLst>
          </p:cNvPr>
          <p:cNvSpPr/>
          <p:nvPr/>
        </p:nvSpPr>
        <p:spPr>
          <a:xfrm>
            <a:off x="7451201" y="1345856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3DBAEFB9-D2E1-F24E-D5BF-427C3F57CD23}"/>
              </a:ext>
            </a:extLst>
          </p:cNvPr>
          <p:cNvSpPr/>
          <p:nvPr/>
        </p:nvSpPr>
        <p:spPr>
          <a:xfrm>
            <a:off x="3187942" y="934194"/>
            <a:ext cx="1087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1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BD70F916-F55E-F5E5-FB3A-E07BE2D6526D}"/>
              </a:ext>
            </a:extLst>
          </p:cNvPr>
          <p:cNvSpPr/>
          <p:nvPr/>
        </p:nvSpPr>
        <p:spPr>
          <a:xfrm>
            <a:off x="7802208" y="924034"/>
            <a:ext cx="11448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2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قوس كبير أيسر 13">
            <a:extLst>
              <a:ext uri="{FF2B5EF4-FFF2-40B4-BE49-F238E27FC236}">
                <a16:creationId xmlns:a16="http://schemas.microsoft.com/office/drawing/2014/main" id="{EAEB0B42-EE38-8AC0-266C-776CDD28D672}"/>
              </a:ext>
            </a:extLst>
          </p:cNvPr>
          <p:cNvSpPr/>
          <p:nvPr/>
        </p:nvSpPr>
        <p:spPr>
          <a:xfrm>
            <a:off x="2032000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قوس كبير أيسر 14">
            <a:extLst>
              <a:ext uri="{FF2B5EF4-FFF2-40B4-BE49-F238E27FC236}">
                <a16:creationId xmlns:a16="http://schemas.microsoft.com/office/drawing/2014/main" id="{A086B660-C827-348C-97E2-E18B9E6CBD5F}"/>
              </a:ext>
            </a:extLst>
          </p:cNvPr>
          <p:cNvSpPr/>
          <p:nvPr/>
        </p:nvSpPr>
        <p:spPr>
          <a:xfrm rot="10800000">
            <a:off x="9709483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1597F0B3-D8AC-A49E-098D-C87F53072D79}"/>
              </a:ext>
            </a:extLst>
          </p:cNvPr>
          <p:cNvSpPr/>
          <p:nvPr/>
        </p:nvSpPr>
        <p:spPr>
          <a:xfrm>
            <a:off x="171800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554CC289-9816-F393-D4F7-7F640C9BFA19}"/>
              </a:ext>
            </a:extLst>
          </p:cNvPr>
          <p:cNvSpPr/>
          <p:nvPr/>
        </p:nvSpPr>
        <p:spPr>
          <a:xfrm>
            <a:off x="10333644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76791FAB-908E-5EFA-E0C0-61B7C876A484}"/>
              </a:ext>
            </a:extLst>
          </p:cNvPr>
          <p:cNvSpPr/>
          <p:nvPr/>
        </p:nvSpPr>
        <p:spPr>
          <a:xfrm>
            <a:off x="2310138" y="4737040"/>
            <a:ext cx="2733441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 err="1">
                <a:ln w="0"/>
                <a:solidFill>
                  <a:schemeClr val="accent4"/>
                </a:solidFill>
              </a:rPr>
              <a:t>Task_finish</a:t>
            </a:r>
            <a:r>
              <a:rPr lang="en-US" sz="3600" b="0" cap="none" spc="0" dirty="0">
                <a:ln w="0"/>
                <a:solidFill>
                  <a:schemeClr val="accent4"/>
                </a:solidFill>
              </a:rPr>
              <a:t> 1</a:t>
            </a:r>
            <a:endParaRPr lang="ar-SA" sz="3600" b="0" cap="none" spc="0" dirty="0">
              <a:ln w="0"/>
              <a:solidFill>
                <a:schemeClr val="accent4"/>
              </a:solidFill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A4CD2912-D09B-44EF-45DD-1820A0836F66}"/>
              </a:ext>
            </a:extLst>
          </p:cNvPr>
          <p:cNvSpPr/>
          <p:nvPr/>
        </p:nvSpPr>
        <p:spPr>
          <a:xfrm>
            <a:off x="2916531" y="2725006"/>
            <a:ext cx="154241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>
                <a:ln w="0"/>
                <a:solidFill>
                  <a:schemeClr val="accent4"/>
                </a:solidFill>
              </a:rPr>
              <a:t>data_out</a:t>
            </a:r>
            <a:r>
              <a:rPr lang="en-US" sz="2400" b="0" cap="none" spc="0" dirty="0">
                <a:ln w="0"/>
                <a:solidFill>
                  <a:schemeClr val="accent4"/>
                </a:solidFill>
              </a:rPr>
              <a:t> 1</a:t>
            </a:r>
            <a:endParaRPr lang="ar-SA" sz="2400" b="0" cap="none" spc="0" dirty="0">
              <a:ln w="0"/>
              <a:solidFill>
                <a:schemeClr val="accent4"/>
              </a:solidFill>
            </a:endParaRP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8A9CC546-48C0-5F09-0E05-1A41F384814D}"/>
              </a:ext>
            </a:extLst>
          </p:cNvPr>
          <p:cNvSpPr/>
          <p:nvPr/>
        </p:nvSpPr>
        <p:spPr>
          <a:xfrm>
            <a:off x="7662914" y="4737040"/>
            <a:ext cx="147668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0B050"/>
                </a:solidFill>
              </a:rPr>
              <a:t>Task 2</a:t>
            </a:r>
            <a:endParaRPr lang="ar-SA" sz="3600" b="0" cap="none" spc="0" dirty="0">
              <a:ln w="0"/>
              <a:solidFill>
                <a:srgbClr val="00B050"/>
              </a:solidFill>
            </a:endParaRP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56968BBE-E9A4-2610-7C0F-3B5DA0C8344C}"/>
              </a:ext>
            </a:extLst>
          </p:cNvPr>
          <p:cNvSpPr/>
          <p:nvPr/>
        </p:nvSpPr>
        <p:spPr>
          <a:xfrm>
            <a:off x="7713066" y="2725006"/>
            <a:ext cx="13981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>
                <a:ln w="0"/>
                <a:solidFill>
                  <a:srgbClr val="00B050"/>
                </a:solidFill>
              </a:rPr>
              <a:t>data_in</a:t>
            </a:r>
            <a:r>
              <a:rPr lang="en-US" sz="2400" b="0" cap="none" spc="0" dirty="0">
                <a:ln w="0"/>
                <a:solidFill>
                  <a:srgbClr val="00B050"/>
                </a:solidFill>
              </a:rPr>
              <a:t> 2</a:t>
            </a:r>
            <a:endParaRPr lang="ar-SA" sz="2400" b="0" cap="none" spc="0" dirty="0">
              <a:ln w="0"/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14685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D4524-E3F9-4F9B-513F-61A539B9E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52FF3F0-485B-7E7B-31C2-CE067F6BB8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 dirty="0"/>
              <a:t>HWPE :Memory management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95F59-4779-47AA-2267-B70B7D9696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210520-CD08-3E15-C236-87298E192D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46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9540E0E-915C-AEE2-B91F-45A440E1A93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9" name="مستطيل 8">
            <a:extLst>
              <a:ext uri="{FF2B5EF4-FFF2-40B4-BE49-F238E27FC236}">
                <a16:creationId xmlns:a16="http://schemas.microsoft.com/office/drawing/2014/main" id="{D163FC7A-4C8B-0FAA-E7D2-3A850400CFFC}"/>
              </a:ext>
            </a:extLst>
          </p:cNvPr>
          <p:cNvSpPr/>
          <p:nvPr/>
        </p:nvSpPr>
        <p:spPr>
          <a:xfrm>
            <a:off x="2766321" y="1351280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مستطيل 9">
            <a:extLst>
              <a:ext uri="{FF2B5EF4-FFF2-40B4-BE49-F238E27FC236}">
                <a16:creationId xmlns:a16="http://schemas.microsoft.com/office/drawing/2014/main" id="{55B4C8D2-CD57-8C41-06BB-5442624147B8}"/>
              </a:ext>
            </a:extLst>
          </p:cNvPr>
          <p:cNvSpPr/>
          <p:nvPr/>
        </p:nvSpPr>
        <p:spPr>
          <a:xfrm>
            <a:off x="7451201" y="1345856"/>
            <a:ext cx="1930400" cy="32918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مستطيل 10">
            <a:extLst>
              <a:ext uri="{FF2B5EF4-FFF2-40B4-BE49-F238E27FC236}">
                <a16:creationId xmlns:a16="http://schemas.microsoft.com/office/drawing/2014/main" id="{BDF0D52F-A69B-4A39-B2F6-7F9A19E6923F}"/>
              </a:ext>
            </a:extLst>
          </p:cNvPr>
          <p:cNvSpPr/>
          <p:nvPr/>
        </p:nvSpPr>
        <p:spPr>
          <a:xfrm>
            <a:off x="3187942" y="934194"/>
            <a:ext cx="1087157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1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مستطيل 11">
            <a:extLst>
              <a:ext uri="{FF2B5EF4-FFF2-40B4-BE49-F238E27FC236}">
                <a16:creationId xmlns:a16="http://schemas.microsoft.com/office/drawing/2014/main" id="{B6628C18-6779-4705-B04D-27235C28DC8C}"/>
              </a:ext>
            </a:extLst>
          </p:cNvPr>
          <p:cNvSpPr/>
          <p:nvPr/>
        </p:nvSpPr>
        <p:spPr>
          <a:xfrm>
            <a:off x="7802208" y="924034"/>
            <a:ext cx="1144865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Place 2</a:t>
            </a:r>
            <a:endParaRPr lang="ar-SA" sz="24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4" name="قوس كبير أيسر 13">
            <a:extLst>
              <a:ext uri="{FF2B5EF4-FFF2-40B4-BE49-F238E27FC236}">
                <a16:creationId xmlns:a16="http://schemas.microsoft.com/office/drawing/2014/main" id="{4282D600-3F8F-7207-5400-CBDF4BC2538D}"/>
              </a:ext>
            </a:extLst>
          </p:cNvPr>
          <p:cNvSpPr/>
          <p:nvPr/>
        </p:nvSpPr>
        <p:spPr>
          <a:xfrm>
            <a:off x="2032000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قوس كبير أيسر 14">
            <a:extLst>
              <a:ext uri="{FF2B5EF4-FFF2-40B4-BE49-F238E27FC236}">
                <a16:creationId xmlns:a16="http://schemas.microsoft.com/office/drawing/2014/main" id="{168537BC-9170-D064-BC32-C61BAAA3AAD3}"/>
              </a:ext>
            </a:extLst>
          </p:cNvPr>
          <p:cNvSpPr/>
          <p:nvPr/>
        </p:nvSpPr>
        <p:spPr>
          <a:xfrm rot="10800000">
            <a:off x="9709483" y="1345856"/>
            <a:ext cx="558800" cy="3291840"/>
          </a:xfrm>
          <a:prstGeom prst="leftBrac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مستطيل 15">
            <a:extLst>
              <a:ext uri="{FF2B5EF4-FFF2-40B4-BE49-F238E27FC236}">
                <a16:creationId xmlns:a16="http://schemas.microsoft.com/office/drawing/2014/main" id="{F122702C-CF3C-69AB-EBAE-32B51D1C2A66}"/>
              </a:ext>
            </a:extLst>
          </p:cNvPr>
          <p:cNvSpPr/>
          <p:nvPr/>
        </p:nvSpPr>
        <p:spPr>
          <a:xfrm>
            <a:off x="171800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7" name="مستطيل 16">
            <a:extLst>
              <a:ext uri="{FF2B5EF4-FFF2-40B4-BE49-F238E27FC236}">
                <a16:creationId xmlns:a16="http://schemas.microsoft.com/office/drawing/2014/main" id="{EEC25801-BA0E-0503-A291-46FFE466907C}"/>
              </a:ext>
            </a:extLst>
          </p:cNvPr>
          <p:cNvSpPr/>
          <p:nvPr/>
        </p:nvSpPr>
        <p:spPr>
          <a:xfrm>
            <a:off x="10333644" y="2694229"/>
            <a:ext cx="1811714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8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4096 word</a:t>
            </a:r>
            <a:endParaRPr lang="ar-SA" sz="2800" b="0" cap="none" spc="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" name="مستطيل 1">
            <a:extLst>
              <a:ext uri="{FF2B5EF4-FFF2-40B4-BE49-F238E27FC236}">
                <a16:creationId xmlns:a16="http://schemas.microsoft.com/office/drawing/2014/main" id="{F22DDE69-0B68-0AA0-C356-3BB980343ACA}"/>
              </a:ext>
            </a:extLst>
          </p:cNvPr>
          <p:cNvSpPr/>
          <p:nvPr/>
        </p:nvSpPr>
        <p:spPr>
          <a:xfrm>
            <a:off x="2943325" y="4737040"/>
            <a:ext cx="1467068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FF0000"/>
                </a:solidFill>
              </a:rPr>
              <a:t>Task 3</a:t>
            </a:r>
            <a:endParaRPr lang="ar-SA" sz="36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7" name="مستطيل 6">
            <a:extLst>
              <a:ext uri="{FF2B5EF4-FFF2-40B4-BE49-F238E27FC236}">
                <a16:creationId xmlns:a16="http://schemas.microsoft.com/office/drawing/2014/main" id="{D3F2C310-B25B-6948-6DB0-F216F21B5F23}"/>
              </a:ext>
            </a:extLst>
          </p:cNvPr>
          <p:cNvSpPr/>
          <p:nvPr/>
        </p:nvSpPr>
        <p:spPr>
          <a:xfrm>
            <a:off x="2991872" y="2725006"/>
            <a:ext cx="1391728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>
                <a:ln w="0"/>
                <a:solidFill>
                  <a:srgbClr val="FF0000"/>
                </a:solidFill>
              </a:rPr>
              <a:t>data_in</a:t>
            </a:r>
            <a:r>
              <a:rPr lang="en-US" sz="2400" dirty="0">
                <a:ln w="0"/>
                <a:solidFill>
                  <a:srgbClr val="FF0000"/>
                </a:solidFill>
              </a:rPr>
              <a:t> 3</a:t>
            </a:r>
            <a:endParaRPr lang="ar-SA" sz="2400" b="0" cap="none" spc="0" dirty="0">
              <a:ln w="0"/>
              <a:solidFill>
                <a:srgbClr val="FF0000"/>
              </a:solidFill>
            </a:endParaRPr>
          </a:p>
        </p:txBody>
      </p:sp>
      <p:sp>
        <p:nvSpPr>
          <p:cNvPr id="8" name="مستطيل 7">
            <a:extLst>
              <a:ext uri="{FF2B5EF4-FFF2-40B4-BE49-F238E27FC236}">
                <a16:creationId xmlns:a16="http://schemas.microsoft.com/office/drawing/2014/main" id="{9AE415DC-C342-8FDE-2DF8-B0D2EE95B628}"/>
              </a:ext>
            </a:extLst>
          </p:cNvPr>
          <p:cNvSpPr/>
          <p:nvPr/>
        </p:nvSpPr>
        <p:spPr>
          <a:xfrm>
            <a:off x="7662914" y="4737040"/>
            <a:ext cx="1476687" cy="64633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3600" b="0" cap="none" spc="0" dirty="0">
                <a:ln w="0"/>
                <a:solidFill>
                  <a:srgbClr val="00B050"/>
                </a:solidFill>
              </a:rPr>
              <a:t>Task 2</a:t>
            </a:r>
            <a:endParaRPr lang="ar-SA" sz="3600" b="0" cap="none" spc="0" dirty="0">
              <a:ln w="0"/>
              <a:solidFill>
                <a:srgbClr val="00B050"/>
              </a:solidFill>
            </a:endParaRPr>
          </a:p>
        </p:txBody>
      </p:sp>
      <p:sp>
        <p:nvSpPr>
          <p:cNvPr id="18" name="مستطيل 17">
            <a:extLst>
              <a:ext uri="{FF2B5EF4-FFF2-40B4-BE49-F238E27FC236}">
                <a16:creationId xmlns:a16="http://schemas.microsoft.com/office/drawing/2014/main" id="{5D234C0E-B257-57D9-616A-C16D586CA817}"/>
              </a:ext>
            </a:extLst>
          </p:cNvPr>
          <p:cNvSpPr/>
          <p:nvPr/>
        </p:nvSpPr>
        <p:spPr>
          <a:xfrm>
            <a:off x="7713066" y="2725006"/>
            <a:ext cx="1398140" cy="46166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400" dirty="0" err="1">
                <a:ln w="0"/>
                <a:solidFill>
                  <a:srgbClr val="00B050"/>
                </a:solidFill>
              </a:rPr>
              <a:t>data_in</a:t>
            </a:r>
            <a:r>
              <a:rPr lang="en-US" sz="2400" b="0" cap="none" spc="0" dirty="0">
                <a:ln w="0"/>
                <a:solidFill>
                  <a:srgbClr val="00B050"/>
                </a:solidFill>
              </a:rPr>
              <a:t> 2</a:t>
            </a:r>
            <a:endParaRPr lang="ar-SA" sz="2400" b="0" cap="none" spc="0" dirty="0">
              <a:ln w="0"/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24333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BEC1D-47D7-D396-3A84-570D4056A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Title 2">
            <a:extLst>
              <a:ext uri="{FF2B5EF4-FFF2-40B4-BE49-F238E27FC236}">
                <a16:creationId xmlns:a16="http://schemas.microsoft.com/office/drawing/2014/main" id="{35F4CD6D-0270-FA3F-C3B6-066ED5CA6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/>
              <a:t>HWPE :8 parallel FFTs </a:t>
            </a:r>
          </a:p>
        </p:txBody>
      </p:sp>
      <p:sp>
        <p:nvSpPr>
          <p:cNvPr id="4" name="!!Footer Placeholder 3">
            <a:extLst>
              <a:ext uri="{FF2B5EF4-FFF2-40B4-BE49-F238E27FC236}">
                <a16:creationId xmlns:a16="http://schemas.microsoft.com/office/drawing/2014/main" id="{FB323B20-ED4F-F335-3B88-0C81120EF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!!Slide Number Placeholder 4">
            <a:extLst>
              <a:ext uri="{FF2B5EF4-FFF2-40B4-BE49-F238E27FC236}">
                <a16:creationId xmlns:a16="http://schemas.microsoft.com/office/drawing/2014/main" id="{651BB7C7-37F9-232C-5A84-83F8720EF6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47</a:t>
            </a:fld>
            <a:endParaRPr lang="en-US" baseline="-11000"/>
          </a:p>
        </p:txBody>
      </p:sp>
      <p:sp>
        <p:nvSpPr>
          <p:cNvPr id="6" name="!!Date Placeholder 5">
            <a:extLst>
              <a:ext uri="{FF2B5EF4-FFF2-40B4-BE49-F238E27FC236}">
                <a16:creationId xmlns:a16="http://schemas.microsoft.com/office/drawing/2014/main" id="{9386EAD2-0FD1-2525-9DF2-3B046EDDC088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grpSp>
        <p:nvGrpSpPr>
          <p:cNvPr id="1661" name="!!رسم 9">
            <a:extLst>
              <a:ext uri="{FF2B5EF4-FFF2-40B4-BE49-F238E27FC236}">
                <a16:creationId xmlns:a16="http://schemas.microsoft.com/office/drawing/2014/main" id="{DA15E1D2-D1C3-3AED-9CFF-7C398344C9F0}"/>
              </a:ext>
            </a:extLst>
          </p:cNvPr>
          <p:cNvGrpSpPr/>
          <p:nvPr/>
        </p:nvGrpSpPr>
        <p:grpSpPr>
          <a:xfrm>
            <a:off x="3502520" y="1695971"/>
            <a:ext cx="1291595" cy="2289616"/>
            <a:chOff x="6225400" y="1706781"/>
            <a:chExt cx="1291595" cy="2289616"/>
          </a:xfrm>
        </p:grpSpPr>
        <p:grpSp>
          <p:nvGrpSpPr>
            <p:cNvPr id="1662" name="رسم 9">
              <a:extLst>
                <a:ext uri="{FF2B5EF4-FFF2-40B4-BE49-F238E27FC236}">
                  <a16:creationId xmlns:a16="http://schemas.microsoft.com/office/drawing/2014/main" id="{7C5B61FE-7C34-8C39-2924-295F2FCD9D53}"/>
                </a:ext>
              </a:extLst>
            </p:cNvPr>
            <p:cNvGrpSpPr/>
            <p:nvPr/>
          </p:nvGrpSpPr>
          <p:grpSpPr>
            <a:xfrm>
              <a:off x="6225400" y="1727964"/>
              <a:ext cx="1291595" cy="2268433"/>
              <a:chOff x="6225400" y="1727964"/>
              <a:chExt cx="1291595" cy="2268433"/>
            </a:xfrm>
          </p:grpSpPr>
          <p:sp>
            <p:nvSpPr>
              <p:cNvPr id="1664" name="شكل حر: شكل 13">
                <a:extLst>
                  <a:ext uri="{FF2B5EF4-FFF2-40B4-BE49-F238E27FC236}">
                    <a16:creationId xmlns:a16="http://schemas.microsoft.com/office/drawing/2014/main" id="{82BFA649-FA92-5CCA-10C7-ED7391340856}"/>
                  </a:ext>
                </a:extLst>
              </p:cNvPr>
              <p:cNvSpPr/>
              <p:nvPr/>
            </p:nvSpPr>
            <p:spPr>
              <a:xfrm>
                <a:off x="6265083" y="1753952"/>
                <a:ext cx="1251913" cy="2242444"/>
              </a:xfrm>
              <a:custGeom>
                <a:avLst/>
                <a:gdLst>
                  <a:gd name="csX0" fmla="*/ 1251914 w 1251913"/>
                  <a:gd name="csY0" fmla="*/ 2242446 h 2242444"/>
                  <a:gd name="csX1" fmla="*/ 1251914 w 1251913"/>
                  <a:gd name="csY1" fmla="*/ 1 h 2242444"/>
                  <a:gd name="csX2" fmla="*/ 1 w 1251913"/>
                  <a:gd name="csY2" fmla="*/ 1 h 2242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51913" h="2242444">
                    <a:moveTo>
                      <a:pt x="1251914" y="2242446"/>
                    </a:moveTo>
                    <a:lnTo>
                      <a:pt x="1251914" y="1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5" name="شكل حر: شكل 14">
                <a:extLst>
                  <a:ext uri="{FF2B5EF4-FFF2-40B4-BE49-F238E27FC236}">
                    <a16:creationId xmlns:a16="http://schemas.microsoft.com/office/drawing/2014/main" id="{B99DD320-89B9-9077-3E8B-E8F976B1FB3E}"/>
                  </a:ext>
                </a:extLst>
              </p:cNvPr>
              <p:cNvSpPr/>
              <p:nvPr/>
            </p:nvSpPr>
            <p:spPr>
              <a:xfrm>
                <a:off x="6225400" y="172855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6" name="شكل حر: شكل 15">
                <a:extLst>
                  <a:ext uri="{FF2B5EF4-FFF2-40B4-BE49-F238E27FC236}">
                    <a16:creationId xmlns:a16="http://schemas.microsoft.com/office/drawing/2014/main" id="{BF0DCDEF-C053-5644-2B7A-6C3454C345B4}"/>
                  </a:ext>
                </a:extLst>
              </p:cNvPr>
              <p:cNvSpPr/>
              <p:nvPr/>
            </p:nvSpPr>
            <p:spPr>
              <a:xfrm>
                <a:off x="6265083" y="1736940"/>
                <a:ext cx="1251913" cy="2259457"/>
              </a:xfrm>
              <a:custGeom>
                <a:avLst/>
                <a:gdLst>
                  <a:gd name="csX0" fmla="*/ 1251914 w 1251913"/>
                  <a:gd name="csY0" fmla="*/ 2259458 h 2259457"/>
                  <a:gd name="csX1" fmla="*/ 1251914 w 1251913"/>
                  <a:gd name="csY1" fmla="*/ 17013 h 2259457"/>
                  <a:gd name="csX2" fmla="*/ 1251914 w 1251913"/>
                  <a:gd name="csY2" fmla="*/ 2259458 h 2259457"/>
                  <a:gd name="csX3" fmla="*/ 1251914 w 1251913"/>
                  <a:gd name="csY3" fmla="*/ 17013 h 2259457"/>
                  <a:gd name="csX4" fmla="*/ 1251914 w 1251913"/>
                  <a:gd name="csY4" fmla="*/ 17013 h 2259457"/>
                  <a:gd name="csX5" fmla="*/ 1 w 1251913"/>
                  <a:gd name="csY5" fmla="*/ 17013 h 2259457"/>
                  <a:gd name="csX6" fmla="*/ 1251914 w 1251913"/>
                  <a:gd name="csY6" fmla="*/ 17013 h 2259457"/>
                  <a:gd name="csX7" fmla="*/ 1 w 1251913"/>
                  <a:gd name="csY7" fmla="*/ 17013 h 22594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251913" h="2259457">
                    <a:moveTo>
                      <a:pt x="1251914" y="2259458"/>
                    </a:moveTo>
                    <a:cubicBezTo>
                      <a:pt x="1243675" y="1808357"/>
                      <a:pt x="1234001" y="1346515"/>
                      <a:pt x="1251914" y="17013"/>
                    </a:cubicBezTo>
                    <a:moveTo>
                      <a:pt x="1251914" y="2259458"/>
                    </a:moveTo>
                    <a:cubicBezTo>
                      <a:pt x="1232640" y="1628961"/>
                      <a:pt x="1238989" y="999480"/>
                      <a:pt x="1251914" y="17013"/>
                    </a:cubicBezTo>
                    <a:moveTo>
                      <a:pt x="1251914" y="17013"/>
                    </a:moveTo>
                    <a:cubicBezTo>
                      <a:pt x="781474" y="-6355"/>
                      <a:pt x="294933" y="-4976"/>
                      <a:pt x="1" y="17013"/>
                    </a:cubicBezTo>
                    <a:moveTo>
                      <a:pt x="1251914" y="17013"/>
                    </a:moveTo>
                    <a:cubicBezTo>
                      <a:pt x="778903" y="23037"/>
                      <a:pt x="303625" y="15997"/>
                      <a:pt x="1" y="1701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7" name="شكل حر: شكل 16">
                <a:extLst>
                  <a:ext uri="{FF2B5EF4-FFF2-40B4-BE49-F238E27FC236}">
                    <a16:creationId xmlns:a16="http://schemas.microsoft.com/office/drawing/2014/main" id="{2BD63349-6B1D-9314-5AA7-77CCFB8EEE63}"/>
                  </a:ext>
                </a:extLst>
              </p:cNvPr>
              <p:cNvSpPr/>
              <p:nvPr/>
            </p:nvSpPr>
            <p:spPr>
              <a:xfrm>
                <a:off x="6225400" y="1727964"/>
                <a:ext cx="52909" cy="51388"/>
              </a:xfrm>
              <a:custGeom>
                <a:avLst/>
                <a:gdLst>
                  <a:gd name="csX0" fmla="*/ 1 w 52909"/>
                  <a:gd name="csY0" fmla="*/ 25989 h 51388"/>
                  <a:gd name="csX1" fmla="*/ 52910 w 52909"/>
                  <a:gd name="csY1" fmla="*/ 589 h 51388"/>
                  <a:gd name="csX2" fmla="*/ 39683 w 52909"/>
                  <a:gd name="csY2" fmla="*/ 25989 h 51388"/>
                  <a:gd name="csX3" fmla="*/ 52910 w 52909"/>
                  <a:gd name="csY3" fmla="*/ 51389 h 51388"/>
                  <a:gd name="csX4" fmla="*/ 1 w 52909"/>
                  <a:gd name="csY4" fmla="*/ 25989 h 513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1388">
                    <a:moveTo>
                      <a:pt x="1" y="25989"/>
                    </a:moveTo>
                    <a:cubicBezTo>
                      <a:pt x="15193" y="19385"/>
                      <a:pt x="34543" y="-3983"/>
                      <a:pt x="52910" y="589"/>
                    </a:cubicBezTo>
                    <a:cubicBezTo>
                      <a:pt x="44747" y="6467"/>
                      <a:pt x="41572" y="24610"/>
                      <a:pt x="39683" y="25989"/>
                    </a:cubicBezTo>
                    <a:cubicBezTo>
                      <a:pt x="49055" y="38181"/>
                      <a:pt x="45730" y="45583"/>
                      <a:pt x="52910" y="51389"/>
                    </a:cubicBezTo>
                    <a:cubicBezTo>
                      <a:pt x="29554" y="49357"/>
                      <a:pt x="10205" y="29545"/>
                      <a:pt x="1" y="25989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8" name="شكل حر: شكل 17">
                <a:extLst>
                  <a:ext uri="{FF2B5EF4-FFF2-40B4-BE49-F238E27FC236}">
                    <a16:creationId xmlns:a16="http://schemas.microsoft.com/office/drawing/2014/main" id="{C12D2C0B-7C00-543F-0E33-9746BB925200}"/>
                  </a:ext>
                </a:extLst>
              </p:cNvPr>
              <p:cNvSpPr/>
              <p:nvPr/>
            </p:nvSpPr>
            <p:spPr>
              <a:xfrm>
                <a:off x="6225400" y="172855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4286" y="23514"/>
                      <a:pt x="19804" y="15748"/>
                      <a:pt x="52910" y="1"/>
                    </a:cubicBezTo>
                    <a:moveTo>
                      <a:pt x="1" y="25400"/>
                    </a:moveTo>
                    <a:cubicBezTo>
                      <a:pt x="11792" y="17998"/>
                      <a:pt x="30083" y="11467"/>
                      <a:pt x="52910" y="1"/>
                    </a:cubicBezTo>
                    <a:moveTo>
                      <a:pt x="52910" y="1"/>
                    </a:moveTo>
                    <a:cubicBezTo>
                      <a:pt x="48753" y="7040"/>
                      <a:pt x="41497" y="16910"/>
                      <a:pt x="39683" y="25400"/>
                    </a:cubicBezTo>
                    <a:moveTo>
                      <a:pt x="52910" y="1"/>
                    </a:moveTo>
                    <a:cubicBezTo>
                      <a:pt x="48073" y="10741"/>
                      <a:pt x="42706" y="19014"/>
                      <a:pt x="39683" y="25400"/>
                    </a:cubicBezTo>
                    <a:moveTo>
                      <a:pt x="39683" y="25400"/>
                    </a:moveTo>
                    <a:cubicBezTo>
                      <a:pt x="44898" y="31351"/>
                      <a:pt x="48148" y="42455"/>
                      <a:pt x="52910" y="50800"/>
                    </a:cubicBezTo>
                    <a:moveTo>
                      <a:pt x="39683" y="25400"/>
                    </a:moveTo>
                    <a:cubicBezTo>
                      <a:pt x="45125" y="32803"/>
                      <a:pt x="49357" y="41729"/>
                      <a:pt x="52910" y="50800"/>
                    </a:cubicBezTo>
                    <a:moveTo>
                      <a:pt x="52910" y="50800"/>
                    </a:moveTo>
                    <a:cubicBezTo>
                      <a:pt x="37566" y="45140"/>
                      <a:pt x="33863" y="45285"/>
                      <a:pt x="1" y="25400"/>
                    </a:cubicBezTo>
                    <a:moveTo>
                      <a:pt x="52910" y="50800"/>
                    </a:moveTo>
                    <a:cubicBezTo>
                      <a:pt x="36130" y="45865"/>
                      <a:pt x="20106" y="33020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63" name="صورة 18">
              <a:extLst>
                <a:ext uri="{FF2B5EF4-FFF2-40B4-BE49-F238E27FC236}">
                  <a16:creationId xmlns:a16="http://schemas.microsoft.com/office/drawing/2014/main" id="{0C43D897-F759-9E66-5550-3FA5EB11B9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1080" y="1706781"/>
              <a:ext cx="755849" cy="114299"/>
            </a:xfrm>
            <a:custGeom>
              <a:avLst/>
              <a:gdLst>
                <a:gd name="csX0" fmla="*/ 0 w 755849"/>
                <a:gd name="csY0" fmla="*/ 0 h 114299"/>
                <a:gd name="csX1" fmla="*/ 755850 w 755849"/>
                <a:gd name="csY1" fmla="*/ 0 h 114299"/>
                <a:gd name="csX2" fmla="*/ 755850 w 755849"/>
                <a:gd name="csY2" fmla="*/ 114299 h 114299"/>
                <a:gd name="csX3" fmla="*/ 0 w 755849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5849" h="114299">
                  <a:moveTo>
                    <a:pt x="0" y="0"/>
                  </a:moveTo>
                  <a:lnTo>
                    <a:pt x="755850" y="0"/>
                  </a:lnTo>
                  <a:lnTo>
                    <a:pt x="755850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sp>
        <p:nvSpPr>
          <p:cNvPr id="1669" name="!!شكل حر: شكل 19">
            <a:extLst>
              <a:ext uri="{FF2B5EF4-FFF2-40B4-BE49-F238E27FC236}">
                <a16:creationId xmlns:a16="http://schemas.microsoft.com/office/drawing/2014/main" id="{5BE67A22-9D51-F23F-AF68-A20E4BAAEF4F}"/>
              </a:ext>
            </a:extLst>
          </p:cNvPr>
          <p:cNvSpPr/>
          <p:nvPr/>
        </p:nvSpPr>
        <p:spPr>
          <a:xfrm>
            <a:off x="3187936" y="2900650"/>
            <a:ext cx="151169" cy="145142"/>
          </a:xfrm>
          <a:custGeom>
            <a:avLst/>
            <a:gdLst>
              <a:gd name="csX0" fmla="*/ 0 w 151169"/>
              <a:gd name="csY0" fmla="*/ 145142 h 145142"/>
              <a:gd name="csX1" fmla="*/ 15117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0" y="145142"/>
                </a:moveTo>
                <a:lnTo>
                  <a:pt x="15117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70" name="!!شكل حر: شكل 20">
            <a:extLst>
              <a:ext uri="{FF2B5EF4-FFF2-40B4-BE49-F238E27FC236}">
                <a16:creationId xmlns:a16="http://schemas.microsoft.com/office/drawing/2014/main" id="{86892E40-DF37-532D-D851-3D55CBEF1BFC}"/>
              </a:ext>
            </a:extLst>
          </p:cNvPr>
          <p:cNvSpPr/>
          <p:nvPr/>
        </p:nvSpPr>
        <p:spPr>
          <a:xfrm>
            <a:off x="3187936" y="2900650"/>
            <a:ext cx="151169" cy="145142"/>
          </a:xfrm>
          <a:custGeom>
            <a:avLst/>
            <a:gdLst>
              <a:gd name="csX0" fmla="*/ 151170 w 151169"/>
              <a:gd name="csY0" fmla="*/ 145142 h 145142"/>
              <a:gd name="csX1" fmla="*/ 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151170" y="145142"/>
                </a:moveTo>
                <a:lnTo>
                  <a:pt x="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71" name="!!شكل حر: شكل 21">
            <a:extLst>
              <a:ext uri="{FF2B5EF4-FFF2-40B4-BE49-F238E27FC236}">
                <a16:creationId xmlns:a16="http://schemas.microsoft.com/office/drawing/2014/main" id="{2BC2D7A9-B322-E5E6-6C84-D967EC3636D5}"/>
              </a:ext>
            </a:extLst>
          </p:cNvPr>
          <p:cNvSpPr/>
          <p:nvPr/>
        </p:nvSpPr>
        <p:spPr>
          <a:xfrm>
            <a:off x="2356501" y="3263506"/>
            <a:ext cx="151169" cy="145142"/>
          </a:xfrm>
          <a:custGeom>
            <a:avLst/>
            <a:gdLst>
              <a:gd name="csX0" fmla="*/ 0 w 151169"/>
              <a:gd name="csY0" fmla="*/ 145142 h 145142"/>
              <a:gd name="csX1" fmla="*/ 15117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0" y="145142"/>
                </a:moveTo>
                <a:lnTo>
                  <a:pt x="15117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72" name="!!شكل حر: شكل 22">
            <a:extLst>
              <a:ext uri="{FF2B5EF4-FFF2-40B4-BE49-F238E27FC236}">
                <a16:creationId xmlns:a16="http://schemas.microsoft.com/office/drawing/2014/main" id="{65B126B1-EA6B-FF81-1243-6B53D5E36D42}"/>
              </a:ext>
            </a:extLst>
          </p:cNvPr>
          <p:cNvSpPr/>
          <p:nvPr/>
        </p:nvSpPr>
        <p:spPr>
          <a:xfrm>
            <a:off x="2356501" y="3263506"/>
            <a:ext cx="151169" cy="145142"/>
          </a:xfrm>
          <a:custGeom>
            <a:avLst/>
            <a:gdLst>
              <a:gd name="csX0" fmla="*/ 151170 w 151169"/>
              <a:gd name="csY0" fmla="*/ 145142 h 145142"/>
              <a:gd name="csX1" fmla="*/ 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151170" y="145142"/>
                </a:moveTo>
                <a:lnTo>
                  <a:pt x="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673" name="!!رسم 9">
            <a:extLst>
              <a:ext uri="{FF2B5EF4-FFF2-40B4-BE49-F238E27FC236}">
                <a16:creationId xmlns:a16="http://schemas.microsoft.com/office/drawing/2014/main" id="{CEC2172A-B9EC-E0D0-958D-87A3632FFA6C}"/>
              </a:ext>
            </a:extLst>
          </p:cNvPr>
          <p:cNvGrpSpPr/>
          <p:nvPr/>
        </p:nvGrpSpPr>
        <p:grpSpPr>
          <a:xfrm>
            <a:off x="3414837" y="2973232"/>
            <a:ext cx="2728924" cy="444704"/>
            <a:chOff x="6137717" y="2984042"/>
            <a:chExt cx="2728924" cy="444704"/>
          </a:xfrm>
        </p:grpSpPr>
        <p:grpSp>
          <p:nvGrpSpPr>
            <p:cNvPr id="1674" name="رسم 9">
              <a:extLst>
                <a:ext uri="{FF2B5EF4-FFF2-40B4-BE49-F238E27FC236}">
                  <a16:creationId xmlns:a16="http://schemas.microsoft.com/office/drawing/2014/main" id="{1B303C9C-B49F-3539-92B2-6598D06E63FC}"/>
                </a:ext>
              </a:extLst>
            </p:cNvPr>
            <p:cNvGrpSpPr/>
            <p:nvPr/>
          </p:nvGrpSpPr>
          <p:grpSpPr>
            <a:xfrm>
              <a:off x="6137717" y="2984042"/>
              <a:ext cx="2728924" cy="444704"/>
              <a:chOff x="6137717" y="2984042"/>
              <a:chExt cx="2728924" cy="444704"/>
            </a:xfrm>
            <a:noFill/>
          </p:grpSpPr>
          <p:grpSp>
            <p:nvGrpSpPr>
              <p:cNvPr id="1687" name="رسم 9">
                <a:extLst>
                  <a:ext uri="{FF2B5EF4-FFF2-40B4-BE49-F238E27FC236}">
                    <a16:creationId xmlns:a16="http://schemas.microsoft.com/office/drawing/2014/main" id="{3275627D-75A9-5270-A234-510A3B5E1910}"/>
                  </a:ext>
                </a:extLst>
              </p:cNvPr>
              <p:cNvGrpSpPr/>
              <p:nvPr/>
            </p:nvGrpSpPr>
            <p:grpSpPr>
              <a:xfrm>
                <a:off x="6137717" y="2984042"/>
                <a:ext cx="2728924" cy="444704"/>
                <a:chOff x="6137717" y="2984042"/>
                <a:chExt cx="2728924" cy="444704"/>
              </a:xfrm>
              <a:noFill/>
            </p:grpSpPr>
            <p:sp>
              <p:nvSpPr>
                <p:cNvPr id="1689" name="مستطيل 26">
                  <a:extLst>
                    <a:ext uri="{FF2B5EF4-FFF2-40B4-BE49-F238E27FC236}">
                      <a16:creationId xmlns:a16="http://schemas.microsoft.com/office/drawing/2014/main" id="{9E82706B-D256-26EC-1A21-389154A6EF36}"/>
                    </a:ext>
                  </a:extLst>
                </p:cNvPr>
                <p:cNvSpPr/>
                <p:nvPr/>
              </p:nvSpPr>
              <p:spPr>
                <a:xfrm>
                  <a:off x="6141350" y="2987660"/>
                  <a:ext cx="2721058" cy="435426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0" name="شكل حر: شكل 27">
                  <a:extLst>
                    <a:ext uri="{FF2B5EF4-FFF2-40B4-BE49-F238E27FC236}">
                      <a16:creationId xmlns:a16="http://schemas.microsoft.com/office/drawing/2014/main" id="{A51F8ED8-D58F-72D3-5137-CFBC0FB8F25B}"/>
                    </a:ext>
                  </a:extLst>
                </p:cNvPr>
                <p:cNvSpPr/>
                <p:nvPr/>
              </p:nvSpPr>
              <p:spPr>
                <a:xfrm>
                  <a:off x="6139763" y="2985048"/>
                  <a:ext cx="2726878" cy="443699"/>
                </a:xfrm>
                <a:custGeom>
                  <a:avLst/>
                  <a:gdLst>
                    <a:gd name="csX0" fmla="*/ 2948 w 2726878"/>
                    <a:gd name="csY0" fmla="*/ 1089 h 443699"/>
                    <a:gd name="csX1" fmla="*/ 2948 w 2726878"/>
                    <a:gd name="csY1" fmla="*/ 1089 h 443699"/>
                    <a:gd name="csX2" fmla="*/ 2948 w 2726878"/>
                    <a:gd name="csY2" fmla="*/ 1089 h 443699"/>
                    <a:gd name="csX3" fmla="*/ 2948 w 2726878"/>
                    <a:gd name="csY3" fmla="*/ 1089 h 443699"/>
                    <a:gd name="csX4" fmla="*/ 983 w 2726878"/>
                    <a:gd name="csY4" fmla="*/ 47534 h 443699"/>
                    <a:gd name="csX5" fmla="*/ 40665 w 2726878"/>
                    <a:gd name="csY5" fmla="*/ 3701 h 443699"/>
                    <a:gd name="csX6" fmla="*/ 983 w 2726878"/>
                    <a:gd name="csY6" fmla="*/ 47534 h 443699"/>
                    <a:gd name="csX7" fmla="*/ 40665 w 2726878"/>
                    <a:gd name="csY7" fmla="*/ 3701 h 443699"/>
                    <a:gd name="csX8" fmla="*/ 3931 w 2726878"/>
                    <a:gd name="csY8" fmla="*/ 88464 h 443699"/>
                    <a:gd name="csX9" fmla="*/ 83295 w 2726878"/>
                    <a:gd name="csY9" fmla="*/ 871 h 443699"/>
                    <a:gd name="csX10" fmla="*/ 3931 w 2726878"/>
                    <a:gd name="csY10" fmla="*/ 88464 h 443699"/>
                    <a:gd name="csX11" fmla="*/ 83295 w 2726878"/>
                    <a:gd name="csY11" fmla="*/ 871 h 443699"/>
                    <a:gd name="csX12" fmla="*/ 1966 w 2726878"/>
                    <a:gd name="csY12" fmla="*/ 134910 h 443699"/>
                    <a:gd name="csX13" fmla="*/ 121012 w 2726878"/>
                    <a:gd name="csY13" fmla="*/ 3484 h 443699"/>
                    <a:gd name="csX14" fmla="*/ 1966 w 2726878"/>
                    <a:gd name="csY14" fmla="*/ 134910 h 443699"/>
                    <a:gd name="csX15" fmla="*/ 121012 w 2726878"/>
                    <a:gd name="csY15" fmla="*/ 3484 h 443699"/>
                    <a:gd name="csX16" fmla="*/ 1 w 2726878"/>
                    <a:gd name="csY16" fmla="*/ 181355 h 443699"/>
                    <a:gd name="csX17" fmla="*/ 163642 w 2726878"/>
                    <a:gd name="csY17" fmla="*/ 581 h 443699"/>
                    <a:gd name="csX18" fmla="*/ 1 w 2726878"/>
                    <a:gd name="csY18" fmla="*/ 181355 h 443699"/>
                    <a:gd name="csX19" fmla="*/ 163642 w 2726878"/>
                    <a:gd name="csY19" fmla="*/ 581 h 443699"/>
                    <a:gd name="csX20" fmla="*/ 3024 w 2726878"/>
                    <a:gd name="csY20" fmla="*/ 222285 h 443699"/>
                    <a:gd name="csX21" fmla="*/ 201359 w 2726878"/>
                    <a:gd name="csY21" fmla="*/ 3193 h 443699"/>
                    <a:gd name="csX22" fmla="*/ 3024 w 2726878"/>
                    <a:gd name="csY22" fmla="*/ 222285 h 443699"/>
                    <a:gd name="csX23" fmla="*/ 201359 w 2726878"/>
                    <a:gd name="csY23" fmla="*/ 3193 h 443699"/>
                    <a:gd name="csX24" fmla="*/ 983 w 2726878"/>
                    <a:gd name="csY24" fmla="*/ 268731 h 443699"/>
                    <a:gd name="csX25" fmla="*/ 243989 w 2726878"/>
                    <a:gd name="csY25" fmla="*/ 363 h 443699"/>
                    <a:gd name="csX26" fmla="*/ 983 w 2726878"/>
                    <a:gd name="csY26" fmla="*/ 268731 h 443699"/>
                    <a:gd name="csX27" fmla="*/ 243989 w 2726878"/>
                    <a:gd name="csY27" fmla="*/ 363 h 443699"/>
                    <a:gd name="csX28" fmla="*/ 4006 w 2726878"/>
                    <a:gd name="csY28" fmla="*/ 309661 h 443699"/>
                    <a:gd name="csX29" fmla="*/ 281706 w 2726878"/>
                    <a:gd name="csY29" fmla="*/ 2976 h 443699"/>
                    <a:gd name="csX30" fmla="*/ 4006 w 2726878"/>
                    <a:gd name="csY30" fmla="*/ 309661 h 443699"/>
                    <a:gd name="csX31" fmla="*/ 281706 w 2726878"/>
                    <a:gd name="csY31" fmla="*/ 2976 h 443699"/>
                    <a:gd name="csX32" fmla="*/ 2041 w 2726878"/>
                    <a:gd name="csY32" fmla="*/ 356106 h 443699"/>
                    <a:gd name="csX33" fmla="*/ 324336 w 2726878"/>
                    <a:gd name="csY33" fmla="*/ 73 h 443699"/>
                    <a:gd name="csX34" fmla="*/ 2041 w 2726878"/>
                    <a:gd name="csY34" fmla="*/ 356106 h 443699"/>
                    <a:gd name="csX35" fmla="*/ 324336 w 2726878"/>
                    <a:gd name="csY35" fmla="*/ 73 h 443699"/>
                    <a:gd name="csX36" fmla="*/ 76 w 2726878"/>
                    <a:gd name="csY36" fmla="*/ 402552 h 443699"/>
                    <a:gd name="csX37" fmla="*/ 362052 w 2726878"/>
                    <a:gd name="csY37" fmla="*/ 2686 h 443699"/>
                    <a:gd name="csX38" fmla="*/ 76 w 2726878"/>
                    <a:gd name="csY38" fmla="*/ 402552 h 443699"/>
                    <a:gd name="csX39" fmla="*/ 362052 w 2726878"/>
                    <a:gd name="csY39" fmla="*/ 2686 h 443699"/>
                    <a:gd name="csX40" fmla="*/ 3024 w 2726878"/>
                    <a:gd name="csY40" fmla="*/ 443482 h 443699"/>
                    <a:gd name="csX41" fmla="*/ 399694 w 2726878"/>
                    <a:gd name="csY41" fmla="*/ 5298 h 443699"/>
                    <a:gd name="csX42" fmla="*/ 3024 w 2726878"/>
                    <a:gd name="csY42" fmla="*/ 443482 h 443699"/>
                    <a:gd name="csX43" fmla="*/ 399694 w 2726878"/>
                    <a:gd name="csY43" fmla="*/ 5298 h 443699"/>
                    <a:gd name="csX44" fmla="*/ 45654 w 2726878"/>
                    <a:gd name="csY44" fmla="*/ 440652 h 443699"/>
                    <a:gd name="csX45" fmla="*/ 442399 w 2726878"/>
                    <a:gd name="csY45" fmla="*/ 2468 h 443699"/>
                    <a:gd name="csX46" fmla="*/ 45654 w 2726878"/>
                    <a:gd name="csY46" fmla="*/ 440652 h 443699"/>
                    <a:gd name="csX47" fmla="*/ 442399 w 2726878"/>
                    <a:gd name="csY47" fmla="*/ 2468 h 443699"/>
                    <a:gd name="csX48" fmla="*/ 83371 w 2726878"/>
                    <a:gd name="csY48" fmla="*/ 443264 h 443699"/>
                    <a:gd name="csX49" fmla="*/ 480040 w 2726878"/>
                    <a:gd name="csY49" fmla="*/ 5080 h 443699"/>
                    <a:gd name="csX50" fmla="*/ 83371 w 2726878"/>
                    <a:gd name="csY50" fmla="*/ 443264 h 443699"/>
                    <a:gd name="csX51" fmla="*/ 480040 w 2726878"/>
                    <a:gd name="csY51" fmla="*/ 5080 h 443699"/>
                    <a:gd name="csX52" fmla="*/ 126001 w 2726878"/>
                    <a:gd name="csY52" fmla="*/ 440361 h 443699"/>
                    <a:gd name="csX53" fmla="*/ 522746 w 2726878"/>
                    <a:gd name="csY53" fmla="*/ 2250 h 443699"/>
                    <a:gd name="csX54" fmla="*/ 126001 w 2726878"/>
                    <a:gd name="csY54" fmla="*/ 440361 h 443699"/>
                    <a:gd name="csX55" fmla="*/ 522746 w 2726878"/>
                    <a:gd name="csY55" fmla="*/ 2250 h 443699"/>
                    <a:gd name="csX56" fmla="*/ 163718 w 2726878"/>
                    <a:gd name="csY56" fmla="*/ 442974 h 443699"/>
                    <a:gd name="csX57" fmla="*/ 560463 w 2726878"/>
                    <a:gd name="csY57" fmla="*/ 4863 h 443699"/>
                    <a:gd name="csX58" fmla="*/ 163718 w 2726878"/>
                    <a:gd name="csY58" fmla="*/ 442974 h 443699"/>
                    <a:gd name="csX59" fmla="*/ 560463 w 2726878"/>
                    <a:gd name="csY59" fmla="*/ 4863 h 443699"/>
                    <a:gd name="csX60" fmla="*/ 206347 w 2726878"/>
                    <a:gd name="csY60" fmla="*/ 440144 h 443699"/>
                    <a:gd name="csX61" fmla="*/ 603093 w 2726878"/>
                    <a:gd name="csY61" fmla="*/ 1960 h 443699"/>
                    <a:gd name="csX62" fmla="*/ 206347 w 2726878"/>
                    <a:gd name="csY62" fmla="*/ 440144 h 443699"/>
                    <a:gd name="csX63" fmla="*/ 603093 w 2726878"/>
                    <a:gd name="csY63" fmla="*/ 1960 h 443699"/>
                    <a:gd name="csX64" fmla="*/ 244064 w 2726878"/>
                    <a:gd name="csY64" fmla="*/ 442756 h 443699"/>
                    <a:gd name="csX65" fmla="*/ 640810 w 2726878"/>
                    <a:gd name="csY65" fmla="*/ 4572 h 443699"/>
                    <a:gd name="csX66" fmla="*/ 244064 w 2726878"/>
                    <a:gd name="csY66" fmla="*/ 442756 h 443699"/>
                    <a:gd name="csX67" fmla="*/ 640810 w 2726878"/>
                    <a:gd name="csY67" fmla="*/ 4572 h 443699"/>
                    <a:gd name="csX68" fmla="*/ 286694 w 2726878"/>
                    <a:gd name="csY68" fmla="*/ 439853 h 443699"/>
                    <a:gd name="csX69" fmla="*/ 683440 w 2726878"/>
                    <a:gd name="csY69" fmla="*/ 1742 h 443699"/>
                    <a:gd name="csX70" fmla="*/ 286694 w 2726878"/>
                    <a:gd name="csY70" fmla="*/ 439853 h 443699"/>
                    <a:gd name="csX71" fmla="*/ 683440 w 2726878"/>
                    <a:gd name="csY71" fmla="*/ 1742 h 443699"/>
                    <a:gd name="csX72" fmla="*/ 324411 w 2726878"/>
                    <a:gd name="csY72" fmla="*/ 442466 h 443699"/>
                    <a:gd name="csX73" fmla="*/ 721157 w 2726878"/>
                    <a:gd name="csY73" fmla="*/ 4355 h 443699"/>
                    <a:gd name="csX74" fmla="*/ 324411 w 2726878"/>
                    <a:gd name="csY74" fmla="*/ 442466 h 443699"/>
                    <a:gd name="csX75" fmla="*/ 721157 w 2726878"/>
                    <a:gd name="csY75" fmla="*/ 4355 h 443699"/>
                    <a:gd name="csX76" fmla="*/ 367041 w 2726878"/>
                    <a:gd name="csY76" fmla="*/ 439636 h 443699"/>
                    <a:gd name="csX77" fmla="*/ 763787 w 2726878"/>
                    <a:gd name="csY77" fmla="*/ 1452 h 443699"/>
                    <a:gd name="csX78" fmla="*/ 367041 w 2726878"/>
                    <a:gd name="csY78" fmla="*/ 439636 h 443699"/>
                    <a:gd name="csX79" fmla="*/ 763787 w 2726878"/>
                    <a:gd name="csY79" fmla="*/ 1452 h 443699"/>
                    <a:gd name="csX80" fmla="*/ 404758 w 2726878"/>
                    <a:gd name="csY80" fmla="*/ 442248 h 443699"/>
                    <a:gd name="csX81" fmla="*/ 801503 w 2726878"/>
                    <a:gd name="csY81" fmla="*/ 4064 h 443699"/>
                    <a:gd name="csX82" fmla="*/ 404758 w 2726878"/>
                    <a:gd name="csY82" fmla="*/ 442248 h 443699"/>
                    <a:gd name="csX83" fmla="*/ 801503 w 2726878"/>
                    <a:gd name="csY83" fmla="*/ 4064 h 443699"/>
                    <a:gd name="csX84" fmla="*/ 447388 w 2726878"/>
                    <a:gd name="csY84" fmla="*/ 439345 h 443699"/>
                    <a:gd name="csX85" fmla="*/ 844133 w 2726878"/>
                    <a:gd name="csY85" fmla="*/ 1234 h 443699"/>
                    <a:gd name="csX86" fmla="*/ 447388 w 2726878"/>
                    <a:gd name="csY86" fmla="*/ 439345 h 443699"/>
                    <a:gd name="csX87" fmla="*/ 844133 w 2726878"/>
                    <a:gd name="csY87" fmla="*/ 1234 h 443699"/>
                    <a:gd name="csX88" fmla="*/ 485105 w 2726878"/>
                    <a:gd name="csY88" fmla="*/ 441958 h 443699"/>
                    <a:gd name="csX89" fmla="*/ 881850 w 2726878"/>
                    <a:gd name="csY89" fmla="*/ 3847 h 443699"/>
                    <a:gd name="csX90" fmla="*/ 485105 w 2726878"/>
                    <a:gd name="csY90" fmla="*/ 441958 h 443699"/>
                    <a:gd name="csX91" fmla="*/ 881850 w 2726878"/>
                    <a:gd name="csY91" fmla="*/ 3847 h 443699"/>
                    <a:gd name="csX92" fmla="*/ 527735 w 2726878"/>
                    <a:gd name="csY92" fmla="*/ 439128 h 443699"/>
                    <a:gd name="csX93" fmla="*/ 924480 w 2726878"/>
                    <a:gd name="csY93" fmla="*/ 944 h 443699"/>
                    <a:gd name="csX94" fmla="*/ 527735 w 2726878"/>
                    <a:gd name="csY94" fmla="*/ 439128 h 443699"/>
                    <a:gd name="csX95" fmla="*/ 924480 w 2726878"/>
                    <a:gd name="csY95" fmla="*/ 944 h 443699"/>
                    <a:gd name="csX96" fmla="*/ 565452 w 2726878"/>
                    <a:gd name="csY96" fmla="*/ 441740 h 443699"/>
                    <a:gd name="csX97" fmla="*/ 962197 w 2726878"/>
                    <a:gd name="csY97" fmla="*/ 3556 h 443699"/>
                    <a:gd name="csX98" fmla="*/ 565452 w 2726878"/>
                    <a:gd name="csY98" fmla="*/ 441740 h 443699"/>
                    <a:gd name="csX99" fmla="*/ 962197 w 2726878"/>
                    <a:gd name="csY99" fmla="*/ 3556 h 443699"/>
                    <a:gd name="csX100" fmla="*/ 608081 w 2726878"/>
                    <a:gd name="csY100" fmla="*/ 438910 h 443699"/>
                    <a:gd name="csX101" fmla="*/ 1004827 w 2726878"/>
                    <a:gd name="csY101" fmla="*/ 726 h 443699"/>
                    <a:gd name="csX102" fmla="*/ 608081 w 2726878"/>
                    <a:gd name="csY102" fmla="*/ 438910 h 443699"/>
                    <a:gd name="csX103" fmla="*/ 1004827 w 2726878"/>
                    <a:gd name="csY103" fmla="*/ 726 h 443699"/>
                    <a:gd name="csX104" fmla="*/ 645798 w 2726878"/>
                    <a:gd name="csY104" fmla="*/ 441523 h 443699"/>
                    <a:gd name="csX105" fmla="*/ 1042544 w 2726878"/>
                    <a:gd name="csY105" fmla="*/ 3339 h 443699"/>
                    <a:gd name="csX106" fmla="*/ 645798 w 2726878"/>
                    <a:gd name="csY106" fmla="*/ 441523 h 443699"/>
                    <a:gd name="csX107" fmla="*/ 1042544 w 2726878"/>
                    <a:gd name="csY107" fmla="*/ 3339 h 443699"/>
                    <a:gd name="csX108" fmla="*/ 688428 w 2726878"/>
                    <a:gd name="csY108" fmla="*/ 438620 h 443699"/>
                    <a:gd name="csX109" fmla="*/ 1085174 w 2726878"/>
                    <a:gd name="csY109" fmla="*/ 436 h 443699"/>
                    <a:gd name="csX110" fmla="*/ 688428 w 2726878"/>
                    <a:gd name="csY110" fmla="*/ 438620 h 443699"/>
                    <a:gd name="csX111" fmla="*/ 1085174 w 2726878"/>
                    <a:gd name="csY111" fmla="*/ 436 h 443699"/>
                    <a:gd name="csX112" fmla="*/ 726145 w 2726878"/>
                    <a:gd name="csY112" fmla="*/ 441232 h 443699"/>
                    <a:gd name="csX113" fmla="*/ 1122890 w 2726878"/>
                    <a:gd name="csY113" fmla="*/ 3048 h 443699"/>
                    <a:gd name="csX114" fmla="*/ 726145 w 2726878"/>
                    <a:gd name="csY114" fmla="*/ 441232 h 443699"/>
                    <a:gd name="csX115" fmla="*/ 1122890 w 2726878"/>
                    <a:gd name="csY115" fmla="*/ 3048 h 443699"/>
                    <a:gd name="csX116" fmla="*/ 768775 w 2726878"/>
                    <a:gd name="csY116" fmla="*/ 438402 h 443699"/>
                    <a:gd name="csX117" fmla="*/ 1165520 w 2726878"/>
                    <a:gd name="csY117" fmla="*/ 218 h 443699"/>
                    <a:gd name="csX118" fmla="*/ 768775 w 2726878"/>
                    <a:gd name="csY118" fmla="*/ 438402 h 443699"/>
                    <a:gd name="csX119" fmla="*/ 1165520 w 2726878"/>
                    <a:gd name="csY119" fmla="*/ 218 h 443699"/>
                    <a:gd name="csX120" fmla="*/ 806492 w 2726878"/>
                    <a:gd name="csY120" fmla="*/ 441015 h 443699"/>
                    <a:gd name="csX121" fmla="*/ 1203237 w 2726878"/>
                    <a:gd name="csY121" fmla="*/ 2831 h 443699"/>
                    <a:gd name="csX122" fmla="*/ 806492 w 2726878"/>
                    <a:gd name="csY122" fmla="*/ 441015 h 443699"/>
                    <a:gd name="csX123" fmla="*/ 1203237 w 2726878"/>
                    <a:gd name="csY123" fmla="*/ 2831 h 443699"/>
                    <a:gd name="csX124" fmla="*/ 844209 w 2726878"/>
                    <a:gd name="csY124" fmla="*/ 443627 h 443699"/>
                    <a:gd name="csX125" fmla="*/ 1245867 w 2726878"/>
                    <a:gd name="csY125" fmla="*/ 1 h 443699"/>
                    <a:gd name="csX126" fmla="*/ 844209 w 2726878"/>
                    <a:gd name="csY126" fmla="*/ 443627 h 443699"/>
                    <a:gd name="csX127" fmla="*/ 1245867 w 2726878"/>
                    <a:gd name="csY127" fmla="*/ 1 h 443699"/>
                    <a:gd name="csX128" fmla="*/ 886839 w 2726878"/>
                    <a:gd name="csY128" fmla="*/ 440724 h 443699"/>
                    <a:gd name="csX129" fmla="*/ 1283584 w 2726878"/>
                    <a:gd name="csY129" fmla="*/ 2613 h 443699"/>
                    <a:gd name="csX130" fmla="*/ 886839 w 2726878"/>
                    <a:gd name="csY130" fmla="*/ 440724 h 443699"/>
                    <a:gd name="csX131" fmla="*/ 1283584 w 2726878"/>
                    <a:gd name="csY131" fmla="*/ 2613 h 443699"/>
                    <a:gd name="csX132" fmla="*/ 924556 w 2726878"/>
                    <a:gd name="csY132" fmla="*/ 443337 h 443699"/>
                    <a:gd name="csX133" fmla="*/ 1321226 w 2726878"/>
                    <a:gd name="csY133" fmla="*/ 5225 h 443699"/>
                    <a:gd name="csX134" fmla="*/ 924556 w 2726878"/>
                    <a:gd name="csY134" fmla="*/ 443337 h 443699"/>
                    <a:gd name="csX135" fmla="*/ 1321226 w 2726878"/>
                    <a:gd name="csY135" fmla="*/ 5225 h 443699"/>
                    <a:gd name="csX136" fmla="*/ 967186 w 2726878"/>
                    <a:gd name="csY136" fmla="*/ 440507 h 443699"/>
                    <a:gd name="csX137" fmla="*/ 1363931 w 2726878"/>
                    <a:gd name="csY137" fmla="*/ 2323 h 443699"/>
                    <a:gd name="csX138" fmla="*/ 967186 w 2726878"/>
                    <a:gd name="csY138" fmla="*/ 440507 h 443699"/>
                    <a:gd name="csX139" fmla="*/ 1363931 w 2726878"/>
                    <a:gd name="csY139" fmla="*/ 2323 h 443699"/>
                    <a:gd name="csX140" fmla="*/ 1004902 w 2726878"/>
                    <a:gd name="csY140" fmla="*/ 443119 h 443699"/>
                    <a:gd name="csX141" fmla="*/ 1401572 w 2726878"/>
                    <a:gd name="csY141" fmla="*/ 4935 h 443699"/>
                    <a:gd name="csX142" fmla="*/ 1004902 w 2726878"/>
                    <a:gd name="csY142" fmla="*/ 443119 h 443699"/>
                    <a:gd name="csX143" fmla="*/ 1401572 w 2726878"/>
                    <a:gd name="csY143" fmla="*/ 4935 h 443699"/>
                    <a:gd name="csX144" fmla="*/ 1047532 w 2726878"/>
                    <a:gd name="csY144" fmla="*/ 440216 h 443699"/>
                    <a:gd name="csX145" fmla="*/ 1444278 w 2726878"/>
                    <a:gd name="csY145" fmla="*/ 2105 h 443699"/>
                    <a:gd name="csX146" fmla="*/ 1047532 w 2726878"/>
                    <a:gd name="csY146" fmla="*/ 440216 h 443699"/>
                    <a:gd name="csX147" fmla="*/ 1444278 w 2726878"/>
                    <a:gd name="csY147" fmla="*/ 2105 h 443699"/>
                    <a:gd name="csX148" fmla="*/ 1085249 w 2726878"/>
                    <a:gd name="csY148" fmla="*/ 442829 h 443699"/>
                    <a:gd name="csX149" fmla="*/ 1481919 w 2726878"/>
                    <a:gd name="csY149" fmla="*/ 4718 h 443699"/>
                    <a:gd name="csX150" fmla="*/ 1085249 w 2726878"/>
                    <a:gd name="csY150" fmla="*/ 442829 h 443699"/>
                    <a:gd name="csX151" fmla="*/ 1481919 w 2726878"/>
                    <a:gd name="csY151" fmla="*/ 4718 h 443699"/>
                    <a:gd name="csX152" fmla="*/ 1127879 w 2726878"/>
                    <a:gd name="csY152" fmla="*/ 439999 h 443699"/>
                    <a:gd name="csX153" fmla="*/ 1524625 w 2726878"/>
                    <a:gd name="csY153" fmla="*/ 1815 h 443699"/>
                    <a:gd name="csX154" fmla="*/ 1127879 w 2726878"/>
                    <a:gd name="csY154" fmla="*/ 439999 h 443699"/>
                    <a:gd name="csX155" fmla="*/ 1524625 w 2726878"/>
                    <a:gd name="csY155" fmla="*/ 1815 h 443699"/>
                    <a:gd name="csX156" fmla="*/ 1165596 w 2726878"/>
                    <a:gd name="csY156" fmla="*/ 442611 h 443699"/>
                    <a:gd name="csX157" fmla="*/ 1562266 w 2726878"/>
                    <a:gd name="csY157" fmla="*/ 4427 h 443699"/>
                    <a:gd name="csX158" fmla="*/ 1165596 w 2726878"/>
                    <a:gd name="csY158" fmla="*/ 442611 h 443699"/>
                    <a:gd name="csX159" fmla="*/ 1562266 w 2726878"/>
                    <a:gd name="csY159" fmla="*/ 4427 h 443699"/>
                    <a:gd name="csX160" fmla="*/ 1208226 w 2726878"/>
                    <a:gd name="csY160" fmla="*/ 439708 h 443699"/>
                    <a:gd name="csX161" fmla="*/ 1604972 w 2726878"/>
                    <a:gd name="csY161" fmla="*/ 1597 h 443699"/>
                    <a:gd name="csX162" fmla="*/ 1208226 w 2726878"/>
                    <a:gd name="csY162" fmla="*/ 439708 h 443699"/>
                    <a:gd name="csX163" fmla="*/ 1604972 w 2726878"/>
                    <a:gd name="csY163" fmla="*/ 1597 h 443699"/>
                    <a:gd name="csX164" fmla="*/ 1245943 w 2726878"/>
                    <a:gd name="csY164" fmla="*/ 442321 h 443699"/>
                    <a:gd name="csX165" fmla="*/ 1642613 w 2726878"/>
                    <a:gd name="csY165" fmla="*/ 4210 h 443699"/>
                    <a:gd name="csX166" fmla="*/ 1245943 w 2726878"/>
                    <a:gd name="csY166" fmla="*/ 442321 h 443699"/>
                    <a:gd name="csX167" fmla="*/ 1642613 w 2726878"/>
                    <a:gd name="csY167" fmla="*/ 4210 h 443699"/>
                    <a:gd name="csX168" fmla="*/ 1288573 w 2726878"/>
                    <a:gd name="csY168" fmla="*/ 439491 h 443699"/>
                    <a:gd name="csX169" fmla="*/ 1685318 w 2726878"/>
                    <a:gd name="csY169" fmla="*/ 1307 h 443699"/>
                    <a:gd name="csX170" fmla="*/ 1288573 w 2726878"/>
                    <a:gd name="csY170" fmla="*/ 439491 h 443699"/>
                    <a:gd name="csX171" fmla="*/ 1685318 w 2726878"/>
                    <a:gd name="csY171" fmla="*/ 1307 h 443699"/>
                    <a:gd name="csX172" fmla="*/ 1326290 w 2726878"/>
                    <a:gd name="csY172" fmla="*/ 442103 h 443699"/>
                    <a:gd name="csX173" fmla="*/ 1722960 w 2726878"/>
                    <a:gd name="csY173" fmla="*/ 3919 h 443699"/>
                    <a:gd name="csX174" fmla="*/ 1326290 w 2726878"/>
                    <a:gd name="csY174" fmla="*/ 442103 h 443699"/>
                    <a:gd name="csX175" fmla="*/ 1722960 w 2726878"/>
                    <a:gd name="csY175" fmla="*/ 3919 h 443699"/>
                    <a:gd name="csX176" fmla="*/ 1368920 w 2726878"/>
                    <a:gd name="csY176" fmla="*/ 439273 h 443699"/>
                    <a:gd name="csX177" fmla="*/ 1765665 w 2726878"/>
                    <a:gd name="csY177" fmla="*/ 1089 h 443699"/>
                    <a:gd name="csX178" fmla="*/ 1368920 w 2726878"/>
                    <a:gd name="csY178" fmla="*/ 439273 h 443699"/>
                    <a:gd name="csX179" fmla="*/ 1765665 w 2726878"/>
                    <a:gd name="csY179" fmla="*/ 1089 h 443699"/>
                    <a:gd name="csX180" fmla="*/ 1406637 w 2726878"/>
                    <a:gd name="csY180" fmla="*/ 441885 h 443699"/>
                    <a:gd name="csX181" fmla="*/ 1803306 w 2726878"/>
                    <a:gd name="csY181" fmla="*/ 3701 h 443699"/>
                    <a:gd name="csX182" fmla="*/ 1406637 w 2726878"/>
                    <a:gd name="csY182" fmla="*/ 441885 h 443699"/>
                    <a:gd name="csX183" fmla="*/ 1803306 w 2726878"/>
                    <a:gd name="csY183" fmla="*/ 3701 h 443699"/>
                    <a:gd name="csX184" fmla="*/ 1449267 w 2726878"/>
                    <a:gd name="csY184" fmla="*/ 438983 h 443699"/>
                    <a:gd name="csX185" fmla="*/ 1846012 w 2726878"/>
                    <a:gd name="csY185" fmla="*/ 799 h 443699"/>
                    <a:gd name="csX186" fmla="*/ 1449267 w 2726878"/>
                    <a:gd name="csY186" fmla="*/ 438983 h 443699"/>
                    <a:gd name="csX187" fmla="*/ 1846012 w 2726878"/>
                    <a:gd name="csY187" fmla="*/ 799 h 443699"/>
                    <a:gd name="csX188" fmla="*/ 1486984 w 2726878"/>
                    <a:gd name="csY188" fmla="*/ 441595 h 443699"/>
                    <a:gd name="csX189" fmla="*/ 1883653 w 2726878"/>
                    <a:gd name="csY189" fmla="*/ 3411 h 443699"/>
                    <a:gd name="csX190" fmla="*/ 1486984 w 2726878"/>
                    <a:gd name="csY190" fmla="*/ 441595 h 443699"/>
                    <a:gd name="csX191" fmla="*/ 1883653 w 2726878"/>
                    <a:gd name="csY191" fmla="*/ 3411 h 443699"/>
                    <a:gd name="csX192" fmla="*/ 1529613 w 2726878"/>
                    <a:gd name="csY192" fmla="*/ 438765 h 443699"/>
                    <a:gd name="csX193" fmla="*/ 1926359 w 2726878"/>
                    <a:gd name="csY193" fmla="*/ 581 h 443699"/>
                    <a:gd name="csX194" fmla="*/ 1529613 w 2726878"/>
                    <a:gd name="csY194" fmla="*/ 438765 h 443699"/>
                    <a:gd name="csX195" fmla="*/ 1926359 w 2726878"/>
                    <a:gd name="csY195" fmla="*/ 581 h 443699"/>
                    <a:gd name="csX196" fmla="*/ 1567330 w 2726878"/>
                    <a:gd name="csY196" fmla="*/ 441377 h 443699"/>
                    <a:gd name="csX197" fmla="*/ 1964000 w 2726878"/>
                    <a:gd name="csY197" fmla="*/ 3193 h 443699"/>
                    <a:gd name="csX198" fmla="*/ 1567330 w 2726878"/>
                    <a:gd name="csY198" fmla="*/ 441377 h 443699"/>
                    <a:gd name="csX199" fmla="*/ 1964000 w 2726878"/>
                    <a:gd name="csY199" fmla="*/ 3193 h 443699"/>
                    <a:gd name="csX200" fmla="*/ 1609960 w 2726878"/>
                    <a:gd name="csY200" fmla="*/ 438475 h 443699"/>
                    <a:gd name="csX201" fmla="*/ 2006706 w 2726878"/>
                    <a:gd name="csY201" fmla="*/ 291 h 443699"/>
                    <a:gd name="csX202" fmla="*/ 1609960 w 2726878"/>
                    <a:gd name="csY202" fmla="*/ 438475 h 443699"/>
                    <a:gd name="csX203" fmla="*/ 2006706 w 2726878"/>
                    <a:gd name="csY203" fmla="*/ 291 h 443699"/>
                    <a:gd name="csX204" fmla="*/ 1647677 w 2726878"/>
                    <a:gd name="csY204" fmla="*/ 441087 h 443699"/>
                    <a:gd name="csX205" fmla="*/ 2044347 w 2726878"/>
                    <a:gd name="csY205" fmla="*/ 2903 h 443699"/>
                    <a:gd name="csX206" fmla="*/ 1647677 w 2726878"/>
                    <a:gd name="csY206" fmla="*/ 441087 h 443699"/>
                    <a:gd name="csX207" fmla="*/ 2044347 w 2726878"/>
                    <a:gd name="csY207" fmla="*/ 2903 h 443699"/>
                    <a:gd name="csX208" fmla="*/ 1685394 w 2726878"/>
                    <a:gd name="csY208" fmla="*/ 443700 h 443699"/>
                    <a:gd name="csX209" fmla="*/ 2087052 w 2726878"/>
                    <a:gd name="csY209" fmla="*/ 73 h 443699"/>
                    <a:gd name="csX210" fmla="*/ 1685394 w 2726878"/>
                    <a:gd name="csY210" fmla="*/ 443700 h 443699"/>
                    <a:gd name="csX211" fmla="*/ 2087052 w 2726878"/>
                    <a:gd name="csY211" fmla="*/ 73 h 443699"/>
                    <a:gd name="csX212" fmla="*/ 1728024 w 2726878"/>
                    <a:gd name="csY212" fmla="*/ 440870 h 443699"/>
                    <a:gd name="csX213" fmla="*/ 2124694 w 2726878"/>
                    <a:gd name="csY213" fmla="*/ 2686 h 443699"/>
                    <a:gd name="csX214" fmla="*/ 1728024 w 2726878"/>
                    <a:gd name="csY214" fmla="*/ 440870 h 443699"/>
                    <a:gd name="csX215" fmla="*/ 2124694 w 2726878"/>
                    <a:gd name="csY215" fmla="*/ 2686 h 443699"/>
                    <a:gd name="csX216" fmla="*/ 1765741 w 2726878"/>
                    <a:gd name="csY216" fmla="*/ 443482 h 443699"/>
                    <a:gd name="csX217" fmla="*/ 2162411 w 2726878"/>
                    <a:gd name="csY217" fmla="*/ 5298 h 443699"/>
                    <a:gd name="csX218" fmla="*/ 1765741 w 2726878"/>
                    <a:gd name="csY218" fmla="*/ 443482 h 443699"/>
                    <a:gd name="csX219" fmla="*/ 2162411 w 2726878"/>
                    <a:gd name="csY219" fmla="*/ 5298 h 443699"/>
                    <a:gd name="csX220" fmla="*/ 1808370 w 2726878"/>
                    <a:gd name="csY220" fmla="*/ 440579 h 443699"/>
                    <a:gd name="csX221" fmla="*/ 2205041 w 2726878"/>
                    <a:gd name="csY221" fmla="*/ 2468 h 443699"/>
                    <a:gd name="csX222" fmla="*/ 1808370 w 2726878"/>
                    <a:gd name="csY222" fmla="*/ 440579 h 443699"/>
                    <a:gd name="csX223" fmla="*/ 2205041 w 2726878"/>
                    <a:gd name="csY223" fmla="*/ 2468 h 443699"/>
                    <a:gd name="csX224" fmla="*/ 1846088 w 2726878"/>
                    <a:gd name="csY224" fmla="*/ 443192 h 443699"/>
                    <a:gd name="csX225" fmla="*/ 2242758 w 2726878"/>
                    <a:gd name="csY225" fmla="*/ 5080 h 443699"/>
                    <a:gd name="csX226" fmla="*/ 1846088 w 2726878"/>
                    <a:gd name="csY226" fmla="*/ 443192 h 443699"/>
                    <a:gd name="csX227" fmla="*/ 2242758 w 2726878"/>
                    <a:gd name="csY227" fmla="*/ 5080 h 443699"/>
                    <a:gd name="csX228" fmla="*/ 1888717 w 2726878"/>
                    <a:gd name="csY228" fmla="*/ 440361 h 443699"/>
                    <a:gd name="csX229" fmla="*/ 2285388 w 2726878"/>
                    <a:gd name="csY229" fmla="*/ 2178 h 443699"/>
                    <a:gd name="csX230" fmla="*/ 1888717 w 2726878"/>
                    <a:gd name="csY230" fmla="*/ 440361 h 443699"/>
                    <a:gd name="csX231" fmla="*/ 2285388 w 2726878"/>
                    <a:gd name="csY231" fmla="*/ 2178 h 443699"/>
                    <a:gd name="csX232" fmla="*/ 1926434 w 2726878"/>
                    <a:gd name="csY232" fmla="*/ 442974 h 443699"/>
                    <a:gd name="csX233" fmla="*/ 2323104 w 2726878"/>
                    <a:gd name="csY233" fmla="*/ 4790 h 443699"/>
                    <a:gd name="csX234" fmla="*/ 1926434 w 2726878"/>
                    <a:gd name="csY234" fmla="*/ 442974 h 443699"/>
                    <a:gd name="csX235" fmla="*/ 2323104 w 2726878"/>
                    <a:gd name="csY235" fmla="*/ 4790 h 443699"/>
                    <a:gd name="csX236" fmla="*/ 1969064 w 2726878"/>
                    <a:gd name="csY236" fmla="*/ 440071 h 443699"/>
                    <a:gd name="csX237" fmla="*/ 2365734 w 2726878"/>
                    <a:gd name="csY237" fmla="*/ 1960 h 443699"/>
                    <a:gd name="csX238" fmla="*/ 1969064 w 2726878"/>
                    <a:gd name="csY238" fmla="*/ 440071 h 443699"/>
                    <a:gd name="csX239" fmla="*/ 2365734 w 2726878"/>
                    <a:gd name="csY239" fmla="*/ 1960 h 443699"/>
                    <a:gd name="csX240" fmla="*/ 2006781 w 2726878"/>
                    <a:gd name="csY240" fmla="*/ 442684 h 443699"/>
                    <a:gd name="csX241" fmla="*/ 2403451 w 2726878"/>
                    <a:gd name="csY241" fmla="*/ 4572 h 443699"/>
                    <a:gd name="csX242" fmla="*/ 2006781 w 2726878"/>
                    <a:gd name="csY242" fmla="*/ 442684 h 443699"/>
                    <a:gd name="csX243" fmla="*/ 2403451 w 2726878"/>
                    <a:gd name="csY243" fmla="*/ 4572 h 443699"/>
                    <a:gd name="csX244" fmla="*/ 2049411 w 2726878"/>
                    <a:gd name="csY244" fmla="*/ 439853 h 443699"/>
                    <a:gd name="csX245" fmla="*/ 2446081 w 2726878"/>
                    <a:gd name="csY245" fmla="*/ 1669 h 443699"/>
                    <a:gd name="csX246" fmla="*/ 2049411 w 2726878"/>
                    <a:gd name="csY246" fmla="*/ 439853 h 443699"/>
                    <a:gd name="csX247" fmla="*/ 2446081 w 2726878"/>
                    <a:gd name="csY247" fmla="*/ 1669 h 443699"/>
                    <a:gd name="csX248" fmla="*/ 2087128 w 2726878"/>
                    <a:gd name="csY248" fmla="*/ 442466 h 443699"/>
                    <a:gd name="csX249" fmla="*/ 2483798 w 2726878"/>
                    <a:gd name="csY249" fmla="*/ 4282 h 443699"/>
                    <a:gd name="csX250" fmla="*/ 2087128 w 2726878"/>
                    <a:gd name="csY250" fmla="*/ 442466 h 443699"/>
                    <a:gd name="csX251" fmla="*/ 2483798 w 2726878"/>
                    <a:gd name="csY251" fmla="*/ 4282 h 443699"/>
                    <a:gd name="csX252" fmla="*/ 2129758 w 2726878"/>
                    <a:gd name="csY252" fmla="*/ 439563 h 443699"/>
                    <a:gd name="csX253" fmla="*/ 2526428 w 2726878"/>
                    <a:gd name="csY253" fmla="*/ 1452 h 443699"/>
                    <a:gd name="csX254" fmla="*/ 2129758 w 2726878"/>
                    <a:gd name="csY254" fmla="*/ 439563 h 443699"/>
                    <a:gd name="csX255" fmla="*/ 2526428 w 2726878"/>
                    <a:gd name="csY255" fmla="*/ 1452 h 443699"/>
                    <a:gd name="csX256" fmla="*/ 2167475 w 2726878"/>
                    <a:gd name="csY256" fmla="*/ 442176 h 443699"/>
                    <a:gd name="csX257" fmla="*/ 2564145 w 2726878"/>
                    <a:gd name="csY257" fmla="*/ 4064 h 443699"/>
                    <a:gd name="csX258" fmla="*/ 2167475 w 2726878"/>
                    <a:gd name="csY258" fmla="*/ 442176 h 443699"/>
                    <a:gd name="csX259" fmla="*/ 2564145 w 2726878"/>
                    <a:gd name="csY259" fmla="*/ 4064 h 443699"/>
                    <a:gd name="csX260" fmla="*/ 2210105 w 2726878"/>
                    <a:gd name="csY260" fmla="*/ 439345 h 443699"/>
                    <a:gd name="csX261" fmla="*/ 2606774 w 2726878"/>
                    <a:gd name="csY261" fmla="*/ 1161 h 443699"/>
                    <a:gd name="csX262" fmla="*/ 2210105 w 2726878"/>
                    <a:gd name="csY262" fmla="*/ 439345 h 443699"/>
                    <a:gd name="csX263" fmla="*/ 2606774 w 2726878"/>
                    <a:gd name="csY263" fmla="*/ 1161 h 443699"/>
                    <a:gd name="csX264" fmla="*/ 2247822 w 2726878"/>
                    <a:gd name="csY264" fmla="*/ 441958 h 443699"/>
                    <a:gd name="csX265" fmla="*/ 2644491 w 2726878"/>
                    <a:gd name="csY265" fmla="*/ 3774 h 443699"/>
                    <a:gd name="csX266" fmla="*/ 2247822 w 2726878"/>
                    <a:gd name="csY266" fmla="*/ 441958 h 443699"/>
                    <a:gd name="csX267" fmla="*/ 2644491 w 2726878"/>
                    <a:gd name="csY267" fmla="*/ 3774 h 443699"/>
                    <a:gd name="csX268" fmla="*/ 2290452 w 2726878"/>
                    <a:gd name="csY268" fmla="*/ 439128 h 443699"/>
                    <a:gd name="csX269" fmla="*/ 2687121 w 2726878"/>
                    <a:gd name="csY269" fmla="*/ 944 h 443699"/>
                    <a:gd name="csX270" fmla="*/ 2290452 w 2726878"/>
                    <a:gd name="csY270" fmla="*/ 439128 h 443699"/>
                    <a:gd name="csX271" fmla="*/ 2687121 w 2726878"/>
                    <a:gd name="csY271" fmla="*/ 944 h 443699"/>
                    <a:gd name="csX272" fmla="*/ 2328168 w 2726878"/>
                    <a:gd name="csY272" fmla="*/ 441740 h 443699"/>
                    <a:gd name="csX273" fmla="*/ 2724838 w 2726878"/>
                    <a:gd name="csY273" fmla="*/ 3556 h 443699"/>
                    <a:gd name="csX274" fmla="*/ 2328168 w 2726878"/>
                    <a:gd name="csY274" fmla="*/ 441740 h 443699"/>
                    <a:gd name="csX275" fmla="*/ 2724838 w 2726878"/>
                    <a:gd name="csY275" fmla="*/ 3556 h 443699"/>
                    <a:gd name="csX276" fmla="*/ 2370798 w 2726878"/>
                    <a:gd name="csY276" fmla="*/ 438837 h 443699"/>
                    <a:gd name="csX277" fmla="*/ 2722873 w 2726878"/>
                    <a:gd name="csY277" fmla="*/ 50002 h 443699"/>
                    <a:gd name="csX278" fmla="*/ 2370798 w 2726878"/>
                    <a:gd name="csY278" fmla="*/ 438837 h 443699"/>
                    <a:gd name="csX279" fmla="*/ 2722873 w 2726878"/>
                    <a:gd name="csY279" fmla="*/ 50002 h 443699"/>
                    <a:gd name="csX280" fmla="*/ 2408515 w 2726878"/>
                    <a:gd name="csY280" fmla="*/ 441450 h 443699"/>
                    <a:gd name="csX281" fmla="*/ 2725821 w 2726878"/>
                    <a:gd name="csY281" fmla="*/ 90932 h 443699"/>
                    <a:gd name="csX282" fmla="*/ 2408515 w 2726878"/>
                    <a:gd name="csY282" fmla="*/ 441450 h 443699"/>
                    <a:gd name="csX283" fmla="*/ 2725821 w 2726878"/>
                    <a:gd name="csY283" fmla="*/ 90932 h 443699"/>
                    <a:gd name="csX284" fmla="*/ 2451145 w 2726878"/>
                    <a:gd name="csY284" fmla="*/ 438620 h 443699"/>
                    <a:gd name="csX285" fmla="*/ 2723856 w 2726878"/>
                    <a:gd name="csY285" fmla="*/ 137377 h 443699"/>
                    <a:gd name="csX286" fmla="*/ 2451145 w 2726878"/>
                    <a:gd name="csY286" fmla="*/ 438620 h 443699"/>
                    <a:gd name="csX287" fmla="*/ 2723856 w 2726878"/>
                    <a:gd name="csY287" fmla="*/ 137377 h 443699"/>
                    <a:gd name="csX288" fmla="*/ 2488862 w 2726878"/>
                    <a:gd name="csY288" fmla="*/ 441232 h 443699"/>
                    <a:gd name="csX289" fmla="*/ 2726879 w 2726878"/>
                    <a:gd name="csY289" fmla="*/ 178307 h 443699"/>
                    <a:gd name="csX290" fmla="*/ 2488862 w 2726878"/>
                    <a:gd name="csY290" fmla="*/ 441232 h 443699"/>
                    <a:gd name="csX291" fmla="*/ 2726879 w 2726878"/>
                    <a:gd name="csY291" fmla="*/ 178307 h 443699"/>
                    <a:gd name="csX292" fmla="*/ 2531492 w 2726878"/>
                    <a:gd name="csY292" fmla="*/ 438330 h 443699"/>
                    <a:gd name="csX293" fmla="*/ 2724914 w 2726878"/>
                    <a:gd name="csY293" fmla="*/ 224753 h 443699"/>
                    <a:gd name="csX294" fmla="*/ 2531492 w 2726878"/>
                    <a:gd name="csY294" fmla="*/ 438330 h 443699"/>
                    <a:gd name="csX295" fmla="*/ 2724914 w 2726878"/>
                    <a:gd name="csY295" fmla="*/ 224753 h 443699"/>
                    <a:gd name="csX296" fmla="*/ 2569209 w 2726878"/>
                    <a:gd name="csY296" fmla="*/ 440942 h 443699"/>
                    <a:gd name="csX297" fmla="*/ 2722873 w 2726878"/>
                    <a:gd name="csY297" fmla="*/ 271198 h 443699"/>
                    <a:gd name="csX298" fmla="*/ 2569209 w 2726878"/>
                    <a:gd name="csY298" fmla="*/ 440942 h 443699"/>
                    <a:gd name="csX299" fmla="*/ 2722873 w 2726878"/>
                    <a:gd name="csY299" fmla="*/ 271198 h 443699"/>
                    <a:gd name="csX300" fmla="*/ 2606850 w 2726878"/>
                    <a:gd name="csY300" fmla="*/ 443555 h 443699"/>
                    <a:gd name="csX301" fmla="*/ 2725896 w 2726878"/>
                    <a:gd name="csY301" fmla="*/ 312128 h 443699"/>
                    <a:gd name="csX302" fmla="*/ 2606850 w 2726878"/>
                    <a:gd name="csY302" fmla="*/ 443555 h 443699"/>
                    <a:gd name="csX303" fmla="*/ 2725896 w 2726878"/>
                    <a:gd name="csY303" fmla="*/ 312128 h 443699"/>
                    <a:gd name="csX304" fmla="*/ 2649556 w 2726878"/>
                    <a:gd name="csY304" fmla="*/ 440724 h 443699"/>
                    <a:gd name="csX305" fmla="*/ 2723931 w 2726878"/>
                    <a:gd name="csY305" fmla="*/ 358574 h 443699"/>
                    <a:gd name="csX306" fmla="*/ 2649556 w 2726878"/>
                    <a:gd name="csY306" fmla="*/ 440724 h 443699"/>
                    <a:gd name="csX307" fmla="*/ 2723931 w 2726878"/>
                    <a:gd name="csY307" fmla="*/ 358574 h 443699"/>
                    <a:gd name="csX308" fmla="*/ 2687197 w 2726878"/>
                    <a:gd name="csY308" fmla="*/ 443337 h 443699"/>
                    <a:gd name="csX309" fmla="*/ 2721966 w 2726878"/>
                    <a:gd name="csY309" fmla="*/ 404947 h 443699"/>
                    <a:gd name="csX310" fmla="*/ 2687197 w 2726878"/>
                    <a:gd name="csY310" fmla="*/ 443337 h 443699"/>
                    <a:gd name="csX311" fmla="*/ 2721966 w 2726878"/>
                    <a:gd name="csY311" fmla="*/ 404947 h 4436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  <a:cxn ang="0">
                      <a:pos x="csX196" y="csY196"/>
                    </a:cxn>
                    <a:cxn ang="0">
                      <a:pos x="csX197" y="csY197"/>
                    </a:cxn>
                    <a:cxn ang="0">
                      <a:pos x="csX198" y="csY198"/>
                    </a:cxn>
                    <a:cxn ang="0">
                      <a:pos x="csX199" y="csY199"/>
                    </a:cxn>
                    <a:cxn ang="0">
                      <a:pos x="csX200" y="csY200"/>
                    </a:cxn>
                    <a:cxn ang="0">
                      <a:pos x="csX201" y="csY201"/>
                    </a:cxn>
                    <a:cxn ang="0">
                      <a:pos x="csX202" y="csY202"/>
                    </a:cxn>
                    <a:cxn ang="0">
                      <a:pos x="csX203" y="csY203"/>
                    </a:cxn>
                    <a:cxn ang="0">
                      <a:pos x="csX204" y="csY204"/>
                    </a:cxn>
                    <a:cxn ang="0">
                      <a:pos x="csX205" y="csY205"/>
                    </a:cxn>
                    <a:cxn ang="0">
                      <a:pos x="csX206" y="csY206"/>
                    </a:cxn>
                    <a:cxn ang="0">
                      <a:pos x="csX207" y="csY207"/>
                    </a:cxn>
                    <a:cxn ang="0">
                      <a:pos x="csX208" y="csY208"/>
                    </a:cxn>
                    <a:cxn ang="0">
                      <a:pos x="csX209" y="csY209"/>
                    </a:cxn>
                    <a:cxn ang="0">
                      <a:pos x="csX210" y="csY210"/>
                    </a:cxn>
                    <a:cxn ang="0">
                      <a:pos x="csX211" y="csY211"/>
                    </a:cxn>
                    <a:cxn ang="0">
                      <a:pos x="csX212" y="csY212"/>
                    </a:cxn>
                    <a:cxn ang="0">
                      <a:pos x="csX213" y="csY213"/>
                    </a:cxn>
                    <a:cxn ang="0">
                      <a:pos x="csX214" y="csY214"/>
                    </a:cxn>
                    <a:cxn ang="0">
                      <a:pos x="csX215" y="csY215"/>
                    </a:cxn>
                    <a:cxn ang="0">
                      <a:pos x="csX216" y="csY216"/>
                    </a:cxn>
                    <a:cxn ang="0">
                      <a:pos x="csX217" y="csY217"/>
                    </a:cxn>
                    <a:cxn ang="0">
                      <a:pos x="csX218" y="csY218"/>
                    </a:cxn>
                    <a:cxn ang="0">
                      <a:pos x="csX219" y="csY219"/>
                    </a:cxn>
                    <a:cxn ang="0">
                      <a:pos x="csX220" y="csY220"/>
                    </a:cxn>
                    <a:cxn ang="0">
                      <a:pos x="csX221" y="csY221"/>
                    </a:cxn>
                    <a:cxn ang="0">
                      <a:pos x="csX222" y="csY222"/>
                    </a:cxn>
                    <a:cxn ang="0">
                      <a:pos x="csX223" y="csY223"/>
                    </a:cxn>
                    <a:cxn ang="0">
                      <a:pos x="csX224" y="csY224"/>
                    </a:cxn>
                    <a:cxn ang="0">
                      <a:pos x="csX225" y="csY225"/>
                    </a:cxn>
                    <a:cxn ang="0">
                      <a:pos x="csX226" y="csY226"/>
                    </a:cxn>
                    <a:cxn ang="0">
                      <a:pos x="csX227" y="csY227"/>
                    </a:cxn>
                    <a:cxn ang="0">
                      <a:pos x="csX228" y="csY228"/>
                    </a:cxn>
                    <a:cxn ang="0">
                      <a:pos x="csX229" y="csY229"/>
                    </a:cxn>
                    <a:cxn ang="0">
                      <a:pos x="csX230" y="csY230"/>
                    </a:cxn>
                    <a:cxn ang="0">
                      <a:pos x="csX231" y="csY231"/>
                    </a:cxn>
                    <a:cxn ang="0">
                      <a:pos x="csX232" y="csY232"/>
                    </a:cxn>
                    <a:cxn ang="0">
                      <a:pos x="csX233" y="csY233"/>
                    </a:cxn>
                    <a:cxn ang="0">
                      <a:pos x="csX234" y="csY234"/>
                    </a:cxn>
                    <a:cxn ang="0">
                      <a:pos x="csX235" y="csY235"/>
                    </a:cxn>
                    <a:cxn ang="0">
                      <a:pos x="csX236" y="csY236"/>
                    </a:cxn>
                    <a:cxn ang="0">
                      <a:pos x="csX237" y="csY237"/>
                    </a:cxn>
                    <a:cxn ang="0">
                      <a:pos x="csX238" y="csY238"/>
                    </a:cxn>
                    <a:cxn ang="0">
                      <a:pos x="csX239" y="csY239"/>
                    </a:cxn>
                    <a:cxn ang="0">
                      <a:pos x="csX240" y="csY240"/>
                    </a:cxn>
                    <a:cxn ang="0">
                      <a:pos x="csX241" y="csY241"/>
                    </a:cxn>
                    <a:cxn ang="0">
                      <a:pos x="csX242" y="csY242"/>
                    </a:cxn>
                    <a:cxn ang="0">
                      <a:pos x="csX243" y="csY243"/>
                    </a:cxn>
                    <a:cxn ang="0">
                      <a:pos x="csX244" y="csY244"/>
                    </a:cxn>
                    <a:cxn ang="0">
                      <a:pos x="csX245" y="csY245"/>
                    </a:cxn>
                    <a:cxn ang="0">
                      <a:pos x="csX246" y="csY246"/>
                    </a:cxn>
                    <a:cxn ang="0">
                      <a:pos x="csX247" y="csY247"/>
                    </a:cxn>
                    <a:cxn ang="0">
                      <a:pos x="csX248" y="csY248"/>
                    </a:cxn>
                    <a:cxn ang="0">
                      <a:pos x="csX249" y="csY249"/>
                    </a:cxn>
                    <a:cxn ang="0">
                      <a:pos x="csX250" y="csY250"/>
                    </a:cxn>
                    <a:cxn ang="0">
                      <a:pos x="csX251" y="csY251"/>
                    </a:cxn>
                    <a:cxn ang="0">
                      <a:pos x="csX252" y="csY252"/>
                    </a:cxn>
                    <a:cxn ang="0">
                      <a:pos x="csX253" y="csY253"/>
                    </a:cxn>
                    <a:cxn ang="0">
                      <a:pos x="csX254" y="csY254"/>
                    </a:cxn>
                    <a:cxn ang="0">
                      <a:pos x="csX255" y="csY255"/>
                    </a:cxn>
                    <a:cxn ang="0">
                      <a:pos x="csX256" y="csY256"/>
                    </a:cxn>
                    <a:cxn ang="0">
                      <a:pos x="csX257" y="csY257"/>
                    </a:cxn>
                    <a:cxn ang="0">
                      <a:pos x="csX258" y="csY258"/>
                    </a:cxn>
                    <a:cxn ang="0">
                      <a:pos x="csX259" y="csY259"/>
                    </a:cxn>
                    <a:cxn ang="0">
                      <a:pos x="csX260" y="csY260"/>
                    </a:cxn>
                    <a:cxn ang="0">
                      <a:pos x="csX261" y="csY261"/>
                    </a:cxn>
                    <a:cxn ang="0">
                      <a:pos x="csX262" y="csY262"/>
                    </a:cxn>
                    <a:cxn ang="0">
                      <a:pos x="csX263" y="csY263"/>
                    </a:cxn>
                    <a:cxn ang="0">
                      <a:pos x="csX264" y="csY264"/>
                    </a:cxn>
                    <a:cxn ang="0">
                      <a:pos x="csX265" y="csY265"/>
                    </a:cxn>
                    <a:cxn ang="0">
                      <a:pos x="csX266" y="csY266"/>
                    </a:cxn>
                    <a:cxn ang="0">
                      <a:pos x="csX267" y="csY267"/>
                    </a:cxn>
                    <a:cxn ang="0">
                      <a:pos x="csX268" y="csY268"/>
                    </a:cxn>
                    <a:cxn ang="0">
                      <a:pos x="csX269" y="csY269"/>
                    </a:cxn>
                    <a:cxn ang="0">
                      <a:pos x="csX270" y="csY270"/>
                    </a:cxn>
                    <a:cxn ang="0">
                      <a:pos x="csX271" y="csY271"/>
                    </a:cxn>
                    <a:cxn ang="0">
                      <a:pos x="csX272" y="csY272"/>
                    </a:cxn>
                    <a:cxn ang="0">
                      <a:pos x="csX273" y="csY273"/>
                    </a:cxn>
                    <a:cxn ang="0">
                      <a:pos x="csX274" y="csY274"/>
                    </a:cxn>
                    <a:cxn ang="0">
                      <a:pos x="csX275" y="csY275"/>
                    </a:cxn>
                    <a:cxn ang="0">
                      <a:pos x="csX276" y="csY276"/>
                    </a:cxn>
                    <a:cxn ang="0">
                      <a:pos x="csX277" y="csY277"/>
                    </a:cxn>
                    <a:cxn ang="0">
                      <a:pos x="csX278" y="csY278"/>
                    </a:cxn>
                    <a:cxn ang="0">
                      <a:pos x="csX279" y="csY279"/>
                    </a:cxn>
                    <a:cxn ang="0">
                      <a:pos x="csX280" y="csY280"/>
                    </a:cxn>
                    <a:cxn ang="0">
                      <a:pos x="csX281" y="csY281"/>
                    </a:cxn>
                    <a:cxn ang="0">
                      <a:pos x="csX282" y="csY282"/>
                    </a:cxn>
                    <a:cxn ang="0">
                      <a:pos x="csX283" y="csY283"/>
                    </a:cxn>
                    <a:cxn ang="0">
                      <a:pos x="csX284" y="csY284"/>
                    </a:cxn>
                    <a:cxn ang="0">
                      <a:pos x="csX285" y="csY285"/>
                    </a:cxn>
                    <a:cxn ang="0">
                      <a:pos x="csX286" y="csY286"/>
                    </a:cxn>
                    <a:cxn ang="0">
                      <a:pos x="csX287" y="csY287"/>
                    </a:cxn>
                    <a:cxn ang="0">
                      <a:pos x="csX288" y="csY288"/>
                    </a:cxn>
                    <a:cxn ang="0">
                      <a:pos x="csX289" y="csY289"/>
                    </a:cxn>
                    <a:cxn ang="0">
                      <a:pos x="csX290" y="csY290"/>
                    </a:cxn>
                    <a:cxn ang="0">
                      <a:pos x="csX291" y="csY291"/>
                    </a:cxn>
                    <a:cxn ang="0">
                      <a:pos x="csX292" y="csY292"/>
                    </a:cxn>
                    <a:cxn ang="0">
                      <a:pos x="csX293" y="csY293"/>
                    </a:cxn>
                    <a:cxn ang="0">
                      <a:pos x="csX294" y="csY294"/>
                    </a:cxn>
                    <a:cxn ang="0">
                      <a:pos x="csX295" y="csY295"/>
                    </a:cxn>
                    <a:cxn ang="0">
                      <a:pos x="csX296" y="csY296"/>
                    </a:cxn>
                    <a:cxn ang="0">
                      <a:pos x="csX297" y="csY297"/>
                    </a:cxn>
                    <a:cxn ang="0">
                      <a:pos x="csX298" y="csY298"/>
                    </a:cxn>
                    <a:cxn ang="0">
                      <a:pos x="csX299" y="csY299"/>
                    </a:cxn>
                    <a:cxn ang="0">
                      <a:pos x="csX300" y="csY300"/>
                    </a:cxn>
                    <a:cxn ang="0">
                      <a:pos x="csX301" y="csY301"/>
                    </a:cxn>
                    <a:cxn ang="0">
                      <a:pos x="csX302" y="csY302"/>
                    </a:cxn>
                    <a:cxn ang="0">
                      <a:pos x="csX303" y="csY303"/>
                    </a:cxn>
                    <a:cxn ang="0">
                      <a:pos x="csX304" y="csY304"/>
                    </a:cxn>
                    <a:cxn ang="0">
                      <a:pos x="csX305" y="csY305"/>
                    </a:cxn>
                    <a:cxn ang="0">
                      <a:pos x="csX306" y="csY306"/>
                    </a:cxn>
                    <a:cxn ang="0">
                      <a:pos x="csX307" y="csY307"/>
                    </a:cxn>
                    <a:cxn ang="0">
                      <a:pos x="csX308" y="csY308"/>
                    </a:cxn>
                    <a:cxn ang="0">
                      <a:pos x="csX309" y="csY309"/>
                    </a:cxn>
                    <a:cxn ang="0">
                      <a:pos x="csX310" y="csY310"/>
                    </a:cxn>
                    <a:cxn ang="0">
                      <a:pos x="csX311" y="csY311"/>
                    </a:cxn>
                  </a:cxnLst>
                  <a:rect l="l" t="t" r="r" b="b"/>
                  <a:pathLst>
                    <a:path w="2726878" h="443699">
                      <a:moveTo>
                        <a:pt x="2948" y="1089"/>
                      </a:moveTo>
                      <a:cubicBezTo>
                        <a:pt x="2948" y="1089"/>
                        <a:pt x="2948" y="1089"/>
                        <a:pt x="2948" y="1089"/>
                      </a:cubicBezTo>
                      <a:moveTo>
                        <a:pt x="2948" y="1089"/>
                      </a:moveTo>
                      <a:cubicBezTo>
                        <a:pt x="2948" y="1089"/>
                        <a:pt x="2948" y="1089"/>
                        <a:pt x="2948" y="1089"/>
                      </a:cubicBezTo>
                      <a:moveTo>
                        <a:pt x="983" y="47534"/>
                      </a:moveTo>
                      <a:cubicBezTo>
                        <a:pt x="6652" y="31133"/>
                        <a:pt x="27135" y="26634"/>
                        <a:pt x="40665" y="3701"/>
                      </a:cubicBezTo>
                      <a:moveTo>
                        <a:pt x="983" y="47534"/>
                      </a:moveTo>
                      <a:cubicBezTo>
                        <a:pt x="12094" y="40858"/>
                        <a:pt x="17536" y="28593"/>
                        <a:pt x="40665" y="3701"/>
                      </a:cubicBezTo>
                      <a:moveTo>
                        <a:pt x="3931" y="88464"/>
                      </a:moveTo>
                      <a:cubicBezTo>
                        <a:pt x="35450" y="61976"/>
                        <a:pt x="49811" y="30771"/>
                        <a:pt x="83295" y="871"/>
                      </a:cubicBezTo>
                      <a:moveTo>
                        <a:pt x="3931" y="88464"/>
                      </a:moveTo>
                      <a:cubicBezTo>
                        <a:pt x="30159" y="56315"/>
                        <a:pt x="59637" y="23296"/>
                        <a:pt x="83295" y="871"/>
                      </a:cubicBezTo>
                      <a:moveTo>
                        <a:pt x="1966" y="134910"/>
                      </a:moveTo>
                      <a:cubicBezTo>
                        <a:pt x="33182" y="105229"/>
                        <a:pt x="73620" y="69161"/>
                        <a:pt x="121012" y="3484"/>
                      </a:cubicBezTo>
                      <a:moveTo>
                        <a:pt x="1966" y="134910"/>
                      </a:moveTo>
                      <a:cubicBezTo>
                        <a:pt x="39758" y="90569"/>
                        <a:pt x="92365" y="34254"/>
                        <a:pt x="121012" y="3484"/>
                      </a:cubicBezTo>
                      <a:moveTo>
                        <a:pt x="1" y="181355"/>
                      </a:moveTo>
                      <a:cubicBezTo>
                        <a:pt x="36961" y="126056"/>
                        <a:pt x="102796" y="72862"/>
                        <a:pt x="163642" y="581"/>
                      </a:cubicBezTo>
                      <a:moveTo>
                        <a:pt x="1" y="181355"/>
                      </a:moveTo>
                      <a:cubicBezTo>
                        <a:pt x="44671" y="129104"/>
                        <a:pt x="82464" y="93690"/>
                        <a:pt x="163642" y="581"/>
                      </a:cubicBezTo>
                      <a:moveTo>
                        <a:pt x="3024" y="222285"/>
                      </a:moveTo>
                      <a:cubicBezTo>
                        <a:pt x="67573" y="142457"/>
                        <a:pt x="135675" y="76781"/>
                        <a:pt x="201359" y="3193"/>
                      </a:cubicBezTo>
                      <a:moveTo>
                        <a:pt x="3024" y="222285"/>
                      </a:moveTo>
                      <a:cubicBezTo>
                        <a:pt x="71579" y="143764"/>
                        <a:pt x="152758" y="58275"/>
                        <a:pt x="201359" y="3193"/>
                      </a:cubicBezTo>
                      <a:moveTo>
                        <a:pt x="983" y="268731"/>
                      </a:moveTo>
                      <a:cubicBezTo>
                        <a:pt x="96296" y="182807"/>
                        <a:pt x="190399" y="65169"/>
                        <a:pt x="243989" y="363"/>
                      </a:cubicBezTo>
                      <a:moveTo>
                        <a:pt x="983" y="268731"/>
                      </a:moveTo>
                      <a:cubicBezTo>
                        <a:pt x="62358" y="199426"/>
                        <a:pt x="120634" y="135636"/>
                        <a:pt x="243989" y="363"/>
                      </a:cubicBezTo>
                      <a:moveTo>
                        <a:pt x="4006" y="309661"/>
                      </a:moveTo>
                      <a:cubicBezTo>
                        <a:pt x="117913" y="191080"/>
                        <a:pt x="205818" y="110381"/>
                        <a:pt x="281706" y="2976"/>
                      </a:cubicBezTo>
                      <a:moveTo>
                        <a:pt x="4006" y="309661"/>
                      </a:moveTo>
                      <a:cubicBezTo>
                        <a:pt x="66213" y="250153"/>
                        <a:pt x="119122" y="183387"/>
                        <a:pt x="281706" y="2976"/>
                      </a:cubicBezTo>
                      <a:moveTo>
                        <a:pt x="2041" y="356106"/>
                      </a:moveTo>
                      <a:cubicBezTo>
                        <a:pt x="84731" y="256612"/>
                        <a:pt x="143234" y="195870"/>
                        <a:pt x="324336" y="73"/>
                      </a:cubicBezTo>
                      <a:moveTo>
                        <a:pt x="2041" y="356106"/>
                      </a:moveTo>
                      <a:cubicBezTo>
                        <a:pt x="84580" y="267062"/>
                        <a:pt x="173619" y="165317"/>
                        <a:pt x="324336" y="73"/>
                      </a:cubicBezTo>
                      <a:moveTo>
                        <a:pt x="76" y="402552"/>
                      </a:moveTo>
                      <a:cubicBezTo>
                        <a:pt x="81405" y="329400"/>
                        <a:pt x="156461" y="224753"/>
                        <a:pt x="362052" y="2686"/>
                      </a:cubicBezTo>
                      <a:moveTo>
                        <a:pt x="76" y="402552"/>
                      </a:moveTo>
                      <a:cubicBezTo>
                        <a:pt x="81935" y="326207"/>
                        <a:pt x="147542" y="234477"/>
                        <a:pt x="362052" y="2686"/>
                      </a:cubicBezTo>
                      <a:moveTo>
                        <a:pt x="3024" y="443482"/>
                      </a:moveTo>
                      <a:cubicBezTo>
                        <a:pt x="113227" y="331142"/>
                        <a:pt x="244745" y="183097"/>
                        <a:pt x="399694" y="5298"/>
                      </a:cubicBezTo>
                      <a:moveTo>
                        <a:pt x="3024" y="443482"/>
                      </a:moveTo>
                      <a:cubicBezTo>
                        <a:pt x="104988" y="323377"/>
                        <a:pt x="209976" y="213359"/>
                        <a:pt x="399694" y="5298"/>
                      </a:cubicBezTo>
                      <a:moveTo>
                        <a:pt x="45654" y="440652"/>
                      </a:moveTo>
                      <a:cubicBezTo>
                        <a:pt x="129478" y="351172"/>
                        <a:pt x="240361" y="239703"/>
                        <a:pt x="442399" y="2468"/>
                      </a:cubicBezTo>
                      <a:moveTo>
                        <a:pt x="45654" y="440652"/>
                      </a:moveTo>
                      <a:cubicBezTo>
                        <a:pt x="181404" y="279109"/>
                        <a:pt x="328417" y="132733"/>
                        <a:pt x="442399" y="2468"/>
                      </a:cubicBezTo>
                      <a:moveTo>
                        <a:pt x="83371" y="443264"/>
                      </a:moveTo>
                      <a:cubicBezTo>
                        <a:pt x="187073" y="334625"/>
                        <a:pt x="300451" y="220689"/>
                        <a:pt x="480040" y="5080"/>
                      </a:cubicBezTo>
                      <a:moveTo>
                        <a:pt x="83371" y="443264"/>
                      </a:moveTo>
                      <a:cubicBezTo>
                        <a:pt x="240814" y="265320"/>
                        <a:pt x="405589" y="98407"/>
                        <a:pt x="480040" y="5080"/>
                      </a:cubicBezTo>
                      <a:moveTo>
                        <a:pt x="126001" y="440361"/>
                      </a:moveTo>
                      <a:cubicBezTo>
                        <a:pt x="205516" y="348632"/>
                        <a:pt x="291910" y="247758"/>
                        <a:pt x="522746" y="2250"/>
                      </a:cubicBezTo>
                      <a:moveTo>
                        <a:pt x="126001" y="440361"/>
                      </a:moveTo>
                      <a:cubicBezTo>
                        <a:pt x="279060" y="282011"/>
                        <a:pt x="422747" y="111034"/>
                        <a:pt x="522746" y="2250"/>
                      </a:cubicBezTo>
                      <a:moveTo>
                        <a:pt x="163718" y="442974"/>
                      </a:moveTo>
                      <a:cubicBezTo>
                        <a:pt x="318893" y="269674"/>
                        <a:pt x="455097" y="112848"/>
                        <a:pt x="560463" y="4863"/>
                      </a:cubicBezTo>
                      <a:moveTo>
                        <a:pt x="163718" y="442974"/>
                      </a:moveTo>
                      <a:cubicBezTo>
                        <a:pt x="294253" y="288833"/>
                        <a:pt x="444062" y="130991"/>
                        <a:pt x="560463" y="4863"/>
                      </a:cubicBezTo>
                      <a:moveTo>
                        <a:pt x="206347" y="440144"/>
                      </a:moveTo>
                      <a:cubicBezTo>
                        <a:pt x="293346" y="330271"/>
                        <a:pt x="401205" y="237453"/>
                        <a:pt x="603093" y="1960"/>
                      </a:cubicBezTo>
                      <a:moveTo>
                        <a:pt x="206347" y="440144"/>
                      </a:moveTo>
                      <a:cubicBezTo>
                        <a:pt x="308387" y="344132"/>
                        <a:pt x="400072" y="230341"/>
                        <a:pt x="603093" y="1960"/>
                      </a:cubicBezTo>
                      <a:moveTo>
                        <a:pt x="244064" y="442756"/>
                      </a:moveTo>
                      <a:cubicBezTo>
                        <a:pt x="345424" y="345076"/>
                        <a:pt x="450336" y="242388"/>
                        <a:pt x="640810" y="4572"/>
                      </a:cubicBezTo>
                      <a:moveTo>
                        <a:pt x="244064" y="442756"/>
                      </a:moveTo>
                      <a:cubicBezTo>
                        <a:pt x="389565" y="275698"/>
                        <a:pt x="544892" y="114590"/>
                        <a:pt x="640810" y="4572"/>
                      </a:cubicBezTo>
                      <a:moveTo>
                        <a:pt x="286694" y="439853"/>
                      </a:moveTo>
                      <a:cubicBezTo>
                        <a:pt x="382612" y="353857"/>
                        <a:pt x="474750" y="236437"/>
                        <a:pt x="683440" y="1742"/>
                      </a:cubicBezTo>
                      <a:moveTo>
                        <a:pt x="286694" y="439853"/>
                      </a:moveTo>
                      <a:cubicBezTo>
                        <a:pt x="407857" y="309734"/>
                        <a:pt x="516548" y="187887"/>
                        <a:pt x="683440" y="1742"/>
                      </a:cubicBezTo>
                      <a:moveTo>
                        <a:pt x="324411" y="442466"/>
                      </a:moveTo>
                      <a:cubicBezTo>
                        <a:pt x="447161" y="284914"/>
                        <a:pt x="605814" y="145288"/>
                        <a:pt x="721157" y="4355"/>
                      </a:cubicBezTo>
                      <a:moveTo>
                        <a:pt x="324411" y="442466"/>
                      </a:moveTo>
                      <a:cubicBezTo>
                        <a:pt x="423276" y="334771"/>
                        <a:pt x="527054" y="215827"/>
                        <a:pt x="721157" y="4355"/>
                      </a:cubicBezTo>
                      <a:moveTo>
                        <a:pt x="367041" y="439636"/>
                      </a:moveTo>
                      <a:cubicBezTo>
                        <a:pt x="461371" y="328167"/>
                        <a:pt x="566132" y="234550"/>
                        <a:pt x="763787" y="1452"/>
                      </a:cubicBezTo>
                      <a:moveTo>
                        <a:pt x="367041" y="439636"/>
                      </a:moveTo>
                      <a:cubicBezTo>
                        <a:pt x="488128" y="309081"/>
                        <a:pt x="593116" y="183024"/>
                        <a:pt x="763787" y="1452"/>
                      </a:cubicBezTo>
                      <a:moveTo>
                        <a:pt x="404758" y="442248"/>
                      </a:moveTo>
                      <a:cubicBezTo>
                        <a:pt x="538997" y="305452"/>
                        <a:pt x="656456" y="174098"/>
                        <a:pt x="801503" y="4064"/>
                      </a:cubicBezTo>
                      <a:moveTo>
                        <a:pt x="404758" y="442248"/>
                      </a:moveTo>
                      <a:cubicBezTo>
                        <a:pt x="533933" y="291010"/>
                        <a:pt x="670288" y="146231"/>
                        <a:pt x="801503" y="4064"/>
                      </a:cubicBezTo>
                      <a:moveTo>
                        <a:pt x="447388" y="439345"/>
                      </a:moveTo>
                      <a:cubicBezTo>
                        <a:pt x="586993" y="271779"/>
                        <a:pt x="725389" y="109438"/>
                        <a:pt x="844133" y="1234"/>
                      </a:cubicBezTo>
                      <a:moveTo>
                        <a:pt x="447388" y="439345"/>
                      </a:moveTo>
                      <a:cubicBezTo>
                        <a:pt x="595081" y="278673"/>
                        <a:pt x="735593" y="115606"/>
                        <a:pt x="844133" y="1234"/>
                      </a:cubicBezTo>
                      <a:moveTo>
                        <a:pt x="485105" y="441958"/>
                      </a:moveTo>
                      <a:cubicBezTo>
                        <a:pt x="584877" y="315104"/>
                        <a:pt x="703999" y="186581"/>
                        <a:pt x="881850" y="3847"/>
                      </a:cubicBezTo>
                      <a:moveTo>
                        <a:pt x="485105" y="441958"/>
                      </a:moveTo>
                      <a:cubicBezTo>
                        <a:pt x="595232" y="320982"/>
                        <a:pt x="707400" y="207046"/>
                        <a:pt x="881850" y="3847"/>
                      </a:cubicBezTo>
                      <a:moveTo>
                        <a:pt x="527735" y="439128"/>
                      </a:moveTo>
                      <a:cubicBezTo>
                        <a:pt x="681323" y="273521"/>
                        <a:pt x="826749" y="95939"/>
                        <a:pt x="924480" y="944"/>
                      </a:cubicBezTo>
                      <a:moveTo>
                        <a:pt x="527735" y="439128"/>
                      </a:moveTo>
                      <a:cubicBezTo>
                        <a:pt x="638315" y="310169"/>
                        <a:pt x="769984" y="184258"/>
                        <a:pt x="924480" y="944"/>
                      </a:cubicBezTo>
                      <a:moveTo>
                        <a:pt x="565452" y="441740"/>
                      </a:moveTo>
                      <a:cubicBezTo>
                        <a:pt x="715412" y="260240"/>
                        <a:pt x="863634" y="110526"/>
                        <a:pt x="962197" y="3556"/>
                      </a:cubicBezTo>
                      <a:moveTo>
                        <a:pt x="565452" y="441740"/>
                      </a:moveTo>
                      <a:cubicBezTo>
                        <a:pt x="698935" y="300445"/>
                        <a:pt x="822819" y="154939"/>
                        <a:pt x="962197" y="3556"/>
                      </a:cubicBezTo>
                      <a:moveTo>
                        <a:pt x="608081" y="438910"/>
                      </a:moveTo>
                      <a:cubicBezTo>
                        <a:pt x="738919" y="269166"/>
                        <a:pt x="884193" y="139845"/>
                        <a:pt x="1004827" y="726"/>
                      </a:cubicBezTo>
                      <a:moveTo>
                        <a:pt x="608081" y="438910"/>
                      </a:moveTo>
                      <a:cubicBezTo>
                        <a:pt x="762879" y="264304"/>
                        <a:pt x="926597" y="90714"/>
                        <a:pt x="1004827" y="726"/>
                      </a:cubicBezTo>
                      <a:moveTo>
                        <a:pt x="645798" y="441523"/>
                      </a:moveTo>
                      <a:cubicBezTo>
                        <a:pt x="793038" y="276496"/>
                        <a:pt x="922288" y="110236"/>
                        <a:pt x="1042544" y="3339"/>
                      </a:cubicBezTo>
                      <a:moveTo>
                        <a:pt x="645798" y="441523"/>
                      </a:moveTo>
                      <a:cubicBezTo>
                        <a:pt x="760385" y="327804"/>
                        <a:pt x="867111" y="206973"/>
                        <a:pt x="1042544" y="3339"/>
                      </a:cubicBezTo>
                      <a:moveTo>
                        <a:pt x="688428" y="438620"/>
                      </a:moveTo>
                      <a:cubicBezTo>
                        <a:pt x="788730" y="351027"/>
                        <a:pt x="864239" y="252620"/>
                        <a:pt x="1085174" y="436"/>
                      </a:cubicBezTo>
                      <a:moveTo>
                        <a:pt x="688428" y="438620"/>
                      </a:moveTo>
                      <a:cubicBezTo>
                        <a:pt x="785857" y="339415"/>
                        <a:pt x="865902" y="236292"/>
                        <a:pt x="1085174" y="436"/>
                      </a:cubicBezTo>
                      <a:moveTo>
                        <a:pt x="726145" y="441232"/>
                      </a:moveTo>
                      <a:cubicBezTo>
                        <a:pt x="802033" y="347398"/>
                        <a:pt x="896438" y="258498"/>
                        <a:pt x="1122890" y="3048"/>
                      </a:cubicBezTo>
                      <a:moveTo>
                        <a:pt x="726145" y="441232"/>
                      </a:moveTo>
                      <a:cubicBezTo>
                        <a:pt x="824406" y="338980"/>
                        <a:pt x="929317" y="217641"/>
                        <a:pt x="1122890" y="3048"/>
                      </a:cubicBezTo>
                      <a:moveTo>
                        <a:pt x="768775" y="438402"/>
                      </a:moveTo>
                      <a:cubicBezTo>
                        <a:pt x="918358" y="277439"/>
                        <a:pt x="1059324" y="120686"/>
                        <a:pt x="1165520" y="218"/>
                      </a:cubicBezTo>
                      <a:moveTo>
                        <a:pt x="768775" y="438402"/>
                      </a:moveTo>
                      <a:cubicBezTo>
                        <a:pt x="900368" y="292897"/>
                        <a:pt x="1027351" y="154939"/>
                        <a:pt x="1165520" y="218"/>
                      </a:cubicBezTo>
                      <a:moveTo>
                        <a:pt x="806492" y="441015"/>
                      </a:moveTo>
                      <a:cubicBezTo>
                        <a:pt x="951010" y="273738"/>
                        <a:pt x="1102861" y="142240"/>
                        <a:pt x="1203237" y="2831"/>
                      </a:cubicBezTo>
                      <a:moveTo>
                        <a:pt x="806492" y="441015"/>
                      </a:moveTo>
                      <a:cubicBezTo>
                        <a:pt x="942318" y="301678"/>
                        <a:pt x="1061062" y="165245"/>
                        <a:pt x="1203237" y="2831"/>
                      </a:cubicBezTo>
                      <a:moveTo>
                        <a:pt x="844209" y="443627"/>
                      </a:moveTo>
                      <a:cubicBezTo>
                        <a:pt x="980186" y="295074"/>
                        <a:pt x="1098854" y="176348"/>
                        <a:pt x="1245867" y="1"/>
                      </a:cubicBezTo>
                      <a:moveTo>
                        <a:pt x="844209" y="443627"/>
                      </a:moveTo>
                      <a:cubicBezTo>
                        <a:pt x="933550" y="331577"/>
                        <a:pt x="1043980" y="234695"/>
                        <a:pt x="1245867" y="1"/>
                      </a:cubicBezTo>
                      <a:moveTo>
                        <a:pt x="886839" y="440724"/>
                      </a:moveTo>
                      <a:cubicBezTo>
                        <a:pt x="1041259" y="266263"/>
                        <a:pt x="1222134" y="82804"/>
                        <a:pt x="1283584" y="2613"/>
                      </a:cubicBezTo>
                      <a:moveTo>
                        <a:pt x="886839" y="440724"/>
                      </a:moveTo>
                      <a:cubicBezTo>
                        <a:pt x="1023723" y="298630"/>
                        <a:pt x="1148514" y="147610"/>
                        <a:pt x="1283584" y="2613"/>
                      </a:cubicBezTo>
                      <a:moveTo>
                        <a:pt x="924556" y="443337"/>
                      </a:moveTo>
                      <a:cubicBezTo>
                        <a:pt x="1082982" y="283971"/>
                        <a:pt x="1227954" y="93907"/>
                        <a:pt x="1321226" y="5225"/>
                      </a:cubicBezTo>
                      <a:moveTo>
                        <a:pt x="924556" y="443337"/>
                      </a:moveTo>
                      <a:cubicBezTo>
                        <a:pt x="1037782" y="312419"/>
                        <a:pt x="1161968" y="180339"/>
                        <a:pt x="1321226" y="5225"/>
                      </a:cubicBezTo>
                      <a:moveTo>
                        <a:pt x="967186" y="440507"/>
                      </a:moveTo>
                      <a:cubicBezTo>
                        <a:pt x="1058039" y="323087"/>
                        <a:pt x="1145717" y="234623"/>
                        <a:pt x="1363931" y="2323"/>
                      </a:cubicBezTo>
                      <a:moveTo>
                        <a:pt x="967186" y="440507"/>
                      </a:moveTo>
                      <a:cubicBezTo>
                        <a:pt x="1048817" y="336222"/>
                        <a:pt x="1138839" y="248484"/>
                        <a:pt x="1363931" y="2323"/>
                      </a:cubicBezTo>
                      <a:moveTo>
                        <a:pt x="1004902" y="443119"/>
                      </a:moveTo>
                      <a:cubicBezTo>
                        <a:pt x="1110797" y="332085"/>
                        <a:pt x="1216767" y="207046"/>
                        <a:pt x="1401572" y="4935"/>
                      </a:cubicBezTo>
                      <a:moveTo>
                        <a:pt x="1004902" y="443119"/>
                      </a:moveTo>
                      <a:cubicBezTo>
                        <a:pt x="1111628" y="327949"/>
                        <a:pt x="1204144" y="227511"/>
                        <a:pt x="1401572" y="4935"/>
                      </a:cubicBezTo>
                      <a:moveTo>
                        <a:pt x="1047532" y="440216"/>
                      </a:moveTo>
                      <a:cubicBezTo>
                        <a:pt x="1185929" y="276859"/>
                        <a:pt x="1321679" y="152617"/>
                        <a:pt x="1444278" y="2105"/>
                      </a:cubicBezTo>
                      <a:moveTo>
                        <a:pt x="1047532" y="440216"/>
                      </a:moveTo>
                      <a:cubicBezTo>
                        <a:pt x="1200063" y="278963"/>
                        <a:pt x="1350704" y="108131"/>
                        <a:pt x="1444278" y="2105"/>
                      </a:cubicBezTo>
                      <a:moveTo>
                        <a:pt x="1085249" y="442829"/>
                      </a:moveTo>
                      <a:cubicBezTo>
                        <a:pt x="1169451" y="338834"/>
                        <a:pt x="1276706" y="211908"/>
                        <a:pt x="1481919" y="4718"/>
                      </a:cubicBezTo>
                      <a:moveTo>
                        <a:pt x="1085249" y="442829"/>
                      </a:moveTo>
                      <a:cubicBezTo>
                        <a:pt x="1164991" y="343769"/>
                        <a:pt x="1249117" y="254217"/>
                        <a:pt x="1481919" y="4718"/>
                      </a:cubicBezTo>
                      <a:moveTo>
                        <a:pt x="1127879" y="439999"/>
                      </a:moveTo>
                      <a:cubicBezTo>
                        <a:pt x="1217976" y="316047"/>
                        <a:pt x="1326516" y="232083"/>
                        <a:pt x="1524625" y="1815"/>
                      </a:cubicBezTo>
                      <a:moveTo>
                        <a:pt x="1127879" y="439999"/>
                      </a:moveTo>
                      <a:cubicBezTo>
                        <a:pt x="1203766" y="353131"/>
                        <a:pt x="1285020" y="257845"/>
                        <a:pt x="1524625" y="1815"/>
                      </a:cubicBezTo>
                      <a:moveTo>
                        <a:pt x="1165596" y="442611"/>
                      </a:moveTo>
                      <a:cubicBezTo>
                        <a:pt x="1296736" y="301315"/>
                        <a:pt x="1421829" y="158423"/>
                        <a:pt x="1562266" y="4427"/>
                      </a:cubicBezTo>
                      <a:moveTo>
                        <a:pt x="1165596" y="442611"/>
                      </a:moveTo>
                      <a:cubicBezTo>
                        <a:pt x="1297719" y="287672"/>
                        <a:pt x="1436795" y="139627"/>
                        <a:pt x="1562266" y="4427"/>
                      </a:cubicBezTo>
                      <a:moveTo>
                        <a:pt x="1208226" y="439708"/>
                      </a:moveTo>
                      <a:cubicBezTo>
                        <a:pt x="1304370" y="302985"/>
                        <a:pt x="1439969" y="194491"/>
                        <a:pt x="1604972" y="1597"/>
                      </a:cubicBezTo>
                      <a:moveTo>
                        <a:pt x="1208226" y="439708"/>
                      </a:moveTo>
                      <a:cubicBezTo>
                        <a:pt x="1354181" y="264377"/>
                        <a:pt x="1512833" y="99931"/>
                        <a:pt x="1604972" y="1597"/>
                      </a:cubicBezTo>
                      <a:moveTo>
                        <a:pt x="1245943" y="442321"/>
                      </a:moveTo>
                      <a:cubicBezTo>
                        <a:pt x="1399532" y="289269"/>
                        <a:pt x="1534375" y="121339"/>
                        <a:pt x="1642613" y="4210"/>
                      </a:cubicBezTo>
                      <a:moveTo>
                        <a:pt x="1245943" y="442321"/>
                      </a:moveTo>
                      <a:cubicBezTo>
                        <a:pt x="1385322" y="288906"/>
                        <a:pt x="1530142" y="137014"/>
                        <a:pt x="1642613" y="4210"/>
                      </a:cubicBezTo>
                      <a:moveTo>
                        <a:pt x="1288573" y="439491"/>
                      </a:moveTo>
                      <a:cubicBezTo>
                        <a:pt x="1392653" y="339996"/>
                        <a:pt x="1478518" y="252548"/>
                        <a:pt x="1685318" y="1307"/>
                      </a:cubicBezTo>
                      <a:moveTo>
                        <a:pt x="1288573" y="439491"/>
                      </a:moveTo>
                      <a:cubicBezTo>
                        <a:pt x="1385170" y="342608"/>
                        <a:pt x="1463855" y="234550"/>
                        <a:pt x="1685318" y="1307"/>
                      </a:cubicBezTo>
                      <a:moveTo>
                        <a:pt x="1326290" y="442103"/>
                      </a:moveTo>
                      <a:cubicBezTo>
                        <a:pt x="1440876" y="289922"/>
                        <a:pt x="1580331" y="146957"/>
                        <a:pt x="1722960" y="3919"/>
                      </a:cubicBezTo>
                      <a:moveTo>
                        <a:pt x="1326290" y="442103"/>
                      </a:moveTo>
                      <a:cubicBezTo>
                        <a:pt x="1484111" y="273521"/>
                        <a:pt x="1646921" y="88900"/>
                        <a:pt x="1722960" y="3919"/>
                      </a:cubicBezTo>
                      <a:moveTo>
                        <a:pt x="1368920" y="439273"/>
                      </a:moveTo>
                      <a:cubicBezTo>
                        <a:pt x="1471413" y="318877"/>
                        <a:pt x="1577610" y="207118"/>
                        <a:pt x="1765665" y="1089"/>
                      </a:cubicBezTo>
                      <a:moveTo>
                        <a:pt x="1368920" y="439273"/>
                      </a:moveTo>
                      <a:cubicBezTo>
                        <a:pt x="1498699" y="301606"/>
                        <a:pt x="1613815" y="167857"/>
                        <a:pt x="1765665" y="1089"/>
                      </a:cubicBezTo>
                      <a:moveTo>
                        <a:pt x="1406637" y="441885"/>
                      </a:moveTo>
                      <a:cubicBezTo>
                        <a:pt x="1483355" y="355091"/>
                        <a:pt x="1582750" y="239557"/>
                        <a:pt x="1803306" y="3701"/>
                      </a:cubicBezTo>
                      <a:moveTo>
                        <a:pt x="1406637" y="441885"/>
                      </a:moveTo>
                      <a:cubicBezTo>
                        <a:pt x="1550777" y="280633"/>
                        <a:pt x="1701872" y="108349"/>
                        <a:pt x="1803306" y="3701"/>
                      </a:cubicBezTo>
                      <a:moveTo>
                        <a:pt x="1449267" y="438983"/>
                      </a:moveTo>
                      <a:cubicBezTo>
                        <a:pt x="1542387" y="320692"/>
                        <a:pt x="1644049" y="211763"/>
                        <a:pt x="1846012" y="799"/>
                      </a:cubicBezTo>
                      <a:moveTo>
                        <a:pt x="1449267" y="438983"/>
                      </a:moveTo>
                      <a:cubicBezTo>
                        <a:pt x="1549643" y="326715"/>
                        <a:pt x="1653875" y="218439"/>
                        <a:pt x="1846012" y="799"/>
                      </a:cubicBezTo>
                      <a:moveTo>
                        <a:pt x="1486984" y="441595"/>
                      </a:moveTo>
                      <a:cubicBezTo>
                        <a:pt x="1625077" y="279617"/>
                        <a:pt x="1767706" y="141659"/>
                        <a:pt x="1883653" y="3411"/>
                      </a:cubicBezTo>
                      <a:moveTo>
                        <a:pt x="1486984" y="441595"/>
                      </a:moveTo>
                      <a:cubicBezTo>
                        <a:pt x="1588494" y="335859"/>
                        <a:pt x="1686603" y="219310"/>
                        <a:pt x="1883653" y="3411"/>
                      </a:cubicBezTo>
                      <a:moveTo>
                        <a:pt x="1529613" y="438765"/>
                      </a:moveTo>
                      <a:cubicBezTo>
                        <a:pt x="1690609" y="275262"/>
                        <a:pt x="1824848" y="96738"/>
                        <a:pt x="1926359" y="581"/>
                      </a:cubicBezTo>
                      <a:moveTo>
                        <a:pt x="1529613" y="438765"/>
                      </a:moveTo>
                      <a:cubicBezTo>
                        <a:pt x="1640799" y="300735"/>
                        <a:pt x="1772241" y="172502"/>
                        <a:pt x="1926359" y="581"/>
                      </a:cubicBezTo>
                      <a:moveTo>
                        <a:pt x="1567330" y="441377"/>
                      </a:moveTo>
                      <a:cubicBezTo>
                        <a:pt x="1685998" y="317426"/>
                        <a:pt x="1783655" y="183097"/>
                        <a:pt x="1964000" y="3193"/>
                      </a:cubicBezTo>
                      <a:moveTo>
                        <a:pt x="1567330" y="441377"/>
                      </a:moveTo>
                      <a:cubicBezTo>
                        <a:pt x="1699301" y="293550"/>
                        <a:pt x="1826058" y="154359"/>
                        <a:pt x="1964000" y="3193"/>
                      </a:cubicBezTo>
                      <a:moveTo>
                        <a:pt x="1609960" y="438475"/>
                      </a:moveTo>
                      <a:cubicBezTo>
                        <a:pt x="1774282" y="256612"/>
                        <a:pt x="1931121" y="87231"/>
                        <a:pt x="2006706" y="291"/>
                      </a:cubicBezTo>
                      <a:moveTo>
                        <a:pt x="1609960" y="438475"/>
                      </a:moveTo>
                      <a:cubicBezTo>
                        <a:pt x="1766270" y="264086"/>
                        <a:pt x="1924620" y="95286"/>
                        <a:pt x="2006706" y="291"/>
                      </a:cubicBezTo>
                      <a:moveTo>
                        <a:pt x="1647677" y="441087"/>
                      </a:moveTo>
                      <a:cubicBezTo>
                        <a:pt x="1759165" y="325409"/>
                        <a:pt x="1878438" y="174389"/>
                        <a:pt x="2044347" y="2903"/>
                      </a:cubicBezTo>
                      <a:moveTo>
                        <a:pt x="1647677" y="441087"/>
                      </a:moveTo>
                      <a:cubicBezTo>
                        <a:pt x="1793783" y="286511"/>
                        <a:pt x="1916155" y="141006"/>
                        <a:pt x="2044347" y="2903"/>
                      </a:cubicBezTo>
                      <a:moveTo>
                        <a:pt x="1685394" y="443700"/>
                      </a:moveTo>
                      <a:cubicBezTo>
                        <a:pt x="1831726" y="301098"/>
                        <a:pt x="1961052" y="139046"/>
                        <a:pt x="2087052" y="73"/>
                      </a:cubicBezTo>
                      <a:moveTo>
                        <a:pt x="1685394" y="443700"/>
                      </a:moveTo>
                      <a:cubicBezTo>
                        <a:pt x="1795370" y="325046"/>
                        <a:pt x="1890153" y="210239"/>
                        <a:pt x="2087052" y="73"/>
                      </a:cubicBezTo>
                      <a:moveTo>
                        <a:pt x="1728024" y="440870"/>
                      </a:moveTo>
                      <a:cubicBezTo>
                        <a:pt x="1829837" y="306976"/>
                        <a:pt x="1960523" y="199789"/>
                        <a:pt x="2124694" y="2686"/>
                      </a:cubicBezTo>
                      <a:moveTo>
                        <a:pt x="1728024" y="440870"/>
                      </a:moveTo>
                      <a:cubicBezTo>
                        <a:pt x="1878362" y="261909"/>
                        <a:pt x="2043440" y="100729"/>
                        <a:pt x="2124694" y="2686"/>
                      </a:cubicBezTo>
                      <a:moveTo>
                        <a:pt x="1765741" y="443482"/>
                      </a:moveTo>
                      <a:cubicBezTo>
                        <a:pt x="1929911" y="266771"/>
                        <a:pt x="2063772" y="112340"/>
                        <a:pt x="2162411" y="5298"/>
                      </a:cubicBezTo>
                      <a:moveTo>
                        <a:pt x="1765741" y="443482"/>
                      </a:moveTo>
                      <a:cubicBezTo>
                        <a:pt x="1904288" y="290720"/>
                        <a:pt x="2037771" y="128669"/>
                        <a:pt x="2162411" y="5298"/>
                      </a:cubicBezTo>
                      <a:moveTo>
                        <a:pt x="1808370" y="440579"/>
                      </a:moveTo>
                      <a:cubicBezTo>
                        <a:pt x="1909352" y="305524"/>
                        <a:pt x="2022351" y="204796"/>
                        <a:pt x="2205041" y="2468"/>
                      </a:cubicBezTo>
                      <a:moveTo>
                        <a:pt x="1808370" y="440579"/>
                      </a:moveTo>
                      <a:cubicBezTo>
                        <a:pt x="1898770" y="334771"/>
                        <a:pt x="1999903" y="222866"/>
                        <a:pt x="2205041" y="2468"/>
                      </a:cubicBezTo>
                      <a:moveTo>
                        <a:pt x="1846088" y="443192"/>
                      </a:moveTo>
                      <a:cubicBezTo>
                        <a:pt x="1957273" y="311330"/>
                        <a:pt x="2059388" y="217423"/>
                        <a:pt x="2242758" y="5080"/>
                      </a:cubicBezTo>
                      <a:moveTo>
                        <a:pt x="1846088" y="443192"/>
                      </a:moveTo>
                      <a:cubicBezTo>
                        <a:pt x="1966495" y="311983"/>
                        <a:pt x="2089622" y="180775"/>
                        <a:pt x="2242758" y="5080"/>
                      </a:cubicBezTo>
                      <a:moveTo>
                        <a:pt x="1888717" y="440361"/>
                      </a:moveTo>
                      <a:cubicBezTo>
                        <a:pt x="2026887" y="284987"/>
                        <a:pt x="2183045" y="123589"/>
                        <a:pt x="2285388" y="2178"/>
                      </a:cubicBezTo>
                      <a:moveTo>
                        <a:pt x="1888717" y="440361"/>
                      </a:moveTo>
                      <a:cubicBezTo>
                        <a:pt x="2034143" y="267425"/>
                        <a:pt x="2194686" y="106607"/>
                        <a:pt x="2285388" y="2178"/>
                      </a:cubicBezTo>
                      <a:moveTo>
                        <a:pt x="1926434" y="442974"/>
                      </a:moveTo>
                      <a:cubicBezTo>
                        <a:pt x="2089320" y="256539"/>
                        <a:pt x="2233763" y="91295"/>
                        <a:pt x="2323104" y="4790"/>
                      </a:cubicBezTo>
                      <a:moveTo>
                        <a:pt x="1926434" y="442974"/>
                      </a:moveTo>
                      <a:cubicBezTo>
                        <a:pt x="2021520" y="352478"/>
                        <a:pt x="2107385" y="256902"/>
                        <a:pt x="2323104" y="4790"/>
                      </a:cubicBezTo>
                      <a:moveTo>
                        <a:pt x="1969064" y="440071"/>
                      </a:moveTo>
                      <a:cubicBezTo>
                        <a:pt x="2069743" y="308718"/>
                        <a:pt x="2198087" y="189483"/>
                        <a:pt x="2365734" y="1960"/>
                      </a:cubicBezTo>
                      <a:moveTo>
                        <a:pt x="1969064" y="440071"/>
                      </a:moveTo>
                      <a:cubicBezTo>
                        <a:pt x="2107385" y="297396"/>
                        <a:pt x="2238903" y="145505"/>
                        <a:pt x="2365734" y="1960"/>
                      </a:cubicBezTo>
                      <a:moveTo>
                        <a:pt x="2006781" y="442684"/>
                      </a:moveTo>
                      <a:cubicBezTo>
                        <a:pt x="2122653" y="297396"/>
                        <a:pt x="2266869" y="153198"/>
                        <a:pt x="2403451" y="4572"/>
                      </a:cubicBezTo>
                      <a:moveTo>
                        <a:pt x="2006781" y="442684"/>
                      </a:moveTo>
                      <a:cubicBezTo>
                        <a:pt x="2104815" y="328312"/>
                        <a:pt x="2206250" y="217496"/>
                        <a:pt x="2403451" y="4572"/>
                      </a:cubicBezTo>
                      <a:moveTo>
                        <a:pt x="2049411" y="439853"/>
                      </a:moveTo>
                      <a:cubicBezTo>
                        <a:pt x="2144044" y="315249"/>
                        <a:pt x="2278736" y="200514"/>
                        <a:pt x="2446081" y="1669"/>
                      </a:cubicBezTo>
                      <a:moveTo>
                        <a:pt x="2049411" y="439853"/>
                      </a:moveTo>
                      <a:cubicBezTo>
                        <a:pt x="2134746" y="337674"/>
                        <a:pt x="2226658" y="244202"/>
                        <a:pt x="2446081" y="1669"/>
                      </a:cubicBezTo>
                      <a:moveTo>
                        <a:pt x="2087128" y="442466"/>
                      </a:moveTo>
                      <a:cubicBezTo>
                        <a:pt x="2239507" y="277367"/>
                        <a:pt x="2379415" y="109438"/>
                        <a:pt x="2483798" y="4282"/>
                      </a:cubicBezTo>
                      <a:moveTo>
                        <a:pt x="2087128" y="442466"/>
                      </a:moveTo>
                      <a:cubicBezTo>
                        <a:pt x="2188563" y="334117"/>
                        <a:pt x="2269288" y="236945"/>
                        <a:pt x="2483798" y="4282"/>
                      </a:cubicBezTo>
                      <a:moveTo>
                        <a:pt x="2129758" y="439563"/>
                      </a:moveTo>
                      <a:cubicBezTo>
                        <a:pt x="2232402" y="320982"/>
                        <a:pt x="2351675" y="203490"/>
                        <a:pt x="2526428" y="1452"/>
                      </a:cubicBezTo>
                      <a:moveTo>
                        <a:pt x="2129758" y="439563"/>
                      </a:moveTo>
                      <a:cubicBezTo>
                        <a:pt x="2279643" y="279617"/>
                        <a:pt x="2433156" y="107986"/>
                        <a:pt x="2526428" y="1452"/>
                      </a:cubicBezTo>
                      <a:moveTo>
                        <a:pt x="2167475" y="442176"/>
                      </a:moveTo>
                      <a:cubicBezTo>
                        <a:pt x="2290981" y="318877"/>
                        <a:pt x="2421743" y="181646"/>
                        <a:pt x="2564145" y="4064"/>
                      </a:cubicBezTo>
                      <a:moveTo>
                        <a:pt x="2167475" y="442176"/>
                      </a:moveTo>
                      <a:cubicBezTo>
                        <a:pt x="2316529" y="281213"/>
                        <a:pt x="2480926" y="106680"/>
                        <a:pt x="2564145" y="4064"/>
                      </a:cubicBezTo>
                      <a:moveTo>
                        <a:pt x="2210105" y="439345"/>
                      </a:moveTo>
                      <a:cubicBezTo>
                        <a:pt x="2277753" y="349938"/>
                        <a:pt x="2382136" y="262708"/>
                        <a:pt x="2606774" y="1161"/>
                      </a:cubicBezTo>
                      <a:moveTo>
                        <a:pt x="2210105" y="439345"/>
                      </a:moveTo>
                      <a:cubicBezTo>
                        <a:pt x="2306853" y="319313"/>
                        <a:pt x="2423934" y="210964"/>
                        <a:pt x="2606774" y="1161"/>
                      </a:cubicBezTo>
                      <a:moveTo>
                        <a:pt x="2247822" y="441958"/>
                      </a:moveTo>
                      <a:cubicBezTo>
                        <a:pt x="2367473" y="324103"/>
                        <a:pt x="2479490" y="184549"/>
                        <a:pt x="2644491" y="3774"/>
                      </a:cubicBezTo>
                      <a:moveTo>
                        <a:pt x="2247822" y="441958"/>
                      </a:moveTo>
                      <a:cubicBezTo>
                        <a:pt x="2331419" y="337746"/>
                        <a:pt x="2421743" y="243767"/>
                        <a:pt x="2644491" y="3774"/>
                      </a:cubicBezTo>
                      <a:moveTo>
                        <a:pt x="2290452" y="439128"/>
                      </a:moveTo>
                      <a:cubicBezTo>
                        <a:pt x="2366792" y="335133"/>
                        <a:pt x="2446610" y="259805"/>
                        <a:pt x="2687121" y="944"/>
                      </a:cubicBezTo>
                      <a:moveTo>
                        <a:pt x="2290452" y="439128"/>
                      </a:moveTo>
                      <a:cubicBezTo>
                        <a:pt x="2393852" y="323449"/>
                        <a:pt x="2494758" y="213287"/>
                        <a:pt x="2687121" y="944"/>
                      </a:cubicBezTo>
                      <a:moveTo>
                        <a:pt x="2328168" y="441740"/>
                      </a:moveTo>
                      <a:cubicBezTo>
                        <a:pt x="2413579" y="343624"/>
                        <a:pt x="2502241" y="259079"/>
                        <a:pt x="2724838" y="3556"/>
                      </a:cubicBezTo>
                      <a:moveTo>
                        <a:pt x="2328168" y="441740"/>
                      </a:moveTo>
                      <a:cubicBezTo>
                        <a:pt x="2440488" y="306613"/>
                        <a:pt x="2564901" y="179323"/>
                        <a:pt x="2724838" y="3556"/>
                      </a:cubicBezTo>
                      <a:moveTo>
                        <a:pt x="2370798" y="438837"/>
                      </a:moveTo>
                      <a:cubicBezTo>
                        <a:pt x="2511084" y="301315"/>
                        <a:pt x="2637538" y="139337"/>
                        <a:pt x="2722873" y="50002"/>
                      </a:cubicBezTo>
                      <a:moveTo>
                        <a:pt x="2370798" y="438837"/>
                      </a:moveTo>
                      <a:cubicBezTo>
                        <a:pt x="2435650" y="350083"/>
                        <a:pt x="2511915" y="265828"/>
                        <a:pt x="2722873" y="50002"/>
                      </a:cubicBezTo>
                      <a:moveTo>
                        <a:pt x="2408515" y="441450"/>
                      </a:moveTo>
                      <a:cubicBezTo>
                        <a:pt x="2460518" y="350736"/>
                        <a:pt x="2535801" y="301315"/>
                        <a:pt x="2725821" y="90932"/>
                      </a:cubicBezTo>
                      <a:moveTo>
                        <a:pt x="2408515" y="441450"/>
                      </a:moveTo>
                      <a:cubicBezTo>
                        <a:pt x="2470192" y="368226"/>
                        <a:pt x="2534818" y="296090"/>
                        <a:pt x="2725821" y="90932"/>
                      </a:cubicBezTo>
                      <a:moveTo>
                        <a:pt x="2451145" y="438620"/>
                      </a:moveTo>
                      <a:cubicBezTo>
                        <a:pt x="2543510" y="340866"/>
                        <a:pt x="2650916" y="204651"/>
                        <a:pt x="2723856" y="137377"/>
                      </a:cubicBezTo>
                      <a:moveTo>
                        <a:pt x="2451145" y="438620"/>
                      </a:moveTo>
                      <a:cubicBezTo>
                        <a:pt x="2527108" y="350954"/>
                        <a:pt x="2608438" y="261184"/>
                        <a:pt x="2723856" y="137377"/>
                      </a:cubicBezTo>
                      <a:moveTo>
                        <a:pt x="2488862" y="441232"/>
                      </a:moveTo>
                      <a:cubicBezTo>
                        <a:pt x="2564220" y="369750"/>
                        <a:pt x="2626427" y="290212"/>
                        <a:pt x="2726879" y="178307"/>
                      </a:cubicBezTo>
                      <a:moveTo>
                        <a:pt x="2488862" y="441232"/>
                      </a:moveTo>
                      <a:cubicBezTo>
                        <a:pt x="2569360" y="345366"/>
                        <a:pt x="2671702" y="238977"/>
                        <a:pt x="2726879" y="178307"/>
                      </a:cubicBezTo>
                      <a:moveTo>
                        <a:pt x="2531492" y="438330"/>
                      </a:moveTo>
                      <a:cubicBezTo>
                        <a:pt x="2570721" y="397182"/>
                        <a:pt x="2635270" y="322361"/>
                        <a:pt x="2724914" y="224753"/>
                      </a:cubicBezTo>
                      <a:moveTo>
                        <a:pt x="2531492" y="438330"/>
                      </a:moveTo>
                      <a:cubicBezTo>
                        <a:pt x="2608060" y="364815"/>
                        <a:pt x="2672458" y="292970"/>
                        <a:pt x="2724914" y="224753"/>
                      </a:cubicBezTo>
                      <a:moveTo>
                        <a:pt x="2569209" y="440942"/>
                      </a:moveTo>
                      <a:cubicBezTo>
                        <a:pt x="2612293" y="377660"/>
                        <a:pt x="2694982" y="319095"/>
                        <a:pt x="2722873" y="271198"/>
                      </a:cubicBezTo>
                      <a:moveTo>
                        <a:pt x="2569209" y="440942"/>
                      </a:moveTo>
                      <a:cubicBezTo>
                        <a:pt x="2621287" y="386223"/>
                        <a:pt x="2673970" y="324030"/>
                        <a:pt x="2722873" y="271198"/>
                      </a:cubicBezTo>
                      <a:moveTo>
                        <a:pt x="2606850" y="443555"/>
                      </a:moveTo>
                      <a:cubicBezTo>
                        <a:pt x="2650387" y="394569"/>
                        <a:pt x="2707152" y="351244"/>
                        <a:pt x="2725896" y="312128"/>
                      </a:cubicBezTo>
                      <a:moveTo>
                        <a:pt x="2606850" y="443555"/>
                      </a:moveTo>
                      <a:cubicBezTo>
                        <a:pt x="2653864" y="404802"/>
                        <a:pt x="2689389" y="349720"/>
                        <a:pt x="2725896" y="312128"/>
                      </a:cubicBezTo>
                      <a:moveTo>
                        <a:pt x="2649556" y="440724"/>
                      </a:moveTo>
                      <a:cubicBezTo>
                        <a:pt x="2668754" y="423090"/>
                        <a:pt x="2702994" y="393118"/>
                        <a:pt x="2723931" y="358574"/>
                      </a:cubicBezTo>
                      <a:moveTo>
                        <a:pt x="2649556" y="440724"/>
                      </a:moveTo>
                      <a:cubicBezTo>
                        <a:pt x="2674347" y="409446"/>
                        <a:pt x="2710250" y="381724"/>
                        <a:pt x="2723931" y="358574"/>
                      </a:cubicBezTo>
                      <a:moveTo>
                        <a:pt x="2687197" y="443337"/>
                      </a:moveTo>
                      <a:cubicBezTo>
                        <a:pt x="2699215" y="433540"/>
                        <a:pt x="2709570" y="421493"/>
                        <a:pt x="2721966" y="404947"/>
                      </a:cubicBezTo>
                      <a:moveTo>
                        <a:pt x="2687197" y="443337"/>
                      </a:moveTo>
                      <a:cubicBezTo>
                        <a:pt x="2700424" y="431871"/>
                        <a:pt x="2710175" y="419969"/>
                        <a:pt x="2721966" y="404947"/>
                      </a:cubicBezTo>
                    </a:path>
                  </a:pathLst>
                </a:custGeom>
                <a:noFill/>
                <a:ln w="3775" cap="rnd">
                  <a:solidFill>
                    <a:srgbClr val="D5E8D4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1" name="شكل حر: شكل 28">
                  <a:extLst>
                    <a:ext uri="{FF2B5EF4-FFF2-40B4-BE49-F238E27FC236}">
                      <a16:creationId xmlns:a16="http://schemas.microsoft.com/office/drawing/2014/main" id="{EEAB2840-C9B0-11F8-E8F9-E812795A2202}"/>
                    </a:ext>
                  </a:extLst>
                </p:cNvPr>
                <p:cNvSpPr/>
                <p:nvPr/>
              </p:nvSpPr>
              <p:spPr>
                <a:xfrm>
                  <a:off x="6137717" y="2984042"/>
                  <a:ext cx="2724781" cy="439044"/>
                </a:xfrm>
                <a:custGeom>
                  <a:avLst/>
                  <a:gdLst>
                    <a:gd name="csX0" fmla="*/ 3634 w 2724781"/>
                    <a:gd name="csY0" fmla="*/ 3619 h 439044"/>
                    <a:gd name="csX1" fmla="*/ 2724692 w 2724781"/>
                    <a:gd name="csY1" fmla="*/ 3619 h 439044"/>
                    <a:gd name="csX2" fmla="*/ 3634 w 2724781"/>
                    <a:gd name="csY2" fmla="*/ 3619 h 439044"/>
                    <a:gd name="csX3" fmla="*/ 2724692 w 2724781"/>
                    <a:gd name="csY3" fmla="*/ 3619 h 439044"/>
                    <a:gd name="csX4" fmla="*/ 2724692 w 2724781"/>
                    <a:gd name="csY4" fmla="*/ 3619 h 439044"/>
                    <a:gd name="csX5" fmla="*/ 2724692 w 2724781"/>
                    <a:gd name="csY5" fmla="*/ 439045 h 439044"/>
                    <a:gd name="csX6" fmla="*/ 2724692 w 2724781"/>
                    <a:gd name="csY6" fmla="*/ 3619 h 439044"/>
                    <a:gd name="csX7" fmla="*/ 2724692 w 2724781"/>
                    <a:gd name="csY7" fmla="*/ 439045 h 439044"/>
                    <a:gd name="csX8" fmla="*/ 2724692 w 2724781"/>
                    <a:gd name="csY8" fmla="*/ 439045 h 439044"/>
                    <a:gd name="csX9" fmla="*/ 3634 w 2724781"/>
                    <a:gd name="csY9" fmla="*/ 439045 h 439044"/>
                    <a:gd name="csX10" fmla="*/ 2724692 w 2724781"/>
                    <a:gd name="csY10" fmla="*/ 439045 h 439044"/>
                    <a:gd name="csX11" fmla="*/ 3634 w 2724781"/>
                    <a:gd name="csY11" fmla="*/ 439045 h 439044"/>
                    <a:gd name="csX12" fmla="*/ 3634 w 2724781"/>
                    <a:gd name="csY12" fmla="*/ 439045 h 439044"/>
                    <a:gd name="csX13" fmla="*/ 3634 w 2724781"/>
                    <a:gd name="csY13" fmla="*/ 3619 h 439044"/>
                    <a:gd name="csX14" fmla="*/ 3634 w 2724781"/>
                    <a:gd name="csY14" fmla="*/ 439045 h 439044"/>
                    <a:gd name="csX15" fmla="*/ 3634 w 2724781"/>
                    <a:gd name="csY15" fmla="*/ 3619 h 4390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724781" h="439044">
                      <a:moveTo>
                        <a:pt x="3634" y="3619"/>
                      </a:moveTo>
                      <a:cubicBezTo>
                        <a:pt x="550869" y="10223"/>
                        <a:pt x="1120855" y="11674"/>
                        <a:pt x="2724692" y="3619"/>
                      </a:cubicBezTo>
                      <a:moveTo>
                        <a:pt x="3634" y="3619"/>
                      </a:moveTo>
                      <a:cubicBezTo>
                        <a:pt x="856761" y="-4146"/>
                        <a:pt x="1712005" y="2893"/>
                        <a:pt x="2724692" y="3619"/>
                      </a:cubicBezTo>
                      <a:moveTo>
                        <a:pt x="2724692" y="3619"/>
                      </a:moveTo>
                      <a:cubicBezTo>
                        <a:pt x="2710029" y="168282"/>
                        <a:pt x="2707384" y="339550"/>
                        <a:pt x="2724692" y="439045"/>
                      </a:cubicBezTo>
                      <a:moveTo>
                        <a:pt x="2724692" y="3619"/>
                      </a:moveTo>
                      <a:cubicBezTo>
                        <a:pt x="2716983" y="99485"/>
                        <a:pt x="2725751" y="197601"/>
                        <a:pt x="2724692" y="439045"/>
                      </a:cubicBezTo>
                      <a:moveTo>
                        <a:pt x="2724692" y="439045"/>
                      </a:moveTo>
                      <a:cubicBezTo>
                        <a:pt x="1882827" y="434908"/>
                        <a:pt x="1031741" y="428957"/>
                        <a:pt x="3634" y="439045"/>
                      </a:cubicBezTo>
                      <a:moveTo>
                        <a:pt x="2724692" y="439045"/>
                      </a:moveTo>
                      <a:cubicBezTo>
                        <a:pt x="1716540" y="426055"/>
                        <a:pt x="707330" y="424966"/>
                        <a:pt x="3634" y="439045"/>
                      </a:cubicBezTo>
                      <a:moveTo>
                        <a:pt x="3634" y="439045"/>
                      </a:moveTo>
                      <a:cubicBezTo>
                        <a:pt x="-6570" y="319375"/>
                        <a:pt x="8471" y="208124"/>
                        <a:pt x="3634" y="3619"/>
                      </a:cubicBezTo>
                      <a:moveTo>
                        <a:pt x="3634" y="439045"/>
                      </a:moveTo>
                      <a:cubicBezTo>
                        <a:pt x="-3093" y="349202"/>
                        <a:pt x="4616" y="251449"/>
                        <a:pt x="3634" y="3619"/>
                      </a:cubicBezTo>
                    </a:path>
                  </a:pathLst>
                </a:custGeom>
                <a:noFill/>
                <a:ln w="7550" cap="rnd">
                  <a:solidFill>
                    <a:srgbClr val="82B366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688" name="صورة 29">
                <a:extLst>
                  <a:ext uri="{FF2B5EF4-FFF2-40B4-BE49-F238E27FC236}">
                    <a16:creationId xmlns:a16="http://schemas.microsoft.com/office/drawing/2014/main" id="{0F358858-685A-445C-74B8-6D0CD03140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45129" y="3154573"/>
                <a:ext cx="2705941" cy="123370"/>
              </a:xfrm>
              <a:custGeom>
                <a:avLst/>
                <a:gdLst>
                  <a:gd name="csX0" fmla="*/ 0 w 2705941"/>
                  <a:gd name="csY0" fmla="*/ 0 h 123370"/>
                  <a:gd name="csX1" fmla="*/ 2705942 w 2705941"/>
                  <a:gd name="csY1" fmla="*/ 0 h 123370"/>
                  <a:gd name="csX2" fmla="*/ 2705942 w 2705941"/>
                  <a:gd name="csY2" fmla="*/ 123371 h 123370"/>
                  <a:gd name="csX3" fmla="*/ 0 w 2705941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05941" h="123370">
                    <a:moveTo>
                      <a:pt x="0" y="0"/>
                    </a:moveTo>
                    <a:lnTo>
                      <a:pt x="2705942" y="0"/>
                    </a:lnTo>
                    <a:lnTo>
                      <a:pt x="2705942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675" name="رسم 9">
              <a:extLst>
                <a:ext uri="{FF2B5EF4-FFF2-40B4-BE49-F238E27FC236}">
                  <a16:creationId xmlns:a16="http://schemas.microsoft.com/office/drawing/2014/main" id="{1DC7C2C9-9DFD-6AD9-08BD-6430581FD142}"/>
                </a:ext>
              </a:extLst>
            </p:cNvPr>
            <p:cNvGrpSpPr/>
            <p:nvPr/>
          </p:nvGrpSpPr>
          <p:grpSpPr>
            <a:xfrm>
              <a:off x="8025305" y="3052248"/>
              <a:ext cx="772554" cy="300298"/>
              <a:chOff x="8025305" y="3052248"/>
              <a:chExt cx="772554" cy="300298"/>
            </a:xfrm>
          </p:grpSpPr>
          <p:grpSp>
            <p:nvGrpSpPr>
              <p:cNvPr id="1682" name="رسم 9">
                <a:extLst>
                  <a:ext uri="{FF2B5EF4-FFF2-40B4-BE49-F238E27FC236}">
                    <a16:creationId xmlns:a16="http://schemas.microsoft.com/office/drawing/2014/main" id="{30AAC532-547D-1746-6605-64E10A6B7CB3}"/>
                  </a:ext>
                </a:extLst>
              </p:cNvPr>
              <p:cNvGrpSpPr/>
              <p:nvPr/>
            </p:nvGrpSpPr>
            <p:grpSpPr>
              <a:xfrm>
                <a:off x="8025305" y="3052248"/>
                <a:ext cx="772554" cy="300298"/>
                <a:chOff x="8025305" y="3052248"/>
                <a:chExt cx="772554" cy="300298"/>
              </a:xfrm>
            </p:grpSpPr>
            <p:sp>
              <p:nvSpPr>
                <p:cNvPr id="1684" name="مستطيل 32">
                  <a:extLst>
                    <a:ext uri="{FF2B5EF4-FFF2-40B4-BE49-F238E27FC236}">
                      <a16:creationId xmlns:a16="http://schemas.microsoft.com/office/drawing/2014/main" id="{3970FC0C-2405-1AAE-2AF8-855187786D17}"/>
                    </a:ext>
                  </a:extLst>
                </p:cNvPr>
                <p:cNvSpPr/>
                <p:nvPr/>
              </p:nvSpPr>
              <p:spPr>
                <a:xfrm>
                  <a:off x="8030974" y="3060231"/>
                  <a:ext cx="755849" cy="290284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5" name="شكل حر: شكل 33">
                  <a:extLst>
                    <a:ext uri="{FF2B5EF4-FFF2-40B4-BE49-F238E27FC236}">
                      <a16:creationId xmlns:a16="http://schemas.microsoft.com/office/drawing/2014/main" id="{653E021B-2C7F-D05A-9844-60568A2D8F48}"/>
                    </a:ext>
                  </a:extLst>
                </p:cNvPr>
                <p:cNvSpPr/>
                <p:nvPr/>
              </p:nvSpPr>
              <p:spPr>
                <a:xfrm>
                  <a:off x="8025305" y="3052248"/>
                  <a:ext cx="772554" cy="300298"/>
                </a:xfrm>
                <a:custGeom>
                  <a:avLst/>
                  <a:gdLst>
                    <a:gd name="csX0" fmla="*/ 10733 w 772554"/>
                    <a:gd name="csY0" fmla="*/ 10160 h 300298"/>
                    <a:gd name="csX1" fmla="*/ 767112 w 772554"/>
                    <a:gd name="csY1" fmla="*/ 1 h 300298"/>
                    <a:gd name="csX2" fmla="*/ 772555 w 772554"/>
                    <a:gd name="csY2" fmla="*/ 300299 h 300298"/>
                    <a:gd name="csX3" fmla="*/ 1 w 772554"/>
                    <a:gd name="csY3" fmla="*/ 294276 h 3002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72554" h="300298">
                      <a:moveTo>
                        <a:pt x="10733" y="10160"/>
                      </a:moveTo>
                      <a:lnTo>
                        <a:pt x="767112" y="1"/>
                      </a:lnTo>
                      <a:lnTo>
                        <a:pt x="772555" y="300299"/>
                      </a:lnTo>
                      <a:lnTo>
                        <a:pt x="1" y="294276"/>
                      </a:lnTo>
                    </a:path>
                  </a:pathLst>
                </a:custGeom>
                <a:solidFill>
                  <a:srgbClr val="FFFFFF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6" name="شكل حر: شكل 34">
                  <a:extLst>
                    <a:ext uri="{FF2B5EF4-FFF2-40B4-BE49-F238E27FC236}">
                      <a16:creationId xmlns:a16="http://schemas.microsoft.com/office/drawing/2014/main" id="{0A778C12-A12C-3DA6-8516-54FADF7047F1}"/>
                    </a:ext>
                  </a:extLst>
                </p:cNvPr>
                <p:cNvSpPr/>
                <p:nvPr/>
              </p:nvSpPr>
              <p:spPr>
                <a:xfrm>
                  <a:off x="8028144" y="3054719"/>
                  <a:ext cx="761289" cy="295796"/>
                </a:xfrm>
                <a:custGeom>
                  <a:avLst/>
                  <a:gdLst>
                    <a:gd name="csX0" fmla="*/ 2830 w 761289"/>
                    <a:gd name="csY0" fmla="*/ 5513 h 295796"/>
                    <a:gd name="csX1" fmla="*/ 758680 w 761289"/>
                    <a:gd name="csY1" fmla="*/ 5513 h 295796"/>
                    <a:gd name="csX2" fmla="*/ 2830 w 761289"/>
                    <a:gd name="csY2" fmla="*/ 5513 h 295796"/>
                    <a:gd name="csX3" fmla="*/ 758680 w 761289"/>
                    <a:gd name="csY3" fmla="*/ 5513 h 295796"/>
                    <a:gd name="csX4" fmla="*/ 758680 w 761289"/>
                    <a:gd name="csY4" fmla="*/ 5513 h 295796"/>
                    <a:gd name="csX5" fmla="*/ 758680 w 761289"/>
                    <a:gd name="csY5" fmla="*/ 295797 h 295796"/>
                    <a:gd name="csX6" fmla="*/ 758680 w 761289"/>
                    <a:gd name="csY6" fmla="*/ 5513 h 295796"/>
                    <a:gd name="csX7" fmla="*/ 758680 w 761289"/>
                    <a:gd name="csY7" fmla="*/ 295797 h 295796"/>
                    <a:gd name="csX8" fmla="*/ 758680 w 761289"/>
                    <a:gd name="csY8" fmla="*/ 295797 h 295796"/>
                    <a:gd name="csX9" fmla="*/ 2830 w 761289"/>
                    <a:gd name="csY9" fmla="*/ 295797 h 295796"/>
                    <a:gd name="csX10" fmla="*/ 758680 w 761289"/>
                    <a:gd name="csY10" fmla="*/ 295797 h 295796"/>
                    <a:gd name="csX11" fmla="*/ 2830 w 761289"/>
                    <a:gd name="csY11" fmla="*/ 295797 h 295796"/>
                    <a:gd name="csX12" fmla="*/ 2830 w 761289"/>
                    <a:gd name="csY12" fmla="*/ 295797 h 295796"/>
                    <a:gd name="csX13" fmla="*/ 2830 w 761289"/>
                    <a:gd name="csY13" fmla="*/ 5513 h 295796"/>
                    <a:gd name="csX14" fmla="*/ 2830 w 761289"/>
                    <a:gd name="csY14" fmla="*/ 295797 h 295796"/>
                    <a:gd name="csX15" fmla="*/ 2830 w 761289"/>
                    <a:gd name="csY15" fmla="*/ 5513 h 2957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761289" h="295796">
                      <a:moveTo>
                        <a:pt x="2830" y="5513"/>
                      </a:moveTo>
                      <a:cubicBezTo>
                        <a:pt x="166547" y="15673"/>
                        <a:pt x="305472" y="-9655"/>
                        <a:pt x="758680" y="5513"/>
                      </a:cubicBezTo>
                      <a:moveTo>
                        <a:pt x="2830" y="5513"/>
                      </a:moveTo>
                      <a:cubicBezTo>
                        <a:pt x="289373" y="-4284"/>
                        <a:pt x="582038" y="1086"/>
                        <a:pt x="758680" y="5513"/>
                      </a:cubicBezTo>
                      <a:moveTo>
                        <a:pt x="758680" y="5513"/>
                      </a:moveTo>
                      <a:cubicBezTo>
                        <a:pt x="745830" y="81422"/>
                        <a:pt x="764878" y="138535"/>
                        <a:pt x="758680" y="295797"/>
                      </a:cubicBezTo>
                      <a:moveTo>
                        <a:pt x="758680" y="5513"/>
                      </a:moveTo>
                      <a:cubicBezTo>
                        <a:pt x="761930" y="59143"/>
                        <a:pt x="762383" y="129609"/>
                        <a:pt x="758680" y="295797"/>
                      </a:cubicBezTo>
                      <a:moveTo>
                        <a:pt x="758680" y="295797"/>
                      </a:moveTo>
                      <a:cubicBezTo>
                        <a:pt x="554827" y="279106"/>
                        <a:pt x="356039" y="280557"/>
                        <a:pt x="2830" y="295797"/>
                      </a:cubicBezTo>
                      <a:moveTo>
                        <a:pt x="758680" y="295797"/>
                      </a:moveTo>
                      <a:cubicBezTo>
                        <a:pt x="594812" y="293765"/>
                        <a:pt x="442810" y="284040"/>
                        <a:pt x="2830" y="295797"/>
                      </a:cubicBezTo>
                      <a:moveTo>
                        <a:pt x="2830" y="295797"/>
                      </a:moveTo>
                      <a:cubicBezTo>
                        <a:pt x="6156" y="232588"/>
                        <a:pt x="-4955" y="161976"/>
                        <a:pt x="2830" y="5513"/>
                      </a:cubicBezTo>
                      <a:moveTo>
                        <a:pt x="2830" y="295797"/>
                      </a:moveTo>
                      <a:cubicBezTo>
                        <a:pt x="5022" y="192093"/>
                        <a:pt x="-1176" y="79971"/>
                        <a:pt x="2830" y="5513"/>
                      </a:cubicBezTo>
                    </a:path>
                  </a:pathLst>
                </a:custGeom>
                <a:noFill/>
                <a:ln w="7550" cap="rnd">
                  <a:solidFill>
                    <a:srgbClr val="82B366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683" name="صورة 35">
                <a:extLst>
                  <a:ext uri="{FF2B5EF4-FFF2-40B4-BE49-F238E27FC236}">
                    <a16:creationId xmlns:a16="http://schemas.microsoft.com/office/drawing/2014/main" id="{AE38041D-932C-28EA-C048-06340DE1B6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34753" y="3154573"/>
                <a:ext cx="740732" cy="123370"/>
              </a:xfrm>
              <a:custGeom>
                <a:avLst/>
                <a:gdLst>
                  <a:gd name="csX0" fmla="*/ 0 w 740732"/>
                  <a:gd name="csY0" fmla="*/ 0 h 123370"/>
                  <a:gd name="csX1" fmla="*/ 740733 w 740732"/>
                  <a:gd name="csY1" fmla="*/ 0 h 123370"/>
                  <a:gd name="csX2" fmla="*/ 740733 w 740732"/>
                  <a:gd name="csY2" fmla="*/ 123371 h 123370"/>
                  <a:gd name="csX3" fmla="*/ 0 w 740732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0732" h="123370">
                    <a:moveTo>
                      <a:pt x="0" y="0"/>
                    </a:moveTo>
                    <a:lnTo>
                      <a:pt x="740733" y="0"/>
                    </a:lnTo>
                    <a:lnTo>
                      <a:pt x="740733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676" name="رسم 9">
              <a:extLst>
                <a:ext uri="{FF2B5EF4-FFF2-40B4-BE49-F238E27FC236}">
                  <a16:creationId xmlns:a16="http://schemas.microsoft.com/office/drawing/2014/main" id="{06798E80-D7F2-2E3C-94EB-F0D50D6C0395}"/>
                </a:ext>
              </a:extLst>
            </p:cNvPr>
            <p:cNvGrpSpPr/>
            <p:nvPr/>
          </p:nvGrpSpPr>
          <p:grpSpPr>
            <a:xfrm>
              <a:off x="6203330" y="3049563"/>
              <a:ext cx="624785" cy="311402"/>
              <a:chOff x="6203330" y="3049563"/>
              <a:chExt cx="624785" cy="311402"/>
            </a:xfrm>
          </p:grpSpPr>
          <p:grpSp>
            <p:nvGrpSpPr>
              <p:cNvPr id="1677" name="رسم 9">
                <a:extLst>
                  <a:ext uri="{FF2B5EF4-FFF2-40B4-BE49-F238E27FC236}">
                    <a16:creationId xmlns:a16="http://schemas.microsoft.com/office/drawing/2014/main" id="{DF4725DD-DC05-1B32-E3A6-F4C9A82DB14F}"/>
                  </a:ext>
                </a:extLst>
              </p:cNvPr>
              <p:cNvGrpSpPr/>
              <p:nvPr/>
            </p:nvGrpSpPr>
            <p:grpSpPr>
              <a:xfrm>
                <a:off x="6203330" y="3049563"/>
                <a:ext cx="624785" cy="311402"/>
                <a:chOff x="6203330" y="3049563"/>
                <a:chExt cx="624785" cy="311402"/>
              </a:xfrm>
            </p:grpSpPr>
            <p:sp>
              <p:nvSpPr>
                <p:cNvPr id="1679" name="مستطيل 38">
                  <a:extLst>
                    <a:ext uri="{FF2B5EF4-FFF2-40B4-BE49-F238E27FC236}">
                      <a16:creationId xmlns:a16="http://schemas.microsoft.com/office/drawing/2014/main" id="{BD0515A7-4A14-2874-74A1-42B4C9769F44}"/>
                    </a:ext>
                  </a:extLst>
                </p:cNvPr>
                <p:cNvSpPr/>
                <p:nvPr/>
              </p:nvSpPr>
              <p:spPr>
                <a:xfrm>
                  <a:off x="6216935" y="3060231"/>
                  <a:ext cx="604679" cy="290284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0" name="شكل حر: شكل 39">
                  <a:extLst>
                    <a:ext uri="{FF2B5EF4-FFF2-40B4-BE49-F238E27FC236}">
                      <a16:creationId xmlns:a16="http://schemas.microsoft.com/office/drawing/2014/main" id="{D2A24CA8-6ADC-981D-82FE-0822B6A72109}"/>
                    </a:ext>
                  </a:extLst>
                </p:cNvPr>
                <p:cNvSpPr/>
                <p:nvPr/>
              </p:nvSpPr>
              <p:spPr>
                <a:xfrm>
                  <a:off x="6203330" y="3049563"/>
                  <a:ext cx="624785" cy="311402"/>
                </a:xfrm>
                <a:custGeom>
                  <a:avLst/>
                  <a:gdLst>
                    <a:gd name="csX0" fmla="*/ 1 w 624785"/>
                    <a:gd name="csY0" fmla="*/ 1 h 311402"/>
                    <a:gd name="csX1" fmla="*/ 624786 w 624785"/>
                    <a:gd name="csY1" fmla="*/ 15095 h 311402"/>
                    <a:gd name="csX2" fmla="*/ 612844 w 624785"/>
                    <a:gd name="csY2" fmla="*/ 292244 h 311402"/>
                    <a:gd name="csX3" fmla="*/ 4838 w 624785"/>
                    <a:gd name="csY3" fmla="*/ 311403 h 3114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24785" h="311402">
                      <a:moveTo>
                        <a:pt x="1" y="1"/>
                      </a:moveTo>
                      <a:lnTo>
                        <a:pt x="624786" y="15095"/>
                      </a:lnTo>
                      <a:lnTo>
                        <a:pt x="612844" y="292244"/>
                      </a:lnTo>
                      <a:lnTo>
                        <a:pt x="4838" y="311403"/>
                      </a:lnTo>
                    </a:path>
                  </a:pathLst>
                </a:custGeom>
                <a:solidFill>
                  <a:srgbClr val="FFFFFF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1" name="شكل حر: شكل 40">
                  <a:extLst>
                    <a:ext uri="{FF2B5EF4-FFF2-40B4-BE49-F238E27FC236}">
                      <a16:creationId xmlns:a16="http://schemas.microsoft.com/office/drawing/2014/main" id="{B8C4E862-EA27-0769-2064-6B5A532F6CD1}"/>
                    </a:ext>
                  </a:extLst>
                </p:cNvPr>
                <p:cNvSpPr/>
                <p:nvPr/>
              </p:nvSpPr>
              <p:spPr>
                <a:xfrm>
                  <a:off x="6209614" y="3060231"/>
                  <a:ext cx="616146" cy="291681"/>
                </a:xfrm>
                <a:custGeom>
                  <a:avLst/>
                  <a:gdLst>
                    <a:gd name="csX0" fmla="*/ 7322 w 616146"/>
                    <a:gd name="csY0" fmla="*/ 1 h 291681"/>
                    <a:gd name="csX1" fmla="*/ 612001 w 616146"/>
                    <a:gd name="csY1" fmla="*/ 1 h 291681"/>
                    <a:gd name="csX2" fmla="*/ 7322 w 616146"/>
                    <a:gd name="csY2" fmla="*/ 1 h 291681"/>
                    <a:gd name="csX3" fmla="*/ 612001 w 616146"/>
                    <a:gd name="csY3" fmla="*/ 1 h 291681"/>
                    <a:gd name="csX4" fmla="*/ 612001 w 616146"/>
                    <a:gd name="csY4" fmla="*/ 1 h 291681"/>
                    <a:gd name="csX5" fmla="*/ 612001 w 616146"/>
                    <a:gd name="csY5" fmla="*/ 290285 h 291681"/>
                    <a:gd name="csX6" fmla="*/ 612001 w 616146"/>
                    <a:gd name="csY6" fmla="*/ 1 h 291681"/>
                    <a:gd name="csX7" fmla="*/ 612001 w 616146"/>
                    <a:gd name="csY7" fmla="*/ 290285 h 291681"/>
                    <a:gd name="csX8" fmla="*/ 612001 w 616146"/>
                    <a:gd name="csY8" fmla="*/ 290285 h 291681"/>
                    <a:gd name="csX9" fmla="*/ 7322 w 616146"/>
                    <a:gd name="csY9" fmla="*/ 290285 h 291681"/>
                    <a:gd name="csX10" fmla="*/ 612001 w 616146"/>
                    <a:gd name="csY10" fmla="*/ 290285 h 291681"/>
                    <a:gd name="csX11" fmla="*/ 7322 w 616146"/>
                    <a:gd name="csY11" fmla="*/ 290285 h 291681"/>
                    <a:gd name="csX12" fmla="*/ 7322 w 616146"/>
                    <a:gd name="csY12" fmla="*/ 290285 h 291681"/>
                    <a:gd name="csX13" fmla="*/ 7322 w 616146"/>
                    <a:gd name="csY13" fmla="*/ 1 h 291681"/>
                    <a:gd name="csX14" fmla="*/ 7322 w 616146"/>
                    <a:gd name="csY14" fmla="*/ 290285 h 291681"/>
                    <a:gd name="csX15" fmla="*/ 7322 w 616146"/>
                    <a:gd name="csY15" fmla="*/ 1 h 2916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16146" h="291681">
                      <a:moveTo>
                        <a:pt x="7322" y="1"/>
                      </a:moveTo>
                      <a:cubicBezTo>
                        <a:pt x="131583" y="8056"/>
                        <a:pt x="260985" y="13136"/>
                        <a:pt x="612001" y="1"/>
                      </a:cubicBezTo>
                      <a:moveTo>
                        <a:pt x="7322" y="1"/>
                      </a:moveTo>
                      <a:cubicBezTo>
                        <a:pt x="167259" y="1089"/>
                        <a:pt x="321075" y="871"/>
                        <a:pt x="612001" y="1"/>
                      </a:cubicBezTo>
                      <a:moveTo>
                        <a:pt x="612001" y="1"/>
                      </a:moveTo>
                      <a:cubicBezTo>
                        <a:pt x="624322" y="72862"/>
                        <a:pt x="604519" y="159512"/>
                        <a:pt x="612001" y="290285"/>
                      </a:cubicBezTo>
                      <a:moveTo>
                        <a:pt x="612001" y="1"/>
                      </a:moveTo>
                      <a:cubicBezTo>
                        <a:pt x="609960" y="117348"/>
                        <a:pt x="617141" y="222576"/>
                        <a:pt x="612001" y="290285"/>
                      </a:cubicBezTo>
                      <a:moveTo>
                        <a:pt x="612001" y="290285"/>
                      </a:moveTo>
                      <a:cubicBezTo>
                        <a:pt x="468012" y="283318"/>
                        <a:pt x="318429" y="295655"/>
                        <a:pt x="7322" y="290285"/>
                      </a:cubicBezTo>
                      <a:moveTo>
                        <a:pt x="612001" y="290285"/>
                      </a:moveTo>
                      <a:cubicBezTo>
                        <a:pt x="464837" y="291373"/>
                        <a:pt x="312761" y="288108"/>
                        <a:pt x="7322" y="290285"/>
                      </a:cubicBezTo>
                      <a:moveTo>
                        <a:pt x="7322" y="290285"/>
                      </a:moveTo>
                      <a:cubicBezTo>
                        <a:pt x="1426" y="186073"/>
                        <a:pt x="-5679" y="87739"/>
                        <a:pt x="7322" y="1"/>
                      </a:cubicBezTo>
                      <a:moveTo>
                        <a:pt x="7322" y="290285"/>
                      </a:moveTo>
                      <a:cubicBezTo>
                        <a:pt x="11630" y="200079"/>
                        <a:pt x="6641" y="100802"/>
                        <a:pt x="7322" y="1"/>
                      </a:cubicBezTo>
                    </a:path>
                  </a:pathLst>
                </a:custGeom>
                <a:noFill/>
                <a:ln w="7550" cap="rnd">
                  <a:solidFill>
                    <a:srgbClr val="82B366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678" name="صورة 41">
                <a:extLst>
                  <a:ext uri="{FF2B5EF4-FFF2-40B4-BE49-F238E27FC236}">
                    <a16:creationId xmlns:a16="http://schemas.microsoft.com/office/drawing/2014/main" id="{F00244F0-C61B-5395-55A6-238A45EFFDD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0714" y="3154573"/>
                <a:ext cx="589562" cy="123370"/>
              </a:xfrm>
              <a:custGeom>
                <a:avLst/>
                <a:gdLst>
                  <a:gd name="csX0" fmla="*/ 0 w 589562"/>
                  <a:gd name="csY0" fmla="*/ 0 h 123370"/>
                  <a:gd name="csX1" fmla="*/ 589563 w 589562"/>
                  <a:gd name="csY1" fmla="*/ 0 h 123370"/>
                  <a:gd name="csX2" fmla="*/ 589563 w 589562"/>
                  <a:gd name="csY2" fmla="*/ 123371 h 123370"/>
                  <a:gd name="csX3" fmla="*/ 0 w 589562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9562" h="123370">
                    <a:moveTo>
                      <a:pt x="0" y="0"/>
                    </a:moveTo>
                    <a:lnTo>
                      <a:pt x="589563" y="0"/>
                    </a:lnTo>
                    <a:lnTo>
                      <a:pt x="589563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692" name="!!رسم 9">
            <a:extLst>
              <a:ext uri="{FF2B5EF4-FFF2-40B4-BE49-F238E27FC236}">
                <a16:creationId xmlns:a16="http://schemas.microsoft.com/office/drawing/2014/main" id="{B91C7A65-E6B9-20F0-A814-09F82206216B}"/>
              </a:ext>
            </a:extLst>
          </p:cNvPr>
          <p:cNvGrpSpPr/>
          <p:nvPr/>
        </p:nvGrpSpPr>
        <p:grpSpPr>
          <a:xfrm>
            <a:off x="4849998" y="1674200"/>
            <a:ext cx="1523708" cy="856338"/>
            <a:chOff x="7572878" y="1685010"/>
            <a:chExt cx="1523708" cy="856338"/>
          </a:xfrm>
          <a:noFill/>
        </p:grpSpPr>
        <p:grpSp>
          <p:nvGrpSpPr>
            <p:cNvPr id="1693" name="رسم 9">
              <a:extLst>
                <a:ext uri="{FF2B5EF4-FFF2-40B4-BE49-F238E27FC236}">
                  <a16:creationId xmlns:a16="http://schemas.microsoft.com/office/drawing/2014/main" id="{268DE6BB-6078-E74F-91FC-68A662DE370B}"/>
                </a:ext>
              </a:extLst>
            </p:cNvPr>
            <p:cNvGrpSpPr/>
            <p:nvPr/>
          </p:nvGrpSpPr>
          <p:grpSpPr>
            <a:xfrm>
              <a:off x="7572878" y="1708359"/>
              <a:ext cx="1523708" cy="774569"/>
              <a:chOff x="7572878" y="1708359"/>
              <a:chExt cx="1523708" cy="774569"/>
            </a:xfrm>
            <a:noFill/>
          </p:grpSpPr>
          <p:sp>
            <p:nvSpPr>
              <p:cNvPr id="1695" name="مستطيل 44">
                <a:extLst>
                  <a:ext uri="{FF2B5EF4-FFF2-40B4-BE49-F238E27FC236}">
                    <a16:creationId xmlns:a16="http://schemas.microsoft.com/office/drawing/2014/main" id="{E914D0B8-0ED5-4DF6-3065-D03D5A80332B}"/>
                  </a:ext>
                </a:extLst>
              </p:cNvPr>
              <p:cNvSpPr/>
              <p:nvPr/>
            </p:nvSpPr>
            <p:spPr>
              <a:xfrm>
                <a:off x="7577464" y="1717667"/>
                <a:ext cx="1511699" cy="761995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6" name="شكل حر: شكل 45">
                <a:extLst>
                  <a:ext uri="{FF2B5EF4-FFF2-40B4-BE49-F238E27FC236}">
                    <a16:creationId xmlns:a16="http://schemas.microsoft.com/office/drawing/2014/main" id="{F079AE03-3D37-6485-1F6C-B12AB2908813}"/>
                  </a:ext>
                </a:extLst>
              </p:cNvPr>
              <p:cNvSpPr/>
              <p:nvPr/>
            </p:nvSpPr>
            <p:spPr>
              <a:xfrm>
                <a:off x="7575197" y="1714982"/>
                <a:ext cx="1516763" cy="767946"/>
              </a:xfrm>
              <a:custGeom>
                <a:avLst/>
                <a:gdLst>
                  <a:gd name="csX0" fmla="*/ 1 w 1516763"/>
                  <a:gd name="csY0" fmla="*/ 5153 h 767946"/>
                  <a:gd name="csX1" fmla="*/ 1 w 1516763"/>
                  <a:gd name="csY1" fmla="*/ 5153 h 767946"/>
                  <a:gd name="csX2" fmla="*/ 1 w 1516763"/>
                  <a:gd name="csY2" fmla="*/ 5153 h 767946"/>
                  <a:gd name="csX3" fmla="*/ 1 w 1516763"/>
                  <a:gd name="csY3" fmla="*/ 5153 h 767946"/>
                  <a:gd name="csX4" fmla="*/ 3024 w 1516763"/>
                  <a:gd name="csY4" fmla="*/ 46083 h 767946"/>
                  <a:gd name="csX5" fmla="*/ 42706 w 1516763"/>
                  <a:gd name="csY5" fmla="*/ 2323 h 767946"/>
                  <a:gd name="csX6" fmla="*/ 3024 w 1516763"/>
                  <a:gd name="csY6" fmla="*/ 46083 h 767946"/>
                  <a:gd name="csX7" fmla="*/ 42706 w 1516763"/>
                  <a:gd name="csY7" fmla="*/ 2323 h 767946"/>
                  <a:gd name="csX8" fmla="*/ 1059 w 1516763"/>
                  <a:gd name="csY8" fmla="*/ 92529 h 767946"/>
                  <a:gd name="csX9" fmla="*/ 80347 w 1516763"/>
                  <a:gd name="csY9" fmla="*/ 4935 h 767946"/>
                  <a:gd name="csX10" fmla="*/ 1059 w 1516763"/>
                  <a:gd name="csY10" fmla="*/ 92529 h 767946"/>
                  <a:gd name="csX11" fmla="*/ 80347 w 1516763"/>
                  <a:gd name="csY11" fmla="*/ 4935 h 767946"/>
                  <a:gd name="csX12" fmla="*/ 4006 w 1516763"/>
                  <a:gd name="csY12" fmla="*/ 133459 h 767946"/>
                  <a:gd name="csX13" fmla="*/ 123053 w 1516763"/>
                  <a:gd name="csY13" fmla="*/ 2033 h 767946"/>
                  <a:gd name="csX14" fmla="*/ 4006 w 1516763"/>
                  <a:gd name="csY14" fmla="*/ 133459 h 767946"/>
                  <a:gd name="csX15" fmla="*/ 123053 w 1516763"/>
                  <a:gd name="csY15" fmla="*/ 2033 h 767946"/>
                  <a:gd name="csX16" fmla="*/ 2041 w 1516763"/>
                  <a:gd name="csY16" fmla="*/ 179904 h 767946"/>
                  <a:gd name="csX17" fmla="*/ 160694 w 1516763"/>
                  <a:gd name="csY17" fmla="*/ 4645 h 767946"/>
                  <a:gd name="csX18" fmla="*/ 2041 w 1516763"/>
                  <a:gd name="csY18" fmla="*/ 179904 h 767946"/>
                  <a:gd name="csX19" fmla="*/ 160694 w 1516763"/>
                  <a:gd name="csY19" fmla="*/ 4645 h 767946"/>
                  <a:gd name="csX20" fmla="*/ 76 w 1516763"/>
                  <a:gd name="csY20" fmla="*/ 226350 h 767946"/>
                  <a:gd name="csX21" fmla="*/ 203399 w 1516763"/>
                  <a:gd name="csY21" fmla="*/ 1815 h 767946"/>
                  <a:gd name="csX22" fmla="*/ 76 w 1516763"/>
                  <a:gd name="csY22" fmla="*/ 226350 h 767946"/>
                  <a:gd name="csX23" fmla="*/ 203399 w 1516763"/>
                  <a:gd name="csY23" fmla="*/ 1815 h 767946"/>
                  <a:gd name="csX24" fmla="*/ 3024 w 1516763"/>
                  <a:gd name="csY24" fmla="*/ 267280 h 767946"/>
                  <a:gd name="csX25" fmla="*/ 241041 w 1516763"/>
                  <a:gd name="csY25" fmla="*/ 4427 h 767946"/>
                  <a:gd name="csX26" fmla="*/ 3024 w 1516763"/>
                  <a:gd name="csY26" fmla="*/ 267280 h 767946"/>
                  <a:gd name="csX27" fmla="*/ 241041 w 1516763"/>
                  <a:gd name="csY27" fmla="*/ 4427 h 767946"/>
                  <a:gd name="csX28" fmla="*/ 1059 w 1516763"/>
                  <a:gd name="csY28" fmla="*/ 313725 h 767946"/>
                  <a:gd name="csX29" fmla="*/ 283746 w 1516763"/>
                  <a:gd name="csY29" fmla="*/ 1524 h 767946"/>
                  <a:gd name="csX30" fmla="*/ 1059 w 1516763"/>
                  <a:gd name="csY30" fmla="*/ 313725 h 767946"/>
                  <a:gd name="csX31" fmla="*/ 283746 w 1516763"/>
                  <a:gd name="csY31" fmla="*/ 1524 h 767946"/>
                  <a:gd name="csX32" fmla="*/ 4082 w 1516763"/>
                  <a:gd name="csY32" fmla="*/ 354655 h 767946"/>
                  <a:gd name="csX33" fmla="*/ 321387 w 1516763"/>
                  <a:gd name="csY33" fmla="*/ 4137 h 767946"/>
                  <a:gd name="csX34" fmla="*/ 4082 w 1516763"/>
                  <a:gd name="csY34" fmla="*/ 354655 h 767946"/>
                  <a:gd name="csX35" fmla="*/ 321387 w 1516763"/>
                  <a:gd name="csY35" fmla="*/ 4137 h 767946"/>
                  <a:gd name="csX36" fmla="*/ 2117 w 1516763"/>
                  <a:gd name="csY36" fmla="*/ 401101 h 767946"/>
                  <a:gd name="csX37" fmla="*/ 364093 w 1516763"/>
                  <a:gd name="csY37" fmla="*/ 1307 h 767946"/>
                  <a:gd name="csX38" fmla="*/ 2117 w 1516763"/>
                  <a:gd name="csY38" fmla="*/ 401101 h 767946"/>
                  <a:gd name="csX39" fmla="*/ 364093 w 1516763"/>
                  <a:gd name="csY39" fmla="*/ 1307 h 767946"/>
                  <a:gd name="csX40" fmla="*/ 76 w 1516763"/>
                  <a:gd name="csY40" fmla="*/ 447546 h 767946"/>
                  <a:gd name="csX41" fmla="*/ 401734 w 1516763"/>
                  <a:gd name="csY41" fmla="*/ 3919 h 767946"/>
                  <a:gd name="csX42" fmla="*/ 76 w 1516763"/>
                  <a:gd name="csY42" fmla="*/ 447546 h 767946"/>
                  <a:gd name="csX43" fmla="*/ 401734 w 1516763"/>
                  <a:gd name="csY43" fmla="*/ 3919 h 767946"/>
                  <a:gd name="csX44" fmla="*/ 3099 w 1516763"/>
                  <a:gd name="csY44" fmla="*/ 488476 h 767946"/>
                  <a:gd name="csX45" fmla="*/ 444440 w 1516763"/>
                  <a:gd name="csY45" fmla="*/ 1016 h 767946"/>
                  <a:gd name="csX46" fmla="*/ 3099 w 1516763"/>
                  <a:gd name="csY46" fmla="*/ 488476 h 767946"/>
                  <a:gd name="csX47" fmla="*/ 444440 w 1516763"/>
                  <a:gd name="csY47" fmla="*/ 1016 h 767946"/>
                  <a:gd name="csX48" fmla="*/ 1134 w 1516763"/>
                  <a:gd name="csY48" fmla="*/ 534922 h 767946"/>
                  <a:gd name="csX49" fmla="*/ 482157 w 1516763"/>
                  <a:gd name="csY49" fmla="*/ 3629 h 767946"/>
                  <a:gd name="csX50" fmla="*/ 1134 w 1516763"/>
                  <a:gd name="csY50" fmla="*/ 534922 h 767946"/>
                  <a:gd name="csX51" fmla="*/ 482157 w 1516763"/>
                  <a:gd name="csY51" fmla="*/ 3629 h 767946"/>
                  <a:gd name="csX52" fmla="*/ 4082 w 1516763"/>
                  <a:gd name="csY52" fmla="*/ 575852 h 767946"/>
                  <a:gd name="csX53" fmla="*/ 524787 w 1516763"/>
                  <a:gd name="csY53" fmla="*/ 799 h 767946"/>
                  <a:gd name="csX54" fmla="*/ 4082 w 1516763"/>
                  <a:gd name="csY54" fmla="*/ 575852 h 767946"/>
                  <a:gd name="csX55" fmla="*/ 524787 w 1516763"/>
                  <a:gd name="csY55" fmla="*/ 799 h 767946"/>
                  <a:gd name="csX56" fmla="*/ 2117 w 1516763"/>
                  <a:gd name="csY56" fmla="*/ 622297 h 767946"/>
                  <a:gd name="csX57" fmla="*/ 562504 w 1516763"/>
                  <a:gd name="csY57" fmla="*/ 3411 h 767946"/>
                  <a:gd name="csX58" fmla="*/ 2117 w 1516763"/>
                  <a:gd name="csY58" fmla="*/ 622297 h 767946"/>
                  <a:gd name="csX59" fmla="*/ 562504 w 1516763"/>
                  <a:gd name="csY59" fmla="*/ 3411 h 767946"/>
                  <a:gd name="csX60" fmla="*/ 151 w 1516763"/>
                  <a:gd name="csY60" fmla="*/ 668743 h 767946"/>
                  <a:gd name="csX61" fmla="*/ 605134 w 1516763"/>
                  <a:gd name="csY61" fmla="*/ 508 h 767946"/>
                  <a:gd name="csX62" fmla="*/ 151 w 1516763"/>
                  <a:gd name="csY62" fmla="*/ 668743 h 767946"/>
                  <a:gd name="csX63" fmla="*/ 605134 w 1516763"/>
                  <a:gd name="csY63" fmla="*/ 508 h 767946"/>
                  <a:gd name="csX64" fmla="*/ 3099 w 1516763"/>
                  <a:gd name="csY64" fmla="*/ 709673 h 767946"/>
                  <a:gd name="csX65" fmla="*/ 642851 w 1516763"/>
                  <a:gd name="csY65" fmla="*/ 3121 h 767946"/>
                  <a:gd name="csX66" fmla="*/ 3099 w 1516763"/>
                  <a:gd name="csY66" fmla="*/ 709673 h 767946"/>
                  <a:gd name="csX67" fmla="*/ 642851 w 1516763"/>
                  <a:gd name="csY67" fmla="*/ 3121 h 767946"/>
                  <a:gd name="csX68" fmla="*/ 1134 w 1516763"/>
                  <a:gd name="csY68" fmla="*/ 756118 h 767946"/>
                  <a:gd name="csX69" fmla="*/ 685481 w 1516763"/>
                  <a:gd name="csY69" fmla="*/ 291 h 767946"/>
                  <a:gd name="csX70" fmla="*/ 1134 w 1516763"/>
                  <a:gd name="csY70" fmla="*/ 756118 h 767946"/>
                  <a:gd name="csX71" fmla="*/ 685481 w 1516763"/>
                  <a:gd name="csY71" fmla="*/ 291 h 767946"/>
                  <a:gd name="csX72" fmla="*/ 33862 w 1516763"/>
                  <a:gd name="csY72" fmla="*/ 764173 h 767946"/>
                  <a:gd name="csX73" fmla="*/ 723197 w 1516763"/>
                  <a:gd name="csY73" fmla="*/ 2903 h 767946"/>
                  <a:gd name="csX74" fmla="*/ 33862 w 1516763"/>
                  <a:gd name="csY74" fmla="*/ 764173 h 767946"/>
                  <a:gd name="csX75" fmla="*/ 723197 w 1516763"/>
                  <a:gd name="csY75" fmla="*/ 2903 h 767946"/>
                  <a:gd name="csX76" fmla="*/ 71579 w 1516763"/>
                  <a:gd name="csY76" fmla="*/ 766786 h 767946"/>
                  <a:gd name="csX77" fmla="*/ 765827 w 1516763"/>
                  <a:gd name="csY77" fmla="*/ 1 h 767946"/>
                  <a:gd name="csX78" fmla="*/ 71579 w 1516763"/>
                  <a:gd name="csY78" fmla="*/ 766786 h 767946"/>
                  <a:gd name="csX79" fmla="*/ 765827 w 1516763"/>
                  <a:gd name="csY79" fmla="*/ 1 h 767946"/>
                  <a:gd name="csX80" fmla="*/ 114209 w 1516763"/>
                  <a:gd name="csY80" fmla="*/ 763956 h 767946"/>
                  <a:gd name="csX81" fmla="*/ 803544 w 1516763"/>
                  <a:gd name="csY81" fmla="*/ 2613 h 767946"/>
                  <a:gd name="csX82" fmla="*/ 114209 w 1516763"/>
                  <a:gd name="csY82" fmla="*/ 763956 h 767946"/>
                  <a:gd name="csX83" fmla="*/ 803544 w 1516763"/>
                  <a:gd name="csY83" fmla="*/ 2613 h 767946"/>
                  <a:gd name="csX84" fmla="*/ 151926 w 1516763"/>
                  <a:gd name="csY84" fmla="*/ 766568 h 767946"/>
                  <a:gd name="csX85" fmla="*/ 841185 w 1516763"/>
                  <a:gd name="csY85" fmla="*/ 5298 h 767946"/>
                  <a:gd name="csX86" fmla="*/ 151926 w 1516763"/>
                  <a:gd name="csY86" fmla="*/ 766568 h 767946"/>
                  <a:gd name="csX87" fmla="*/ 841185 w 1516763"/>
                  <a:gd name="csY87" fmla="*/ 5298 h 767946"/>
                  <a:gd name="csX88" fmla="*/ 194556 w 1516763"/>
                  <a:gd name="csY88" fmla="*/ 763738 h 767946"/>
                  <a:gd name="csX89" fmla="*/ 883891 w 1516763"/>
                  <a:gd name="csY89" fmla="*/ 2395 h 767946"/>
                  <a:gd name="csX90" fmla="*/ 194556 w 1516763"/>
                  <a:gd name="csY90" fmla="*/ 763738 h 767946"/>
                  <a:gd name="csX91" fmla="*/ 883891 w 1516763"/>
                  <a:gd name="csY91" fmla="*/ 2395 h 767946"/>
                  <a:gd name="csX92" fmla="*/ 232273 w 1516763"/>
                  <a:gd name="csY92" fmla="*/ 766351 h 767946"/>
                  <a:gd name="csX93" fmla="*/ 921532 w 1516763"/>
                  <a:gd name="csY93" fmla="*/ 5008 h 767946"/>
                  <a:gd name="csX94" fmla="*/ 232273 w 1516763"/>
                  <a:gd name="csY94" fmla="*/ 766351 h 767946"/>
                  <a:gd name="csX95" fmla="*/ 921532 w 1516763"/>
                  <a:gd name="csY95" fmla="*/ 5008 h 767946"/>
                  <a:gd name="csX96" fmla="*/ 274903 w 1516763"/>
                  <a:gd name="csY96" fmla="*/ 763448 h 767946"/>
                  <a:gd name="csX97" fmla="*/ 964238 w 1516763"/>
                  <a:gd name="csY97" fmla="*/ 2178 h 767946"/>
                  <a:gd name="csX98" fmla="*/ 274903 w 1516763"/>
                  <a:gd name="csY98" fmla="*/ 763448 h 767946"/>
                  <a:gd name="csX99" fmla="*/ 964238 w 1516763"/>
                  <a:gd name="csY99" fmla="*/ 2178 h 767946"/>
                  <a:gd name="csX100" fmla="*/ 312620 w 1516763"/>
                  <a:gd name="csY100" fmla="*/ 766060 h 767946"/>
                  <a:gd name="csX101" fmla="*/ 1001879 w 1516763"/>
                  <a:gd name="csY101" fmla="*/ 4790 h 767946"/>
                  <a:gd name="csX102" fmla="*/ 312620 w 1516763"/>
                  <a:gd name="csY102" fmla="*/ 766060 h 767946"/>
                  <a:gd name="csX103" fmla="*/ 1001879 w 1516763"/>
                  <a:gd name="csY103" fmla="*/ 4790 h 767946"/>
                  <a:gd name="csX104" fmla="*/ 355250 w 1516763"/>
                  <a:gd name="csY104" fmla="*/ 763230 h 767946"/>
                  <a:gd name="csX105" fmla="*/ 1044585 w 1516763"/>
                  <a:gd name="csY105" fmla="*/ 1887 h 767946"/>
                  <a:gd name="csX106" fmla="*/ 355250 w 1516763"/>
                  <a:gd name="csY106" fmla="*/ 763230 h 767946"/>
                  <a:gd name="csX107" fmla="*/ 1044585 w 1516763"/>
                  <a:gd name="csY107" fmla="*/ 1887 h 767946"/>
                  <a:gd name="csX108" fmla="*/ 392967 w 1516763"/>
                  <a:gd name="csY108" fmla="*/ 765843 h 767946"/>
                  <a:gd name="csX109" fmla="*/ 1082226 w 1516763"/>
                  <a:gd name="csY109" fmla="*/ 4500 h 767946"/>
                  <a:gd name="csX110" fmla="*/ 392967 w 1516763"/>
                  <a:gd name="csY110" fmla="*/ 765843 h 767946"/>
                  <a:gd name="csX111" fmla="*/ 1082226 w 1516763"/>
                  <a:gd name="csY111" fmla="*/ 4500 h 767946"/>
                  <a:gd name="csX112" fmla="*/ 435597 w 1516763"/>
                  <a:gd name="csY112" fmla="*/ 762940 h 767946"/>
                  <a:gd name="csX113" fmla="*/ 1124932 w 1516763"/>
                  <a:gd name="csY113" fmla="*/ 1670 h 767946"/>
                  <a:gd name="csX114" fmla="*/ 435597 w 1516763"/>
                  <a:gd name="csY114" fmla="*/ 762940 h 767946"/>
                  <a:gd name="csX115" fmla="*/ 1124932 w 1516763"/>
                  <a:gd name="csY115" fmla="*/ 1670 h 767946"/>
                  <a:gd name="csX116" fmla="*/ 473313 w 1516763"/>
                  <a:gd name="csY116" fmla="*/ 765552 h 767946"/>
                  <a:gd name="csX117" fmla="*/ 1162573 w 1516763"/>
                  <a:gd name="csY117" fmla="*/ 4282 h 767946"/>
                  <a:gd name="csX118" fmla="*/ 473313 w 1516763"/>
                  <a:gd name="csY118" fmla="*/ 765552 h 767946"/>
                  <a:gd name="csX119" fmla="*/ 1162573 w 1516763"/>
                  <a:gd name="csY119" fmla="*/ 4282 h 767946"/>
                  <a:gd name="csX120" fmla="*/ 515944 w 1516763"/>
                  <a:gd name="csY120" fmla="*/ 762722 h 767946"/>
                  <a:gd name="csX121" fmla="*/ 1205278 w 1516763"/>
                  <a:gd name="csY121" fmla="*/ 1379 h 767946"/>
                  <a:gd name="csX122" fmla="*/ 515944 w 1516763"/>
                  <a:gd name="csY122" fmla="*/ 762722 h 767946"/>
                  <a:gd name="csX123" fmla="*/ 1205278 w 1516763"/>
                  <a:gd name="csY123" fmla="*/ 1379 h 767946"/>
                  <a:gd name="csX124" fmla="*/ 553660 w 1516763"/>
                  <a:gd name="csY124" fmla="*/ 765335 h 767946"/>
                  <a:gd name="csX125" fmla="*/ 1242920 w 1516763"/>
                  <a:gd name="csY125" fmla="*/ 3992 h 767946"/>
                  <a:gd name="csX126" fmla="*/ 553660 w 1516763"/>
                  <a:gd name="csY126" fmla="*/ 765335 h 767946"/>
                  <a:gd name="csX127" fmla="*/ 1242920 w 1516763"/>
                  <a:gd name="csY127" fmla="*/ 3992 h 767946"/>
                  <a:gd name="csX128" fmla="*/ 591377 w 1516763"/>
                  <a:gd name="csY128" fmla="*/ 767947 h 767946"/>
                  <a:gd name="csX129" fmla="*/ 1285625 w 1516763"/>
                  <a:gd name="csY129" fmla="*/ 1162 h 767946"/>
                  <a:gd name="csX130" fmla="*/ 591377 w 1516763"/>
                  <a:gd name="csY130" fmla="*/ 767947 h 767946"/>
                  <a:gd name="csX131" fmla="*/ 1285625 w 1516763"/>
                  <a:gd name="csY131" fmla="*/ 1162 h 767946"/>
                  <a:gd name="csX132" fmla="*/ 634007 w 1516763"/>
                  <a:gd name="csY132" fmla="*/ 765044 h 767946"/>
                  <a:gd name="csX133" fmla="*/ 1323266 w 1516763"/>
                  <a:gd name="csY133" fmla="*/ 3774 h 767946"/>
                  <a:gd name="csX134" fmla="*/ 634007 w 1516763"/>
                  <a:gd name="csY134" fmla="*/ 765044 h 767946"/>
                  <a:gd name="csX135" fmla="*/ 1323266 w 1516763"/>
                  <a:gd name="csY135" fmla="*/ 3774 h 767946"/>
                  <a:gd name="csX136" fmla="*/ 671724 w 1516763"/>
                  <a:gd name="csY136" fmla="*/ 767657 h 767946"/>
                  <a:gd name="csX137" fmla="*/ 1365972 w 1516763"/>
                  <a:gd name="csY137" fmla="*/ 871 h 767946"/>
                  <a:gd name="csX138" fmla="*/ 671724 w 1516763"/>
                  <a:gd name="csY138" fmla="*/ 767657 h 767946"/>
                  <a:gd name="csX139" fmla="*/ 1365972 w 1516763"/>
                  <a:gd name="csY139" fmla="*/ 871 h 767946"/>
                  <a:gd name="csX140" fmla="*/ 714354 w 1516763"/>
                  <a:gd name="csY140" fmla="*/ 764827 h 767946"/>
                  <a:gd name="csX141" fmla="*/ 1403613 w 1516763"/>
                  <a:gd name="csY141" fmla="*/ 3484 h 767946"/>
                  <a:gd name="csX142" fmla="*/ 714354 w 1516763"/>
                  <a:gd name="csY142" fmla="*/ 764827 h 767946"/>
                  <a:gd name="csX143" fmla="*/ 1403613 w 1516763"/>
                  <a:gd name="csY143" fmla="*/ 3484 h 767946"/>
                  <a:gd name="csX144" fmla="*/ 752071 w 1516763"/>
                  <a:gd name="csY144" fmla="*/ 767439 h 767946"/>
                  <a:gd name="csX145" fmla="*/ 1446319 w 1516763"/>
                  <a:gd name="csY145" fmla="*/ 654 h 767946"/>
                  <a:gd name="csX146" fmla="*/ 752071 w 1516763"/>
                  <a:gd name="csY146" fmla="*/ 767439 h 767946"/>
                  <a:gd name="csX147" fmla="*/ 1446319 w 1516763"/>
                  <a:gd name="csY147" fmla="*/ 654 h 767946"/>
                  <a:gd name="csX148" fmla="*/ 794701 w 1516763"/>
                  <a:gd name="csY148" fmla="*/ 764536 h 767946"/>
                  <a:gd name="csX149" fmla="*/ 1483960 w 1516763"/>
                  <a:gd name="csY149" fmla="*/ 3266 h 767946"/>
                  <a:gd name="csX150" fmla="*/ 794701 w 1516763"/>
                  <a:gd name="csY150" fmla="*/ 764536 h 767946"/>
                  <a:gd name="csX151" fmla="*/ 1483960 w 1516763"/>
                  <a:gd name="csY151" fmla="*/ 3266 h 767946"/>
                  <a:gd name="csX152" fmla="*/ 832418 w 1516763"/>
                  <a:gd name="csY152" fmla="*/ 767149 h 767946"/>
                  <a:gd name="csX153" fmla="*/ 1516688 w 1516763"/>
                  <a:gd name="csY153" fmla="*/ 11322 h 767946"/>
                  <a:gd name="csX154" fmla="*/ 832418 w 1516763"/>
                  <a:gd name="csY154" fmla="*/ 767149 h 767946"/>
                  <a:gd name="csX155" fmla="*/ 1516688 w 1516763"/>
                  <a:gd name="csY155" fmla="*/ 11322 h 767946"/>
                  <a:gd name="csX156" fmla="*/ 875047 w 1516763"/>
                  <a:gd name="csY156" fmla="*/ 764319 h 767946"/>
                  <a:gd name="csX157" fmla="*/ 1514723 w 1516763"/>
                  <a:gd name="csY157" fmla="*/ 57767 h 767946"/>
                  <a:gd name="csX158" fmla="*/ 875047 w 1516763"/>
                  <a:gd name="csY158" fmla="*/ 764319 h 767946"/>
                  <a:gd name="csX159" fmla="*/ 1514723 w 1516763"/>
                  <a:gd name="csY159" fmla="*/ 57767 h 767946"/>
                  <a:gd name="csX160" fmla="*/ 912765 w 1516763"/>
                  <a:gd name="csY160" fmla="*/ 766931 h 767946"/>
                  <a:gd name="csX161" fmla="*/ 1512758 w 1516763"/>
                  <a:gd name="csY161" fmla="*/ 104213 h 767946"/>
                  <a:gd name="csX162" fmla="*/ 912765 w 1516763"/>
                  <a:gd name="csY162" fmla="*/ 766931 h 767946"/>
                  <a:gd name="csX163" fmla="*/ 1512758 w 1516763"/>
                  <a:gd name="csY163" fmla="*/ 104213 h 767946"/>
                  <a:gd name="csX164" fmla="*/ 955394 w 1516763"/>
                  <a:gd name="csY164" fmla="*/ 764028 h 767946"/>
                  <a:gd name="csX165" fmla="*/ 1515781 w 1516763"/>
                  <a:gd name="csY165" fmla="*/ 145143 h 767946"/>
                  <a:gd name="csX166" fmla="*/ 955394 w 1516763"/>
                  <a:gd name="csY166" fmla="*/ 764028 h 767946"/>
                  <a:gd name="csX167" fmla="*/ 1515781 w 1516763"/>
                  <a:gd name="csY167" fmla="*/ 145143 h 767946"/>
                  <a:gd name="csX168" fmla="*/ 993111 w 1516763"/>
                  <a:gd name="csY168" fmla="*/ 766641 h 767946"/>
                  <a:gd name="csX169" fmla="*/ 1513740 w 1516763"/>
                  <a:gd name="csY169" fmla="*/ 191588 h 767946"/>
                  <a:gd name="csX170" fmla="*/ 993111 w 1516763"/>
                  <a:gd name="csY170" fmla="*/ 766641 h 767946"/>
                  <a:gd name="csX171" fmla="*/ 1513740 w 1516763"/>
                  <a:gd name="csY171" fmla="*/ 191588 h 767946"/>
                  <a:gd name="csX172" fmla="*/ 1035741 w 1516763"/>
                  <a:gd name="csY172" fmla="*/ 763811 h 767946"/>
                  <a:gd name="csX173" fmla="*/ 1516764 w 1516763"/>
                  <a:gd name="csY173" fmla="*/ 232518 h 767946"/>
                  <a:gd name="csX174" fmla="*/ 1035741 w 1516763"/>
                  <a:gd name="csY174" fmla="*/ 763811 h 767946"/>
                  <a:gd name="csX175" fmla="*/ 1516764 w 1516763"/>
                  <a:gd name="csY175" fmla="*/ 232518 h 767946"/>
                  <a:gd name="csX176" fmla="*/ 1073458 w 1516763"/>
                  <a:gd name="csY176" fmla="*/ 766423 h 767946"/>
                  <a:gd name="csX177" fmla="*/ 1514799 w 1516763"/>
                  <a:gd name="csY177" fmla="*/ 278964 h 767946"/>
                  <a:gd name="csX178" fmla="*/ 1073458 w 1516763"/>
                  <a:gd name="csY178" fmla="*/ 766423 h 767946"/>
                  <a:gd name="csX179" fmla="*/ 1514799 w 1516763"/>
                  <a:gd name="csY179" fmla="*/ 278964 h 767946"/>
                  <a:gd name="csX180" fmla="*/ 1116088 w 1516763"/>
                  <a:gd name="csY180" fmla="*/ 763593 h 767946"/>
                  <a:gd name="csX181" fmla="*/ 1512833 w 1516763"/>
                  <a:gd name="csY181" fmla="*/ 325409 h 767946"/>
                  <a:gd name="csX182" fmla="*/ 1116088 w 1516763"/>
                  <a:gd name="csY182" fmla="*/ 763593 h 767946"/>
                  <a:gd name="csX183" fmla="*/ 1512833 w 1516763"/>
                  <a:gd name="csY183" fmla="*/ 325409 h 767946"/>
                  <a:gd name="csX184" fmla="*/ 1153805 w 1516763"/>
                  <a:gd name="csY184" fmla="*/ 766206 h 767946"/>
                  <a:gd name="csX185" fmla="*/ 1515781 w 1516763"/>
                  <a:gd name="csY185" fmla="*/ 366339 h 767946"/>
                  <a:gd name="csX186" fmla="*/ 1153805 w 1516763"/>
                  <a:gd name="csY186" fmla="*/ 766206 h 767946"/>
                  <a:gd name="csX187" fmla="*/ 1515781 w 1516763"/>
                  <a:gd name="csY187" fmla="*/ 366339 h 767946"/>
                  <a:gd name="csX188" fmla="*/ 1196435 w 1516763"/>
                  <a:gd name="csY188" fmla="*/ 763303 h 767946"/>
                  <a:gd name="csX189" fmla="*/ 1513816 w 1516763"/>
                  <a:gd name="csY189" fmla="*/ 412785 h 767946"/>
                  <a:gd name="csX190" fmla="*/ 1196435 w 1516763"/>
                  <a:gd name="csY190" fmla="*/ 763303 h 767946"/>
                  <a:gd name="csX191" fmla="*/ 1513816 w 1516763"/>
                  <a:gd name="csY191" fmla="*/ 412785 h 767946"/>
                  <a:gd name="csX192" fmla="*/ 1234152 w 1516763"/>
                  <a:gd name="csY192" fmla="*/ 765915 h 767946"/>
                  <a:gd name="csX193" fmla="*/ 1511851 w 1516763"/>
                  <a:gd name="csY193" fmla="*/ 459230 h 767946"/>
                  <a:gd name="csX194" fmla="*/ 1234152 w 1516763"/>
                  <a:gd name="csY194" fmla="*/ 765915 h 767946"/>
                  <a:gd name="csX195" fmla="*/ 1511851 w 1516763"/>
                  <a:gd name="csY195" fmla="*/ 459230 h 767946"/>
                  <a:gd name="csX196" fmla="*/ 1276782 w 1516763"/>
                  <a:gd name="csY196" fmla="*/ 763085 h 767946"/>
                  <a:gd name="csX197" fmla="*/ 1514799 w 1516763"/>
                  <a:gd name="csY197" fmla="*/ 500160 h 767946"/>
                  <a:gd name="csX198" fmla="*/ 1276782 w 1516763"/>
                  <a:gd name="csY198" fmla="*/ 763085 h 767946"/>
                  <a:gd name="csX199" fmla="*/ 1514799 w 1516763"/>
                  <a:gd name="csY199" fmla="*/ 500160 h 767946"/>
                  <a:gd name="csX200" fmla="*/ 1314498 w 1516763"/>
                  <a:gd name="csY200" fmla="*/ 765698 h 767946"/>
                  <a:gd name="csX201" fmla="*/ 1512833 w 1516763"/>
                  <a:gd name="csY201" fmla="*/ 546606 h 767946"/>
                  <a:gd name="csX202" fmla="*/ 1314498 w 1516763"/>
                  <a:gd name="csY202" fmla="*/ 765698 h 767946"/>
                  <a:gd name="csX203" fmla="*/ 1512833 w 1516763"/>
                  <a:gd name="csY203" fmla="*/ 546606 h 767946"/>
                  <a:gd name="csX204" fmla="*/ 1357128 w 1516763"/>
                  <a:gd name="csY204" fmla="*/ 762795 h 767946"/>
                  <a:gd name="csX205" fmla="*/ 1515857 w 1516763"/>
                  <a:gd name="csY205" fmla="*/ 587536 h 767946"/>
                  <a:gd name="csX206" fmla="*/ 1357128 w 1516763"/>
                  <a:gd name="csY206" fmla="*/ 762795 h 767946"/>
                  <a:gd name="csX207" fmla="*/ 1515857 w 1516763"/>
                  <a:gd name="csY207" fmla="*/ 587536 h 767946"/>
                  <a:gd name="csX208" fmla="*/ 1394845 w 1516763"/>
                  <a:gd name="csY208" fmla="*/ 765407 h 767946"/>
                  <a:gd name="csX209" fmla="*/ 1513816 w 1516763"/>
                  <a:gd name="csY209" fmla="*/ 633981 h 767946"/>
                  <a:gd name="csX210" fmla="*/ 1394845 w 1516763"/>
                  <a:gd name="csY210" fmla="*/ 765407 h 767946"/>
                  <a:gd name="csX211" fmla="*/ 1513816 w 1516763"/>
                  <a:gd name="csY211" fmla="*/ 633981 h 767946"/>
                  <a:gd name="csX212" fmla="*/ 1437475 w 1516763"/>
                  <a:gd name="csY212" fmla="*/ 762577 h 767946"/>
                  <a:gd name="csX213" fmla="*/ 1511851 w 1516763"/>
                  <a:gd name="csY213" fmla="*/ 680427 h 767946"/>
                  <a:gd name="csX214" fmla="*/ 1437475 w 1516763"/>
                  <a:gd name="csY214" fmla="*/ 762577 h 767946"/>
                  <a:gd name="csX215" fmla="*/ 1511851 w 1516763"/>
                  <a:gd name="csY215" fmla="*/ 680427 h 767946"/>
                  <a:gd name="csX216" fmla="*/ 1475192 w 1516763"/>
                  <a:gd name="csY216" fmla="*/ 765190 h 767946"/>
                  <a:gd name="csX217" fmla="*/ 1514874 w 1516763"/>
                  <a:gd name="csY217" fmla="*/ 721357 h 767946"/>
                  <a:gd name="csX218" fmla="*/ 1475192 w 1516763"/>
                  <a:gd name="csY218" fmla="*/ 765190 h 767946"/>
                  <a:gd name="csX219" fmla="*/ 1514874 w 1516763"/>
                  <a:gd name="csY219" fmla="*/ 721357 h 767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</a:cxnLst>
                <a:rect l="l" t="t" r="r" b="b"/>
                <a:pathLst>
                  <a:path w="1516763" h="767946"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3024" y="46083"/>
                    </a:moveTo>
                    <a:cubicBezTo>
                      <a:pt x="18141" y="32367"/>
                      <a:pt x="39305" y="9870"/>
                      <a:pt x="42706" y="2323"/>
                    </a:cubicBezTo>
                    <a:moveTo>
                      <a:pt x="3024" y="46083"/>
                    </a:moveTo>
                    <a:cubicBezTo>
                      <a:pt x="20484" y="32077"/>
                      <a:pt x="32351" y="13499"/>
                      <a:pt x="42706" y="2323"/>
                    </a:cubicBezTo>
                    <a:moveTo>
                      <a:pt x="1059" y="92529"/>
                    </a:moveTo>
                    <a:cubicBezTo>
                      <a:pt x="39380" y="57404"/>
                      <a:pt x="58579" y="23296"/>
                      <a:pt x="80347" y="4935"/>
                    </a:cubicBezTo>
                    <a:moveTo>
                      <a:pt x="1059" y="92529"/>
                    </a:moveTo>
                    <a:cubicBezTo>
                      <a:pt x="17083" y="69959"/>
                      <a:pt x="34619" y="56316"/>
                      <a:pt x="80347" y="4935"/>
                    </a:cubicBezTo>
                    <a:moveTo>
                      <a:pt x="4006" y="133459"/>
                    </a:moveTo>
                    <a:cubicBezTo>
                      <a:pt x="30083" y="94633"/>
                      <a:pt x="60468" y="63210"/>
                      <a:pt x="123053" y="2033"/>
                    </a:cubicBezTo>
                    <a:moveTo>
                      <a:pt x="4006" y="133459"/>
                    </a:moveTo>
                    <a:cubicBezTo>
                      <a:pt x="48375" y="87957"/>
                      <a:pt x="93121" y="40640"/>
                      <a:pt x="123053" y="2033"/>
                    </a:cubicBezTo>
                    <a:moveTo>
                      <a:pt x="2041" y="179904"/>
                    </a:moveTo>
                    <a:cubicBezTo>
                      <a:pt x="43159" y="142167"/>
                      <a:pt x="87603" y="85126"/>
                      <a:pt x="160694" y="4645"/>
                    </a:cubicBezTo>
                    <a:moveTo>
                      <a:pt x="2041" y="179904"/>
                    </a:moveTo>
                    <a:cubicBezTo>
                      <a:pt x="41421" y="132443"/>
                      <a:pt x="92668" y="68435"/>
                      <a:pt x="160694" y="4645"/>
                    </a:cubicBezTo>
                    <a:moveTo>
                      <a:pt x="76" y="226350"/>
                    </a:moveTo>
                    <a:cubicBezTo>
                      <a:pt x="35979" y="173736"/>
                      <a:pt x="82237" y="115751"/>
                      <a:pt x="203399" y="1815"/>
                    </a:cubicBezTo>
                    <a:moveTo>
                      <a:pt x="76" y="226350"/>
                    </a:moveTo>
                    <a:cubicBezTo>
                      <a:pt x="54497" y="162777"/>
                      <a:pt x="113378" y="105446"/>
                      <a:pt x="203399" y="1815"/>
                    </a:cubicBezTo>
                    <a:moveTo>
                      <a:pt x="3024" y="267280"/>
                    </a:moveTo>
                    <a:cubicBezTo>
                      <a:pt x="102872" y="163285"/>
                      <a:pt x="192364" y="86723"/>
                      <a:pt x="241041" y="4427"/>
                    </a:cubicBezTo>
                    <a:moveTo>
                      <a:pt x="3024" y="267280"/>
                    </a:moveTo>
                    <a:cubicBezTo>
                      <a:pt x="54043" y="202909"/>
                      <a:pt x="107785" y="145651"/>
                      <a:pt x="241041" y="4427"/>
                    </a:cubicBezTo>
                    <a:moveTo>
                      <a:pt x="1059" y="313725"/>
                    </a:moveTo>
                    <a:cubicBezTo>
                      <a:pt x="72486" y="222721"/>
                      <a:pt x="154798" y="145868"/>
                      <a:pt x="283746" y="1524"/>
                    </a:cubicBezTo>
                    <a:moveTo>
                      <a:pt x="1059" y="313725"/>
                    </a:moveTo>
                    <a:cubicBezTo>
                      <a:pt x="98790" y="211618"/>
                      <a:pt x="187829" y="97101"/>
                      <a:pt x="283746" y="1524"/>
                    </a:cubicBezTo>
                    <a:moveTo>
                      <a:pt x="4082" y="354655"/>
                    </a:moveTo>
                    <a:cubicBezTo>
                      <a:pt x="109372" y="214085"/>
                      <a:pt x="241797" y="97609"/>
                      <a:pt x="321387" y="4137"/>
                    </a:cubicBezTo>
                    <a:moveTo>
                      <a:pt x="4082" y="354655"/>
                    </a:moveTo>
                    <a:cubicBezTo>
                      <a:pt x="85714" y="271126"/>
                      <a:pt x="175509" y="176784"/>
                      <a:pt x="321387" y="4137"/>
                    </a:cubicBezTo>
                    <a:moveTo>
                      <a:pt x="2117" y="401101"/>
                    </a:moveTo>
                    <a:cubicBezTo>
                      <a:pt x="104308" y="293478"/>
                      <a:pt x="211185" y="189846"/>
                      <a:pt x="364093" y="1307"/>
                    </a:cubicBezTo>
                    <a:moveTo>
                      <a:pt x="2117" y="401101"/>
                    </a:moveTo>
                    <a:cubicBezTo>
                      <a:pt x="118971" y="266119"/>
                      <a:pt x="238849" y="135636"/>
                      <a:pt x="364093" y="1307"/>
                    </a:cubicBezTo>
                    <a:moveTo>
                      <a:pt x="76" y="447546"/>
                    </a:moveTo>
                    <a:cubicBezTo>
                      <a:pt x="131292" y="313943"/>
                      <a:pt x="254722" y="164156"/>
                      <a:pt x="401734" y="3919"/>
                    </a:cubicBezTo>
                    <a:moveTo>
                      <a:pt x="76" y="447546"/>
                    </a:moveTo>
                    <a:cubicBezTo>
                      <a:pt x="151246" y="278891"/>
                      <a:pt x="299846" y="106535"/>
                      <a:pt x="401734" y="3919"/>
                    </a:cubicBezTo>
                    <a:moveTo>
                      <a:pt x="3099" y="488476"/>
                    </a:moveTo>
                    <a:cubicBezTo>
                      <a:pt x="155025" y="315322"/>
                      <a:pt x="319800" y="135491"/>
                      <a:pt x="444440" y="1016"/>
                    </a:cubicBezTo>
                    <a:moveTo>
                      <a:pt x="3099" y="488476"/>
                    </a:moveTo>
                    <a:cubicBezTo>
                      <a:pt x="146560" y="335859"/>
                      <a:pt x="282084" y="182226"/>
                      <a:pt x="444440" y="1016"/>
                    </a:cubicBezTo>
                    <a:moveTo>
                      <a:pt x="1134" y="534922"/>
                    </a:moveTo>
                    <a:cubicBezTo>
                      <a:pt x="196219" y="328747"/>
                      <a:pt x="384048" y="120614"/>
                      <a:pt x="482157" y="3629"/>
                    </a:cubicBezTo>
                    <a:moveTo>
                      <a:pt x="1134" y="534922"/>
                    </a:moveTo>
                    <a:cubicBezTo>
                      <a:pt x="178079" y="333392"/>
                      <a:pt x="371500" y="127798"/>
                      <a:pt x="482157" y="3629"/>
                    </a:cubicBezTo>
                    <a:moveTo>
                      <a:pt x="4082" y="575852"/>
                    </a:moveTo>
                    <a:cubicBezTo>
                      <a:pt x="111413" y="476139"/>
                      <a:pt x="208313" y="355889"/>
                      <a:pt x="524787" y="799"/>
                    </a:cubicBezTo>
                    <a:moveTo>
                      <a:pt x="4082" y="575852"/>
                    </a:moveTo>
                    <a:cubicBezTo>
                      <a:pt x="160921" y="406979"/>
                      <a:pt x="322597" y="221487"/>
                      <a:pt x="524787" y="799"/>
                    </a:cubicBezTo>
                    <a:moveTo>
                      <a:pt x="2117" y="622297"/>
                    </a:moveTo>
                    <a:cubicBezTo>
                      <a:pt x="153287" y="474325"/>
                      <a:pt x="260088" y="307339"/>
                      <a:pt x="562504" y="3411"/>
                    </a:cubicBezTo>
                    <a:moveTo>
                      <a:pt x="2117" y="622297"/>
                    </a:moveTo>
                    <a:cubicBezTo>
                      <a:pt x="220255" y="384917"/>
                      <a:pt x="431742" y="149352"/>
                      <a:pt x="562504" y="3411"/>
                    </a:cubicBezTo>
                    <a:moveTo>
                      <a:pt x="151" y="668743"/>
                    </a:moveTo>
                    <a:cubicBezTo>
                      <a:pt x="140211" y="496241"/>
                      <a:pt x="296369" y="335569"/>
                      <a:pt x="605134" y="508"/>
                    </a:cubicBezTo>
                    <a:moveTo>
                      <a:pt x="151" y="668743"/>
                    </a:moveTo>
                    <a:cubicBezTo>
                      <a:pt x="129326" y="532744"/>
                      <a:pt x="247843" y="388038"/>
                      <a:pt x="605134" y="508"/>
                    </a:cubicBezTo>
                    <a:moveTo>
                      <a:pt x="3099" y="709673"/>
                    </a:moveTo>
                    <a:cubicBezTo>
                      <a:pt x="133483" y="561991"/>
                      <a:pt x="274223" y="385933"/>
                      <a:pt x="642851" y="3121"/>
                    </a:cubicBezTo>
                    <a:moveTo>
                      <a:pt x="3099" y="709673"/>
                    </a:moveTo>
                    <a:cubicBezTo>
                      <a:pt x="201359" y="475849"/>
                      <a:pt x="412468" y="250661"/>
                      <a:pt x="642851" y="3121"/>
                    </a:cubicBezTo>
                    <a:moveTo>
                      <a:pt x="1134" y="756118"/>
                    </a:moveTo>
                    <a:cubicBezTo>
                      <a:pt x="166590" y="582310"/>
                      <a:pt x="319649" y="401899"/>
                      <a:pt x="685481" y="291"/>
                    </a:cubicBezTo>
                    <a:moveTo>
                      <a:pt x="1134" y="756118"/>
                    </a:moveTo>
                    <a:cubicBezTo>
                      <a:pt x="180422" y="559378"/>
                      <a:pt x="343912" y="365396"/>
                      <a:pt x="685481" y="291"/>
                    </a:cubicBezTo>
                    <a:moveTo>
                      <a:pt x="33862" y="764173"/>
                    </a:moveTo>
                    <a:cubicBezTo>
                      <a:pt x="200527" y="559088"/>
                      <a:pt x="391833" y="375483"/>
                      <a:pt x="723197" y="2903"/>
                    </a:cubicBezTo>
                    <a:moveTo>
                      <a:pt x="33862" y="764173"/>
                    </a:moveTo>
                    <a:cubicBezTo>
                      <a:pt x="214737" y="562353"/>
                      <a:pt x="391606" y="366557"/>
                      <a:pt x="723197" y="2903"/>
                    </a:cubicBezTo>
                    <a:moveTo>
                      <a:pt x="71579" y="766786"/>
                    </a:moveTo>
                    <a:cubicBezTo>
                      <a:pt x="340435" y="484775"/>
                      <a:pt x="580720" y="211763"/>
                      <a:pt x="765827" y="1"/>
                    </a:cubicBezTo>
                    <a:moveTo>
                      <a:pt x="71579" y="766786"/>
                    </a:moveTo>
                    <a:cubicBezTo>
                      <a:pt x="343307" y="466415"/>
                      <a:pt x="614053" y="174679"/>
                      <a:pt x="765827" y="1"/>
                    </a:cubicBezTo>
                    <a:moveTo>
                      <a:pt x="114209" y="763956"/>
                    </a:moveTo>
                    <a:cubicBezTo>
                      <a:pt x="304835" y="543993"/>
                      <a:pt x="517757" y="323958"/>
                      <a:pt x="803544" y="2613"/>
                    </a:cubicBezTo>
                    <a:moveTo>
                      <a:pt x="114209" y="763956"/>
                    </a:moveTo>
                    <a:cubicBezTo>
                      <a:pt x="286921" y="562716"/>
                      <a:pt x="471197" y="375193"/>
                      <a:pt x="803544" y="2613"/>
                    </a:cubicBezTo>
                    <a:moveTo>
                      <a:pt x="151926" y="766568"/>
                    </a:moveTo>
                    <a:cubicBezTo>
                      <a:pt x="370518" y="538695"/>
                      <a:pt x="580115" y="310387"/>
                      <a:pt x="841185" y="5298"/>
                    </a:cubicBezTo>
                    <a:moveTo>
                      <a:pt x="151926" y="766568"/>
                    </a:moveTo>
                    <a:cubicBezTo>
                      <a:pt x="344063" y="549654"/>
                      <a:pt x="535444" y="332376"/>
                      <a:pt x="841185" y="5298"/>
                    </a:cubicBezTo>
                    <a:moveTo>
                      <a:pt x="194556" y="763738"/>
                    </a:moveTo>
                    <a:cubicBezTo>
                      <a:pt x="344895" y="577158"/>
                      <a:pt x="527961" y="387094"/>
                      <a:pt x="883891" y="2395"/>
                    </a:cubicBezTo>
                    <a:moveTo>
                      <a:pt x="194556" y="763738"/>
                    </a:moveTo>
                    <a:cubicBezTo>
                      <a:pt x="387524" y="548347"/>
                      <a:pt x="589941" y="328530"/>
                      <a:pt x="883891" y="2395"/>
                    </a:cubicBezTo>
                    <a:moveTo>
                      <a:pt x="232273" y="766351"/>
                    </a:moveTo>
                    <a:cubicBezTo>
                      <a:pt x="479436" y="501176"/>
                      <a:pt x="723953" y="229035"/>
                      <a:pt x="921532" y="5008"/>
                    </a:cubicBezTo>
                    <a:moveTo>
                      <a:pt x="232273" y="766351"/>
                    </a:moveTo>
                    <a:cubicBezTo>
                      <a:pt x="431440" y="532817"/>
                      <a:pt x="639071" y="293623"/>
                      <a:pt x="921532" y="5008"/>
                    </a:cubicBezTo>
                    <a:moveTo>
                      <a:pt x="274903" y="763448"/>
                    </a:moveTo>
                    <a:cubicBezTo>
                      <a:pt x="495838" y="545082"/>
                      <a:pt x="688201" y="297469"/>
                      <a:pt x="964238" y="2178"/>
                    </a:cubicBezTo>
                    <a:moveTo>
                      <a:pt x="274903" y="763448"/>
                    </a:moveTo>
                    <a:cubicBezTo>
                      <a:pt x="545119" y="475921"/>
                      <a:pt x="797951" y="201022"/>
                      <a:pt x="964238" y="2178"/>
                    </a:cubicBezTo>
                    <a:moveTo>
                      <a:pt x="312620" y="766060"/>
                    </a:moveTo>
                    <a:cubicBezTo>
                      <a:pt x="527659" y="539058"/>
                      <a:pt x="716244" y="314741"/>
                      <a:pt x="1001879" y="4790"/>
                    </a:cubicBezTo>
                    <a:moveTo>
                      <a:pt x="312620" y="766060"/>
                    </a:moveTo>
                    <a:cubicBezTo>
                      <a:pt x="567190" y="483832"/>
                      <a:pt x="842168" y="186581"/>
                      <a:pt x="1001879" y="4790"/>
                    </a:cubicBezTo>
                    <a:moveTo>
                      <a:pt x="355250" y="763230"/>
                    </a:moveTo>
                    <a:cubicBezTo>
                      <a:pt x="494855" y="614024"/>
                      <a:pt x="650182" y="454803"/>
                      <a:pt x="1044585" y="1887"/>
                    </a:cubicBezTo>
                    <a:moveTo>
                      <a:pt x="355250" y="763230"/>
                    </a:moveTo>
                    <a:cubicBezTo>
                      <a:pt x="511030" y="590729"/>
                      <a:pt x="669457" y="416921"/>
                      <a:pt x="1044585" y="1887"/>
                    </a:cubicBezTo>
                    <a:moveTo>
                      <a:pt x="392967" y="765843"/>
                    </a:moveTo>
                    <a:cubicBezTo>
                      <a:pt x="617076" y="514674"/>
                      <a:pt x="853128" y="260966"/>
                      <a:pt x="1082226" y="4500"/>
                    </a:cubicBezTo>
                    <a:moveTo>
                      <a:pt x="392967" y="765843"/>
                    </a:moveTo>
                    <a:cubicBezTo>
                      <a:pt x="603546" y="532962"/>
                      <a:pt x="799160" y="318878"/>
                      <a:pt x="1082226" y="4500"/>
                    </a:cubicBezTo>
                    <a:moveTo>
                      <a:pt x="435597" y="762940"/>
                    </a:moveTo>
                    <a:cubicBezTo>
                      <a:pt x="667416" y="511626"/>
                      <a:pt x="903241" y="254072"/>
                      <a:pt x="1124932" y="1670"/>
                    </a:cubicBezTo>
                    <a:moveTo>
                      <a:pt x="435597" y="762940"/>
                    </a:moveTo>
                    <a:cubicBezTo>
                      <a:pt x="704830" y="462060"/>
                      <a:pt x="976029" y="163939"/>
                      <a:pt x="1124932" y="1670"/>
                    </a:cubicBezTo>
                    <a:moveTo>
                      <a:pt x="473313" y="765552"/>
                    </a:moveTo>
                    <a:cubicBezTo>
                      <a:pt x="746099" y="478534"/>
                      <a:pt x="1012839" y="164664"/>
                      <a:pt x="1162573" y="4282"/>
                    </a:cubicBezTo>
                    <a:moveTo>
                      <a:pt x="473313" y="765552"/>
                    </a:moveTo>
                    <a:cubicBezTo>
                      <a:pt x="627431" y="603356"/>
                      <a:pt x="768926" y="442611"/>
                      <a:pt x="1162573" y="4282"/>
                    </a:cubicBezTo>
                    <a:moveTo>
                      <a:pt x="515944" y="762722"/>
                    </a:moveTo>
                    <a:cubicBezTo>
                      <a:pt x="717680" y="541671"/>
                      <a:pt x="893415" y="358501"/>
                      <a:pt x="1205278" y="1379"/>
                    </a:cubicBezTo>
                    <a:moveTo>
                      <a:pt x="515944" y="762722"/>
                    </a:moveTo>
                    <a:cubicBezTo>
                      <a:pt x="733401" y="530495"/>
                      <a:pt x="941713" y="285350"/>
                      <a:pt x="1205278" y="1379"/>
                    </a:cubicBezTo>
                    <a:moveTo>
                      <a:pt x="553660" y="765335"/>
                    </a:moveTo>
                    <a:cubicBezTo>
                      <a:pt x="799311" y="493556"/>
                      <a:pt x="1063103" y="209150"/>
                      <a:pt x="1242920" y="3992"/>
                    </a:cubicBezTo>
                    <a:moveTo>
                      <a:pt x="553660" y="765335"/>
                    </a:moveTo>
                    <a:cubicBezTo>
                      <a:pt x="799160" y="500233"/>
                      <a:pt x="1051009" y="216770"/>
                      <a:pt x="1242920" y="3992"/>
                    </a:cubicBezTo>
                    <a:moveTo>
                      <a:pt x="591377" y="767947"/>
                    </a:moveTo>
                    <a:cubicBezTo>
                      <a:pt x="859477" y="460101"/>
                      <a:pt x="1147456" y="162705"/>
                      <a:pt x="1285625" y="1162"/>
                    </a:cubicBezTo>
                    <a:moveTo>
                      <a:pt x="591377" y="767947"/>
                    </a:moveTo>
                    <a:cubicBezTo>
                      <a:pt x="791677" y="551105"/>
                      <a:pt x="984645" y="333682"/>
                      <a:pt x="1285625" y="1162"/>
                    </a:cubicBezTo>
                    <a:moveTo>
                      <a:pt x="634007" y="765044"/>
                    </a:moveTo>
                    <a:cubicBezTo>
                      <a:pt x="850860" y="524689"/>
                      <a:pt x="1052597" y="303130"/>
                      <a:pt x="1323266" y="3774"/>
                    </a:cubicBezTo>
                    <a:moveTo>
                      <a:pt x="634007" y="765044"/>
                    </a:moveTo>
                    <a:cubicBezTo>
                      <a:pt x="869001" y="515473"/>
                      <a:pt x="1094849" y="258063"/>
                      <a:pt x="1323266" y="3774"/>
                    </a:cubicBezTo>
                    <a:moveTo>
                      <a:pt x="671724" y="767657"/>
                    </a:moveTo>
                    <a:cubicBezTo>
                      <a:pt x="876862" y="544864"/>
                      <a:pt x="1061516" y="340649"/>
                      <a:pt x="1365972" y="871"/>
                    </a:cubicBezTo>
                    <a:moveTo>
                      <a:pt x="671724" y="767657"/>
                    </a:moveTo>
                    <a:cubicBezTo>
                      <a:pt x="852674" y="570481"/>
                      <a:pt x="1037858" y="361985"/>
                      <a:pt x="1365972" y="871"/>
                    </a:cubicBezTo>
                    <a:moveTo>
                      <a:pt x="714354" y="764827"/>
                    </a:moveTo>
                    <a:cubicBezTo>
                      <a:pt x="859477" y="578464"/>
                      <a:pt x="1048364" y="412857"/>
                      <a:pt x="1403613" y="3484"/>
                    </a:cubicBezTo>
                    <a:moveTo>
                      <a:pt x="714354" y="764827"/>
                    </a:moveTo>
                    <a:cubicBezTo>
                      <a:pt x="982076" y="477082"/>
                      <a:pt x="1230901" y="186073"/>
                      <a:pt x="1403613" y="3484"/>
                    </a:cubicBezTo>
                    <a:moveTo>
                      <a:pt x="752071" y="767439"/>
                    </a:moveTo>
                    <a:cubicBezTo>
                      <a:pt x="999385" y="477300"/>
                      <a:pt x="1265595" y="213577"/>
                      <a:pt x="1446319" y="654"/>
                    </a:cubicBezTo>
                    <a:moveTo>
                      <a:pt x="752071" y="767439"/>
                    </a:moveTo>
                    <a:cubicBezTo>
                      <a:pt x="953051" y="552048"/>
                      <a:pt x="1140426" y="340068"/>
                      <a:pt x="1446319" y="654"/>
                    </a:cubicBezTo>
                    <a:moveTo>
                      <a:pt x="794701" y="764536"/>
                    </a:moveTo>
                    <a:cubicBezTo>
                      <a:pt x="989559" y="544864"/>
                      <a:pt x="1193260" y="298776"/>
                      <a:pt x="1483960" y="3266"/>
                    </a:cubicBezTo>
                    <a:moveTo>
                      <a:pt x="794701" y="764536"/>
                    </a:moveTo>
                    <a:cubicBezTo>
                      <a:pt x="1028409" y="504297"/>
                      <a:pt x="1263025" y="244275"/>
                      <a:pt x="1483960" y="3266"/>
                    </a:cubicBezTo>
                    <a:moveTo>
                      <a:pt x="832418" y="767149"/>
                    </a:moveTo>
                    <a:cubicBezTo>
                      <a:pt x="983285" y="597696"/>
                      <a:pt x="1154485" y="432742"/>
                      <a:pt x="1516688" y="11322"/>
                    </a:cubicBezTo>
                    <a:moveTo>
                      <a:pt x="832418" y="767149"/>
                    </a:moveTo>
                    <a:cubicBezTo>
                      <a:pt x="1002635" y="583036"/>
                      <a:pt x="1169904" y="389780"/>
                      <a:pt x="1516688" y="11322"/>
                    </a:cubicBezTo>
                    <a:moveTo>
                      <a:pt x="875047" y="764319"/>
                    </a:moveTo>
                    <a:cubicBezTo>
                      <a:pt x="1033096" y="588479"/>
                      <a:pt x="1164689" y="445224"/>
                      <a:pt x="1514723" y="57767"/>
                    </a:cubicBezTo>
                    <a:moveTo>
                      <a:pt x="875047" y="764319"/>
                    </a:moveTo>
                    <a:cubicBezTo>
                      <a:pt x="1061894" y="546606"/>
                      <a:pt x="1263479" y="338399"/>
                      <a:pt x="1514723" y="57767"/>
                    </a:cubicBezTo>
                    <a:moveTo>
                      <a:pt x="912765" y="766931"/>
                    </a:moveTo>
                    <a:cubicBezTo>
                      <a:pt x="1099384" y="576650"/>
                      <a:pt x="1281695" y="365105"/>
                      <a:pt x="1512758" y="104213"/>
                    </a:cubicBezTo>
                    <a:moveTo>
                      <a:pt x="912765" y="766931"/>
                    </a:moveTo>
                    <a:cubicBezTo>
                      <a:pt x="1103541" y="566345"/>
                      <a:pt x="1292428" y="351752"/>
                      <a:pt x="1512758" y="104213"/>
                    </a:cubicBezTo>
                    <a:moveTo>
                      <a:pt x="955394" y="764028"/>
                    </a:moveTo>
                    <a:cubicBezTo>
                      <a:pt x="1131281" y="565619"/>
                      <a:pt x="1322662" y="366847"/>
                      <a:pt x="1515781" y="145143"/>
                    </a:cubicBezTo>
                    <a:moveTo>
                      <a:pt x="955394" y="764028"/>
                    </a:moveTo>
                    <a:cubicBezTo>
                      <a:pt x="1142316" y="552701"/>
                      <a:pt x="1331203" y="353712"/>
                      <a:pt x="1515781" y="145143"/>
                    </a:cubicBezTo>
                    <a:moveTo>
                      <a:pt x="993111" y="766641"/>
                    </a:moveTo>
                    <a:cubicBezTo>
                      <a:pt x="1179655" y="554588"/>
                      <a:pt x="1385775" y="326715"/>
                      <a:pt x="1513740" y="191588"/>
                    </a:cubicBezTo>
                    <a:moveTo>
                      <a:pt x="993111" y="766641"/>
                    </a:moveTo>
                    <a:cubicBezTo>
                      <a:pt x="1170660" y="576795"/>
                      <a:pt x="1347982" y="378821"/>
                      <a:pt x="1513740" y="191588"/>
                    </a:cubicBezTo>
                    <a:moveTo>
                      <a:pt x="1035741" y="763811"/>
                    </a:moveTo>
                    <a:cubicBezTo>
                      <a:pt x="1145113" y="643198"/>
                      <a:pt x="1246018" y="537171"/>
                      <a:pt x="1516764" y="232518"/>
                    </a:cubicBezTo>
                    <a:moveTo>
                      <a:pt x="1035741" y="763811"/>
                    </a:moveTo>
                    <a:cubicBezTo>
                      <a:pt x="1209738" y="565111"/>
                      <a:pt x="1387514" y="366775"/>
                      <a:pt x="1516764" y="232518"/>
                    </a:cubicBezTo>
                    <a:moveTo>
                      <a:pt x="1073458" y="766423"/>
                    </a:moveTo>
                    <a:cubicBezTo>
                      <a:pt x="1219942" y="582383"/>
                      <a:pt x="1377461" y="440071"/>
                      <a:pt x="1514799" y="278964"/>
                    </a:cubicBezTo>
                    <a:moveTo>
                      <a:pt x="1073458" y="766423"/>
                    </a:moveTo>
                    <a:cubicBezTo>
                      <a:pt x="1248513" y="574255"/>
                      <a:pt x="1420469" y="382377"/>
                      <a:pt x="1514799" y="278964"/>
                    </a:cubicBezTo>
                    <a:moveTo>
                      <a:pt x="1116088" y="763593"/>
                    </a:moveTo>
                    <a:cubicBezTo>
                      <a:pt x="1236419" y="659454"/>
                      <a:pt x="1323191" y="528680"/>
                      <a:pt x="1512833" y="325409"/>
                    </a:cubicBezTo>
                    <a:moveTo>
                      <a:pt x="1116088" y="763593"/>
                    </a:moveTo>
                    <a:cubicBezTo>
                      <a:pt x="1233698" y="642835"/>
                      <a:pt x="1346773" y="520117"/>
                      <a:pt x="1512833" y="325409"/>
                    </a:cubicBezTo>
                    <a:moveTo>
                      <a:pt x="1153805" y="766206"/>
                    </a:moveTo>
                    <a:cubicBezTo>
                      <a:pt x="1284340" y="614605"/>
                      <a:pt x="1449191" y="442829"/>
                      <a:pt x="1515781" y="366339"/>
                    </a:cubicBezTo>
                    <a:moveTo>
                      <a:pt x="1153805" y="766206"/>
                    </a:moveTo>
                    <a:cubicBezTo>
                      <a:pt x="1254937" y="656478"/>
                      <a:pt x="1353349" y="553717"/>
                      <a:pt x="1515781" y="366339"/>
                    </a:cubicBezTo>
                    <a:moveTo>
                      <a:pt x="1196435" y="763303"/>
                    </a:moveTo>
                    <a:cubicBezTo>
                      <a:pt x="1299759" y="665332"/>
                      <a:pt x="1377536" y="543775"/>
                      <a:pt x="1513816" y="412785"/>
                    </a:cubicBezTo>
                    <a:moveTo>
                      <a:pt x="1196435" y="763303"/>
                    </a:moveTo>
                    <a:cubicBezTo>
                      <a:pt x="1270886" y="677669"/>
                      <a:pt x="1360076" y="583907"/>
                      <a:pt x="1513816" y="412785"/>
                    </a:cubicBezTo>
                    <a:moveTo>
                      <a:pt x="1234152" y="765915"/>
                    </a:moveTo>
                    <a:cubicBezTo>
                      <a:pt x="1348965" y="648278"/>
                      <a:pt x="1455691" y="524109"/>
                      <a:pt x="1511851" y="459230"/>
                    </a:cubicBezTo>
                    <a:moveTo>
                      <a:pt x="1234152" y="765915"/>
                    </a:moveTo>
                    <a:cubicBezTo>
                      <a:pt x="1339215" y="655607"/>
                      <a:pt x="1440725" y="529479"/>
                      <a:pt x="1511851" y="459230"/>
                    </a:cubicBezTo>
                    <a:moveTo>
                      <a:pt x="1276782" y="763085"/>
                    </a:moveTo>
                    <a:cubicBezTo>
                      <a:pt x="1355012" y="667944"/>
                      <a:pt x="1445185" y="578900"/>
                      <a:pt x="1514799" y="500160"/>
                    </a:cubicBezTo>
                    <a:moveTo>
                      <a:pt x="1276782" y="763085"/>
                    </a:moveTo>
                    <a:cubicBezTo>
                      <a:pt x="1335209" y="700746"/>
                      <a:pt x="1389101" y="639642"/>
                      <a:pt x="1514799" y="500160"/>
                    </a:cubicBezTo>
                    <a:moveTo>
                      <a:pt x="1314498" y="765698"/>
                    </a:moveTo>
                    <a:cubicBezTo>
                      <a:pt x="1386153" y="667509"/>
                      <a:pt x="1485018" y="592180"/>
                      <a:pt x="1512833" y="546606"/>
                    </a:cubicBezTo>
                    <a:moveTo>
                      <a:pt x="1314498" y="765698"/>
                    </a:moveTo>
                    <a:cubicBezTo>
                      <a:pt x="1368844" y="715841"/>
                      <a:pt x="1418277" y="655244"/>
                      <a:pt x="1512833" y="546606"/>
                    </a:cubicBezTo>
                    <a:moveTo>
                      <a:pt x="1357128" y="762795"/>
                    </a:moveTo>
                    <a:cubicBezTo>
                      <a:pt x="1420544" y="683983"/>
                      <a:pt x="1480181" y="609380"/>
                      <a:pt x="1515857" y="587536"/>
                    </a:cubicBezTo>
                    <a:moveTo>
                      <a:pt x="1357128" y="762795"/>
                    </a:moveTo>
                    <a:cubicBezTo>
                      <a:pt x="1415555" y="697626"/>
                      <a:pt x="1478140" y="624765"/>
                      <a:pt x="1515857" y="587536"/>
                    </a:cubicBezTo>
                    <a:moveTo>
                      <a:pt x="1394845" y="765407"/>
                    </a:moveTo>
                    <a:cubicBezTo>
                      <a:pt x="1423417" y="743563"/>
                      <a:pt x="1474058" y="700238"/>
                      <a:pt x="1513816" y="633981"/>
                    </a:cubicBezTo>
                    <a:moveTo>
                      <a:pt x="1394845" y="765407"/>
                    </a:moveTo>
                    <a:cubicBezTo>
                      <a:pt x="1415329" y="742402"/>
                      <a:pt x="1450854" y="699222"/>
                      <a:pt x="1513816" y="633981"/>
                    </a:cubicBezTo>
                    <a:moveTo>
                      <a:pt x="1437475" y="762577"/>
                    </a:moveTo>
                    <a:cubicBezTo>
                      <a:pt x="1475268" y="725856"/>
                      <a:pt x="1481390" y="699513"/>
                      <a:pt x="1511851" y="680427"/>
                    </a:cubicBezTo>
                    <a:moveTo>
                      <a:pt x="1437475" y="762577"/>
                    </a:moveTo>
                    <a:cubicBezTo>
                      <a:pt x="1459244" y="737685"/>
                      <a:pt x="1480937" y="718381"/>
                      <a:pt x="1511851" y="680427"/>
                    </a:cubicBezTo>
                    <a:moveTo>
                      <a:pt x="1475192" y="765190"/>
                    </a:moveTo>
                    <a:cubicBezTo>
                      <a:pt x="1485925" y="748281"/>
                      <a:pt x="1500815" y="743346"/>
                      <a:pt x="1514874" y="721357"/>
                    </a:cubicBezTo>
                    <a:moveTo>
                      <a:pt x="1475192" y="765190"/>
                    </a:moveTo>
                    <a:cubicBezTo>
                      <a:pt x="1487664" y="750312"/>
                      <a:pt x="1502176" y="733766"/>
                      <a:pt x="1514874" y="721357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7" name="شكل حر: شكل 46">
                <a:extLst>
                  <a:ext uri="{FF2B5EF4-FFF2-40B4-BE49-F238E27FC236}">
                    <a16:creationId xmlns:a16="http://schemas.microsoft.com/office/drawing/2014/main" id="{14317A8B-A64A-1EAC-6A01-B0C5BBB5A7CC}"/>
                  </a:ext>
                </a:extLst>
              </p:cNvPr>
              <p:cNvSpPr/>
              <p:nvPr/>
            </p:nvSpPr>
            <p:spPr>
              <a:xfrm>
                <a:off x="7572878" y="1708359"/>
                <a:ext cx="1523708" cy="771610"/>
              </a:xfrm>
              <a:custGeom>
                <a:avLst/>
                <a:gdLst>
                  <a:gd name="csX0" fmla="*/ 4587 w 1523708"/>
                  <a:gd name="csY0" fmla="*/ 9308 h 771610"/>
                  <a:gd name="csX1" fmla="*/ 1516286 w 1523708"/>
                  <a:gd name="csY1" fmla="*/ 9308 h 771610"/>
                  <a:gd name="csX2" fmla="*/ 4587 w 1523708"/>
                  <a:gd name="csY2" fmla="*/ 9308 h 771610"/>
                  <a:gd name="csX3" fmla="*/ 1516286 w 1523708"/>
                  <a:gd name="csY3" fmla="*/ 9308 h 771610"/>
                  <a:gd name="csX4" fmla="*/ 1516286 w 1523708"/>
                  <a:gd name="csY4" fmla="*/ 9308 h 771610"/>
                  <a:gd name="csX5" fmla="*/ 1516286 w 1523708"/>
                  <a:gd name="csY5" fmla="*/ 771304 h 771610"/>
                  <a:gd name="csX6" fmla="*/ 1516286 w 1523708"/>
                  <a:gd name="csY6" fmla="*/ 9308 h 771610"/>
                  <a:gd name="csX7" fmla="*/ 1516286 w 1523708"/>
                  <a:gd name="csY7" fmla="*/ 771304 h 771610"/>
                  <a:gd name="csX8" fmla="*/ 1516286 w 1523708"/>
                  <a:gd name="csY8" fmla="*/ 771304 h 771610"/>
                  <a:gd name="csX9" fmla="*/ 4587 w 1523708"/>
                  <a:gd name="csY9" fmla="*/ 771304 h 771610"/>
                  <a:gd name="csX10" fmla="*/ 1516286 w 1523708"/>
                  <a:gd name="csY10" fmla="*/ 771304 h 771610"/>
                  <a:gd name="csX11" fmla="*/ 4587 w 1523708"/>
                  <a:gd name="csY11" fmla="*/ 771304 h 771610"/>
                  <a:gd name="csX12" fmla="*/ 4587 w 1523708"/>
                  <a:gd name="csY12" fmla="*/ 771304 h 771610"/>
                  <a:gd name="csX13" fmla="*/ 4587 w 1523708"/>
                  <a:gd name="csY13" fmla="*/ 9308 h 771610"/>
                  <a:gd name="csX14" fmla="*/ 4587 w 1523708"/>
                  <a:gd name="csY14" fmla="*/ 771304 h 771610"/>
                  <a:gd name="csX15" fmla="*/ 4587 w 1523708"/>
                  <a:gd name="csY15" fmla="*/ 9308 h 7716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523708" h="771610">
                    <a:moveTo>
                      <a:pt x="4587" y="9308"/>
                    </a:moveTo>
                    <a:cubicBezTo>
                      <a:pt x="491429" y="-8907"/>
                      <a:pt x="979935" y="4373"/>
                      <a:pt x="1516286" y="9308"/>
                    </a:cubicBezTo>
                    <a:moveTo>
                      <a:pt x="4587" y="9308"/>
                    </a:moveTo>
                    <a:cubicBezTo>
                      <a:pt x="576463" y="12501"/>
                      <a:pt x="1140478" y="20847"/>
                      <a:pt x="1516286" y="9308"/>
                    </a:cubicBezTo>
                    <a:moveTo>
                      <a:pt x="1516286" y="9308"/>
                    </a:moveTo>
                    <a:cubicBezTo>
                      <a:pt x="1530723" y="211491"/>
                      <a:pt x="1520368" y="387186"/>
                      <a:pt x="1516286" y="771304"/>
                    </a:cubicBezTo>
                    <a:moveTo>
                      <a:pt x="1516286" y="9308"/>
                    </a:moveTo>
                    <a:cubicBezTo>
                      <a:pt x="1512885" y="265557"/>
                      <a:pt x="1513263" y="521660"/>
                      <a:pt x="1516286" y="771304"/>
                    </a:cubicBezTo>
                    <a:moveTo>
                      <a:pt x="1516286" y="771304"/>
                    </a:moveTo>
                    <a:cubicBezTo>
                      <a:pt x="983110" y="766297"/>
                      <a:pt x="447742" y="771594"/>
                      <a:pt x="4587" y="771304"/>
                    </a:cubicBezTo>
                    <a:moveTo>
                      <a:pt x="1516286" y="771304"/>
                    </a:moveTo>
                    <a:cubicBezTo>
                      <a:pt x="1137681" y="769853"/>
                      <a:pt x="742221" y="772465"/>
                      <a:pt x="4587" y="771304"/>
                    </a:cubicBezTo>
                    <a:moveTo>
                      <a:pt x="4587" y="771304"/>
                    </a:moveTo>
                    <a:cubicBezTo>
                      <a:pt x="6099" y="475940"/>
                      <a:pt x="11314" y="174915"/>
                      <a:pt x="4587" y="9308"/>
                    </a:cubicBezTo>
                    <a:moveTo>
                      <a:pt x="4587" y="771304"/>
                    </a:moveTo>
                    <a:cubicBezTo>
                      <a:pt x="-3047" y="571444"/>
                      <a:pt x="203" y="378405"/>
                      <a:pt x="4587" y="9308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94" name="صورة 47">
              <a:extLst>
                <a:ext uri="{FF2B5EF4-FFF2-40B4-BE49-F238E27FC236}">
                  <a16:creationId xmlns:a16="http://schemas.microsoft.com/office/drawing/2014/main" id="{7D1ED0BF-0970-A7C7-2070-30E4683679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81243" y="1685010"/>
              <a:ext cx="1496582" cy="856338"/>
            </a:xfrm>
            <a:custGeom>
              <a:avLst/>
              <a:gdLst>
                <a:gd name="csX0" fmla="*/ 0 w 1496582"/>
                <a:gd name="csY0" fmla="*/ 0 h 856338"/>
                <a:gd name="csX1" fmla="*/ 1496582 w 1496582"/>
                <a:gd name="csY1" fmla="*/ 0 h 856338"/>
                <a:gd name="csX2" fmla="*/ 1496582 w 1496582"/>
                <a:gd name="csY2" fmla="*/ 856338 h 856338"/>
                <a:gd name="csX3" fmla="*/ 0 w 1496582"/>
                <a:gd name="csY3" fmla="*/ 856338 h 856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6582" h="856338">
                  <a:moveTo>
                    <a:pt x="0" y="0"/>
                  </a:moveTo>
                  <a:lnTo>
                    <a:pt x="1496582" y="0"/>
                  </a:lnTo>
                  <a:lnTo>
                    <a:pt x="1496582" y="856338"/>
                  </a:lnTo>
                  <a:lnTo>
                    <a:pt x="0" y="856338"/>
                  </a:lnTo>
                  <a:close/>
                </a:path>
              </a:pathLst>
            </a:custGeom>
          </p:spPr>
        </p:pic>
      </p:grpSp>
      <p:grpSp>
        <p:nvGrpSpPr>
          <p:cNvPr id="1698" name="!!رسم 9">
            <a:extLst>
              <a:ext uri="{FF2B5EF4-FFF2-40B4-BE49-F238E27FC236}">
                <a16:creationId xmlns:a16="http://schemas.microsoft.com/office/drawing/2014/main" id="{2AE95D7D-9821-C80C-771E-0BD9CC97069C}"/>
              </a:ext>
            </a:extLst>
          </p:cNvPr>
          <p:cNvGrpSpPr/>
          <p:nvPr/>
        </p:nvGrpSpPr>
        <p:grpSpPr>
          <a:xfrm>
            <a:off x="5659564" y="3347833"/>
            <a:ext cx="578224" cy="1733576"/>
            <a:chOff x="8382444" y="3358643"/>
            <a:chExt cx="578224" cy="1733576"/>
          </a:xfrm>
        </p:grpSpPr>
        <p:grpSp>
          <p:nvGrpSpPr>
            <p:cNvPr id="1699" name="رسم 9">
              <a:extLst>
                <a:ext uri="{FF2B5EF4-FFF2-40B4-BE49-F238E27FC236}">
                  <a16:creationId xmlns:a16="http://schemas.microsoft.com/office/drawing/2014/main" id="{E9E2019D-514D-36BE-69DD-620FAF9D35AD}"/>
                </a:ext>
              </a:extLst>
            </p:cNvPr>
            <p:cNvGrpSpPr/>
            <p:nvPr/>
          </p:nvGrpSpPr>
          <p:grpSpPr>
            <a:xfrm>
              <a:off x="8382444" y="3358643"/>
              <a:ext cx="555549" cy="1733576"/>
              <a:chOff x="8382444" y="3358643"/>
              <a:chExt cx="555549" cy="1733576"/>
            </a:xfrm>
          </p:grpSpPr>
          <p:sp>
            <p:nvSpPr>
              <p:cNvPr id="1701" name="شكل حر: شكل 50">
                <a:extLst>
                  <a:ext uri="{FF2B5EF4-FFF2-40B4-BE49-F238E27FC236}">
                    <a16:creationId xmlns:a16="http://schemas.microsoft.com/office/drawing/2014/main" id="{99DEC647-A5D1-A4AB-49EB-BEA4F78C81F2}"/>
                  </a:ext>
                </a:extLst>
              </p:cNvPr>
              <p:cNvSpPr/>
              <p:nvPr/>
            </p:nvSpPr>
            <p:spPr>
              <a:xfrm>
                <a:off x="8408899" y="3396743"/>
                <a:ext cx="529094" cy="1695477"/>
              </a:xfrm>
              <a:custGeom>
                <a:avLst/>
                <a:gdLst>
                  <a:gd name="csX0" fmla="*/ 302340 w 529094"/>
                  <a:gd name="csY0" fmla="*/ 1695478 h 1695477"/>
                  <a:gd name="csX1" fmla="*/ 302340 w 529094"/>
                  <a:gd name="csY1" fmla="*/ 1405194 h 1695477"/>
                  <a:gd name="csX2" fmla="*/ 529095 w 529094"/>
                  <a:gd name="csY2" fmla="*/ 1405194 h 1695477"/>
                  <a:gd name="csX3" fmla="*/ 529095 w 529094"/>
                  <a:gd name="csY3" fmla="*/ 461770 h 1695477"/>
                  <a:gd name="csX4" fmla="*/ 1 w 529094"/>
                  <a:gd name="csY4" fmla="*/ 461770 h 1695477"/>
                  <a:gd name="csX5" fmla="*/ 1 w 529094"/>
                  <a:gd name="csY5" fmla="*/ 1 h 16954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529094" h="1695477">
                    <a:moveTo>
                      <a:pt x="302340" y="1695478"/>
                    </a:moveTo>
                    <a:lnTo>
                      <a:pt x="302340" y="1405194"/>
                    </a:lnTo>
                    <a:lnTo>
                      <a:pt x="529095" y="1405194"/>
                    </a:lnTo>
                    <a:lnTo>
                      <a:pt x="529095" y="461770"/>
                    </a:lnTo>
                    <a:lnTo>
                      <a:pt x="1" y="461770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2" name="شكل حر: شكل 51">
                <a:extLst>
                  <a:ext uri="{FF2B5EF4-FFF2-40B4-BE49-F238E27FC236}">
                    <a16:creationId xmlns:a16="http://schemas.microsoft.com/office/drawing/2014/main" id="{EBA07A68-B976-8835-9519-77B93B45E121}"/>
                  </a:ext>
                </a:extLst>
              </p:cNvPr>
              <p:cNvSpPr/>
              <p:nvPr/>
            </p:nvSpPr>
            <p:spPr>
              <a:xfrm>
                <a:off x="8382444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3" name="شكل حر: شكل 52">
                <a:extLst>
                  <a:ext uri="{FF2B5EF4-FFF2-40B4-BE49-F238E27FC236}">
                    <a16:creationId xmlns:a16="http://schemas.microsoft.com/office/drawing/2014/main" id="{AA420F64-9D06-EE3F-813F-0A27555C2D74}"/>
                  </a:ext>
                </a:extLst>
              </p:cNvPr>
              <p:cNvSpPr/>
              <p:nvPr/>
            </p:nvSpPr>
            <p:spPr>
              <a:xfrm>
                <a:off x="8404780" y="3396743"/>
                <a:ext cx="533213" cy="1695477"/>
              </a:xfrm>
              <a:custGeom>
                <a:avLst/>
                <a:gdLst>
                  <a:gd name="csX0" fmla="*/ 306459 w 533213"/>
                  <a:gd name="csY0" fmla="*/ 1695478 h 1695477"/>
                  <a:gd name="csX1" fmla="*/ 306459 w 533213"/>
                  <a:gd name="csY1" fmla="*/ 1405194 h 1695477"/>
                  <a:gd name="csX2" fmla="*/ 306459 w 533213"/>
                  <a:gd name="csY2" fmla="*/ 1695478 h 1695477"/>
                  <a:gd name="csX3" fmla="*/ 306459 w 533213"/>
                  <a:gd name="csY3" fmla="*/ 1405194 h 1695477"/>
                  <a:gd name="csX4" fmla="*/ 306459 w 533213"/>
                  <a:gd name="csY4" fmla="*/ 1405194 h 1695477"/>
                  <a:gd name="csX5" fmla="*/ 533214 w 533213"/>
                  <a:gd name="csY5" fmla="*/ 1405194 h 1695477"/>
                  <a:gd name="csX6" fmla="*/ 306459 w 533213"/>
                  <a:gd name="csY6" fmla="*/ 1405194 h 1695477"/>
                  <a:gd name="csX7" fmla="*/ 533214 w 533213"/>
                  <a:gd name="csY7" fmla="*/ 1405194 h 1695477"/>
                  <a:gd name="csX8" fmla="*/ 533214 w 533213"/>
                  <a:gd name="csY8" fmla="*/ 1405194 h 1695477"/>
                  <a:gd name="csX9" fmla="*/ 533214 w 533213"/>
                  <a:gd name="csY9" fmla="*/ 461770 h 1695477"/>
                  <a:gd name="csX10" fmla="*/ 533214 w 533213"/>
                  <a:gd name="csY10" fmla="*/ 1405194 h 1695477"/>
                  <a:gd name="csX11" fmla="*/ 533214 w 533213"/>
                  <a:gd name="csY11" fmla="*/ 461770 h 1695477"/>
                  <a:gd name="csX12" fmla="*/ 533214 w 533213"/>
                  <a:gd name="csY12" fmla="*/ 461770 h 1695477"/>
                  <a:gd name="csX13" fmla="*/ 4119 w 533213"/>
                  <a:gd name="csY13" fmla="*/ 461770 h 1695477"/>
                  <a:gd name="csX14" fmla="*/ 533214 w 533213"/>
                  <a:gd name="csY14" fmla="*/ 461770 h 1695477"/>
                  <a:gd name="csX15" fmla="*/ 4119 w 533213"/>
                  <a:gd name="csY15" fmla="*/ 461770 h 1695477"/>
                  <a:gd name="csX16" fmla="*/ 4119 w 533213"/>
                  <a:gd name="csY16" fmla="*/ 461770 h 1695477"/>
                  <a:gd name="csX17" fmla="*/ 4119 w 533213"/>
                  <a:gd name="csY17" fmla="*/ 1 h 1695477"/>
                  <a:gd name="csX18" fmla="*/ 4119 w 533213"/>
                  <a:gd name="csY18" fmla="*/ 461770 h 1695477"/>
                  <a:gd name="csX19" fmla="*/ 4119 w 533213"/>
                  <a:gd name="csY19" fmla="*/ 1 h 16954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533213" h="1695477">
                    <a:moveTo>
                      <a:pt x="306459" y="1695478"/>
                    </a:moveTo>
                    <a:cubicBezTo>
                      <a:pt x="299430" y="1612239"/>
                      <a:pt x="294895" y="1506358"/>
                      <a:pt x="306459" y="1405194"/>
                    </a:cubicBezTo>
                    <a:moveTo>
                      <a:pt x="306459" y="1695478"/>
                    </a:moveTo>
                    <a:cubicBezTo>
                      <a:pt x="306535" y="1620512"/>
                      <a:pt x="302075" y="1552731"/>
                      <a:pt x="306459" y="1405194"/>
                    </a:cubicBezTo>
                    <a:moveTo>
                      <a:pt x="306459" y="1405194"/>
                    </a:moveTo>
                    <a:cubicBezTo>
                      <a:pt x="378643" y="1403307"/>
                      <a:pt x="424750" y="1406282"/>
                      <a:pt x="533214" y="1405194"/>
                    </a:cubicBezTo>
                    <a:moveTo>
                      <a:pt x="306459" y="1405194"/>
                    </a:moveTo>
                    <a:cubicBezTo>
                      <a:pt x="379852" y="1399025"/>
                      <a:pt x="443268" y="1409185"/>
                      <a:pt x="533214" y="1405194"/>
                    </a:cubicBezTo>
                    <a:moveTo>
                      <a:pt x="533214" y="1405194"/>
                    </a:moveTo>
                    <a:cubicBezTo>
                      <a:pt x="523237" y="1115853"/>
                      <a:pt x="532534" y="809022"/>
                      <a:pt x="533214" y="461770"/>
                    </a:cubicBezTo>
                    <a:moveTo>
                      <a:pt x="533214" y="1405194"/>
                    </a:moveTo>
                    <a:cubicBezTo>
                      <a:pt x="527923" y="1125940"/>
                      <a:pt x="524068" y="841897"/>
                      <a:pt x="533214" y="461770"/>
                    </a:cubicBezTo>
                    <a:moveTo>
                      <a:pt x="533214" y="461770"/>
                    </a:moveTo>
                    <a:cubicBezTo>
                      <a:pt x="352112" y="467068"/>
                      <a:pt x="186808" y="475631"/>
                      <a:pt x="4119" y="461770"/>
                    </a:cubicBezTo>
                    <a:moveTo>
                      <a:pt x="533214" y="461770"/>
                    </a:moveTo>
                    <a:cubicBezTo>
                      <a:pt x="425883" y="460536"/>
                      <a:pt x="320216" y="461988"/>
                      <a:pt x="4119" y="461770"/>
                    </a:cubicBezTo>
                    <a:moveTo>
                      <a:pt x="4119" y="461770"/>
                    </a:moveTo>
                    <a:cubicBezTo>
                      <a:pt x="-6160" y="303710"/>
                      <a:pt x="6311" y="173300"/>
                      <a:pt x="4119" y="1"/>
                    </a:cubicBezTo>
                    <a:moveTo>
                      <a:pt x="4119" y="461770"/>
                    </a:moveTo>
                    <a:cubicBezTo>
                      <a:pt x="9561" y="288543"/>
                      <a:pt x="9486" y="104358"/>
                      <a:pt x="4119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4" name="شكل حر: شكل 53">
                <a:extLst>
                  <a:ext uri="{FF2B5EF4-FFF2-40B4-BE49-F238E27FC236}">
                    <a16:creationId xmlns:a16="http://schemas.microsoft.com/office/drawing/2014/main" id="{D8A669A3-007C-BF16-2BD1-706BAF5E5672}"/>
                  </a:ext>
                </a:extLst>
              </p:cNvPr>
              <p:cNvSpPr/>
              <p:nvPr/>
            </p:nvSpPr>
            <p:spPr>
              <a:xfrm>
                <a:off x="8382444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5019" y="10088"/>
                      <a:pt x="42328" y="39770"/>
                      <a:pt x="52910" y="50800"/>
                    </a:cubicBezTo>
                    <a:cubicBezTo>
                      <a:pt x="46258" y="48042"/>
                      <a:pt x="35979" y="37883"/>
                      <a:pt x="26455" y="38100"/>
                    </a:cubicBezTo>
                    <a:cubicBezTo>
                      <a:pt x="18292" y="36068"/>
                      <a:pt x="12547" y="40713"/>
                      <a:pt x="1" y="50800"/>
                    </a:cubicBezTo>
                    <a:cubicBezTo>
                      <a:pt x="1437" y="46954"/>
                      <a:pt x="3175" y="28013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5" name="شكل حر: شكل 54">
                <a:extLst>
                  <a:ext uri="{FF2B5EF4-FFF2-40B4-BE49-F238E27FC236}">
                    <a16:creationId xmlns:a16="http://schemas.microsoft.com/office/drawing/2014/main" id="{C0298444-8A46-C698-719B-B68E63EB7F72}"/>
                  </a:ext>
                </a:extLst>
              </p:cNvPr>
              <p:cNvSpPr/>
              <p:nvPr/>
            </p:nvSpPr>
            <p:spPr>
              <a:xfrm>
                <a:off x="8382444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2653" y="20175"/>
                      <a:pt x="39380" y="31424"/>
                      <a:pt x="52910" y="50800"/>
                    </a:cubicBezTo>
                    <a:moveTo>
                      <a:pt x="26455" y="1"/>
                    </a:moveTo>
                    <a:cubicBezTo>
                      <a:pt x="33636" y="11104"/>
                      <a:pt x="38398" y="24965"/>
                      <a:pt x="52910" y="50800"/>
                    </a:cubicBezTo>
                    <a:moveTo>
                      <a:pt x="52910" y="50800"/>
                    </a:moveTo>
                    <a:cubicBezTo>
                      <a:pt x="46712" y="46373"/>
                      <a:pt x="35374" y="43325"/>
                      <a:pt x="26455" y="38100"/>
                    </a:cubicBezTo>
                    <a:moveTo>
                      <a:pt x="52910" y="50800"/>
                    </a:moveTo>
                    <a:cubicBezTo>
                      <a:pt x="44898" y="46228"/>
                      <a:pt x="34996" y="44196"/>
                      <a:pt x="26455" y="38100"/>
                    </a:cubicBezTo>
                    <a:moveTo>
                      <a:pt x="26455" y="38100"/>
                    </a:moveTo>
                    <a:cubicBezTo>
                      <a:pt x="16705" y="43108"/>
                      <a:pt x="10204" y="44704"/>
                      <a:pt x="1" y="50800"/>
                    </a:cubicBezTo>
                    <a:moveTo>
                      <a:pt x="26455" y="38100"/>
                    </a:moveTo>
                    <a:cubicBezTo>
                      <a:pt x="18972" y="41801"/>
                      <a:pt x="10431" y="44559"/>
                      <a:pt x="1" y="50800"/>
                    </a:cubicBezTo>
                    <a:moveTo>
                      <a:pt x="1" y="50800"/>
                    </a:moveTo>
                    <a:cubicBezTo>
                      <a:pt x="6274" y="34181"/>
                      <a:pt x="18595" y="20756"/>
                      <a:pt x="26455" y="1"/>
                    </a:cubicBezTo>
                    <a:moveTo>
                      <a:pt x="1" y="50800"/>
                    </a:moveTo>
                    <a:cubicBezTo>
                      <a:pt x="6803" y="38100"/>
                      <a:pt x="14059" y="28085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00" name="صورة 55">
              <a:extLst>
                <a:ext uri="{FF2B5EF4-FFF2-40B4-BE49-F238E27FC236}">
                  <a16:creationId xmlns:a16="http://schemas.microsoft.com/office/drawing/2014/main" id="{898FE657-445A-2763-E031-81674A70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54250" y="4910792"/>
              <a:ext cx="506419" cy="123370"/>
            </a:xfrm>
            <a:custGeom>
              <a:avLst/>
              <a:gdLst>
                <a:gd name="csX0" fmla="*/ 0 w 506419"/>
                <a:gd name="csY0" fmla="*/ 0 h 123370"/>
                <a:gd name="csX1" fmla="*/ 506419 w 506419"/>
                <a:gd name="csY1" fmla="*/ 0 h 123370"/>
                <a:gd name="csX2" fmla="*/ 506419 w 506419"/>
                <a:gd name="csY2" fmla="*/ 123371 h 123370"/>
                <a:gd name="csX3" fmla="*/ 0 w 506419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6419" h="123370">
                  <a:moveTo>
                    <a:pt x="0" y="0"/>
                  </a:moveTo>
                  <a:lnTo>
                    <a:pt x="506419" y="0"/>
                  </a:lnTo>
                  <a:lnTo>
                    <a:pt x="506419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1706" name="!!58p">
            <a:extLst>
              <a:ext uri="{FF2B5EF4-FFF2-40B4-BE49-F238E27FC236}">
                <a16:creationId xmlns:a16="http://schemas.microsoft.com/office/drawing/2014/main" id="{0746F04A-B125-6CF9-F484-6AC5DBFAFFD8}"/>
              </a:ext>
            </a:extLst>
          </p:cNvPr>
          <p:cNvSpPr/>
          <p:nvPr/>
        </p:nvSpPr>
        <p:spPr>
          <a:xfrm>
            <a:off x="5534849" y="5081410"/>
            <a:ext cx="604679" cy="507997"/>
          </a:xfrm>
          <a:prstGeom prst="rect">
            <a:avLst/>
          </a:prstGeom>
          <a:noFill/>
          <a:ln w="755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07" name="!!59p">
            <a:extLst>
              <a:ext uri="{FF2B5EF4-FFF2-40B4-BE49-F238E27FC236}">
                <a16:creationId xmlns:a16="http://schemas.microsoft.com/office/drawing/2014/main" id="{9F295929-E711-2CC2-0C49-54ED7646CFED}"/>
              </a:ext>
            </a:extLst>
          </p:cNvPr>
          <p:cNvSpPr/>
          <p:nvPr/>
        </p:nvSpPr>
        <p:spPr>
          <a:xfrm>
            <a:off x="5533111" y="5078725"/>
            <a:ext cx="628942" cy="523309"/>
          </a:xfrm>
          <a:custGeom>
            <a:avLst/>
            <a:gdLst>
              <a:gd name="csX0" fmla="*/ 3931 w 628942"/>
              <a:gd name="csY0" fmla="*/ 218 h 523309"/>
              <a:gd name="csX1" fmla="*/ 3931 w 628942"/>
              <a:gd name="csY1" fmla="*/ 218 h 523309"/>
              <a:gd name="csX2" fmla="*/ 3931 w 628942"/>
              <a:gd name="csY2" fmla="*/ 218 h 523309"/>
              <a:gd name="csX3" fmla="*/ 3931 w 628942"/>
              <a:gd name="csY3" fmla="*/ 218 h 523309"/>
              <a:gd name="csX4" fmla="*/ 1966 w 628942"/>
              <a:gd name="csY4" fmla="*/ 46664 h 523309"/>
              <a:gd name="csX5" fmla="*/ 41648 w 628942"/>
              <a:gd name="csY5" fmla="*/ 2831 h 523309"/>
              <a:gd name="csX6" fmla="*/ 1966 w 628942"/>
              <a:gd name="csY6" fmla="*/ 46664 h 523309"/>
              <a:gd name="csX7" fmla="*/ 41648 w 628942"/>
              <a:gd name="csY7" fmla="*/ 2831 h 523309"/>
              <a:gd name="csX8" fmla="*/ 1 w 628942"/>
              <a:gd name="csY8" fmla="*/ 93109 h 523309"/>
              <a:gd name="csX9" fmla="*/ 84277 w 628942"/>
              <a:gd name="csY9" fmla="*/ 1 h 523309"/>
              <a:gd name="csX10" fmla="*/ 1 w 628942"/>
              <a:gd name="csY10" fmla="*/ 93109 h 523309"/>
              <a:gd name="csX11" fmla="*/ 84277 w 628942"/>
              <a:gd name="csY11" fmla="*/ 1 h 523309"/>
              <a:gd name="csX12" fmla="*/ 2948 w 628942"/>
              <a:gd name="csY12" fmla="*/ 134039 h 523309"/>
              <a:gd name="csX13" fmla="*/ 121994 w 628942"/>
              <a:gd name="csY13" fmla="*/ 2613 h 523309"/>
              <a:gd name="csX14" fmla="*/ 2948 w 628942"/>
              <a:gd name="csY14" fmla="*/ 134039 h 523309"/>
              <a:gd name="csX15" fmla="*/ 121994 w 628942"/>
              <a:gd name="csY15" fmla="*/ 2613 h 523309"/>
              <a:gd name="csX16" fmla="*/ 983 w 628942"/>
              <a:gd name="csY16" fmla="*/ 180485 h 523309"/>
              <a:gd name="csX17" fmla="*/ 159712 w 628942"/>
              <a:gd name="csY17" fmla="*/ 5225 h 523309"/>
              <a:gd name="csX18" fmla="*/ 983 w 628942"/>
              <a:gd name="csY18" fmla="*/ 180485 h 523309"/>
              <a:gd name="csX19" fmla="*/ 159712 w 628942"/>
              <a:gd name="csY19" fmla="*/ 5225 h 523309"/>
              <a:gd name="csX20" fmla="*/ 4006 w 628942"/>
              <a:gd name="csY20" fmla="*/ 221415 h 523309"/>
              <a:gd name="csX21" fmla="*/ 202341 w 628942"/>
              <a:gd name="csY21" fmla="*/ 2395 h 523309"/>
              <a:gd name="csX22" fmla="*/ 4006 w 628942"/>
              <a:gd name="csY22" fmla="*/ 221415 h 523309"/>
              <a:gd name="csX23" fmla="*/ 202341 w 628942"/>
              <a:gd name="csY23" fmla="*/ 2395 h 523309"/>
              <a:gd name="csX24" fmla="*/ 1966 w 628942"/>
              <a:gd name="csY24" fmla="*/ 267860 h 523309"/>
              <a:gd name="csX25" fmla="*/ 240058 w 628942"/>
              <a:gd name="csY25" fmla="*/ 5008 h 523309"/>
              <a:gd name="csX26" fmla="*/ 1966 w 628942"/>
              <a:gd name="csY26" fmla="*/ 267860 h 523309"/>
              <a:gd name="csX27" fmla="*/ 240058 w 628942"/>
              <a:gd name="csY27" fmla="*/ 5008 h 523309"/>
              <a:gd name="csX28" fmla="*/ 1 w 628942"/>
              <a:gd name="csY28" fmla="*/ 314306 h 523309"/>
              <a:gd name="csX29" fmla="*/ 282688 w 628942"/>
              <a:gd name="csY29" fmla="*/ 2105 h 523309"/>
              <a:gd name="csX30" fmla="*/ 1 w 628942"/>
              <a:gd name="csY30" fmla="*/ 314306 h 523309"/>
              <a:gd name="csX31" fmla="*/ 282688 w 628942"/>
              <a:gd name="csY31" fmla="*/ 2105 h 523309"/>
              <a:gd name="csX32" fmla="*/ 3024 w 628942"/>
              <a:gd name="csY32" fmla="*/ 355236 h 523309"/>
              <a:gd name="csX33" fmla="*/ 320405 w 628942"/>
              <a:gd name="csY33" fmla="*/ 4718 h 523309"/>
              <a:gd name="csX34" fmla="*/ 3024 w 628942"/>
              <a:gd name="csY34" fmla="*/ 355236 h 523309"/>
              <a:gd name="csX35" fmla="*/ 320405 w 628942"/>
              <a:gd name="csY35" fmla="*/ 4718 h 523309"/>
              <a:gd name="csX36" fmla="*/ 1058 w 628942"/>
              <a:gd name="csY36" fmla="*/ 401681 h 523309"/>
              <a:gd name="csX37" fmla="*/ 363035 w 628942"/>
              <a:gd name="csY37" fmla="*/ 1887 h 523309"/>
              <a:gd name="csX38" fmla="*/ 1058 w 628942"/>
              <a:gd name="csY38" fmla="*/ 401681 h 523309"/>
              <a:gd name="csX39" fmla="*/ 363035 w 628942"/>
              <a:gd name="csY39" fmla="*/ 1887 h 523309"/>
              <a:gd name="csX40" fmla="*/ 4006 w 628942"/>
              <a:gd name="csY40" fmla="*/ 442611 h 523309"/>
              <a:gd name="csX41" fmla="*/ 400752 w 628942"/>
              <a:gd name="csY41" fmla="*/ 4500 h 523309"/>
              <a:gd name="csX42" fmla="*/ 4006 w 628942"/>
              <a:gd name="csY42" fmla="*/ 442611 h 523309"/>
              <a:gd name="csX43" fmla="*/ 400752 w 628942"/>
              <a:gd name="csY43" fmla="*/ 4500 h 523309"/>
              <a:gd name="csX44" fmla="*/ 2041 w 628942"/>
              <a:gd name="csY44" fmla="*/ 489057 h 523309"/>
              <a:gd name="csX45" fmla="*/ 443382 w 628942"/>
              <a:gd name="csY45" fmla="*/ 1597 h 523309"/>
              <a:gd name="csX46" fmla="*/ 2041 w 628942"/>
              <a:gd name="csY46" fmla="*/ 489057 h 523309"/>
              <a:gd name="csX47" fmla="*/ 443382 w 628942"/>
              <a:gd name="csY47" fmla="*/ 1597 h 523309"/>
              <a:gd name="csX48" fmla="*/ 14966 w 628942"/>
              <a:gd name="csY48" fmla="*/ 519101 h 523309"/>
              <a:gd name="csX49" fmla="*/ 481099 w 628942"/>
              <a:gd name="csY49" fmla="*/ 4210 h 523309"/>
              <a:gd name="csX50" fmla="*/ 14966 w 628942"/>
              <a:gd name="csY50" fmla="*/ 519101 h 523309"/>
              <a:gd name="csX51" fmla="*/ 481099 w 628942"/>
              <a:gd name="csY51" fmla="*/ 4210 h 523309"/>
              <a:gd name="csX52" fmla="*/ 52607 w 628942"/>
              <a:gd name="csY52" fmla="*/ 521714 h 523309"/>
              <a:gd name="csX53" fmla="*/ 523729 w 628942"/>
              <a:gd name="csY53" fmla="*/ 1379 h 523309"/>
              <a:gd name="csX54" fmla="*/ 52607 w 628942"/>
              <a:gd name="csY54" fmla="*/ 521714 h 523309"/>
              <a:gd name="csX55" fmla="*/ 523729 w 628942"/>
              <a:gd name="csY55" fmla="*/ 1379 h 523309"/>
              <a:gd name="csX56" fmla="*/ 95313 w 628942"/>
              <a:gd name="csY56" fmla="*/ 518811 h 523309"/>
              <a:gd name="csX57" fmla="*/ 561445 w 628942"/>
              <a:gd name="csY57" fmla="*/ 3992 h 523309"/>
              <a:gd name="csX58" fmla="*/ 95313 w 628942"/>
              <a:gd name="csY58" fmla="*/ 518811 h 523309"/>
              <a:gd name="csX59" fmla="*/ 561445 w 628942"/>
              <a:gd name="csY59" fmla="*/ 3992 h 523309"/>
              <a:gd name="csX60" fmla="*/ 132954 w 628942"/>
              <a:gd name="csY60" fmla="*/ 521423 h 523309"/>
              <a:gd name="csX61" fmla="*/ 604075 w 628942"/>
              <a:gd name="csY61" fmla="*/ 1089 h 523309"/>
              <a:gd name="csX62" fmla="*/ 132954 w 628942"/>
              <a:gd name="csY62" fmla="*/ 521423 h 523309"/>
              <a:gd name="csX63" fmla="*/ 604075 w 628942"/>
              <a:gd name="csY63" fmla="*/ 1089 h 523309"/>
              <a:gd name="csX64" fmla="*/ 175660 w 628942"/>
              <a:gd name="csY64" fmla="*/ 518593 h 523309"/>
              <a:gd name="csX65" fmla="*/ 626902 w 628942"/>
              <a:gd name="csY65" fmla="*/ 20175 h 523309"/>
              <a:gd name="csX66" fmla="*/ 175660 w 628942"/>
              <a:gd name="csY66" fmla="*/ 518593 h 523309"/>
              <a:gd name="csX67" fmla="*/ 626902 w 628942"/>
              <a:gd name="csY67" fmla="*/ 20175 h 523309"/>
              <a:gd name="csX68" fmla="*/ 213301 w 628942"/>
              <a:gd name="csY68" fmla="*/ 521206 h 523309"/>
              <a:gd name="csX69" fmla="*/ 624937 w 628942"/>
              <a:gd name="csY69" fmla="*/ 66621 h 523309"/>
              <a:gd name="csX70" fmla="*/ 213301 w 628942"/>
              <a:gd name="csY70" fmla="*/ 521206 h 523309"/>
              <a:gd name="csX71" fmla="*/ 624937 w 628942"/>
              <a:gd name="csY71" fmla="*/ 66621 h 523309"/>
              <a:gd name="csX72" fmla="*/ 256007 w 628942"/>
              <a:gd name="csY72" fmla="*/ 518303 h 523309"/>
              <a:gd name="csX73" fmla="*/ 627885 w 628942"/>
              <a:gd name="csY73" fmla="*/ 107551 h 523309"/>
              <a:gd name="csX74" fmla="*/ 256007 w 628942"/>
              <a:gd name="csY74" fmla="*/ 518303 h 523309"/>
              <a:gd name="csX75" fmla="*/ 627885 w 628942"/>
              <a:gd name="csY75" fmla="*/ 107551 h 523309"/>
              <a:gd name="csX76" fmla="*/ 293648 w 628942"/>
              <a:gd name="csY76" fmla="*/ 520915 h 523309"/>
              <a:gd name="csX77" fmla="*/ 625920 w 628942"/>
              <a:gd name="csY77" fmla="*/ 153996 h 523309"/>
              <a:gd name="csX78" fmla="*/ 293648 w 628942"/>
              <a:gd name="csY78" fmla="*/ 520915 h 523309"/>
              <a:gd name="csX79" fmla="*/ 625920 w 628942"/>
              <a:gd name="csY79" fmla="*/ 153996 h 523309"/>
              <a:gd name="csX80" fmla="*/ 336354 w 628942"/>
              <a:gd name="csY80" fmla="*/ 518085 h 523309"/>
              <a:gd name="csX81" fmla="*/ 628867 w 628942"/>
              <a:gd name="csY81" fmla="*/ 194926 h 523309"/>
              <a:gd name="csX82" fmla="*/ 336354 w 628942"/>
              <a:gd name="csY82" fmla="*/ 518085 h 523309"/>
              <a:gd name="csX83" fmla="*/ 628867 w 628942"/>
              <a:gd name="csY83" fmla="*/ 194926 h 523309"/>
              <a:gd name="csX84" fmla="*/ 373995 w 628942"/>
              <a:gd name="csY84" fmla="*/ 520698 h 523309"/>
              <a:gd name="csX85" fmla="*/ 626902 w 628942"/>
              <a:gd name="csY85" fmla="*/ 241372 h 523309"/>
              <a:gd name="csX86" fmla="*/ 373995 w 628942"/>
              <a:gd name="csY86" fmla="*/ 520698 h 523309"/>
              <a:gd name="csX87" fmla="*/ 626902 w 628942"/>
              <a:gd name="csY87" fmla="*/ 241372 h 523309"/>
              <a:gd name="csX88" fmla="*/ 411712 w 628942"/>
              <a:gd name="csY88" fmla="*/ 523310 h 523309"/>
              <a:gd name="csX89" fmla="*/ 624937 w 628942"/>
              <a:gd name="csY89" fmla="*/ 287745 h 523309"/>
              <a:gd name="csX90" fmla="*/ 411712 w 628942"/>
              <a:gd name="csY90" fmla="*/ 523310 h 523309"/>
              <a:gd name="csX91" fmla="*/ 624937 w 628942"/>
              <a:gd name="csY91" fmla="*/ 287745 h 523309"/>
              <a:gd name="csX92" fmla="*/ 454342 w 628942"/>
              <a:gd name="csY92" fmla="*/ 520408 h 523309"/>
              <a:gd name="csX93" fmla="*/ 627960 w 628942"/>
              <a:gd name="csY93" fmla="*/ 328747 h 523309"/>
              <a:gd name="csX94" fmla="*/ 454342 w 628942"/>
              <a:gd name="csY94" fmla="*/ 520408 h 523309"/>
              <a:gd name="csX95" fmla="*/ 627960 w 628942"/>
              <a:gd name="csY95" fmla="*/ 328747 h 523309"/>
              <a:gd name="csX96" fmla="*/ 492058 w 628942"/>
              <a:gd name="csY96" fmla="*/ 523020 h 523309"/>
              <a:gd name="csX97" fmla="*/ 625920 w 628942"/>
              <a:gd name="csY97" fmla="*/ 375193 h 523309"/>
              <a:gd name="csX98" fmla="*/ 492058 w 628942"/>
              <a:gd name="csY98" fmla="*/ 523020 h 523309"/>
              <a:gd name="csX99" fmla="*/ 625920 w 628942"/>
              <a:gd name="csY99" fmla="*/ 375193 h 523309"/>
              <a:gd name="csX100" fmla="*/ 534688 w 628942"/>
              <a:gd name="csY100" fmla="*/ 520190 h 523309"/>
              <a:gd name="csX101" fmla="*/ 628943 w 628942"/>
              <a:gd name="csY101" fmla="*/ 416123 h 523309"/>
              <a:gd name="csX102" fmla="*/ 534688 w 628942"/>
              <a:gd name="csY102" fmla="*/ 520190 h 523309"/>
              <a:gd name="csX103" fmla="*/ 628943 w 628942"/>
              <a:gd name="csY103" fmla="*/ 416123 h 523309"/>
              <a:gd name="csX104" fmla="*/ 572405 w 628942"/>
              <a:gd name="csY104" fmla="*/ 522802 h 523309"/>
              <a:gd name="csX105" fmla="*/ 626977 w 628942"/>
              <a:gd name="csY105" fmla="*/ 462568 h 523309"/>
              <a:gd name="csX106" fmla="*/ 572405 w 628942"/>
              <a:gd name="csY106" fmla="*/ 522802 h 523309"/>
              <a:gd name="csX107" fmla="*/ 626977 w 628942"/>
              <a:gd name="csY107" fmla="*/ 462568 h 523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628942" h="523309"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1966" y="46664"/>
                </a:moveTo>
                <a:cubicBezTo>
                  <a:pt x="15042" y="28231"/>
                  <a:pt x="24868" y="24457"/>
                  <a:pt x="41648" y="2831"/>
                </a:cubicBezTo>
                <a:moveTo>
                  <a:pt x="1966" y="46664"/>
                </a:moveTo>
                <a:cubicBezTo>
                  <a:pt x="16024" y="31351"/>
                  <a:pt x="26984" y="19087"/>
                  <a:pt x="41648" y="2831"/>
                </a:cubicBezTo>
                <a:moveTo>
                  <a:pt x="1" y="93109"/>
                </a:moveTo>
                <a:cubicBezTo>
                  <a:pt x="21013" y="71483"/>
                  <a:pt x="51323" y="38246"/>
                  <a:pt x="84277" y="1"/>
                </a:cubicBezTo>
                <a:moveTo>
                  <a:pt x="1" y="93109"/>
                </a:moveTo>
                <a:cubicBezTo>
                  <a:pt x="15873" y="70685"/>
                  <a:pt x="41270" y="50655"/>
                  <a:pt x="84277" y="1"/>
                </a:cubicBezTo>
                <a:moveTo>
                  <a:pt x="2948" y="134039"/>
                </a:moveTo>
                <a:cubicBezTo>
                  <a:pt x="22978" y="90352"/>
                  <a:pt x="77929" y="70322"/>
                  <a:pt x="121994" y="2613"/>
                </a:cubicBezTo>
                <a:moveTo>
                  <a:pt x="2948" y="134039"/>
                </a:moveTo>
                <a:cubicBezTo>
                  <a:pt x="39153" y="96520"/>
                  <a:pt x="55404" y="68508"/>
                  <a:pt x="121994" y="2613"/>
                </a:cubicBezTo>
                <a:moveTo>
                  <a:pt x="983" y="180485"/>
                </a:moveTo>
                <a:cubicBezTo>
                  <a:pt x="41043" y="114808"/>
                  <a:pt x="101511" y="79901"/>
                  <a:pt x="159712" y="5225"/>
                </a:cubicBezTo>
                <a:moveTo>
                  <a:pt x="983" y="180485"/>
                </a:moveTo>
                <a:cubicBezTo>
                  <a:pt x="40438" y="136942"/>
                  <a:pt x="77399" y="98117"/>
                  <a:pt x="159712" y="5225"/>
                </a:cubicBezTo>
                <a:moveTo>
                  <a:pt x="4006" y="221415"/>
                </a:moveTo>
                <a:cubicBezTo>
                  <a:pt x="60393" y="171849"/>
                  <a:pt x="82690" y="131064"/>
                  <a:pt x="202341" y="2395"/>
                </a:cubicBezTo>
                <a:moveTo>
                  <a:pt x="4006" y="221415"/>
                </a:moveTo>
                <a:cubicBezTo>
                  <a:pt x="73696" y="143691"/>
                  <a:pt x="155932" y="61396"/>
                  <a:pt x="202341" y="2395"/>
                </a:cubicBezTo>
                <a:moveTo>
                  <a:pt x="1966" y="267860"/>
                </a:moveTo>
                <a:cubicBezTo>
                  <a:pt x="77097" y="182734"/>
                  <a:pt x="141193" y="108494"/>
                  <a:pt x="240058" y="5008"/>
                </a:cubicBezTo>
                <a:moveTo>
                  <a:pt x="1966" y="267860"/>
                </a:moveTo>
                <a:cubicBezTo>
                  <a:pt x="56614" y="201675"/>
                  <a:pt x="117308" y="143981"/>
                  <a:pt x="240058" y="5008"/>
                </a:cubicBezTo>
                <a:moveTo>
                  <a:pt x="1" y="314306"/>
                </a:moveTo>
                <a:cubicBezTo>
                  <a:pt x="70974" y="242968"/>
                  <a:pt x="129478" y="173736"/>
                  <a:pt x="282688" y="2105"/>
                </a:cubicBezTo>
                <a:moveTo>
                  <a:pt x="1" y="314306"/>
                </a:moveTo>
                <a:cubicBezTo>
                  <a:pt x="71579" y="243476"/>
                  <a:pt x="129553" y="175477"/>
                  <a:pt x="282688" y="2105"/>
                </a:cubicBezTo>
                <a:moveTo>
                  <a:pt x="3024" y="355236"/>
                </a:moveTo>
                <a:cubicBezTo>
                  <a:pt x="96447" y="267570"/>
                  <a:pt x="178532" y="147682"/>
                  <a:pt x="320405" y="4718"/>
                </a:cubicBezTo>
                <a:moveTo>
                  <a:pt x="3024" y="355236"/>
                </a:moveTo>
                <a:cubicBezTo>
                  <a:pt x="132425" y="216262"/>
                  <a:pt x="252227" y="77216"/>
                  <a:pt x="320405" y="4718"/>
                </a:cubicBezTo>
                <a:moveTo>
                  <a:pt x="1058" y="401681"/>
                </a:moveTo>
                <a:cubicBezTo>
                  <a:pt x="147618" y="265393"/>
                  <a:pt x="262960" y="97173"/>
                  <a:pt x="363035" y="1887"/>
                </a:cubicBezTo>
                <a:moveTo>
                  <a:pt x="1058" y="401681"/>
                </a:moveTo>
                <a:cubicBezTo>
                  <a:pt x="127890" y="265102"/>
                  <a:pt x="255629" y="136869"/>
                  <a:pt x="363035" y="1887"/>
                </a:cubicBezTo>
                <a:moveTo>
                  <a:pt x="4006" y="442611"/>
                </a:moveTo>
                <a:cubicBezTo>
                  <a:pt x="114058" y="321273"/>
                  <a:pt x="211411" y="209586"/>
                  <a:pt x="400752" y="4500"/>
                </a:cubicBezTo>
                <a:moveTo>
                  <a:pt x="4006" y="442611"/>
                </a:moveTo>
                <a:cubicBezTo>
                  <a:pt x="96749" y="327586"/>
                  <a:pt x="209068" y="213650"/>
                  <a:pt x="400752" y="4500"/>
                </a:cubicBezTo>
                <a:moveTo>
                  <a:pt x="2041" y="489057"/>
                </a:moveTo>
                <a:cubicBezTo>
                  <a:pt x="111488" y="361694"/>
                  <a:pt x="210429" y="264667"/>
                  <a:pt x="443382" y="1597"/>
                </a:cubicBezTo>
                <a:moveTo>
                  <a:pt x="2041" y="489057"/>
                </a:moveTo>
                <a:cubicBezTo>
                  <a:pt x="164246" y="309661"/>
                  <a:pt x="324562" y="120976"/>
                  <a:pt x="443382" y="1597"/>
                </a:cubicBezTo>
                <a:moveTo>
                  <a:pt x="14966" y="519101"/>
                </a:moveTo>
                <a:cubicBezTo>
                  <a:pt x="121994" y="399867"/>
                  <a:pt x="215720" y="292970"/>
                  <a:pt x="481099" y="4210"/>
                </a:cubicBezTo>
                <a:moveTo>
                  <a:pt x="14966" y="519101"/>
                </a:moveTo>
                <a:cubicBezTo>
                  <a:pt x="204760" y="315322"/>
                  <a:pt x="377245" y="126782"/>
                  <a:pt x="481099" y="4210"/>
                </a:cubicBezTo>
                <a:moveTo>
                  <a:pt x="52607" y="521714"/>
                </a:moveTo>
                <a:cubicBezTo>
                  <a:pt x="144065" y="421348"/>
                  <a:pt x="239529" y="303057"/>
                  <a:pt x="523729" y="1379"/>
                </a:cubicBezTo>
                <a:moveTo>
                  <a:pt x="52607" y="521714"/>
                </a:moveTo>
                <a:cubicBezTo>
                  <a:pt x="226377" y="323014"/>
                  <a:pt x="415113" y="122936"/>
                  <a:pt x="523729" y="1379"/>
                </a:cubicBezTo>
                <a:moveTo>
                  <a:pt x="95313" y="518811"/>
                </a:moveTo>
                <a:cubicBezTo>
                  <a:pt x="224412" y="370548"/>
                  <a:pt x="373617" y="222431"/>
                  <a:pt x="561445" y="3992"/>
                </a:cubicBezTo>
                <a:moveTo>
                  <a:pt x="95313" y="518811"/>
                </a:moveTo>
                <a:cubicBezTo>
                  <a:pt x="192440" y="414599"/>
                  <a:pt x="292439" y="320039"/>
                  <a:pt x="561445" y="3992"/>
                </a:cubicBezTo>
                <a:moveTo>
                  <a:pt x="132954" y="521423"/>
                </a:moveTo>
                <a:cubicBezTo>
                  <a:pt x="235070" y="418082"/>
                  <a:pt x="326376" y="302404"/>
                  <a:pt x="604075" y="1089"/>
                </a:cubicBezTo>
                <a:moveTo>
                  <a:pt x="132954" y="521423"/>
                </a:moveTo>
                <a:cubicBezTo>
                  <a:pt x="292892" y="336730"/>
                  <a:pt x="467040" y="148336"/>
                  <a:pt x="604075" y="1089"/>
                </a:cubicBezTo>
                <a:moveTo>
                  <a:pt x="175660" y="518593"/>
                </a:moveTo>
                <a:cubicBezTo>
                  <a:pt x="339830" y="348269"/>
                  <a:pt x="482081" y="194346"/>
                  <a:pt x="626902" y="20175"/>
                </a:cubicBezTo>
                <a:moveTo>
                  <a:pt x="175660" y="518593"/>
                </a:moveTo>
                <a:cubicBezTo>
                  <a:pt x="287148" y="378168"/>
                  <a:pt x="416776" y="244638"/>
                  <a:pt x="626902" y="20175"/>
                </a:cubicBezTo>
                <a:moveTo>
                  <a:pt x="213301" y="521206"/>
                </a:moveTo>
                <a:cubicBezTo>
                  <a:pt x="347842" y="365613"/>
                  <a:pt x="479814" y="210529"/>
                  <a:pt x="624937" y="66621"/>
                </a:cubicBezTo>
                <a:moveTo>
                  <a:pt x="213301" y="521206"/>
                </a:moveTo>
                <a:cubicBezTo>
                  <a:pt x="337790" y="396093"/>
                  <a:pt x="460237" y="260385"/>
                  <a:pt x="624937" y="66621"/>
                </a:cubicBezTo>
                <a:moveTo>
                  <a:pt x="256007" y="518303"/>
                </a:moveTo>
                <a:cubicBezTo>
                  <a:pt x="366738" y="394497"/>
                  <a:pt x="477924" y="249354"/>
                  <a:pt x="627885" y="107551"/>
                </a:cubicBezTo>
                <a:moveTo>
                  <a:pt x="256007" y="518303"/>
                </a:moveTo>
                <a:cubicBezTo>
                  <a:pt x="341040" y="420985"/>
                  <a:pt x="426526" y="332594"/>
                  <a:pt x="627885" y="107551"/>
                </a:cubicBezTo>
                <a:moveTo>
                  <a:pt x="293648" y="520915"/>
                </a:moveTo>
                <a:cubicBezTo>
                  <a:pt x="357064" y="433903"/>
                  <a:pt x="453661" y="347253"/>
                  <a:pt x="625920" y="153996"/>
                </a:cubicBezTo>
                <a:moveTo>
                  <a:pt x="293648" y="520915"/>
                </a:moveTo>
                <a:cubicBezTo>
                  <a:pt x="392135" y="418880"/>
                  <a:pt x="491000" y="298848"/>
                  <a:pt x="625920" y="153996"/>
                </a:cubicBezTo>
                <a:moveTo>
                  <a:pt x="336354" y="518085"/>
                </a:moveTo>
                <a:cubicBezTo>
                  <a:pt x="424788" y="427589"/>
                  <a:pt x="519496" y="332666"/>
                  <a:pt x="628867" y="194926"/>
                </a:cubicBezTo>
                <a:moveTo>
                  <a:pt x="336354" y="518085"/>
                </a:moveTo>
                <a:cubicBezTo>
                  <a:pt x="413223" y="419679"/>
                  <a:pt x="498408" y="341737"/>
                  <a:pt x="628867" y="194926"/>
                </a:cubicBezTo>
                <a:moveTo>
                  <a:pt x="373995" y="520698"/>
                </a:moveTo>
                <a:cubicBezTo>
                  <a:pt x="444364" y="429694"/>
                  <a:pt x="528944" y="324829"/>
                  <a:pt x="626902" y="241372"/>
                </a:cubicBezTo>
                <a:moveTo>
                  <a:pt x="373995" y="520698"/>
                </a:moveTo>
                <a:cubicBezTo>
                  <a:pt x="450335" y="435499"/>
                  <a:pt x="531287" y="342609"/>
                  <a:pt x="626902" y="241372"/>
                </a:cubicBezTo>
                <a:moveTo>
                  <a:pt x="411712" y="523310"/>
                </a:moveTo>
                <a:cubicBezTo>
                  <a:pt x="453283" y="456037"/>
                  <a:pt x="504832" y="417211"/>
                  <a:pt x="624937" y="287745"/>
                </a:cubicBezTo>
                <a:moveTo>
                  <a:pt x="411712" y="523310"/>
                </a:moveTo>
                <a:cubicBezTo>
                  <a:pt x="472255" y="457125"/>
                  <a:pt x="542398" y="383030"/>
                  <a:pt x="624937" y="287745"/>
                </a:cubicBezTo>
                <a:moveTo>
                  <a:pt x="454342" y="520408"/>
                </a:moveTo>
                <a:cubicBezTo>
                  <a:pt x="531211" y="437604"/>
                  <a:pt x="577243" y="388764"/>
                  <a:pt x="627960" y="328747"/>
                </a:cubicBezTo>
                <a:moveTo>
                  <a:pt x="454342" y="520408"/>
                </a:moveTo>
                <a:cubicBezTo>
                  <a:pt x="505437" y="458287"/>
                  <a:pt x="577394" y="393480"/>
                  <a:pt x="627960" y="328747"/>
                </a:cubicBezTo>
                <a:moveTo>
                  <a:pt x="492058" y="523020"/>
                </a:moveTo>
                <a:cubicBezTo>
                  <a:pt x="523351" y="490944"/>
                  <a:pt x="553282" y="450086"/>
                  <a:pt x="625920" y="375193"/>
                </a:cubicBezTo>
                <a:moveTo>
                  <a:pt x="492058" y="523020"/>
                </a:moveTo>
                <a:cubicBezTo>
                  <a:pt x="542398" y="463874"/>
                  <a:pt x="592057" y="414018"/>
                  <a:pt x="625920" y="375193"/>
                </a:cubicBezTo>
                <a:moveTo>
                  <a:pt x="534688" y="520190"/>
                </a:moveTo>
                <a:cubicBezTo>
                  <a:pt x="553282" y="498056"/>
                  <a:pt x="604907" y="463947"/>
                  <a:pt x="628943" y="416123"/>
                </a:cubicBezTo>
                <a:moveTo>
                  <a:pt x="534688" y="520190"/>
                </a:moveTo>
                <a:cubicBezTo>
                  <a:pt x="565754" y="492903"/>
                  <a:pt x="584726" y="461625"/>
                  <a:pt x="628943" y="416123"/>
                </a:cubicBezTo>
                <a:moveTo>
                  <a:pt x="572405" y="522802"/>
                </a:moveTo>
                <a:cubicBezTo>
                  <a:pt x="595081" y="503136"/>
                  <a:pt x="613750" y="468011"/>
                  <a:pt x="626977" y="462568"/>
                </a:cubicBezTo>
                <a:moveTo>
                  <a:pt x="572405" y="522802"/>
                </a:moveTo>
                <a:cubicBezTo>
                  <a:pt x="587976" y="505675"/>
                  <a:pt x="604907" y="486952"/>
                  <a:pt x="626977" y="462568"/>
                </a:cubicBezTo>
              </a:path>
            </a:pathLst>
          </a:custGeom>
          <a:noFill/>
          <a:ln w="3775" cap="rnd">
            <a:solidFill>
              <a:srgbClr val="FFE6C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08" name="!!60p">
            <a:extLst>
              <a:ext uri="{FF2B5EF4-FFF2-40B4-BE49-F238E27FC236}">
                <a16:creationId xmlns:a16="http://schemas.microsoft.com/office/drawing/2014/main" id="{9F83225E-CDEE-F4FE-7736-8101985555CD}"/>
              </a:ext>
            </a:extLst>
          </p:cNvPr>
          <p:cNvSpPr/>
          <p:nvPr/>
        </p:nvSpPr>
        <p:spPr>
          <a:xfrm>
            <a:off x="5533541" y="5073986"/>
            <a:ext cx="606834" cy="525796"/>
          </a:xfrm>
          <a:custGeom>
            <a:avLst/>
            <a:gdLst>
              <a:gd name="csX0" fmla="*/ 1308 w 606834"/>
              <a:gd name="csY0" fmla="*/ 7425 h 525796"/>
              <a:gd name="csX1" fmla="*/ 605988 w 606834"/>
              <a:gd name="csY1" fmla="*/ 7425 h 525796"/>
              <a:gd name="csX2" fmla="*/ 1308 w 606834"/>
              <a:gd name="csY2" fmla="*/ 7425 h 525796"/>
              <a:gd name="csX3" fmla="*/ 605988 w 606834"/>
              <a:gd name="csY3" fmla="*/ 7425 h 525796"/>
              <a:gd name="csX4" fmla="*/ 605988 w 606834"/>
              <a:gd name="csY4" fmla="*/ 7425 h 525796"/>
              <a:gd name="csX5" fmla="*/ 605988 w 606834"/>
              <a:gd name="csY5" fmla="*/ 515422 h 525796"/>
              <a:gd name="csX6" fmla="*/ 605988 w 606834"/>
              <a:gd name="csY6" fmla="*/ 7425 h 525796"/>
              <a:gd name="csX7" fmla="*/ 605988 w 606834"/>
              <a:gd name="csY7" fmla="*/ 515422 h 525796"/>
              <a:gd name="csX8" fmla="*/ 605988 w 606834"/>
              <a:gd name="csY8" fmla="*/ 515422 h 525796"/>
              <a:gd name="csX9" fmla="*/ 1308 w 606834"/>
              <a:gd name="csY9" fmla="*/ 515422 h 525796"/>
              <a:gd name="csX10" fmla="*/ 605988 w 606834"/>
              <a:gd name="csY10" fmla="*/ 515422 h 525796"/>
              <a:gd name="csX11" fmla="*/ 1308 w 606834"/>
              <a:gd name="csY11" fmla="*/ 515422 h 525796"/>
              <a:gd name="csX12" fmla="*/ 1308 w 606834"/>
              <a:gd name="csY12" fmla="*/ 515422 h 525796"/>
              <a:gd name="csX13" fmla="*/ 1308 w 606834"/>
              <a:gd name="csY13" fmla="*/ 7425 h 525796"/>
              <a:gd name="csX14" fmla="*/ 1308 w 606834"/>
              <a:gd name="csY14" fmla="*/ 515422 h 525796"/>
              <a:gd name="csX15" fmla="*/ 1308 w 606834"/>
              <a:gd name="csY15" fmla="*/ 7425 h 525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606834" h="525796">
                <a:moveTo>
                  <a:pt x="1308" y="7425"/>
                </a:moveTo>
                <a:cubicBezTo>
                  <a:pt x="180369" y="3941"/>
                  <a:pt x="391024" y="-7380"/>
                  <a:pt x="605988" y="7425"/>
                </a:cubicBezTo>
                <a:moveTo>
                  <a:pt x="1308" y="7425"/>
                </a:moveTo>
                <a:cubicBezTo>
                  <a:pt x="188683" y="1837"/>
                  <a:pt x="388379" y="-195"/>
                  <a:pt x="605988" y="7425"/>
                </a:cubicBezTo>
                <a:moveTo>
                  <a:pt x="605988" y="7425"/>
                </a:moveTo>
                <a:cubicBezTo>
                  <a:pt x="605534" y="183772"/>
                  <a:pt x="608104" y="340816"/>
                  <a:pt x="605988" y="515422"/>
                </a:cubicBezTo>
                <a:moveTo>
                  <a:pt x="605988" y="7425"/>
                </a:moveTo>
                <a:cubicBezTo>
                  <a:pt x="606592" y="148938"/>
                  <a:pt x="605383" y="304966"/>
                  <a:pt x="605988" y="515422"/>
                </a:cubicBezTo>
                <a:moveTo>
                  <a:pt x="605988" y="515422"/>
                </a:moveTo>
                <a:cubicBezTo>
                  <a:pt x="427909" y="529936"/>
                  <a:pt x="286641" y="528557"/>
                  <a:pt x="1308" y="515422"/>
                </a:cubicBezTo>
                <a:moveTo>
                  <a:pt x="605988" y="515422"/>
                </a:moveTo>
                <a:cubicBezTo>
                  <a:pt x="398205" y="518325"/>
                  <a:pt x="198584" y="519559"/>
                  <a:pt x="1308" y="515422"/>
                </a:cubicBezTo>
                <a:moveTo>
                  <a:pt x="1308" y="515422"/>
                </a:moveTo>
                <a:cubicBezTo>
                  <a:pt x="18617" y="378843"/>
                  <a:pt x="1535" y="234064"/>
                  <a:pt x="1308" y="7425"/>
                </a:cubicBezTo>
                <a:moveTo>
                  <a:pt x="1308" y="515422"/>
                </a:moveTo>
                <a:cubicBezTo>
                  <a:pt x="6145" y="327173"/>
                  <a:pt x="-3303" y="144729"/>
                  <a:pt x="1308" y="7425"/>
                </a:cubicBezTo>
              </a:path>
            </a:pathLst>
          </a:custGeom>
          <a:noFill/>
          <a:ln w="7550" cap="rnd">
            <a:solidFill>
              <a:srgbClr val="D79B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1709" name="!!61p">
            <a:extLst>
              <a:ext uri="{FF2B5EF4-FFF2-40B4-BE49-F238E27FC236}">
                <a16:creationId xmlns:a16="http://schemas.microsoft.com/office/drawing/2014/main" id="{2DBB1B98-28F7-2486-C117-D29A099FF0B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8628" y="5284609"/>
            <a:ext cx="589562" cy="123370"/>
          </a:xfrm>
          <a:custGeom>
            <a:avLst/>
            <a:gdLst>
              <a:gd name="csX0" fmla="*/ 0 w 589562"/>
              <a:gd name="csY0" fmla="*/ 0 h 123370"/>
              <a:gd name="csX1" fmla="*/ 589563 w 589562"/>
              <a:gd name="csY1" fmla="*/ 0 h 123370"/>
              <a:gd name="csX2" fmla="*/ 589563 w 589562"/>
              <a:gd name="csY2" fmla="*/ 123371 h 123370"/>
              <a:gd name="csX3" fmla="*/ 0 w 58956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9562" h="123370">
                <a:moveTo>
                  <a:pt x="0" y="0"/>
                </a:moveTo>
                <a:lnTo>
                  <a:pt x="589563" y="0"/>
                </a:lnTo>
                <a:lnTo>
                  <a:pt x="589563" y="123371"/>
                </a:lnTo>
                <a:lnTo>
                  <a:pt x="0" y="123371"/>
                </a:lnTo>
                <a:close/>
              </a:path>
            </a:pathLst>
          </a:custGeom>
        </p:spPr>
      </p:pic>
      <p:grpSp>
        <p:nvGrpSpPr>
          <p:cNvPr id="1710" name="!!رسم 9">
            <a:extLst>
              <a:ext uri="{FF2B5EF4-FFF2-40B4-BE49-F238E27FC236}">
                <a16:creationId xmlns:a16="http://schemas.microsoft.com/office/drawing/2014/main" id="{150F914B-783C-ADF2-6695-E2E76B8B7EE3}"/>
              </a:ext>
            </a:extLst>
          </p:cNvPr>
          <p:cNvGrpSpPr/>
          <p:nvPr/>
        </p:nvGrpSpPr>
        <p:grpSpPr>
          <a:xfrm>
            <a:off x="3865694" y="5463424"/>
            <a:ext cx="917839" cy="443699"/>
            <a:chOff x="6588574" y="5474234"/>
            <a:chExt cx="917839" cy="443699"/>
          </a:xfrm>
          <a:noFill/>
        </p:grpSpPr>
        <p:grpSp>
          <p:nvGrpSpPr>
            <p:cNvPr id="1711" name="رسم 9">
              <a:extLst>
                <a:ext uri="{FF2B5EF4-FFF2-40B4-BE49-F238E27FC236}">
                  <a16:creationId xmlns:a16="http://schemas.microsoft.com/office/drawing/2014/main" id="{BB65E0C2-3ADC-E4E7-53D8-F1BFDEAC1A13}"/>
                </a:ext>
              </a:extLst>
            </p:cNvPr>
            <p:cNvGrpSpPr/>
            <p:nvPr/>
          </p:nvGrpSpPr>
          <p:grpSpPr>
            <a:xfrm>
              <a:off x="6588574" y="5474234"/>
              <a:ext cx="917839" cy="443699"/>
              <a:chOff x="6588574" y="5474234"/>
              <a:chExt cx="917839" cy="443699"/>
            </a:xfrm>
            <a:noFill/>
          </p:grpSpPr>
          <p:sp>
            <p:nvSpPr>
              <p:cNvPr id="1713" name="مستطيل 64">
                <a:extLst>
                  <a:ext uri="{FF2B5EF4-FFF2-40B4-BE49-F238E27FC236}">
                    <a16:creationId xmlns:a16="http://schemas.microsoft.com/office/drawing/2014/main" id="{08C00FFD-D618-DDA4-36FA-A325C70CB105}"/>
                  </a:ext>
                </a:extLst>
              </p:cNvPr>
              <p:cNvSpPr/>
              <p:nvPr/>
            </p:nvSpPr>
            <p:spPr>
              <a:xfrm>
                <a:off x="6594860" y="5476846"/>
                <a:ext cx="907019" cy="435426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4" name="شكل حر: شكل 65">
                <a:extLst>
                  <a:ext uri="{FF2B5EF4-FFF2-40B4-BE49-F238E27FC236}">
                    <a16:creationId xmlns:a16="http://schemas.microsoft.com/office/drawing/2014/main" id="{D870F3A8-7CCA-03D6-00E7-D6EB4B42B0DE}"/>
                  </a:ext>
                </a:extLst>
              </p:cNvPr>
              <p:cNvSpPr/>
              <p:nvPr/>
            </p:nvSpPr>
            <p:spPr>
              <a:xfrm>
                <a:off x="6592819" y="5474234"/>
                <a:ext cx="913595" cy="443699"/>
              </a:xfrm>
              <a:custGeom>
                <a:avLst/>
                <a:gdLst>
                  <a:gd name="csX0" fmla="*/ 907 w 913595"/>
                  <a:gd name="csY0" fmla="*/ 3847 h 443699"/>
                  <a:gd name="csX1" fmla="*/ 907 w 913595"/>
                  <a:gd name="csY1" fmla="*/ 3847 h 443699"/>
                  <a:gd name="csX2" fmla="*/ 907 w 913595"/>
                  <a:gd name="csY2" fmla="*/ 3847 h 443699"/>
                  <a:gd name="csX3" fmla="*/ 907 w 913595"/>
                  <a:gd name="csY3" fmla="*/ 3847 h 443699"/>
                  <a:gd name="csX4" fmla="*/ 3931 w 913595"/>
                  <a:gd name="csY4" fmla="*/ 44777 h 443699"/>
                  <a:gd name="csX5" fmla="*/ 43613 w 913595"/>
                  <a:gd name="csY5" fmla="*/ 944 h 443699"/>
                  <a:gd name="csX6" fmla="*/ 3931 w 913595"/>
                  <a:gd name="csY6" fmla="*/ 44777 h 443699"/>
                  <a:gd name="csX7" fmla="*/ 43613 w 913595"/>
                  <a:gd name="csY7" fmla="*/ 944 h 443699"/>
                  <a:gd name="csX8" fmla="*/ 1966 w 913595"/>
                  <a:gd name="csY8" fmla="*/ 91222 h 443699"/>
                  <a:gd name="csX9" fmla="*/ 81254 w 913595"/>
                  <a:gd name="csY9" fmla="*/ 3556 h 443699"/>
                  <a:gd name="csX10" fmla="*/ 1966 w 913595"/>
                  <a:gd name="csY10" fmla="*/ 91222 h 443699"/>
                  <a:gd name="csX11" fmla="*/ 81254 w 913595"/>
                  <a:gd name="csY11" fmla="*/ 3556 h 443699"/>
                  <a:gd name="csX12" fmla="*/ 1 w 913595"/>
                  <a:gd name="csY12" fmla="*/ 137668 h 443699"/>
                  <a:gd name="csX13" fmla="*/ 123960 w 913595"/>
                  <a:gd name="csY13" fmla="*/ 726 h 443699"/>
                  <a:gd name="csX14" fmla="*/ 1 w 913595"/>
                  <a:gd name="csY14" fmla="*/ 137668 h 443699"/>
                  <a:gd name="csX15" fmla="*/ 123960 w 913595"/>
                  <a:gd name="csY15" fmla="*/ 726 h 443699"/>
                  <a:gd name="csX16" fmla="*/ 2948 w 913595"/>
                  <a:gd name="csY16" fmla="*/ 178598 h 443699"/>
                  <a:gd name="csX17" fmla="*/ 161601 w 913595"/>
                  <a:gd name="csY17" fmla="*/ 3338 h 443699"/>
                  <a:gd name="csX18" fmla="*/ 2948 w 913595"/>
                  <a:gd name="csY18" fmla="*/ 178598 h 443699"/>
                  <a:gd name="csX19" fmla="*/ 161601 w 913595"/>
                  <a:gd name="csY19" fmla="*/ 3338 h 443699"/>
                  <a:gd name="csX20" fmla="*/ 983 w 913595"/>
                  <a:gd name="csY20" fmla="*/ 225043 h 443699"/>
                  <a:gd name="csX21" fmla="*/ 204307 w 913595"/>
                  <a:gd name="csY21" fmla="*/ 436 h 443699"/>
                  <a:gd name="csX22" fmla="*/ 983 w 913595"/>
                  <a:gd name="csY22" fmla="*/ 225043 h 443699"/>
                  <a:gd name="csX23" fmla="*/ 204307 w 913595"/>
                  <a:gd name="csY23" fmla="*/ 436 h 443699"/>
                  <a:gd name="csX24" fmla="*/ 3931 w 913595"/>
                  <a:gd name="csY24" fmla="*/ 265973 h 443699"/>
                  <a:gd name="csX25" fmla="*/ 241948 w 913595"/>
                  <a:gd name="csY25" fmla="*/ 3048 h 443699"/>
                  <a:gd name="csX26" fmla="*/ 3931 w 913595"/>
                  <a:gd name="csY26" fmla="*/ 265973 h 443699"/>
                  <a:gd name="csX27" fmla="*/ 241948 w 913595"/>
                  <a:gd name="csY27" fmla="*/ 3048 h 443699"/>
                  <a:gd name="csX28" fmla="*/ 1966 w 913595"/>
                  <a:gd name="csY28" fmla="*/ 312419 h 443699"/>
                  <a:gd name="csX29" fmla="*/ 284653 w 913595"/>
                  <a:gd name="csY29" fmla="*/ 218 h 443699"/>
                  <a:gd name="csX30" fmla="*/ 1966 w 913595"/>
                  <a:gd name="csY30" fmla="*/ 312419 h 443699"/>
                  <a:gd name="csX31" fmla="*/ 284653 w 913595"/>
                  <a:gd name="csY31" fmla="*/ 218 h 443699"/>
                  <a:gd name="csX32" fmla="*/ 1 w 913595"/>
                  <a:gd name="csY32" fmla="*/ 358864 h 443699"/>
                  <a:gd name="csX33" fmla="*/ 322295 w 913595"/>
                  <a:gd name="csY33" fmla="*/ 2831 h 443699"/>
                  <a:gd name="csX34" fmla="*/ 1 w 913595"/>
                  <a:gd name="csY34" fmla="*/ 358864 h 443699"/>
                  <a:gd name="csX35" fmla="*/ 322295 w 913595"/>
                  <a:gd name="csY35" fmla="*/ 2831 h 443699"/>
                  <a:gd name="csX36" fmla="*/ 2948 w 913595"/>
                  <a:gd name="csY36" fmla="*/ 399794 h 443699"/>
                  <a:gd name="csX37" fmla="*/ 365000 w 913595"/>
                  <a:gd name="csY37" fmla="*/ 1 h 443699"/>
                  <a:gd name="csX38" fmla="*/ 2948 w 913595"/>
                  <a:gd name="csY38" fmla="*/ 399794 h 443699"/>
                  <a:gd name="csX39" fmla="*/ 365000 w 913595"/>
                  <a:gd name="csY39" fmla="*/ 1 h 443699"/>
                  <a:gd name="csX40" fmla="*/ 5972 w 913595"/>
                  <a:gd name="csY40" fmla="*/ 440724 h 443699"/>
                  <a:gd name="csX41" fmla="*/ 402642 w 913595"/>
                  <a:gd name="csY41" fmla="*/ 2613 h 443699"/>
                  <a:gd name="csX42" fmla="*/ 5972 w 913595"/>
                  <a:gd name="csY42" fmla="*/ 440724 h 443699"/>
                  <a:gd name="csX43" fmla="*/ 402642 w 913595"/>
                  <a:gd name="csY43" fmla="*/ 2613 h 443699"/>
                  <a:gd name="csX44" fmla="*/ 43689 w 913595"/>
                  <a:gd name="csY44" fmla="*/ 443337 h 443699"/>
                  <a:gd name="csX45" fmla="*/ 440358 w 913595"/>
                  <a:gd name="csY45" fmla="*/ 5225 h 443699"/>
                  <a:gd name="csX46" fmla="*/ 43689 w 913595"/>
                  <a:gd name="csY46" fmla="*/ 443337 h 443699"/>
                  <a:gd name="csX47" fmla="*/ 440358 w 913595"/>
                  <a:gd name="csY47" fmla="*/ 5225 h 443699"/>
                  <a:gd name="csX48" fmla="*/ 86318 w 913595"/>
                  <a:gd name="csY48" fmla="*/ 440507 h 443699"/>
                  <a:gd name="csX49" fmla="*/ 482988 w 913595"/>
                  <a:gd name="csY49" fmla="*/ 2323 h 443699"/>
                  <a:gd name="csX50" fmla="*/ 86318 w 913595"/>
                  <a:gd name="csY50" fmla="*/ 440507 h 443699"/>
                  <a:gd name="csX51" fmla="*/ 482988 w 913595"/>
                  <a:gd name="csY51" fmla="*/ 2323 h 443699"/>
                  <a:gd name="csX52" fmla="*/ 124035 w 913595"/>
                  <a:gd name="csY52" fmla="*/ 443119 h 443699"/>
                  <a:gd name="csX53" fmla="*/ 520705 w 913595"/>
                  <a:gd name="csY53" fmla="*/ 4935 h 443699"/>
                  <a:gd name="csX54" fmla="*/ 124035 w 913595"/>
                  <a:gd name="csY54" fmla="*/ 443119 h 443699"/>
                  <a:gd name="csX55" fmla="*/ 520705 w 913595"/>
                  <a:gd name="csY55" fmla="*/ 4935 h 443699"/>
                  <a:gd name="csX56" fmla="*/ 166665 w 913595"/>
                  <a:gd name="csY56" fmla="*/ 440216 h 443699"/>
                  <a:gd name="csX57" fmla="*/ 563335 w 913595"/>
                  <a:gd name="csY57" fmla="*/ 2105 h 443699"/>
                  <a:gd name="csX58" fmla="*/ 166665 w 913595"/>
                  <a:gd name="csY58" fmla="*/ 440216 h 443699"/>
                  <a:gd name="csX59" fmla="*/ 563335 w 913595"/>
                  <a:gd name="csY59" fmla="*/ 2105 h 443699"/>
                  <a:gd name="csX60" fmla="*/ 204382 w 913595"/>
                  <a:gd name="csY60" fmla="*/ 442829 h 443699"/>
                  <a:gd name="csX61" fmla="*/ 601052 w 913595"/>
                  <a:gd name="csY61" fmla="*/ 4717 h 443699"/>
                  <a:gd name="csX62" fmla="*/ 204382 w 913595"/>
                  <a:gd name="csY62" fmla="*/ 442829 h 443699"/>
                  <a:gd name="csX63" fmla="*/ 601052 w 913595"/>
                  <a:gd name="csY63" fmla="*/ 4717 h 443699"/>
                  <a:gd name="csX64" fmla="*/ 247012 w 913595"/>
                  <a:gd name="csY64" fmla="*/ 439999 h 443699"/>
                  <a:gd name="csX65" fmla="*/ 643682 w 913595"/>
                  <a:gd name="csY65" fmla="*/ 1815 h 443699"/>
                  <a:gd name="csX66" fmla="*/ 247012 w 913595"/>
                  <a:gd name="csY66" fmla="*/ 439999 h 443699"/>
                  <a:gd name="csX67" fmla="*/ 643682 w 913595"/>
                  <a:gd name="csY67" fmla="*/ 1815 h 443699"/>
                  <a:gd name="csX68" fmla="*/ 284729 w 913595"/>
                  <a:gd name="csY68" fmla="*/ 442611 h 443699"/>
                  <a:gd name="csX69" fmla="*/ 681399 w 913595"/>
                  <a:gd name="csY69" fmla="*/ 4427 h 443699"/>
                  <a:gd name="csX70" fmla="*/ 284729 w 913595"/>
                  <a:gd name="csY70" fmla="*/ 442611 h 443699"/>
                  <a:gd name="csX71" fmla="*/ 681399 w 913595"/>
                  <a:gd name="csY71" fmla="*/ 4427 h 443699"/>
                  <a:gd name="csX72" fmla="*/ 327359 w 913595"/>
                  <a:gd name="csY72" fmla="*/ 439708 h 443699"/>
                  <a:gd name="csX73" fmla="*/ 724029 w 913595"/>
                  <a:gd name="csY73" fmla="*/ 1597 h 443699"/>
                  <a:gd name="csX74" fmla="*/ 327359 w 913595"/>
                  <a:gd name="csY74" fmla="*/ 439708 h 443699"/>
                  <a:gd name="csX75" fmla="*/ 724029 w 913595"/>
                  <a:gd name="csY75" fmla="*/ 1597 h 443699"/>
                  <a:gd name="csX76" fmla="*/ 365076 w 913595"/>
                  <a:gd name="csY76" fmla="*/ 442321 h 443699"/>
                  <a:gd name="csX77" fmla="*/ 761746 w 913595"/>
                  <a:gd name="csY77" fmla="*/ 4209 h 443699"/>
                  <a:gd name="csX78" fmla="*/ 365076 w 913595"/>
                  <a:gd name="csY78" fmla="*/ 442321 h 443699"/>
                  <a:gd name="csX79" fmla="*/ 761746 w 913595"/>
                  <a:gd name="csY79" fmla="*/ 4209 h 443699"/>
                  <a:gd name="csX80" fmla="*/ 407706 w 913595"/>
                  <a:gd name="csY80" fmla="*/ 439491 h 443699"/>
                  <a:gd name="csX81" fmla="*/ 804376 w 913595"/>
                  <a:gd name="csY81" fmla="*/ 1307 h 443699"/>
                  <a:gd name="csX82" fmla="*/ 407706 w 913595"/>
                  <a:gd name="csY82" fmla="*/ 439491 h 443699"/>
                  <a:gd name="csX83" fmla="*/ 804376 w 913595"/>
                  <a:gd name="csY83" fmla="*/ 1307 h 443699"/>
                  <a:gd name="csX84" fmla="*/ 445422 w 913595"/>
                  <a:gd name="csY84" fmla="*/ 442103 h 443699"/>
                  <a:gd name="csX85" fmla="*/ 842093 w 913595"/>
                  <a:gd name="csY85" fmla="*/ 3919 h 443699"/>
                  <a:gd name="csX86" fmla="*/ 445422 w 913595"/>
                  <a:gd name="csY86" fmla="*/ 442103 h 443699"/>
                  <a:gd name="csX87" fmla="*/ 842093 w 913595"/>
                  <a:gd name="csY87" fmla="*/ 3919 h 443699"/>
                  <a:gd name="csX88" fmla="*/ 488052 w 913595"/>
                  <a:gd name="csY88" fmla="*/ 439273 h 443699"/>
                  <a:gd name="csX89" fmla="*/ 884723 w 913595"/>
                  <a:gd name="csY89" fmla="*/ 1089 h 443699"/>
                  <a:gd name="csX90" fmla="*/ 488052 w 913595"/>
                  <a:gd name="csY90" fmla="*/ 439273 h 443699"/>
                  <a:gd name="csX91" fmla="*/ 884723 w 913595"/>
                  <a:gd name="csY91" fmla="*/ 1089 h 443699"/>
                  <a:gd name="csX92" fmla="*/ 525769 w 913595"/>
                  <a:gd name="csY92" fmla="*/ 441886 h 443699"/>
                  <a:gd name="csX93" fmla="*/ 912538 w 913595"/>
                  <a:gd name="csY93" fmla="*/ 14660 h 443699"/>
                  <a:gd name="csX94" fmla="*/ 525769 w 913595"/>
                  <a:gd name="csY94" fmla="*/ 441886 h 443699"/>
                  <a:gd name="csX95" fmla="*/ 912538 w 913595"/>
                  <a:gd name="csY95" fmla="*/ 14660 h 443699"/>
                  <a:gd name="csX96" fmla="*/ 568399 w 913595"/>
                  <a:gd name="csY96" fmla="*/ 438983 h 443699"/>
                  <a:gd name="csX97" fmla="*/ 910573 w 913595"/>
                  <a:gd name="csY97" fmla="*/ 61105 h 443699"/>
                  <a:gd name="csX98" fmla="*/ 568399 w 913595"/>
                  <a:gd name="csY98" fmla="*/ 438983 h 443699"/>
                  <a:gd name="csX99" fmla="*/ 910573 w 913595"/>
                  <a:gd name="csY99" fmla="*/ 61105 h 443699"/>
                  <a:gd name="csX100" fmla="*/ 606116 w 913595"/>
                  <a:gd name="csY100" fmla="*/ 441595 h 443699"/>
                  <a:gd name="csX101" fmla="*/ 913520 w 913595"/>
                  <a:gd name="csY101" fmla="*/ 102035 h 443699"/>
                  <a:gd name="csX102" fmla="*/ 606116 w 913595"/>
                  <a:gd name="csY102" fmla="*/ 441595 h 443699"/>
                  <a:gd name="csX103" fmla="*/ 913520 w 913595"/>
                  <a:gd name="csY103" fmla="*/ 102035 h 443699"/>
                  <a:gd name="csX104" fmla="*/ 648746 w 913595"/>
                  <a:gd name="csY104" fmla="*/ 438765 h 443699"/>
                  <a:gd name="csX105" fmla="*/ 911555 w 913595"/>
                  <a:gd name="csY105" fmla="*/ 148481 h 443699"/>
                  <a:gd name="csX106" fmla="*/ 648746 w 913595"/>
                  <a:gd name="csY106" fmla="*/ 438765 h 443699"/>
                  <a:gd name="csX107" fmla="*/ 911555 w 913595"/>
                  <a:gd name="csY107" fmla="*/ 148481 h 443699"/>
                  <a:gd name="csX108" fmla="*/ 686463 w 913595"/>
                  <a:gd name="csY108" fmla="*/ 441378 h 443699"/>
                  <a:gd name="csX109" fmla="*/ 909590 w 913595"/>
                  <a:gd name="csY109" fmla="*/ 194854 h 443699"/>
                  <a:gd name="csX110" fmla="*/ 686463 w 913595"/>
                  <a:gd name="csY110" fmla="*/ 441378 h 443699"/>
                  <a:gd name="csX111" fmla="*/ 909590 w 913595"/>
                  <a:gd name="csY111" fmla="*/ 194854 h 443699"/>
                  <a:gd name="csX112" fmla="*/ 729093 w 913595"/>
                  <a:gd name="csY112" fmla="*/ 438475 h 443699"/>
                  <a:gd name="csX113" fmla="*/ 912538 w 913595"/>
                  <a:gd name="csY113" fmla="*/ 235856 h 443699"/>
                  <a:gd name="csX114" fmla="*/ 729093 w 913595"/>
                  <a:gd name="csY114" fmla="*/ 438475 h 443699"/>
                  <a:gd name="csX115" fmla="*/ 912538 w 913595"/>
                  <a:gd name="csY115" fmla="*/ 235856 h 443699"/>
                  <a:gd name="csX116" fmla="*/ 766810 w 913595"/>
                  <a:gd name="csY116" fmla="*/ 441087 h 443699"/>
                  <a:gd name="csX117" fmla="*/ 910573 w 913595"/>
                  <a:gd name="csY117" fmla="*/ 282302 h 443699"/>
                  <a:gd name="csX118" fmla="*/ 766810 w 913595"/>
                  <a:gd name="csY118" fmla="*/ 441087 h 443699"/>
                  <a:gd name="csX119" fmla="*/ 910573 w 913595"/>
                  <a:gd name="csY119" fmla="*/ 282302 h 443699"/>
                  <a:gd name="csX120" fmla="*/ 804451 w 913595"/>
                  <a:gd name="csY120" fmla="*/ 443700 h 443699"/>
                  <a:gd name="csX121" fmla="*/ 913596 w 913595"/>
                  <a:gd name="csY121" fmla="*/ 323232 h 443699"/>
                  <a:gd name="csX122" fmla="*/ 804451 w 913595"/>
                  <a:gd name="csY122" fmla="*/ 443700 h 443699"/>
                  <a:gd name="csX123" fmla="*/ 913596 w 913595"/>
                  <a:gd name="csY123" fmla="*/ 323232 h 443699"/>
                  <a:gd name="csX124" fmla="*/ 847157 w 913595"/>
                  <a:gd name="csY124" fmla="*/ 440870 h 443699"/>
                  <a:gd name="csX125" fmla="*/ 911631 w 913595"/>
                  <a:gd name="csY125" fmla="*/ 369677 h 443699"/>
                  <a:gd name="csX126" fmla="*/ 847157 w 913595"/>
                  <a:gd name="csY126" fmla="*/ 440870 h 443699"/>
                  <a:gd name="csX127" fmla="*/ 911631 w 913595"/>
                  <a:gd name="csY127" fmla="*/ 369677 h 443699"/>
                  <a:gd name="csX128" fmla="*/ 884798 w 913595"/>
                  <a:gd name="csY128" fmla="*/ 443482 h 443699"/>
                  <a:gd name="csX129" fmla="*/ 909590 w 913595"/>
                  <a:gd name="csY129" fmla="*/ 416050 h 443699"/>
                  <a:gd name="csX130" fmla="*/ 884798 w 913595"/>
                  <a:gd name="csY130" fmla="*/ 443482 h 443699"/>
                  <a:gd name="csX131" fmla="*/ 909590 w 913595"/>
                  <a:gd name="csY131" fmla="*/ 416050 h 443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</a:cxnLst>
                <a:rect l="l" t="t" r="r" b="b"/>
                <a:pathLst>
                  <a:path w="913595" h="443699">
                    <a:moveTo>
                      <a:pt x="907" y="3847"/>
                    </a:moveTo>
                    <a:cubicBezTo>
                      <a:pt x="907" y="3847"/>
                      <a:pt x="907" y="3847"/>
                      <a:pt x="907" y="3847"/>
                    </a:cubicBezTo>
                    <a:moveTo>
                      <a:pt x="907" y="3847"/>
                    </a:moveTo>
                    <a:cubicBezTo>
                      <a:pt x="907" y="3847"/>
                      <a:pt x="907" y="3847"/>
                      <a:pt x="907" y="3847"/>
                    </a:cubicBezTo>
                    <a:moveTo>
                      <a:pt x="3931" y="44777"/>
                    </a:moveTo>
                    <a:cubicBezTo>
                      <a:pt x="9902" y="35923"/>
                      <a:pt x="26153" y="24166"/>
                      <a:pt x="43613" y="944"/>
                    </a:cubicBezTo>
                    <a:moveTo>
                      <a:pt x="3931" y="44777"/>
                    </a:moveTo>
                    <a:cubicBezTo>
                      <a:pt x="17234" y="32077"/>
                      <a:pt x="27740" y="22933"/>
                      <a:pt x="43613" y="944"/>
                    </a:cubicBezTo>
                    <a:moveTo>
                      <a:pt x="1966" y="91222"/>
                    </a:moveTo>
                    <a:cubicBezTo>
                      <a:pt x="25473" y="55009"/>
                      <a:pt x="70824" y="36721"/>
                      <a:pt x="81254" y="3556"/>
                    </a:cubicBezTo>
                    <a:moveTo>
                      <a:pt x="1966" y="91222"/>
                    </a:moveTo>
                    <a:cubicBezTo>
                      <a:pt x="24339" y="60524"/>
                      <a:pt x="53212" y="30262"/>
                      <a:pt x="81254" y="3556"/>
                    </a:cubicBezTo>
                    <a:moveTo>
                      <a:pt x="1" y="137668"/>
                    </a:moveTo>
                    <a:cubicBezTo>
                      <a:pt x="44596" y="90787"/>
                      <a:pt x="110506" y="32149"/>
                      <a:pt x="123960" y="726"/>
                    </a:cubicBezTo>
                    <a:moveTo>
                      <a:pt x="1" y="137668"/>
                    </a:moveTo>
                    <a:cubicBezTo>
                      <a:pt x="30234" y="101673"/>
                      <a:pt x="75812" y="61323"/>
                      <a:pt x="123960" y="726"/>
                    </a:cubicBezTo>
                    <a:moveTo>
                      <a:pt x="2948" y="178598"/>
                    </a:moveTo>
                    <a:cubicBezTo>
                      <a:pt x="43462" y="130991"/>
                      <a:pt x="81028" y="95649"/>
                      <a:pt x="161601" y="3338"/>
                    </a:cubicBezTo>
                    <a:moveTo>
                      <a:pt x="2948" y="178598"/>
                    </a:moveTo>
                    <a:cubicBezTo>
                      <a:pt x="72335" y="107696"/>
                      <a:pt x="133861" y="31859"/>
                      <a:pt x="161601" y="3338"/>
                    </a:cubicBezTo>
                    <a:moveTo>
                      <a:pt x="983" y="225043"/>
                    </a:moveTo>
                    <a:cubicBezTo>
                      <a:pt x="39002" y="187742"/>
                      <a:pt x="81254" y="139264"/>
                      <a:pt x="204307" y="436"/>
                    </a:cubicBezTo>
                    <a:moveTo>
                      <a:pt x="983" y="225043"/>
                    </a:moveTo>
                    <a:cubicBezTo>
                      <a:pt x="53212" y="174824"/>
                      <a:pt x="86621" y="129104"/>
                      <a:pt x="204307" y="436"/>
                    </a:cubicBezTo>
                    <a:moveTo>
                      <a:pt x="3931" y="265973"/>
                    </a:moveTo>
                    <a:cubicBezTo>
                      <a:pt x="54346" y="207045"/>
                      <a:pt x="120861" y="134039"/>
                      <a:pt x="241948" y="3048"/>
                    </a:cubicBezTo>
                    <a:moveTo>
                      <a:pt x="3931" y="265973"/>
                    </a:moveTo>
                    <a:cubicBezTo>
                      <a:pt x="91761" y="167639"/>
                      <a:pt x="172107" y="83385"/>
                      <a:pt x="241948" y="3048"/>
                    </a:cubicBezTo>
                    <a:moveTo>
                      <a:pt x="1966" y="312419"/>
                    </a:moveTo>
                    <a:cubicBezTo>
                      <a:pt x="82615" y="207844"/>
                      <a:pt x="172485" y="125766"/>
                      <a:pt x="284653" y="218"/>
                    </a:cubicBezTo>
                    <a:moveTo>
                      <a:pt x="1966" y="312419"/>
                    </a:moveTo>
                    <a:cubicBezTo>
                      <a:pt x="106122" y="202038"/>
                      <a:pt x="205138" y="87666"/>
                      <a:pt x="284653" y="218"/>
                    </a:cubicBezTo>
                    <a:moveTo>
                      <a:pt x="1" y="358864"/>
                    </a:moveTo>
                    <a:cubicBezTo>
                      <a:pt x="105819" y="228672"/>
                      <a:pt x="211260" y="113574"/>
                      <a:pt x="322295" y="2831"/>
                    </a:cubicBezTo>
                    <a:moveTo>
                      <a:pt x="1" y="358864"/>
                    </a:moveTo>
                    <a:cubicBezTo>
                      <a:pt x="79818" y="260748"/>
                      <a:pt x="160089" y="175259"/>
                      <a:pt x="322295" y="2831"/>
                    </a:cubicBezTo>
                    <a:moveTo>
                      <a:pt x="2948" y="399794"/>
                    </a:moveTo>
                    <a:cubicBezTo>
                      <a:pt x="109447" y="260167"/>
                      <a:pt x="238169" y="143183"/>
                      <a:pt x="365000" y="1"/>
                    </a:cubicBezTo>
                    <a:moveTo>
                      <a:pt x="2948" y="399794"/>
                    </a:moveTo>
                    <a:cubicBezTo>
                      <a:pt x="134768" y="262490"/>
                      <a:pt x="258879" y="120759"/>
                      <a:pt x="365000" y="1"/>
                    </a:cubicBezTo>
                    <a:moveTo>
                      <a:pt x="5972" y="440724"/>
                    </a:moveTo>
                    <a:cubicBezTo>
                      <a:pt x="121617" y="295365"/>
                      <a:pt x="276717" y="157915"/>
                      <a:pt x="402642" y="2613"/>
                    </a:cubicBezTo>
                    <a:moveTo>
                      <a:pt x="5972" y="440724"/>
                    </a:moveTo>
                    <a:cubicBezTo>
                      <a:pt x="126832" y="303855"/>
                      <a:pt x="246483" y="181428"/>
                      <a:pt x="402642" y="2613"/>
                    </a:cubicBezTo>
                    <a:moveTo>
                      <a:pt x="43689" y="443337"/>
                    </a:moveTo>
                    <a:cubicBezTo>
                      <a:pt x="173846" y="274464"/>
                      <a:pt x="326754" y="110526"/>
                      <a:pt x="440358" y="5225"/>
                    </a:cubicBezTo>
                    <a:moveTo>
                      <a:pt x="43689" y="443337"/>
                    </a:moveTo>
                    <a:cubicBezTo>
                      <a:pt x="162962" y="310895"/>
                      <a:pt x="270897" y="189411"/>
                      <a:pt x="440358" y="5225"/>
                    </a:cubicBezTo>
                    <a:moveTo>
                      <a:pt x="86318" y="440507"/>
                    </a:moveTo>
                    <a:cubicBezTo>
                      <a:pt x="163188" y="338109"/>
                      <a:pt x="273920" y="229833"/>
                      <a:pt x="482988" y="2323"/>
                    </a:cubicBezTo>
                    <a:moveTo>
                      <a:pt x="86318" y="440507"/>
                    </a:moveTo>
                    <a:cubicBezTo>
                      <a:pt x="237715" y="269820"/>
                      <a:pt x="405212" y="102471"/>
                      <a:pt x="482988" y="2323"/>
                    </a:cubicBezTo>
                    <a:moveTo>
                      <a:pt x="124035" y="443119"/>
                    </a:moveTo>
                    <a:cubicBezTo>
                      <a:pt x="197126" y="359880"/>
                      <a:pt x="280647" y="240356"/>
                      <a:pt x="520705" y="4935"/>
                    </a:cubicBezTo>
                    <a:moveTo>
                      <a:pt x="124035" y="443119"/>
                    </a:moveTo>
                    <a:cubicBezTo>
                      <a:pt x="243686" y="305815"/>
                      <a:pt x="368553" y="167349"/>
                      <a:pt x="520705" y="4935"/>
                    </a:cubicBezTo>
                    <a:moveTo>
                      <a:pt x="166665" y="440216"/>
                    </a:moveTo>
                    <a:cubicBezTo>
                      <a:pt x="283897" y="280995"/>
                      <a:pt x="412997" y="154577"/>
                      <a:pt x="563335" y="2105"/>
                    </a:cubicBezTo>
                    <a:moveTo>
                      <a:pt x="166665" y="440216"/>
                    </a:moveTo>
                    <a:cubicBezTo>
                      <a:pt x="241116" y="357122"/>
                      <a:pt x="335598" y="255668"/>
                      <a:pt x="563335" y="2105"/>
                    </a:cubicBezTo>
                    <a:moveTo>
                      <a:pt x="204382" y="442829"/>
                    </a:moveTo>
                    <a:cubicBezTo>
                      <a:pt x="323353" y="309226"/>
                      <a:pt x="438393" y="185274"/>
                      <a:pt x="601052" y="4717"/>
                    </a:cubicBezTo>
                    <a:moveTo>
                      <a:pt x="204382" y="442829"/>
                    </a:moveTo>
                    <a:cubicBezTo>
                      <a:pt x="295235" y="348124"/>
                      <a:pt x="385030" y="252402"/>
                      <a:pt x="601052" y="4717"/>
                    </a:cubicBezTo>
                    <a:moveTo>
                      <a:pt x="247012" y="439999"/>
                    </a:moveTo>
                    <a:cubicBezTo>
                      <a:pt x="396670" y="258063"/>
                      <a:pt x="554945" y="115098"/>
                      <a:pt x="643682" y="1815"/>
                    </a:cubicBezTo>
                    <a:moveTo>
                      <a:pt x="247012" y="439999"/>
                    </a:moveTo>
                    <a:cubicBezTo>
                      <a:pt x="382460" y="291155"/>
                      <a:pt x="506495" y="154141"/>
                      <a:pt x="643682" y="1815"/>
                    </a:cubicBezTo>
                    <a:moveTo>
                      <a:pt x="284729" y="442611"/>
                    </a:moveTo>
                    <a:cubicBezTo>
                      <a:pt x="404833" y="300662"/>
                      <a:pt x="512315" y="173518"/>
                      <a:pt x="681399" y="4427"/>
                    </a:cubicBezTo>
                    <a:moveTo>
                      <a:pt x="284729" y="442611"/>
                    </a:moveTo>
                    <a:cubicBezTo>
                      <a:pt x="359709" y="358066"/>
                      <a:pt x="445045" y="254217"/>
                      <a:pt x="681399" y="4427"/>
                    </a:cubicBezTo>
                    <a:moveTo>
                      <a:pt x="327359" y="439708"/>
                    </a:moveTo>
                    <a:cubicBezTo>
                      <a:pt x="423579" y="338254"/>
                      <a:pt x="534235" y="231139"/>
                      <a:pt x="724029" y="1597"/>
                    </a:cubicBezTo>
                    <a:moveTo>
                      <a:pt x="327359" y="439708"/>
                    </a:moveTo>
                    <a:cubicBezTo>
                      <a:pt x="454720" y="303565"/>
                      <a:pt x="572935" y="166623"/>
                      <a:pt x="724029" y="1597"/>
                    </a:cubicBezTo>
                    <a:moveTo>
                      <a:pt x="365076" y="442321"/>
                    </a:moveTo>
                    <a:cubicBezTo>
                      <a:pt x="521763" y="265901"/>
                      <a:pt x="656909" y="129394"/>
                      <a:pt x="761746" y="4209"/>
                    </a:cubicBezTo>
                    <a:moveTo>
                      <a:pt x="365076" y="442321"/>
                    </a:moveTo>
                    <a:cubicBezTo>
                      <a:pt x="504908" y="288688"/>
                      <a:pt x="643758" y="129830"/>
                      <a:pt x="761746" y="4209"/>
                    </a:cubicBezTo>
                    <a:moveTo>
                      <a:pt x="407706" y="439491"/>
                    </a:moveTo>
                    <a:cubicBezTo>
                      <a:pt x="573010" y="258063"/>
                      <a:pt x="704226" y="115606"/>
                      <a:pt x="804376" y="1307"/>
                    </a:cubicBezTo>
                    <a:moveTo>
                      <a:pt x="407706" y="439491"/>
                    </a:moveTo>
                    <a:cubicBezTo>
                      <a:pt x="483668" y="353131"/>
                      <a:pt x="575882" y="269529"/>
                      <a:pt x="804376" y="1307"/>
                    </a:cubicBezTo>
                    <a:moveTo>
                      <a:pt x="445422" y="442103"/>
                    </a:moveTo>
                    <a:cubicBezTo>
                      <a:pt x="574749" y="298993"/>
                      <a:pt x="712842" y="142312"/>
                      <a:pt x="842093" y="3919"/>
                    </a:cubicBezTo>
                    <a:moveTo>
                      <a:pt x="445422" y="442103"/>
                    </a:moveTo>
                    <a:cubicBezTo>
                      <a:pt x="577470" y="299574"/>
                      <a:pt x="702185" y="173082"/>
                      <a:pt x="842093" y="3919"/>
                    </a:cubicBezTo>
                    <a:moveTo>
                      <a:pt x="488052" y="439273"/>
                    </a:moveTo>
                    <a:cubicBezTo>
                      <a:pt x="614506" y="286148"/>
                      <a:pt x="758722" y="121049"/>
                      <a:pt x="884723" y="1089"/>
                    </a:cubicBezTo>
                    <a:moveTo>
                      <a:pt x="488052" y="439273"/>
                    </a:moveTo>
                    <a:cubicBezTo>
                      <a:pt x="578981" y="341665"/>
                      <a:pt x="664317" y="235058"/>
                      <a:pt x="884723" y="1089"/>
                    </a:cubicBezTo>
                    <a:moveTo>
                      <a:pt x="525769" y="441886"/>
                    </a:moveTo>
                    <a:cubicBezTo>
                      <a:pt x="637786" y="315394"/>
                      <a:pt x="765071" y="185274"/>
                      <a:pt x="912538" y="14660"/>
                    </a:cubicBezTo>
                    <a:moveTo>
                      <a:pt x="525769" y="441886"/>
                    </a:moveTo>
                    <a:cubicBezTo>
                      <a:pt x="621838" y="338544"/>
                      <a:pt x="719116" y="218512"/>
                      <a:pt x="912538" y="14660"/>
                    </a:cubicBezTo>
                    <a:moveTo>
                      <a:pt x="568399" y="438983"/>
                    </a:moveTo>
                    <a:cubicBezTo>
                      <a:pt x="705359" y="314015"/>
                      <a:pt x="811027" y="157407"/>
                      <a:pt x="910573" y="61105"/>
                    </a:cubicBezTo>
                    <a:moveTo>
                      <a:pt x="568399" y="438983"/>
                    </a:moveTo>
                    <a:cubicBezTo>
                      <a:pt x="675730" y="312273"/>
                      <a:pt x="796364" y="184258"/>
                      <a:pt x="910573" y="61105"/>
                    </a:cubicBezTo>
                    <a:moveTo>
                      <a:pt x="606116" y="441595"/>
                    </a:moveTo>
                    <a:cubicBezTo>
                      <a:pt x="703470" y="313725"/>
                      <a:pt x="821987" y="193765"/>
                      <a:pt x="913520" y="102035"/>
                    </a:cubicBezTo>
                    <a:moveTo>
                      <a:pt x="606116" y="441595"/>
                    </a:moveTo>
                    <a:cubicBezTo>
                      <a:pt x="699388" y="345003"/>
                      <a:pt x="799387" y="240065"/>
                      <a:pt x="913520" y="102035"/>
                    </a:cubicBezTo>
                    <a:moveTo>
                      <a:pt x="648746" y="438765"/>
                    </a:moveTo>
                    <a:cubicBezTo>
                      <a:pt x="712086" y="349140"/>
                      <a:pt x="802184" y="266481"/>
                      <a:pt x="911555" y="148481"/>
                    </a:cubicBezTo>
                    <a:moveTo>
                      <a:pt x="648746" y="438765"/>
                    </a:moveTo>
                    <a:cubicBezTo>
                      <a:pt x="745041" y="325046"/>
                      <a:pt x="854413" y="203490"/>
                      <a:pt x="911555" y="148481"/>
                    </a:cubicBezTo>
                    <a:moveTo>
                      <a:pt x="686463" y="441378"/>
                    </a:moveTo>
                    <a:cubicBezTo>
                      <a:pt x="764467" y="354800"/>
                      <a:pt x="837406" y="258426"/>
                      <a:pt x="909590" y="194854"/>
                    </a:cubicBezTo>
                    <a:moveTo>
                      <a:pt x="686463" y="441378"/>
                    </a:moveTo>
                    <a:cubicBezTo>
                      <a:pt x="751693" y="364452"/>
                      <a:pt x="817830" y="287382"/>
                      <a:pt x="909590" y="194854"/>
                    </a:cubicBezTo>
                    <a:moveTo>
                      <a:pt x="729093" y="438475"/>
                    </a:moveTo>
                    <a:cubicBezTo>
                      <a:pt x="784270" y="388691"/>
                      <a:pt x="827126" y="330344"/>
                      <a:pt x="912538" y="235856"/>
                    </a:cubicBezTo>
                    <a:moveTo>
                      <a:pt x="729093" y="438475"/>
                    </a:moveTo>
                    <a:cubicBezTo>
                      <a:pt x="775578" y="385425"/>
                      <a:pt x="825388" y="338689"/>
                      <a:pt x="912538" y="235856"/>
                    </a:cubicBezTo>
                    <a:moveTo>
                      <a:pt x="766810" y="441087"/>
                    </a:moveTo>
                    <a:cubicBezTo>
                      <a:pt x="827051" y="388110"/>
                      <a:pt x="861669" y="325627"/>
                      <a:pt x="910573" y="282302"/>
                    </a:cubicBezTo>
                    <a:moveTo>
                      <a:pt x="766810" y="441087"/>
                    </a:moveTo>
                    <a:cubicBezTo>
                      <a:pt x="805887" y="392972"/>
                      <a:pt x="845116" y="363726"/>
                      <a:pt x="910573" y="282302"/>
                    </a:cubicBezTo>
                    <a:moveTo>
                      <a:pt x="804451" y="443700"/>
                    </a:moveTo>
                    <a:cubicBezTo>
                      <a:pt x="822365" y="398561"/>
                      <a:pt x="878298" y="387675"/>
                      <a:pt x="913596" y="323232"/>
                    </a:cubicBezTo>
                    <a:moveTo>
                      <a:pt x="804451" y="443700"/>
                    </a:moveTo>
                    <a:cubicBezTo>
                      <a:pt x="835895" y="406543"/>
                      <a:pt x="854035" y="380781"/>
                      <a:pt x="913596" y="323232"/>
                    </a:cubicBezTo>
                    <a:moveTo>
                      <a:pt x="847157" y="440870"/>
                    </a:moveTo>
                    <a:cubicBezTo>
                      <a:pt x="872553" y="418082"/>
                      <a:pt x="885403" y="405164"/>
                      <a:pt x="911631" y="369677"/>
                    </a:cubicBezTo>
                    <a:moveTo>
                      <a:pt x="847157" y="440870"/>
                    </a:moveTo>
                    <a:cubicBezTo>
                      <a:pt x="865826" y="418227"/>
                      <a:pt x="888653" y="397762"/>
                      <a:pt x="911631" y="369677"/>
                    </a:cubicBezTo>
                    <a:moveTo>
                      <a:pt x="884798" y="443482"/>
                    </a:moveTo>
                    <a:cubicBezTo>
                      <a:pt x="891147" y="437314"/>
                      <a:pt x="895229" y="432378"/>
                      <a:pt x="909590" y="416050"/>
                    </a:cubicBezTo>
                    <a:moveTo>
                      <a:pt x="884798" y="443482"/>
                    </a:moveTo>
                    <a:cubicBezTo>
                      <a:pt x="892659" y="435281"/>
                      <a:pt x="899310" y="427371"/>
                      <a:pt x="909590" y="416050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5" name="شكل حر: شكل 66">
                <a:extLst>
                  <a:ext uri="{FF2B5EF4-FFF2-40B4-BE49-F238E27FC236}">
                    <a16:creationId xmlns:a16="http://schemas.microsoft.com/office/drawing/2014/main" id="{64A716F8-FE8A-DFC5-8B2D-718B20CB3F72}"/>
                  </a:ext>
                </a:extLst>
              </p:cNvPr>
              <p:cNvSpPr/>
              <p:nvPr/>
            </p:nvSpPr>
            <p:spPr>
              <a:xfrm>
                <a:off x="6588574" y="5475298"/>
                <a:ext cx="914224" cy="439974"/>
              </a:xfrm>
              <a:custGeom>
                <a:avLst/>
                <a:gdLst>
                  <a:gd name="csX0" fmla="*/ 6286 w 914224"/>
                  <a:gd name="csY0" fmla="*/ 1549 h 439974"/>
                  <a:gd name="csX1" fmla="*/ 913306 w 914224"/>
                  <a:gd name="csY1" fmla="*/ 1549 h 439974"/>
                  <a:gd name="csX2" fmla="*/ 6286 w 914224"/>
                  <a:gd name="csY2" fmla="*/ 1549 h 439974"/>
                  <a:gd name="csX3" fmla="*/ 913306 w 914224"/>
                  <a:gd name="csY3" fmla="*/ 1549 h 439974"/>
                  <a:gd name="csX4" fmla="*/ 913306 w 914224"/>
                  <a:gd name="csY4" fmla="*/ 1549 h 439974"/>
                  <a:gd name="csX5" fmla="*/ 913306 w 914224"/>
                  <a:gd name="csY5" fmla="*/ 436975 h 439974"/>
                  <a:gd name="csX6" fmla="*/ 913306 w 914224"/>
                  <a:gd name="csY6" fmla="*/ 1549 h 439974"/>
                  <a:gd name="csX7" fmla="*/ 913306 w 914224"/>
                  <a:gd name="csY7" fmla="*/ 436975 h 439974"/>
                  <a:gd name="csX8" fmla="*/ 913306 w 914224"/>
                  <a:gd name="csY8" fmla="*/ 436975 h 439974"/>
                  <a:gd name="csX9" fmla="*/ 6286 w 914224"/>
                  <a:gd name="csY9" fmla="*/ 436975 h 439974"/>
                  <a:gd name="csX10" fmla="*/ 913306 w 914224"/>
                  <a:gd name="csY10" fmla="*/ 436975 h 439974"/>
                  <a:gd name="csX11" fmla="*/ 6286 w 914224"/>
                  <a:gd name="csY11" fmla="*/ 436975 h 439974"/>
                  <a:gd name="csX12" fmla="*/ 6286 w 914224"/>
                  <a:gd name="csY12" fmla="*/ 436975 h 439974"/>
                  <a:gd name="csX13" fmla="*/ 6286 w 914224"/>
                  <a:gd name="csY13" fmla="*/ 1549 h 439974"/>
                  <a:gd name="csX14" fmla="*/ 6286 w 914224"/>
                  <a:gd name="csY14" fmla="*/ 436975 h 439974"/>
                  <a:gd name="csX15" fmla="*/ 6286 w 914224"/>
                  <a:gd name="csY15" fmla="*/ 1549 h 4399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4224" h="439974">
                    <a:moveTo>
                      <a:pt x="6286" y="1549"/>
                    </a:moveTo>
                    <a:cubicBezTo>
                      <a:pt x="303864" y="-5345"/>
                      <a:pt x="602500" y="13741"/>
                      <a:pt x="913306" y="1549"/>
                    </a:cubicBezTo>
                    <a:moveTo>
                      <a:pt x="6286" y="1549"/>
                    </a:moveTo>
                    <a:cubicBezTo>
                      <a:pt x="364181" y="7935"/>
                      <a:pt x="706883" y="14757"/>
                      <a:pt x="913306" y="1549"/>
                    </a:cubicBezTo>
                    <a:moveTo>
                      <a:pt x="913306" y="1549"/>
                    </a:moveTo>
                    <a:cubicBezTo>
                      <a:pt x="916404" y="156488"/>
                      <a:pt x="910433" y="324853"/>
                      <a:pt x="913306" y="436975"/>
                    </a:cubicBezTo>
                    <a:moveTo>
                      <a:pt x="913306" y="1549"/>
                    </a:moveTo>
                    <a:cubicBezTo>
                      <a:pt x="914212" y="124049"/>
                      <a:pt x="904764" y="232180"/>
                      <a:pt x="913306" y="436975"/>
                    </a:cubicBezTo>
                    <a:moveTo>
                      <a:pt x="913306" y="436975"/>
                    </a:moveTo>
                    <a:cubicBezTo>
                      <a:pt x="713005" y="432693"/>
                      <a:pt x="478314" y="442273"/>
                      <a:pt x="6286" y="436975"/>
                    </a:cubicBezTo>
                    <a:moveTo>
                      <a:pt x="913306" y="436975"/>
                    </a:moveTo>
                    <a:cubicBezTo>
                      <a:pt x="576045" y="443724"/>
                      <a:pt x="230244" y="436975"/>
                      <a:pt x="6286" y="436975"/>
                    </a:cubicBezTo>
                    <a:moveTo>
                      <a:pt x="6286" y="436975"/>
                    </a:moveTo>
                    <a:cubicBezTo>
                      <a:pt x="5530" y="345681"/>
                      <a:pt x="-7471" y="259466"/>
                      <a:pt x="6286" y="1549"/>
                    </a:cubicBezTo>
                    <a:moveTo>
                      <a:pt x="6286" y="436975"/>
                    </a:moveTo>
                    <a:cubicBezTo>
                      <a:pt x="6135" y="295317"/>
                      <a:pt x="13089" y="158956"/>
                      <a:pt x="6286" y="1549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12" name="صورة 67">
              <a:extLst>
                <a:ext uri="{FF2B5EF4-FFF2-40B4-BE49-F238E27FC236}">
                  <a16:creationId xmlns:a16="http://schemas.microsoft.com/office/drawing/2014/main" id="{589515CB-B127-B83D-4200-BC9260007A7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98639" y="5643760"/>
              <a:ext cx="891902" cy="123370"/>
            </a:xfrm>
            <a:custGeom>
              <a:avLst/>
              <a:gdLst>
                <a:gd name="csX0" fmla="*/ 0 w 891902"/>
                <a:gd name="csY0" fmla="*/ 0 h 123370"/>
                <a:gd name="csX1" fmla="*/ 891903 w 891902"/>
                <a:gd name="csY1" fmla="*/ 0 h 123370"/>
                <a:gd name="csX2" fmla="*/ 891903 w 891902"/>
                <a:gd name="csY2" fmla="*/ 123371 h 123370"/>
                <a:gd name="csX3" fmla="*/ 0 w 89190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0" y="0"/>
                  </a:moveTo>
                  <a:lnTo>
                    <a:pt x="891903" y="0"/>
                  </a:lnTo>
                  <a:lnTo>
                    <a:pt x="89190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16" name="!!رسم 9">
            <a:extLst>
              <a:ext uri="{FF2B5EF4-FFF2-40B4-BE49-F238E27FC236}">
                <a16:creationId xmlns:a16="http://schemas.microsoft.com/office/drawing/2014/main" id="{E2743D30-351A-6152-470A-44A96A72E956}"/>
              </a:ext>
            </a:extLst>
          </p:cNvPr>
          <p:cNvGrpSpPr/>
          <p:nvPr/>
        </p:nvGrpSpPr>
        <p:grpSpPr>
          <a:xfrm>
            <a:off x="2583978" y="1450246"/>
            <a:ext cx="920431" cy="602557"/>
            <a:chOff x="5306858" y="1461056"/>
            <a:chExt cx="920431" cy="602557"/>
          </a:xfrm>
          <a:noFill/>
        </p:grpSpPr>
        <p:grpSp>
          <p:nvGrpSpPr>
            <p:cNvPr id="1717" name="رسم 9">
              <a:extLst>
                <a:ext uri="{FF2B5EF4-FFF2-40B4-BE49-F238E27FC236}">
                  <a16:creationId xmlns:a16="http://schemas.microsoft.com/office/drawing/2014/main" id="{84291A29-738C-BCFC-3AD8-BC820652E894}"/>
                </a:ext>
              </a:extLst>
            </p:cNvPr>
            <p:cNvGrpSpPr/>
            <p:nvPr/>
          </p:nvGrpSpPr>
          <p:grpSpPr>
            <a:xfrm>
              <a:off x="5306858" y="1461056"/>
              <a:ext cx="920431" cy="602557"/>
              <a:chOff x="5306858" y="1461056"/>
              <a:chExt cx="920431" cy="602557"/>
            </a:xfrm>
            <a:noFill/>
          </p:grpSpPr>
          <p:sp>
            <p:nvSpPr>
              <p:cNvPr id="1719" name="مستطيل 70">
                <a:extLst>
                  <a:ext uri="{FF2B5EF4-FFF2-40B4-BE49-F238E27FC236}">
                    <a16:creationId xmlns:a16="http://schemas.microsoft.com/office/drawing/2014/main" id="{D7EBE0FD-594F-9311-DE04-673BDB033067}"/>
                  </a:ext>
                </a:extLst>
              </p:cNvPr>
              <p:cNvSpPr/>
              <p:nvPr/>
            </p:nvSpPr>
            <p:spPr>
              <a:xfrm>
                <a:off x="5309915" y="1463668"/>
                <a:ext cx="907019" cy="58056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0" name="شكل حر: شكل 71">
                <a:extLst>
                  <a:ext uri="{FF2B5EF4-FFF2-40B4-BE49-F238E27FC236}">
                    <a16:creationId xmlns:a16="http://schemas.microsoft.com/office/drawing/2014/main" id="{FADE4BA1-94FE-0105-954A-ACFD13174EA1}"/>
                  </a:ext>
                </a:extLst>
              </p:cNvPr>
              <p:cNvSpPr/>
              <p:nvPr/>
            </p:nvSpPr>
            <p:spPr>
              <a:xfrm>
                <a:off x="5307723" y="1461056"/>
                <a:ext cx="919566" cy="602557"/>
              </a:xfrm>
              <a:custGeom>
                <a:avLst/>
                <a:gdLst>
                  <a:gd name="csX0" fmla="*/ 1966 w 919566"/>
                  <a:gd name="csY0" fmla="*/ 2903 h 602557"/>
                  <a:gd name="csX1" fmla="*/ 1966 w 919566"/>
                  <a:gd name="csY1" fmla="*/ 2903 h 602557"/>
                  <a:gd name="csX2" fmla="*/ 1966 w 919566"/>
                  <a:gd name="csY2" fmla="*/ 2903 h 602557"/>
                  <a:gd name="csX3" fmla="*/ 1966 w 919566"/>
                  <a:gd name="csY3" fmla="*/ 2903 h 602557"/>
                  <a:gd name="csX4" fmla="*/ 1 w 919566"/>
                  <a:gd name="csY4" fmla="*/ 49276 h 602557"/>
                  <a:gd name="csX5" fmla="*/ 44596 w 919566"/>
                  <a:gd name="csY5" fmla="*/ 1 h 602557"/>
                  <a:gd name="csX6" fmla="*/ 1 w 919566"/>
                  <a:gd name="csY6" fmla="*/ 49276 h 602557"/>
                  <a:gd name="csX7" fmla="*/ 44596 w 919566"/>
                  <a:gd name="csY7" fmla="*/ 1 h 602557"/>
                  <a:gd name="csX8" fmla="*/ 2948 w 919566"/>
                  <a:gd name="csY8" fmla="*/ 90279 h 602557"/>
                  <a:gd name="csX9" fmla="*/ 82313 w 919566"/>
                  <a:gd name="csY9" fmla="*/ 2613 h 602557"/>
                  <a:gd name="csX10" fmla="*/ 2948 w 919566"/>
                  <a:gd name="csY10" fmla="*/ 90279 h 602557"/>
                  <a:gd name="csX11" fmla="*/ 82313 w 919566"/>
                  <a:gd name="csY11" fmla="*/ 2613 h 602557"/>
                  <a:gd name="csX12" fmla="*/ 983 w 919566"/>
                  <a:gd name="csY12" fmla="*/ 136652 h 602557"/>
                  <a:gd name="csX13" fmla="*/ 120029 w 919566"/>
                  <a:gd name="csY13" fmla="*/ 5226 h 602557"/>
                  <a:gd name="csX14" fmla="*/ 983 w 919566"/>
                  <a:gd name="csY14" fmla="*/ 136652 h 602557"/>
                  <a:gd name="csX15" fmla="*/ 120029 w 919566"/>
                  <a:gd name="csY15" fmla="*/ 5226 h 602557"/>
                  <a:gd name="csX16" fmla="*/ 4006 w 919566"/>
                  <a:gd name="csY16" fmla="*/ 177654 h 602557"/>
                  <a:gd name="csX17" fmla="*/ 162659 w 919566"/>
                  <a:gd name="csY17" fmla="*/ 2395 h 602557"/>
                  <a:gd name="csX18" fmla="*/ 4006 w 919566"/>
                  <a:gd name="csY18" fmla="*/ 177654 h 602557"/>
                  <a:gd name="csX19" fmla="*/ 162659 w 919566"/>
                  <a:gd name="csY19" fmla="*/ 2395 h 602557"/>
                  <a:gd name="csX20" fmla="*/ 1966 w 919566"/>
                  <a:gd name="csY20" fmla="*/ 224100 h 602557"/>
                  <a:gd name="csX21" fmla="*/ 200376 w 919566"/>
                  <a:gd name="csY21" fmla="*/ 5008 h 602557"/>
                  <a:gd name="csX22" fmla="*/ 1966 w 919566"/>
                  <a:gd name="csY22" fmla="*/ 224100 h 602557"/>
                  <a:gd name="csX23" fmla="*/ 200376 w 919566"/>
                  <a:gd name="csY23" fmla="*/ 5008 h 602557"/>
                  <a:gd name="csX24" fmla="*/ 1 w 919566"/>
                  <a:gd name="csY24" fmla="*/ 270473 h 602557"/>
                  <a:gd name="csX25" fmla="*/ 243006 w 919566"/>
                  <a:gd name="csY25" fmla="*/ 2105 h 602557"/>
                  <a:gd name="csX26" fmla="*/ 1 w 919566"/>
                  <a:gd name="csY26" fmla="*/ 270473 h 602557"/>
                  <a:gd name="csX27" fmla="*/ 243006 w 919566"/>
                  <a:gd name="csY27" fmla="*/ 2105 h 602557"/>
                  <a:gd name="csX28" fmla="*/ 3024 w 919566"/>
                  <a:gd name="csY28" fmla="*/ 311475 h 602557"/>
                  <a:gd name="csX29" fmla="*/ 280723 w 919566"/>
                  <a:gd name="csY29" fmla="*/ 4718 h 602557"/>
                  <a:gd name="csX30" fmla="*/ 3024 w 919566"/>
                  <a:gd name="csY30" fmla="*/ 311475 h 602557"/>
                  <a:gd name="csX31" fmla="*/ 280723 w 919566"/>
                  <a:gd name="csY31" fmla="*/ 4718 h 602557"/>
                  <a:gd name="csX32" fmla="*/ 1059 w 919566"/>
                  <a:gd name="csY32" fmla="*/ 357848 h 602557"/>
                  <a:gd name="csX33" fmla="*/ 323353 w 919566"/>
                  <a:gd name="csY33" fmla="*/ 1887 h 602557"/>
                  <a:gd name="csX34" fmla="*/ 1059 w 919566"/>
                  <a:gd name="csY34" fmla="*/ 357848 h 602557"/>
                  <a:gd name="csX35" fmla="*/ 323353 w 919566"/>
                  <a:gd name="csY35" fmla="*/ 1887 h 602557"/>
                  <a:gd name="csX36" fmla="*/ 4006 w 919566"/>
                  <a:gd name="csY36" fmla="*/ 398851 h 602557"/>
                  <a:gd name="csX37" fmla="*/ 361070 w 919566"/>
                  <a:gd name="csY37" fmla="*/ 4500 h 602557"/>
                  <a:gd name="csX38" fmla="*/ 4006 w 919566"/>
                  <a:gd name="csY38" fmla="*/ 398851 h 602557"/>
                  <a:gd name="csX39" fmla="*/ 361070 w 919566"/>
                  <a:gd name="csY39" fmla="*/ 4500 h 602557"/>
                  <a:gd name="csX40" fmla="*/ 2041 w 919566"/>
                  <a:gd name="csY40" fmla="*/ 445224 h 602557"/>
                  <a:gd name="csX41" fmla="*/ 403700 w 919566"/>
                  <a:gd name="csY41" fmla="*/ 1597 h 602557"/>
                  <a:gd name="csX42" fmla="*/ 2041 w 919566"/>
                  <a:gd name="csY42" fmla="*/ 445224 h 602557"/>
                  <a:gd name="csX43" fmla="*/ 403700 w 919566"/>
                  <a:gd name="csY43" fmla="*/ 1597 h 602557"/>
                  <a:gd name="csX44" fmla="*/ 76 w 919566"/>
                  <a:gd name="csY44" fmla="*/ 491669 h 602557"/>
                  <a:gd name="csX45" fmla="*/ 441417 w 919566"/>
                  <a:gd name="csY45" fmla="*/ 4210 h 602557"/>
                  <a:gd name="csX46" fmla="*/ 76 w 919566"/>
                  <a:gd name="csY46" fmla="*/ 491669 h 602557"/>
                  <a:gd name="csX47" fmla="*/ 441417 w 919566"/>
                  <a:gd name="csY47" fmla="*/ 4210 h 602557"/>
                  <a:gd name="csX48" fmla="*/ 3024 w 919566"/>
                  <a:gd name="csY48" fmla="*/ 532672 h 602557"/>
                  <a:gd name="csX49" fmla="*/ 484047 w 919566"/>
                  <a:gd name="csY49" fmla="*/ 1379 h 602557"/>
                  <a:gd name="csX50" fmla="*/ 3024 w 919566"/>
                  <a:gd name="csY50" fmla="*/ 532672 h 602557"/>
                  <a:gd name="csX51" fmla="*/ 484047 w 919566"/>
                  <a:gd name="csY51" fmla="*/ 1379 h 602557"/>
                  <a:gd name="csX52" fmla="*/ 1059 w 919566"/>
                  <a:gd name="csY52" fmla="*/ 579045 h 602557"/>
                  <a:gd name="csX53" fmla="*/ 521763 w 919566"/>
                  <a:gd name="csY53" fmla="*/ 3992 h 602557"/>
                  <a:gd name="csX54" fmla="*/ 1059 w 919566"/>
                  <a:gd name="csY54" fmla="*/ 579045 h 602557"/>
                  <a:gd name="csX55" fmla="*/ 521763 w 919566"/>
                  <a:gd name="csY55" fmla="*/ 3992 h 602557"/>
                  <a:gd name="csX56" fmla="*/ 23885 w 919566"/>
                  <a:gd name="csY56" fmla="*/ 598131 h 602557"/>
                  <a:gd name="csX57" fmla="*/ 564394 w 919566"/>
                  <a:gd name="csY57" fmla="*/ 1089 h 602557"/>
                  <a:gd name="csX58" fmla="*/ 23885 w 919566"/>
                  <a:gd name="csY58" fmla="*/ 598131 h 602557"/>
                  <a:gd name="csX59" fmla="*/ 564394 w 919566"/>
                  <a:gd name="csY59" fmla="*/ 1089 h 602557"/>
                  <a:gd name="csX60" fmla="*/ 61602 w 919566"/>
                  <a:gd name="csY60" fmla="*/ 600744 h 602557"/>
                  <a:gd name="csX61" fmla="*/ 602110 w 919566"/>
                  <a:gd name="csY61" fmla="*/ 3702 h 602557"/>
                  <a:gd name="csX62" fmla="*/ 61602 w 919566"/>
                  <a:gd name="csY62" fmla="*/ 600744 h 602557"/>
                  <a:gd name="csX63" fmla="*/ 602110 w 919566"/>
                  <a:gd name="csY63" fmla="*/ 3702 h 602557"/>
                  <a:gd name="csX64" fmla="*/ 104232 w 919566"/>
                  <a:gd name="csY64" fmla="*/ 597841 h 602557"/>
                  <a:gd name="csX65" fmla="*/ 644740 w 919566"/>
                  <a:gd name="csY65" fmla="*/ 871 h 602557"/>
                  <a:gd name="csX66" fmla="*/ 104232 w 919566"/>
                  <a:gd name="csY66" fmla="*/ 597841 h 602557"/>
                  <a:gd name="csX67" fmla="*/ 644740 w 919566"/>
                  <a:gd name="csY67" fmla="*/ 871 h 602557"/>
                  <a:gd name="csX68" fmla="*/ 141949 w 919566"/>
                  <a:gd name="csY68" fmla="*/ 600453 h 602557"/>
                  <a:gd name="csX69" fmla="*/ 682457 w 919566"/>
                  <a:gd name="csY69" fmla="*/ 3484 h 602557"/>
                  <a:gd name="csX70" fmla="*/ 141949 w 919566"/>
                  <a:gd name="csY70" fmla="*/ 600453 h 602557"/>
                  <a:gd name="csX71" fmla="*/ 682457 w 919566"/>
                  <a:gd name="csY71" fmla="*/ 3484 h 602557"/>
                  <a:gd name="csX72" fmla="*/ 184579 w 919566"/>
                  <a:gd name="csY72" fmla="*/ 597623 h 602557"/>
                  <a:gd name="csX73" fmla="*/ 725087 w 919566"/>
                  <a:gd name="csY73" fmla="*/ 654 h 602557"/>
                  <a:gd name="csX74" fmla="*/ 184579 w 919566"/>
                  <a:gd name="csY74" fmla="*/ 597623 h 602557"/>
                  <a:gd name="csX75" fmla="*/ 725087 w 919566"/>
                  <a:gd name="csY75" fmla="*/ 654 h 602557"/>
                  <a:gd name="csX76" fmla="*/ 222296 w 919566"/>
                  <a:gd name="csY76" fmla="*/ 600236 h 602557"/>
                  <a:gd name="csX77" fmla="*/ 762804 w 919566"/>
                  <a:gd name="csY77" fmla="*/ 3266 h 602557"/>
                  <a:gd name="csX78" fmla="*/ 222296 w 919566"/>
                  <a:gd name="csY78" fmla="*/ 600236 h 602557"/>
                  <a:gd name="csX79" fmla="*/ 762804 w 919566"/>
                  <a:gd name="csY79" fmla="*/ 3266 h 602557"/>
                  <a:gd name="csX80" fmla="*/ 264926 w 919566"/>
                  <a:gd name="csY80" fmla="*/ 597333 h 602557"/>
                  <a:gd name="csX81" fmla="*/ 805434 w 919566"/>
                  <a:gd name="csY81" fmla="*/ 363 h 602557"/>
                  <a:gd name="csX82" fmla="*/ 264926 w 919566"/>
                  <a:gd name="csY82" fmla="*/ 597333 h 602557"/>
                  <a:gd name="csX83" fmla="*/ 805434 w 919566"/>
                  <a:gd name="csY83" fmla="*/ 363 h 602557"/>
                  <a:gd name="csX84" fmla="*/ 302643 w 919566"/>
                  <a:gd name="csY84" fmla="*/ 599945 h 602557"/>
                  <a:gd name="csX85" fmla="*/ 843151 w 919566"/>
                  <a:gd name="csY85" fmla="*/ 2976 h 602557"/>
                  <a:gd name="csX86" fmla="*/ 302643 w 919566"/>
                  <a:gd name="csY86" fmla="*/ 599945 h 602557"/>
                  <a:gd name="csX87" fmla="*/ 843151 w 919566"/>
                  <a:gd name="csY87" fmla="*/ 2976 h 602557"/>
                  <a:gd name="csX88" fmla="*/ 340284 w 919566"/>
                  <a:gd name="csY88" fmla="*/ 602558 h 602557"/>
                  <a:gd name="csX89" fmla="*/ 885781 w 919566"/>
                  <a:gd name="csY89" fmla="*/ 146 h 602557"/>
                  <a:gd name="csX90" fmla="*/ 340284 w 919566"/>
                  <a:gd name="csY90" fmla="*/ 602558 h 602557"/>
                  <a:gd name="csX91" fmla="*/ 885781 w 919566"/>
                  <a:gd name="csY91" fmla="*/ 146 h 602557"/>
                  <a:gd name="csX92" fmla="*/ 382990 w 919566"/>
                  <a:gd name="csY92" fmla="*/ 599728 h 602557"/>
                  <a:gd name="csX93" fmla="*/ 918509 w 919566"/>
                  <a:gd name="csY93" fmla="*/ 8201 h 602557"/>
                  <a:gd name="csX94" fmla="*/ 382990 w 919566"/>
                  <a:gd name="csY94" fmla="*/ 599728 h 602557"/>
                  <a:gd name="csX95" fmla="*/ 918509 w 919566"/>
                  <a:gd name="csY95" fmla="*/ 8201 h 602557"/>
                  <a:gd name="csX96" fmla="*/ 420631 w 919566"/>
                  <a:gd name="csY96" fmla="*/ 602340 h 602557"/>
                  <a:gd name="csX97" fmla="*/ 916544 w 919566"/>
                  <a:gd name="csY97" fmla="*/ 54646 h 602557"/>
                  <a:gd name="csX98" fmla="*/ 420631 w 919566"/>
                  <a:gd name="csY98" fmla="*/ 602340 h 602557"/>
                  <a:gd name="csX99" fmla="*/ 916544 w 919566"/>
                  <a:gd name="csY99" fmla="*/ 54646 h 602557"/>
                  <a:gd name="csX100" fmla="*/ 463336 w 919566"/>
                  <a:gd name="csY100" fmla="*/ 599510 h 602557"/>
                  <a:gd name="csX101" fmla="*/ 919492 w 919566"/>
                  <a:gd name="csY101" fmla="*/ 95577 h 602557"/>
                  <a:gd name="csX102" fmla="*/ 463336 w 919566"/>
                  <a:gd name="csY102" fmla="*/ 599510 h 602557"/>
                  <a:gd name="csX103" fmla="*/ 919492 w 919566"/>
                  <a:gd name="csY103" fmla="*/ 95577 h 602557"/>
                  <a:gd name="csX104" fmla="*/ 500978 w 919566"/>
                  <a:gd name="csY104" fmla="*/ 602122 h 602557"/>
                  <a:gd name="csX105" fmla="*/ 917526 w 919566"/>
                  <a:gd name="csY105" fmla="*/ 142022 h 602557"/>
                  <a:gd name="csX106" fmla="*/ 500978 w 919566"/>
                  <a:gd name="csY106" fmla="*/ 602122 h 602557"/>
                  <a:gd name="csX107" fmla="*/ 917526 w 919566"/>
                  <a:gd name="csY107" fmla="*/ 142022 h 602557"/>
                  <a:gd name="csX108" fmla="*/ 543683 w 919566"/>
                  <a:gd name="csY108" fmla="*/ 599220 h 602557"/>
                  <a:gd name="csX109" fmla="*/ 915561 w 919566"/>
                  <a:gd name="csY109" fmla="*/ 188467 h 602557"/>
                  <a:gd name="csX110" fmla="*/ 543683 w 919566"/>
                  <a:gd name="csY110" fmla="*/ 599220 h 602557"/>
                  <a:gd name="csX111" fmla="*/ 915561 w 919566"/>
                  <a:gd name="csY111" fmla="*/ 188467 h 602557"/>
                  <a:gd name="csX112" fmla="*/ 581324 w 919566"/>
                  <a:gd name="csY112" fmla="*/ 601832 h 602557"/>
                  <a:gd name="csX113" fmla="*/ 918585 w 919566"/>
                  <a:gd name="csY113" fmla="*/ 229398 h 602557"/>
                  <a:gd name="csX114" fmla="*/ 581324 w 919566"/>
                  <a:gd name="csY114" fmla="*/ 601832 h 602557"/>
                  <a:gd name="csX115" fmla="*/ 918585 w 919566"/>
                  <a:gd name="csY115" fmla="*/ 229398 h 602557"/>
                  <a:gd name="csX116" fmla="*/ 624030 w 919566"/>
                  <a:gd name="csY116" fmla="*/ 599002 h 602557"/>
                  <a:gd name="csX117" fmla="*/ 916544 w 919566"/>
                  <a:gd name="csY117" fmla="*/ 275843 h 602557"/>
                  <a:gd name="csX118" fmla="*/ 624030 w 919566"/>
                  <a:gd name="csY118" fmla="*/ 599002 h 602557"/>
                  <a:gd name="csX119" fmla="*/ 916544 w 919566"/>
                  <a:gd name="csY119" fmla="*/ 275843 h 602557"/>
                  <a:gd name="csX120" fmla="*/ 661671 w 919566"/>
                  <a:gd name="csY120" fmla="*/ 601614 h 602557"/>
                  <a:gd name="csX121" fmla="*/ 919567 w 919566"/>
                  <a:gd name="csY121" fmla="*/ 316773 h 602557"/>
                  <a:gd name="csX122" fmla="*/ 661671 w 919566"/>
                  <a:gd name="csY122" fmla="*/ 601614 h 602557"/>
                  <a:gd name="csX123" fmla="*/ 919567 w 919566"/>
                  <a:gd name="csY123" fmla="*/ 316773 h 602557"/>
                  <a:gd name="csX124" fmla="*/ 704377 w 919566"/>
                  <a:gd name="csY124" fmla="*/ 598712 h 602557"/>
                  <a:gd name="csX125" fmla="*/ 917602 w 919566"/>
                  <a:gd name="csY125" fmla="*/ 363219 h 602557"/>
                  <a:gd name="csX126" fmla="*/ 704377 w 919566"/>
                  <a:gd name="csY126" fmla="*/ 598712 h 602557"/>
                  <a:gd name="csX127" fmla="*/ 917602 w 919566"/>
                  <a:gd name="csY127" fmla="*/ 363219 h 602557"/>
                  <a:gd name="csX128" fmla="*/ 742018 w 919566"/>
                  <a:gd name="csY128" fmla="*/ 601324 h 602557"/>
                  <a:gd name="csX129" fmla="*/ 915637 w 919566"/>
                  <a:gd name="csY129" fmla="*/ 409664 h 602557"/>
                  <a:gd name="csX130" fmla="*/ 742018 w 919566"/>
                  <a:gd name="csY130" fmla="*/ 601324 h 602557"/>
                  <a:gd name="csX131" fmla="*/ 915637 w 919566"/>
                  <a:gd name="csY131" fmla="*/ 409664 h 602557"/>
                  <a:gd name="csX132" fmla="*/ 784724 w 919566"/>
                  <a:gd name="csY132" fmla="*/ 598494 h 602557"/>
                  <a:gd name="csX133" fmla="*/ 918585 w 919566"/>
                  <a:gd name="csY133" fmla="*/ 450594 h 602557"/>
                  <a:gd name="csX134" fmla="*/ 784724 w 919566"/>
                  <a:gd name="csY134" fmla="*/ 598494 h 602557"/>
                  <a:gd name="csX135" fmla="*/ 918585 w 919566"/>
                  <a:gd name="csY135" fmla="*/ 450594 h 602557"/>
                  <a:gd name="csX136" fmla="*/ 822365 w 919566"/>
                  <a:gd name="csY136" fmla="*/ 601106 h 602557"/>
                  <a:gd name="csX137" fmla="*/ 916619 w 919566"/>
                  <a:gd name="csY137" fmla="*/ 497040 h 602557"/>
                  <a:gd name="csX138" fmla="*/ 822365 w 919566"/>
                  <a:gd name="csY138" fmla="*/ 601106 h 602557"/>
                  <a:gd name="csX139" fmla="*/ 916619 w 919566"/>
                  <a:gd name="csY139" fmla="*/ 497040 h 602557"/>
                  <a:gd name="csX140" fmla="*/ 865070 w 919566"/>
                  <a:gd name="csY140" fmla="*/ 598204 h 602557"/>
                  <a:gd name="csX141" fmla="*/ 919567 w 919566"/>
                  <a:gd name="csY141" fmla="*/ 537970 h 602557"/>
                  <a:gd name="csX142" fmla="*/ 865070 w 919566"/>
                  <a:gd name="csY142" fmla="*/ 598204 h 602557"/>
                  <a:gd name="csX143" fmla="*/ 919567 w 919566"/>
                  <a:gd name="csY143" fmla="*/ 537970 h 6025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</a:cxnLst>
                <a:rect l="l" t="t" r="r" b="b"/>
                <a:pathLst>
                  <a:path w="919566" h="602557">
                    <a:moveTo>
                      <a:pt x="1966" y="2903"/>
                    </a:moveTo>
                    <a:cubicBezTo>
                      <a:pt x="1966" y="2903"/>
                      <a:pt x="1966" y="2903"/>
                      <a:pt x="1966" y="2903"/>
                    </a:cubicBezTo>
                    <a:moveTo>
                      <a:pt x="1966" y="2903"/>
                    </a:moveTo>
                    <a:cubicBezTo>
                      <a:pt x="1966" y="2903"/>
                      <a:pt x="1966" y="2903"/>
                      <a:pt x="1966" y="2903"/>
                    </a:cubicBezTo>
                    <a:moveTo>
                      <a:pt x="1" y="49276"/>
                    </a:moveTo>
                    <a:cubicBezTo>
                      <a:pt x="12321" y="36213"/>
                      <a:pt x="24339" y="27070"/>
                      <a:pt x="44596" y="1"/>
                    </a:cubicBezTo>
                    <a:moveTo>
                      <a:pt x="1" y="49276"/>
                    </a:moveTo>
                    <a:cubicBezTo>
                      <a:pt x="13077" y="38028"/>
                      <a:pt x="17536" y="24747"/>
                      <a:pt x="44596" y="1"/>
                    </a:cubicBezTo>
                    <a:moveTo>
                      <a:pt x="2948" y="90279"/>
                    </a:moveTo>
                    <a:cubicBezTo>
                      <a:pt x="28345" y="61468"/>
                      <a:pt x="66289" y="32948"/>
                      <a:pt x="82313" y="2613"/>
                    </a:cubicBezTo>
                    <a:moveTo>
                      <a:pt x="2948" y="90279"/>
                    </a:moveTo>
                    <a:cubicBezTo>
                      <a:pt x="29025" y="69088"/>
                      <a:pt x="47014" y="44995"/>
                      <a:pt x="82313" y="2613"/>
                    </a:cubicBezTo>
                    <a:moveTo>
                      <a:pt x="983" y="136652"/>
                    </a:moveTo>
                    <a:cubicBezTo>
                      <a:pt x="42479" y="88174"/>
                      <a:pt x="61527" y="50510"/>
                      <a:pt x="120029" y="5226"/>
                    </a:cubicBezTo>
                    <a:moveTo>
                      <a:pt x="983" y="136652"/>
                    </a:moveTo>
                    <a:cubicBezTo>
                      <a:pt x="37642" y="93182"/>
                      <a:pt x="79440" y="58057"/>
                      <a:pt x="120029" y="5226"/>
                    </a:cubicBezTo>
                    <a:moveTo>
                      <a:pt x="4006" y="177654"/>
                    </a:moveTo>
                    <a:cubicBezTo>
                      <a:pt x="42857" y="113066"/>
                      <a:pt x="89266" y="71265"/>
                      <a:pt x="162659" y="2395"/>
                    </a:cubicBezTo>
                    <a:moveTo>
                      <a:pt x="4006" y="177654"/>
                    </a:moveTo>
                    <a:cubicBezTo>
                      <a:pt x="56462" y="117420"/>
                      <a:pt x="110808" y="54211"/>
                      <a:pt x="162659" y="2395"/>
                    </a:cubicBezTo>
                    <a:moveTo>
                      <a:pt x="1966" y="224100"/>
                    </a:moveTo>
                    <a:cubicBezTo>
                      <a:pt x="84882" y="132298"/>
                      <a:pt x="154421" y="63645"/>
                      <a:pt x="200376" y="5008"/>
                    </a:cubicBezTo>
                    <a:moveTo>
                      <a:pt x="1966" y="224100"/>
                    </a:moveTo>
                    <a:cubicBezTo>
                      <a:pt x="59184" y="159947"/>
                      <a:pt x="111413" y="109365"/>
                      <a:pt x="200376" y="5008"/>
                    </a:cubicBezTo>
                    <a:moveTo>
                      <a:pt x="1" y="270473"/>
                    </a:moveTo>
                    <a:cubicBezTo>
                      <a:pt x="99848" y="178525"/>
                      <a:pt x="188132" y="52034"/>
                      <a:pt x="243006" y="2105"/>
                    </a:cubicBezTo>
                    <a:moveTo>
                      <a:pt x="1" y="270473"/>
                    </a:moveTo>
                    <a:cubicBezTo>
                      <a:pt x="59561" y="201022"/>
                      <a:pt x="128495" y="126855"/>
                      <a:pt x="243006" y="2105"/>
                    </a:cubicBezTo>
                    <a:moveTo>
                      <a:pt x="3024" y="311475"/>
                    </a:moveTo>
                    <a:cubicBezTo>
                      <a:pt x="98034" y="204796"/>
                      <a:pt x="217459" y="82804"/>
                      <a:pt x="280723" y="4718"/>
                    </a:cubicBezTo>
                    <a:moveTo>
                      <a:pt x="3024" y="311475"/>
                    </a:moveTo>
                    <a:cubicBezTo>
                      <a:pt x="81708" y="211182"/>
                      <a:pt x="178835" y="128959"/>
                      <a:pt x="280723" y="4718"/>
                    </a:cubicBezTo>
                    <a:moveTo>
                      <a:pt x="1059" y="357848"/>
                    </a:moveTo>
                    <a:cubicBezTo>
                      <a:pt x="53363" y="286874"/>
                      <a:pt x="116326" y="220399"/>
                      <a:pt x="323353" y="1887"/>
                    </a:cubicBezTo>
                    <a:moveTo>
                      <a:pt x="1059" y="357848"/>
                    </a:moveTo>
                    <a:cubicBezTo>
                      <a:pt x="101209" y="237888"/>
                      <a:pt x="219499" y="122355"/>
                      <a:pt x="323353" y="1887"/>
                    </a:cubicBezTo>
                    <a:moveTo>
                      <a:pt x="4006" y="398851"/>
                    </a:moveTo>
                    <a:cubicBezTo>
                      <a:pt x="90929" y="286366"/>
                      <a:pt x="201434" y="192967"/>
                      <a:pt x="361070" y="4500"/>
                    </a:cubicBezTo>
                    <a:moveTo>
                      <a:pt x="4006" y="398851"/>
                    </a:moveTo>
                    <a:cubicBezTo>
                      <a:pt x="115721" y="262635"/>
                      <a:pt x="249582" y="123879"/>
                      <a:pt x="361070" y="4500"/>
                    </a:cubicBezTo>
                    <a:moveTo>
                      <a:pt x="2041" y="445224"/>
                    </a:moveTo>
                    <a:cubicBezTo>
                      <a:pt x="164700" y="273593"/>
                      <a:pt x="318969" y="79321"/>
                      <a:pt x="403700" y="1597"/>
                    </a:cubicBezTo>
                    <a:moveTo>
                      <a:pt x="2041" y="445224"/>
                    </a:moveTo>
                    <a:cubicBezTo>
                      <a:pt x="143537" y="299138"/>
                      <a:pt x="287375" y="137450"/>
                      <a:pt x="403700" y="1597"/>
                    </a:cubicBezTo>
                    <a:moveTo>
                      <a:pt x="76" y="491669"/>
                    </a:moveTo>
                    <a:cubicBezTo>
                      <a:pt x="135222" y="350156"/>
                      <a:pt x="256612" y="209368"/>
                      <a:pt x="441417" y="4210"/>
                    </a:cubicBezTo>
                    <a:moveTo>
                      <a:pt x="76" y="491669"/>
                    </a:moveTo>
                    <a:cubicBezTo>
                      <a:pt x="92743" y="391521"/>
                      <a:pt x="189492" y="279689"/>
                      <a:pt x="441417" y="4210"/>
                    </a:cubicBezTo>
                    <a:moveTo>
                      <a:pt x="3024" y="532672"/>
                    </a:moveTo>
                    <a:cubicBezTo>
                      <a:pt x="124716" y="416268"/>
                      <a:pt x="226680" y="268296"/>
                      <a:pt x="484047" y="1379"/>
                    </a:cubicBezTo>
                    <a:moveTo>
                      <a:pt x="3024" y="532672"/>
                    </a:moveTo>
                    <a:cubicBezTo>
                      <a:pt x="106198" y="434774"/>
                      <a:pt x="203324" y="327586"/>
                      <a:pt x="484047" y="1379"/>
                    </a:cubicBezTo>
                    <a:moveTo>
                      <a:pt x="1059" y="579045"/>
                    </a:moveTo>
                    <a:cubicBezTo>
                      <a:pt x="108994" y="434991"/>
                      <a:pt x="224110" y="324320"/>
                      <a:pt x="521763" y="3992"/>
                    </a:cubicBezTo>
                    <a:moveTo>
                      <a:pt x="1059" y="579045"/>
                    </a:moveTo>
                    <a:cubicBezTo>
                      <a:pt x="124942" y="439128"/>
                      <a:pt x="259030" y="298195"/>
                      <a:pt x="521763" y="3992"/>
                    </a:cubicBezTo>
                    <a:moveTo>
                      <a:pt x="23885" y="598131"/>
                    </a:moveTo>
                    <a:cubicBezTo>
                      <a:pt x="211109" y="386006"/>
                      <a:pt x="421236" y="173881"/>
                      <a:pt x="564394" y="1089"/>
                    </a:cubicBezTo>
                    <a:moveTo>
                      <a:pt x="23885" y="598131"/>
                    </a:moveTo>
                    <a:cubicBezTo>
                      <a:pt x="146938" y="471857"/>
                      <a:pt x="265833" y="342971"/>
                      <a:pt x="564394" y="1089"/>
                    </a:cubicBezTo>
                    <a:moveTo>
                      <a:pt x="61602" y="600744"/>
                    </a:moveTo>
                    <a:cubicBezTo>
                      <a:pt x="277246" y="359227"/>
                      <a:pt x="486239" y="149279"/>
                      <a:pt x="602110" y="3702"/>
                    </a:cubicBezTo>
                    <a:moveTo>
                      <a:pt x="61602" y="600744"/>
                    </a:moveTo>
                    <a:cubicBezTo>
                      <a:pt x="221238" y="418155"/>
                      <a:pt x="375280" y="250879"/>
                      <a:pt x="602110" y="3702"/>
                    </a:cubicBezTo>
                    <a:moveTo>
                      <a:pt x="104232" y="597841"/>
                    </a:moveTo>
                    <a:cubicBezTo>
                      <a:pt x="245123" y="463584"/>
                      <a:pt x="363111" y="302331"/>
                      <a:pt x="644740" y="871"/>
                    </a:cubicBezTo>
                    <a:moveTo>
                      <a:pt x="104232" y="597841"/>
                    </a:moveTo>
                    <a:cubicBezTo>
                      <a:pt x="222372" y="471785"/>
                      <a:pt x="320027" y="356397"/>
                      <a:pt x="644740" y="871"/>
                    </a:cubicBezTo>
                    <a:moveTo>
                      <a:pt x="141949" y="600453"/>
                    </a:moveTo>
                    <a:cubicBezTo>
                      <a:pt x="287828" y="447183"/>
                      <a:pt x="411636" y="303130"/>
                      <a:pt x="682457" y="3484"/>
                    </a:cubicBezTo>
                    <a:moveTo>
                      <a:pt x="141949" y="600453"/>
                    </a:moveTo>
                    <a:cubicBezTo>
                      <a:pt x="311788" y="412131"/>
                      <a:pt x="490169" y="210892"/>
                      <a:pt x="682457" y="3484"/>
                    </a:cubicBezTo>
                    <a:moveTo>
                      <a:pt x="184579" y="597623"/>
                    </a:moveTo>
                    <a:cubicBezTo>
                      <a:pt x="382990" y="357921"/>
                      <a:pt x="588807" y="149715"/>
                      <a:pt x="725087" y="654"/>
                    </a:cubicBezTo>
                    <a:moveTo>
                      <a:pt x="184579" y="597623"/>
                    </a:moveTo>
                    <a:cubicBezTo>
                      <a:pt x="394554" y="359953"/>
                      <a:pt x="595988" y="133241"/>
                      <a:pt x="725087" y="654"/>
                    </a:cubicBezTo>
                    <a:moveTo>
                      <a:pt x="222296" y="600236"/>
                    </a:moveTo>
                    <a:cubicBezTo>
                      <a:pt x="382990" y="419026"/>
                      <a:pt x="566812" y="230268"/>
                      <a:pt x="762804" y="3266"/>
                    </a:cubicBezTo>
                    <a:moveTo>
                      <a:pt x="222296" y="600236"/>
                    </a:moveTo>
                    <a:cubicBezTo>
                      <a:pt x="325847" y="470624"/>
                      <a:pt x="451696" y="348414"/>
                      <a:pt x="762804" y="3266"/>
                    </a:cubicBezTo>
                    <a:moveTo>
                      <a:pt x="264926" y="597333"/>
                    </a:moveTo>
                    <a:cubicBezTo>
                      <a:pt x="409142" y="427734"/>
                      <a:pt x="569306" y="254870"/>
                      <a:pt x="805434" y="363"/>
                    </a:cubicBezTo>
                    <a:moveTo>
                      <a:pt x="264926" y="597333"/>
                    </a:moveTo>
                    <a:cubicBezTo>
                      <a:pt x="437033" y="408575"/>
                      <a:pt x="616774" y="213795"/>
                      <a:pt x="805434" y="363"/>
                    </a:cubicBezTo>
                    <a:moveTo>
                      <a:pt x="302643" y="599945"/>
                    </a:moveTo>
                    <a:cubicBezTo>
                      <a:pt x="496896" y="394279"/>
                      <a:pt x="691905" y="181863"/>
                      <a:pt x="843151" y="2976"/>
                    </a:cubicBezTo>
                    <a:moveTo>
                      <a:pt x="302643" y="599945"/>
                    </a:moveTo>
                    <a:cubicBezTo>
                      <a:pt x="467040" y="413293"/>
                      <a:pt x="638089" y="221197"/>
                      <a:pt x="843151" y="2976"/>
                    </a:cubicBezTo>
                    <a:moveTo>
                      <a:pt x="340284" y="602558"/>
                    </a:moveTo>
                    <a:cubicBezTo>
                      <a:pt x="462958" y="438039"/>
                      <a:pt x="612692" y="301025"/>
                      <a:pt x="885781" y="146"/>
                    </a:cubicBezTo>
                    <a:moveTo>
                      <a:pt x="340284" y="602558"/>
                    </a:moveTo>
                    <a:cubicBezTo>
                      <a:pt x="534613" y="391231"/>
                      <a:pt x="722668" y="186653"/>
                      <a:pt x="885781" y="146"/>
                    </a:cubicBezTo>
                    <a:moveTo>
                      <a:pt x="382990" y="599728"/>
                    </a:moveTo>
                    <a:cubicBezTo>
                      <a:pt x="488279" y="485065"/>
                      <a:pt x="616623" y="358066"/>
                      <a:pt x="918509" y="8201"/>
                    </a:cubicBezTo>
                    <a:moveTo>
                      <a:pt x="382990" y="599728"/>
                    </a:moveTo>
                    <a:cubicBezTo>
                      <a:pt x="585406" y="380998"/>
                      <a:pt x="783666" y="153488"/>
                      <a:pt x="918509" y="8201"/>
                    </a:cubicBezTo>
                    <a:moveTo>
                      <a:pt x="420631" y="602340"/>
                    </a:moveTo>
                    <a:cubicBezTo>
                      <a:pt x="542701" y="483686"/>
                      <a:pt x="666055" y="338036"/>
                      <a:pt x="916544" y="54646"/>
                    </a:cubicBezTo>
                    <a:moveTo>
                      <a:pt x="420631" y="602340"/>
                    </a:moveTo>
                    <a:cubicBezTo>
                      <a:pt x="575731" y="435136"/>
                      <a:pt x="729244" y="254435"/>
                      <a:pt x="916544" y="54646"/>
                    </a:cubicBezTo>
                    <a:moveTo>
                      <a:pt x="463336" y="599510"/>
                    </a:moveTo>
                    <a:cubicBezTo>
                      <a:pt x="622216" y="416558"/>
                      <a:pt x="821533" y="227511"/>
                      <a:pt x="919492" y="95577"/>
                    </a:cubicBezTo>
                    <a:moveTo>
                      <a:pt x="463336" y="599510"/>
                    </a:moveTo>
                    <a:cubicBezTo>
                      <a:pt x="621460" y="423598"/>
                      <a:pt x="768019" y="250225"/>
                      <a:pt x="919492" y="95577"/>
                    </a:cubicBezTo>
                    <a:moveTo>
                      <a:pt x="500978" y="602122"/>
                    </a:moveTo>
                    <a:cubicBezTo>
                      <a:pt x="654037" y="432742"/>
                      <a:pt x="815411" y="252112"/>
                      <a:pt x="917526" y="142022"/>
                    </a:cubicBezTo>
                    <a:moveTo>
                      <a:pt x="500978" y="602122"/>
                    </a:moveTo>
                    <a:cubicBezTo>
                      <a:pt x="641490" y="455601"/>
                      <a:pt x="781398" y="314088"/>
                      <a:pt x="917526" y="142022"/>
                    </a:cubicBezTo>
                    <a:moveTo>
                      <a:pt x="543683" y="599220"/>
                    </a:moveTo>
                    <a:cubicBezTo>
                      <a:pt x="619646" y="499072"/>
                      <a:pt x="724482" y="422437"/>
                      <a:pt x="915561" y="188467"/>
                    </a:cubicBezTo>
                    <a:moveTo>
                      <a:pt x="543683" y="599220"/>
                    </a:moveTo>
                    <a:cubicBezTo>
                      <a:pt x="676939" y="450594"/>
                      <a:pt x="816998" y="294639"/>
                      <a:pt x="915561" y="188467"/>
                    </a:cubicBezTo>
                    <a:moveTo>
                      <a:pt x="581324" y="601832"/>
                    </a:moveTo>
                    <a:cubicBezTo>
                      <a:pt x="640659" y="529551"/>
                      <a:pt x="740658" y="456110"/>
                      <a:pt x="918585" y="229398"/>
                    </a:cubicBezTo>
                    <a:moveTo>
                      <a:pt x="581324" y="601832"/>
                    </a:moveTo>
                    <a:cubicBezTo>
                      <a:pt x="693417" y="470116"/>
                      <a:pt x="806795" y="349866"/>
                      <a:pt x="918585" y="229398"/>
                    </a:cubicBezTo>
                    <a:moveTo>
                      <a:pt x="624030" y="599002"/>
                    </a:moveTo>
                    <a:cubicBezTo>
                      <a:pt x="732117" y="482162"/>
                      <a:pt x="857890" y="341230"/>
                      <a:pt x="916544" y="275843"/>
                    </a:cubicBezTo>
                    <a:moveTo>
                      <a:pt x="624030" y="599002"/>
                    </a:moveTo>
                    <a:cubicBezTo>
                      <a:pt x="700824" y="507708"/>
                      <a:pt x="776031" y="419243"/>
                      <a:pt x="916544" y="275843"/>
                    </a:cubicBezTo>
                    <a:moveTo>
                      <a:pt x="661671" y="601614"/>
                    </a:moveTo>
                    <a:cubicBezTo>
                      <a:pt x="737332" y="504587"/>
                      <a:pt x="832871" y="400738"/>
                      <a:pt x="919567" y="316773"/>
                    </a:cubicBezTo>
                    <a:moveTo>
                      <a:pt x="661671" y="601614"/>
                    </a:moveTo>
                    <a:cubicBezTo>
                      <a:pt x="749577" y="490944"/>
                      <a:pt x="843907" y="390288"/>
                      <a:pt x="919567" y="316773"/>
                    </a:cubicBezTo>
                    <a:moveTo>
                      <a:pt x="704377" y="598712"/>
                    </a:moveTo>
                    <a:cubicBezTo>
                      <a:pt x="768624" y="524544"/>
                      <a:pt x="852372" y="444716"/>
                      <a:pt x="917602" y="363219"/>
                    </a:cubicBezTo>
                    <a:moveTo>
                      <a:pt x="704377" y="598712"/>
                    </a:moveTo>
                    <a:cubicBezTo>
                      <a:pt x="739070" y="553645"/>
                      <a:pt x="794247" y="509667"/>
                      <a:pt x="917602" y="363219"/>
                    </a:cubicBezTo>
                    <a:moveTo>
                      <a:pt x="742018" y="601324"/>
                    </a:moveTo>
                    <a:cubicBezTo>
                      <a:pt x="809289" y="524181"/>
                      <a:pt x="869001" y="460101"/>
                      <a:pt x="915637" y="409664"/>
                    </a:cubicBezTo>
                    <a:moveTo>
                      <a:pt x="742018" y="601324"/>
                    </a:moveTo>
                    <a:cubicBezTo>
                      <a:pt x="792433" y="539566"/>
                      <a:pt x="845721" y="494427"/>
                      <a:pt x="915637" y="409664"/>
                    </a:cubicBezTo>
                    <a:moveTo>
                      <a:pt x="784724" y="598494"/>
                    </a:moveTo>
                    <a:cubicBezTo>
                      <a:pt x="809667" y="553572"/>
                      <a:pt x="853884" y="516416"/>
                      <a:pt x="918585" y="450594"/>
                    </a:cubicBezTo>
                    <a:moveTo>
                      <a:pt x="784724" y="598494"/>
                    </a:moveTo>
                    <a:cubicBezTo>
                      <a:pt x="831057" y="545444"/>
                      <a:pt x="892810" y="485210"/>
                      <a:pt x="918585" y="450594"/>
                    </a:cubicBezTo>
                    <a:moveTo>
                      <a:pt x="822365" y="601106"/>
                    </a:moveTo>
                    <a:cubicBezTo>
                      <a:pt x="849122" y="590947"/>
                      <a:pt x="865600" y="568159"/>
                      <a:pt x="916619" y="497040"/>
                    </a:cubicBezTo>
                    <a:moveTo>
                      <a:pt x="822365" y="601106"/>
                    </a:moveTo>
                    <a:cubicBezTo>
                      <a:pt x="841261" y="567071"/>
                      <a:pt x="868774" y="549073"/>
                      <a:pt x="916619" y="497040"/>
                    </a:cubicBezTo>
                    <a:moveTo>
                      <a:pt x="865070" y="598204"/>
                    </a:moveTo>
                    <a:cubicBezTo>
                      <a:pt x="892432" y="574545"/>
                      <a:pt x="897270" y="556693"/>
                      <a:pt x="919567" y="537970"/>
                    </a:cubicBezTo>
                    <a:moveTo>
                      <a:pt x="865070" y="598204"/>
                    </a:moveTo>
                    <a:cubicBezTo>
                      <a:pt x="889258" y="571352"/>
                      <a:pt x="905735" y="554734"/>
                      <a:pt x="919567" y="537970"/>
                    </a:cubicBezTo>
                  </a:path>
                </a:pathLst>
              </a:custGeom>
              <a:noFill/>
              <a:ln w="3775" cap="rnd">
                <a:solidFill>
                  <a:srgbClr val="E1D5E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1" name="شكل حر: شكل 72">
                <a:extLst>
                  <a:ext uri="{FF2B5EF4-FFF2-40B4-BE49-F238E27FC236}">
                    <a16:creationId xmlns:a16="http://schemas.microsoft.com/office/drawing/2014/main" id="{0E3BD7BF-E0C3-CBD3-8B62-766851A65829}"/>
                  </a:ext>
                </a:extLst>
              </p:cNvPr>
              <p:cNvSpPr/>
              <p:nvPr/>
            </p:nvSpPr>
            <p:spPr>
              <a:xfrm>
                <a:off x="5306858" y="1461979"/>
                <a:ext cx="914710" cy="589279"/>
              </a:xfrm>
              <a:custGeom>
                <a:avLst/>
                <a:gdLst>
                  <a:gd name="csX0" fmla="*/ 3058 w 914710"/>
                  <a:gd name="csY0" fmla="*/ 1690 h 589279"/>
                  <a:gd name="csX1" fmla="*/ 910077 w 914710"/>
                  <a:gd name="csY1" fmla="*/ 1690 h 589279"/>
                  <a:gd name="csX2" fmla="*/ 3058 w 914710"/>
                  <a:gd name="csY2" fmla="*/ 1690 h 589279"/>
                  <a:gd name="csX3" fmla="*/ 910077 w 914710"/>
                  <a:gd name="csY3" fmla="*/ 1690 h 589279"/>
                  <a:gd name="csX4" fmla="*/ 910077 w 914710"/>
                  <a:gd name="csY4" fmla="*/ 1690 h 589279"/>
                  <a:gd name="csX5" fmla="*/ 910077 w 914710"/>
                  <a:gd name="csY5" fmla="*/ 582258 h 589279"/>
                  <a:gd name="csX6" fmla="*/ 910077 w 914710"/>
                  <a:gd name="csY6" fmla="*/ 1690 h 589279"/>
                  <a:gd name="csX7" fmla="*/ 910077 w 914710"/>
                  <a:gd name="csY7" fmla="*/ 582258 h 589279"/>
                  <a:gd name="csX8" fmla="*/ 910077 w 914710"/>
                  <a:gd name="csY8" fmla="*/ 582258 h 589279"/>
                  <a:gd name="csX9" fmla="*/ 3058 w 914710"/>
                  <a:gd name="csY9" fmla="*/ 582258 h 589279"/>
                  <a:gd name="csX10" fmla="*/ 910077 w 914710"/>
                  <a:gd name="csY10" fmla="*/ 582258 h 589279"/>
                  <a:gd name="csX11" fmla="*/ 3058 w 914710"/>
                  <a:gd name="csY11" fmla="*/ 582258 h 589279"/>
                  <a:gd name="csX12" fmla="*/ 3058 w 914710"/>
                  <a:gd name="csY12" fmla="*/ 582258 h 589279"/>
                  <a:gd name="csX13" fmla="*/ 3058 w 914710"/>
                  <a:gd name="csY13" fmla="*/ 1690 h 589279"/>
                  <a:gd name="csX14" fmla="*/ 3058 w 914710"/>
                  <a:gd name="csY14" fmla="*/ 582258 h 589279"/>
                  <a:gd name="csX15" fmla="*/ 3058 w 914710"/>
                  <a:gd name="csY15" fmla="*/ 1690 h 5892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4710" h="589279">
                    <a:moveTo>
                      <a:pt x="3058" y="1690"/>
                    </a:moveTo>
                    <a:cubicBezTo>
                      <a:pt x="291943" y="-5785"/>
                      <a:pt x="581736" y="14753"/>
                      <a:pt x="910077" y="1690"/>
                    </a:cubicBezTo>
                    <a:moveTo>
                      <a:pt x="3058" y="1690"/>
                    </a:moveTo>
                    <a:cubicBezTo>
                      <a:pt x="238731" y="4375"/>
                      <a:pt x="477277" y="5463"/>
                      <a:pt x="910077" y="1690"/>
                    </a:cubicBezTo>
                    <a:moveTo>
                      <a:pt x="910077" y="1690"/>
                    </a:moveTo>
                    <a:cubicBezTo>
                      <a:pt x="906525" y="215702"/>
                      <a:pt x="922095" y="446623"/>
                      <a:pt x="910077" y="582258"/>
                    </a:cubicBezTo>
                    <a:moveTo>
                      <a:pt x="910077" y="1690"/>
                    </a:moveTo>
                    <a:cubicBezTo>
                      <a:pt x="904786" y="146687"/>
                      <a:pt x="901989" y="277460"/>
                      <a:pt x="910077" y="582258"/>
                    </a:cubicBezTo>
                    <a:moveTo>
                      <a:pt x="910077" y="582258"/>
                    </a:moveTo>
                    <a:cubicBezTo>
                      <a:pt x="558683" y="587773"/>
                      <a:pt x="192398" y="579138"/>
                      <a:pt x="3058" y="582258"/>
                    </a:cubicBezTo>
                    <a:moveTo>
                      <a:pt x="910077" y="582258"/>
                    </a:moveTo>
                    <a:cubicBezTo>
                      <a:pt x="711364" y="591765"/>
                      <a:pt x="517564" y="591475"/>
                      <a:pt x="3058" y="582258"/>
                    </a:cubicBezTo>
                    <a:moveTo>
                      <a:pt x="3058" y="582258"/>
                    </a:moveTo>
                    <a:cubicBezTo>
                      <a:pt x="-5559" y="378479"/>
                      <a:pt x="15680" y="164104"/>
                      <a:pt x="3058" y="1690"/>
                    </a:cubicBezTo>
                    <a:moveTo>
                      <a:pt x="3058" y="582258"/>
                    </a:moveTo>
                    <a:cubicBezTo>
                      <a:pt x="3058" y="423037"/>
                      <a:pt x="-3821" y="282975"/>
                      <a:pt x="3058" y="1690"/>
                    </a:cubicBezTo>
                  </a:path>
                </a:pathLst>
              </a:custGeom>
              <a:noFill/>
              <a:ln w="7550" cap="rnd">
                <a:solidFill>
                  <a:srgbClr val="9673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18" name="صورة 73">
              <a:extLst>
                <a:ext uri="{FF2B5EF4-FFF2-40B4-BE49-F238E27FC236}">
                  <a16:creationId xmlns:a16="http://schemas.microsoft.com/office/drawing/2014/main" id="{96A2FD96-F627-3FB4-2A8E-E6E27FBD89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13695" y="1703153"/>
              <a:ext cx="891902" cy="123370"/>
            </a:xfrm>
            <a:custGeom>
              <a:avLst/>
              <a:gdLst>
                <a:gd name="csX0" fmla="*/ 0 w 891902"/>
                <a:gd name="csY0" fmla="*/ 0 h 123370"/>
                <a:gd name="csX1" fmla="*/ 891903 w 891902"/>
                <a:gd name="csY1" fmla="*/ 0 h 123370"/>
                <a:gd name="csX2" fmla="*/ 891903 w 891902"/>
                <a:gd name="csY2" fmla="*/ 123371 h 123370"/>
                <a:gd name="csX3" fmla="*/ 0 w 89190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0" y="0"/>
                  </a:moveTo>
                  <a:lnTo>
                    <a:pt x="891903" y="0"/>
                  </a:lnTo>
                  <a:lnTo>
                    <a:pt x="89190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22" name="!!رسم 9">
            <a:extLst>
              <a:ext uri="{FF2B5EF4-FFF2-40B4-BE49-F238E27FC236}">
                <a16:creationId xmlns:a16="http://schemas.microsoft.com/office/drawing/2014/main" id="{5A0A5A9A-1360-FE0B-CFC4-85239699C04D}"/>
              </a:ext>
            </a:extLst>
          </p:cNvPr>
          <p:cNvGrpSpPr/>
          <p:nvPr/>
        </p:nvGrpSpPr>
        <p:grpSpPr>
          <a:xfrm>
            <a:off x="1299672" y="1595968"/>
            <a:ext cx="544261" cy="4584392"/>
            <a:chOff x="4022552" y="1606778"/>
            <a:chExt cx="544261" cy="4584392"/>
          </a:xfrm>
          <a:noFill/>
        </p:grpSpPr>
        <p:grpSp>
          <p:nvGrpSpPr>
            <p:cNvPr id="1723" name="رسم 9">
              <a:extLst>
                <a:ext uri="{FF2B5EF4-FFF2-40B4-BE49-F238E27FC236}">
                  <a16:creationId xmlns:a16="http://schemas.microsoft.com/office/drawing/2014/main" id="{466CC678-70B2-17AF-0AC9-9345E5F8F05E}"/>
                </a:ext>
              </a:extLst>
            </p:cNvPr>
            <p:cNvGrpSpPr/>
            <p:nvPr/>
          </p:nvGrpSpPr>
          <p:grpSpPr>
            <a:xfrm>
              <a:off x="4022552" y="1606778"/>
              <a:ext cx="544261" cy="4584392"/>
              <a:chOff x="4022552" y="1606778"/>
              <a:chExt cx="544261" cy="4584392"/>
            </a:xfrm>
            <a:noFill/>
          </p:grpSpPr>
          <p:sp>
            <p:nvSpPr>
              <p:cNvPr id="1725" name="مستطيل 76">
                <a:extLst>
                  <a:ext uri="{FF2B5EF4-FFF2-40B4-BE49-F238E27FC236}">
                    <a16:creationId xmlns:a16="http://schemas.microsoft.com/office/drawing/2014/main" id="{FC05DF0C-546E-01D3-B8F4-51465426B5BA}"/>
                  </a:ext>
                </a:extLst>
              </p:cNvPr>
              <p:cNvSpPr/>
              <p:nvPr/>
            </p:nvSpPr>
            <p:spPr>
              <a:xfrm>
                <a:off x="4024971" y="1608810"/>
                <a:ext cx="529094" cy="4571975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6" name="شكل حر: شكل 77">
                <a:extLst>
                  <a:ext uri="{FF2B5EF4-FFF2-40B4-BE49-F238E27FC236}">
                    <a16:creationId xmlns:a16="http://schemas.microsoft.com/office/drawing/2014/main" id="{3BAAD654-0D13-EE9E-D362-C849A679A0B8}"/>
                  </a:ext>
                </a:extLst>
              </p:cNvPr>
              <p:cNvSpPr/>
              <p:nvPr/>
            </p:nvSpPr>
            <p:spPr>
              <a:xfrm>
                <a:off x="4022552" y="1606778"/>
                <a:ext cx="534763" cy="4579812"/>
              </a:xfrm>
              <a:custGeom>
                <a:avLst/>
                <a:gdLst>
                  <a:gd name="csX0" fmla="*/ 303 w 534763"/>
                  <a:gd name="csY0" fmla="*/ 4355 h 4579812"/>
                  <a:gd name="csX1" fmla="*/ 303 w 534763"/>
                  <a:gd name="csY1" fmla="*/ 4355 h 4579812"/>
                  <a:gd name="csX2" fmla="*/ 303 w 534763"/>
                  <a:gd name="csY2" fmla="*/ 4355 h 4579812"/>
                  <a:gd name="csX3" fmla="*/ 303 w 534763"/>
                  <a:gd name="csY3" fmla="*/ 4355 h 4579812"/>
                  <a:gd name="csX4" fmla="*/ 3326 w 534763"/>
                  <a:gd name="csY4" fmla="*/ 45285 h 4579812"/>
                  <a:gd name="csX5" fmla="*/ 43008 w 534763"/>
                  <a:gd name="csY5" fmla="*/ 1452 h 4579812"/>
                  <a:gd name="csX6" fmla="*/ 3326 w 534763"/>
                  <a:gd name="csY6" fmla="*/ 45285 h 4579812"/>
                  <a:gd name="csX7" fmla="*/ 43008 w 534763"/>
                  <a:gd name="csY7" fmla="*/ 1452 h 4579812"/>
                  <a:gd name="csX8" fmla="*/ 1361 w 534763"/>
                  <a:gd name="csY8" fmla="*/ 91730 h 4579812"/>
                  <a:gd name="csX9" fmla="*/ 80650 w 534763"/>
                  <a:gd name="csY9" fmla="*/ 4064 h 4579812"/>
                  <a:gd name="csX10" fmla="*/ 1361 w 534763"/>
                  <a:gd name="csY10" fmla="*/ 91730 h 4579812"/>
                  <a:gd name="csX11" fmla="*/ 80650 w 534763"/>
                  <a:gd name="csY11" fmla="*/ 4064 h 4579812"/>
                  <a:gd name="csX12" fmla="*/ 4309 w 534763"/>
                  <a:gd name="csY12" fmla="*/ 132660 h 4579812"/>
                  <a:gd name="csX13" fmla="*/ 123355 w 534763"/>
                  <a:gd name="csY13" fmla="*/ 1234 h 4579812"/>
                  <a:gd name="csX14" fmla="*/ 4309 w 534763"/>
                  <a:gd name="csY14" fmla="*/ 132660 h 4579812"/>
                  <a:gd name="csX15" fmla="*/ 123355 w 534763"/>
                  <a:gd name="csY15" fmla="*/ 1234 h 4579812"/>
                  <a:gd name="csX16" fmla="*/ 2344 w 534763"/>
                  <a:gd name="csY16" fmla="*/ 179106 h 4579812"/>
                  <a:gd name="csX17" fmla="*/ 160996 w 534763"/>
                  <a:gd name="csY17" fmla="*/ 3847 h 4579812"/>
                  <a:gd name="csX18" fmla="*/ 2344 w 534763"/>
                  <a:gd name="csY18" fmla="*/ 179106 h 4579812"/>
                  <a:gd name="csX19" fmla="*/ 160996 w 534763"/>
                  <a:gd name="csY19" fmla="*/ 3847 h 4579812"/>
                  <a:gd name="csX20" fmla="*/ 378 w 534763"/>
                  <a:gd name="csY20" fmla="*/ 225551 h 4579812"/>
                  <a:gd name="csX21" fmla="*/ 203702 w 534763"/>
                  <a:gd name="csY21" fmla="*/ 1016 h 4579812"/>
                  <a:gd name="csX22" fmla="*/ 378 w 534763"/>
                  <a:gd name="csY22" fmla="*/ 225551 h 4579812"/>
                  <a:gd name="csX23" fmla="*/ 203702 w 534763"/>
                  <a:gd name="csY23" fmla="*/ 1016 h 4579812"/>
                  <a:gd name="csX24" fmla="*/ 3326 w 534763"/>
                  <a:gd name="csY24" fmla="*/ 266481 h 4579812"/>
                  <a:gd name="csX25" fmla="*/ 241343 w 534763"/>
                  <a:gd name="csY25" fmla="*/ 3629 h 4579812"/>
                  <a:gd name="csX26" fmla="*/ 3326 w 534763"/>
                  <a:gd name="csY26" fmla="*/ 266481 h 4579812"/>
                  <a:gd name="csX27" fmla="*/ 241343 w 534763"/>
                  <a:gd name="csY27" fmla="*/ 3629 h 4579812"/>
                  <a:gd name="csX28" fmla="*/ 1361 w 534763"/>
                  <a:gd name="csY28" fmla="*/ 312927 h 4579812"/>
                  <a:gd name="csX29" fmla="*/ 284049 w 534763"/>
                  <a:gd name="csY29" fmla="*/ 726 h 4579812"/>
                  <a:gd name="csX30" fmla="*/ 1361 w 534763"/>
                  <a:gd name="csY30" fmla="*/ 312927 h 4579812"/>
                  <a:gd name="csX31" fmla="*/ 284049 w 534763"/>
                  <a:gd name="csY31" fmla="*/ 726 h 4579812"/>
                  <a:gd name="csX32" fmla="*/ 4309 w 534763"/>
                  <a:gd name="csY32" fmla="*/ 353857 h 4579812"/>
                  <a:gd name="csX33" fmla="*/ 321690 w 534763"/>
                  <a:gd name="csY33" fmla="*/ 3339 h 4579812"/>
                  <a:gd name="csX34" fmla="*/ 4309 w 534763"/>
                  <a:gd name="csY34" fmla="*/ 353857 h 4579812"/>
                  <a:gd name="csX35" fmla="*/ 321690 w 534763"/>
                  <a:gd name="csY35" fmla="*/ 3339 h 4579812"/>
                  <a:gd name="csX36" fmla="*/ 2344 w 534763"/>
                  <a:gd name="csY36" fmla="*/ 400302 h 4579812"/>
                  <a:gd name="csX37" fmla="*/ 364396 w 534763"/>
                  <a:gd name="csY37" fmla="*/ 508 h 4579812"/>
                  <a:gd name="csX38" fmla="*/ 2344 w 534763"/>
                  <a:gd name="csY38" fmla="*/ 400302 h 4579812"/>
                  <a:gd name="csX39" fmla="*/ 364396 w 534763"/>
                  <a:gd name="csY39" fmla="*/ 508 h 4579812"/>
                  <a:gd name="csX40" fmla="*/ 378 w 534763"/>
                  <a:gd name="csY40" fmla="*/ 446748 h 4579812"/>
                  <a:gd name="csX41" fmla="*/ 402037 w 534763"/>
                  <a:gd name="csY41" fmla="*/ 3121 h 4579812"/>
                  <a:gd name="csX42" fmla="*/ 378 w 534763"/>
                  <a:gd name="csY42" fmla="*/ 446748 h 4579812"/>
                  <a:gd name="csX43" fmla="*/ 402037 w 534763"/>
                  <a:gd name="csY43" fmla="*/ 3121 h 4579812"/>
                  <a:gd name="csX44" fmla="*/ 3402 w 534763"/>
                  <a:gd name="csY44" fmla="*/ 487678 h 4579812"/>
                  <a:gd name="csX45" fmla="*/ 444743 w 534763"/>
                  <a:gd name="csY45" fmla="*/ 218 h 4579812"/>
                  <a:gd name="csX46" fmla="*/ 3402 w 534763"/>
                  <a:gd name="csY46" fmla="*/ 487678 h 4579812"/>
                  <a:gd name="csX47" fmla="*/ 444743 w 534763"/>
                  <a:gd name="csY47" fmla="*/ 218 h 4579812"/>
                  <a:gd name="csX48" fmla="*/ 1437 w 534763"/>
                  <a:gd name="csY48" fmla="*/ 534123 h 4579812"/>
                  <a:gd name="csX49" fmla="*/ 482384 w 534763"/>
                  <a:gd name="csY49" fmla="*/ 2831 h 4579812"/>
                  <a:gd name="csX50" fmla="*/ 1437 w 534763"/>
                  <a:gd name="csY50" fmla="*/ 534123 h 4579812"/>
                  <a:gd name="csX51" fmla="*/ 482384 w 534763"/>
                  <a:gd name="csY51" fmla="*/ 2831 h 4579812"/>
                  <a:gd name="csX52" fmla="*/ 4384 w 534763"/>
                  <a:gd name="csY52" fmla="*/ 575053 h 4579812"/>
                  <a:gd name="csX53" fmla="*/ 525089 w 534763"/>
                  <a:gd name="csY53" fmla="*/ 1 h 4579812"/>
                  <a:gd name="csX54" fmla="*/ 4384 w 534763"/>
                  <a:gd name="csY54" fmla="*/ 575053 h 4579812"/>
                  <a:gd name="csX55" fmla="*/ 525089 w 534763"/>
                  <a:gd name="csY55" fmla="*/ 1 h 4579812"/>
                  <a:gd name="csX56" fmla="*/ 2419 w 534763"/>
                  <a:gd name="csY56" fmla="*/ 621499 h 4579812"/>
                  <a:gd name="csX57" fmla="*/ 533026 w 534763"/>
                  <a:gd name="csY57" fmla="*/ 35488 h 4579812"/>
                  <a:gd name="csX58" fmla="*/ 2419 w 534763"/>
                  <a:gd name="csY58" fmla="*/ 621499 h 4579812"/>
                  <a:gd name="csX59" fmla="*/ 533026 w 534763"/>
                  <a:gd name="csY59" fmla="*/ 35488 h 4579812"/>
                  <a:gd name="csX60" fmla="*/ 454 w 534763"/>
                  <a:gd name="csY60" fmla="*/ 667944 h 4579812"/>
                  <a:gd name="csX61" fmla="*/ 531061 w 534763"/>
                  <a:gd name="csY61" fmla="*/ 81861 h 4579812"/>
                  <a:gd name="csX62" fmla="*/ 454 w 534763"/>
                  <a:gd name="csY62" fmla="*/ 667944 h 4579812"/>
                  <a:gd name="csX63" fmla="*/ 531061 w 534763"/>
                  <a:gd name="csY63" fmla="*/ 81861 h 4579812"/>
                  <a:gd name="csX64" fmla="*/ 3402 w 534763"/>
                  <a:gd name="csY64" fmla="*/ 708874 h 4579812"/>
                  <a:gd name="csX65" fmla="*/ 534008 w 534763"/>
                  <a:gd name="csY65" fmla="*/ 122863 h 4579812"/>
                  <a:gd name="csX66" fmla="*/ 3402 w 534763"/>
                  <a:gd name="csY66" fmla="*/ 708874 h 4579812"/>
                  <a:gd name="csX67" fmla="*/ 534008 w 534763"/>
                  <a:gd name="csY67" fmla="*/ 122863 h 4579812"/>
                  <a:gd name="csX68" fmla="*/ 1437 w 534763"/>
                  <a:gd name="csY68" fmla="*/ 755320 h 4579812"/>
                  <a:gd name="csX69" fmla="*/ 532043 w 534763"/>
                  <a:gd name="csY69" fmla="*/ 169236 h 4579812"/>
                  <a:gd name="csX70" fmla="*/ 1437 w 534763"/>
                  <a:gd name="csY70" fmla="*/ 755320 h 4579812"/>
                  <a:gd name="csX71" fmla="*/ 532043 w 534763"/>
                  <a:gd name="csY71" fmla="*/ 169236 h 4579812"/>
                  <a:gd name="csX72" fmla="*/ 4384 w 534763"/>
                  <a:gd name="csY72" fmla="*/ 796250 h 4579812"/>
                  <a:gd name="csX73" fmla="*/ 530078 w 534763"/>
                  <a:gd name="csY73" fmla="*/ 215682 h 4579812"/>
                  <a:gd name="csX74" fmla="*/ 4384 w 534763"/>
                  <a:gd name="csY74" fmla="*/ 796250 h 4579812"/>
                  <a:gd name="csX75" fmla="*/ 530078 w 534763"/>
                  <a:gd name="csY75" fmla="*/ 215682 h 4579812"/>
                  <a:gd name="csX76" fmla="*/ 2419 w 534763"/>
                  <a:gd name="csY76" fmla="*/ 842695 h 4579812"/>
                  <a:gd name="csX77" fmla="*/ 533026 w 534763"/>
                  <a:gd name="csY77" fmla="*/ 256684 h 4579812"/>
                  <a:gd name="csX78" fmla="*/ 2419 w 534763"/>
                  <a:gd name="csY78" fmla="*/ 842695 h 4579812"/>
                  <a:gd name="csX79" fmla="*/ 533026 w 534763"/>
                  <a:gd name="csY79" fmla="*/ 256684 h 4579812"/>
                  <a:gd name="csX80" fmla="*/ 454 w 534763"/>
                  <a:gd name="csY80" fmla="*/ 889141 h 4579812"/>
                  <a:gd name="csX81" fmla="*/ 531061 w 534763"/>
                  <a:gd name="csY81" fmla="*/ 303057 h 4579812"/>
                  <a:gd name="csX82" fmla="*/ 454 w 534763"/>
                  <a:gd name="csY82" fmla="*/ 889141 h 4579812"/>
                  <a:gd name="csX83" fmla="*/ 531061 w 534763"/>
                  <a:gd name="csY83" fmla="*/ 303057 h 4579812"/>
                  <a:gd name="csX84" fmla="*/ 3477 w 534763"/>
                  <a:gd name="csY84" fmla="*/ 930071 h 4579812"/>
                  <a:gd name="csX85" fmla="*/ 534008 w 534763"/>
                  <a:gd name="csY85" fmla="*/ 344060 h 4579812"/>
                  <a:gd name="csX86" fmla="*/ 3477 w 534763"/>
                  <a:gd name="csY86" fmla="*/ 930071 h 4579812"/>
                  <a:gd name="csX87" fmla="*/ 534008 w 534763"/>
                  <a:gd name="csY87" fmla="*/ 344060 h 4579812"/>
                  <a:gd name="csX88" fmla="*/ 1437 w 534763"/>
                  <a:gd name="csY88" fmla="*/ 976516 h 4579812"/>
                  <a:gd name="csX89" fmla="*/ 532043 w 534763"/>
                  <a:gd name="csY89" fmla="*/ 390433 h 4579812"/>
                  <a:gd name="csX90" fmla="*/ 1437 w 534763"/>
                  <a:gd name="csY90" fmla="*/ 976516 h 4579812"/>
                  <a:gd name="csX91" fmla="*/ 532043 w 534763"/>
                  <a:gd name="csY91" fmla="*/ 390433 h 4579812"/>
                  <a:gd name="csX92" fmla="*/ 4460 w 534763"/>
                  <a:gd name="csY92" fmla="*/ 1017446 h 4579812"/>
                  <a:gd name="csX93" fmla="*/ 530078 w 534763"/>
                  <a:gd name="csY93" fmla="*/ 436878 h 4579812"/>
                  <a:gd name="csX94" fmla="*/ 4460 w 534763"/>
                  <a:gd name="csY94" fmla="*/ 1017446 h 4579812"/>
                  <a:gd name="csX95" fmla="*/ 530078 w 534763"/>
                  <a:gd name="csY95" fmla="*/ 436878 h 4579812"/>
                  <a:gd name="csX96" fmla="*/ 2495 w 534763"/>
                  <a:gd name="csY96" fmla="*/ 1063892 h 4579812"/>
                  <a:gd name="csX97" fmla="*/ 533101 w 534763"/>
                  <a:gd name="csY97" fmla="*/ 477881 h 4579812"/>
                  <a:gd name="csX98" fmla="*/ 2495 w 534763"/>
                  <a:gd name="csY98" fmla="*/ 1063892 h 4579812"/>
                  <a:gd name="csX99" fmla="*/ 533101 w 534763"/>
                  <a:gd name="csY99" fmla="*/ 477881 h 4579812"/>
                  <a:gd name="csX100" fmla="*/ 530 w 534763"/>
                  <a:gd name="csY100" fmla="*/ 1110337 h 4579812"/>
                  <a:gd name="csX101" fmla="*/ 531061 w 534763"/>
                  <a:gd name="csY101" fmla="*/ 524254 h 4579812"/>
                  <a:gd name="csX102" fmla="*/ 530 w 534763"/>
                  <a:gd name="csY102" fmla="*/ 1110337 h 4579812"/>
                  <a:gd name="csX103" fmla="*/ 531061 w 534763"/>
                  <a:gd name="csY103" fmla="*/ 524254 h 4579812"/>
                  <a:gd name="csX104" fmla="*/ 3477 w 534763"/>
                  <a:gd name="csY104" fmla="*/ 1151267 h 4579812"/>
                  <a:gd name="csX105" fmla="*/ 534084 w 534763"/>
                  <a:gd name="csY105" fmla="*/ 565256 h 4579812"/>
                  <a:gd name="csX106" fmla="*/ 3477 w 534763"/>
                  <a:gd name="csY106" fmla="*/ 1151267 h 4579812"/>
                  <a:gd name="csX107" fmla="*/ 534084 w 534763"/>
                  <a:gd name="csY107" fmla="*/ 565256 h 4579812"/>
                  <a:gd name="csX108" fmla="*/ 1512 w 534763"/>
                  <a:gd name="csY108" fmla="*/ 1197713 h 4579812"/>
                  <a:gd name="csX109" fmla="*/ 532119 w 534763"/>
                  <a:gd name="csY109" fmla="*/ 611629 h 4579812"/>
                  <a:gd name="csX110" fmla="*/ 1512 w 534763"/>
                  <a:gd name="csY110" fmla="*/ 1197713 h 4579812"/>
                  <a:gd name="csX111" fmla="*/ 532119 w 534763"/>
                  <a:gd name="csY111" fmla="*/ 611629 h 4579812"/>
                  <a:gd name="csX112" fmla="*/ 4460 w 534763"/>
                  <a:gd name="csY112" fmla="*/ 1238643 h 4579812"/>
                  <a:gd name="csX113" fmla="*/ 530154 w 534763"/>
                  <a:gd name="csY113" fmla="*/ 658075 h 4579812"/>
                  <a:gd name="csX114" fmla="*/ 4460 w 534763"/>
                  <a:gd name="csY114" fmla="*/ 1238643 h 4579812"/>
                  <a:gd name="csX115" fmla="*/ 530154 w 534763"/>
                  <a:gd name="csY115" fmla="*/ 658075 h 4579812"/>
                  <a:gd name="csX116" fmla="*/ 2495 w 534763"/>
                  <a:gd name="csY116" fmla="*/ 1285088 h 4579812"/>
                  <a:gd name="csX117" fmla="*/ 533101 w 534763"/>
                  <a:gd name="csY117" fmla="*/ 699005 h 4579812"/>
                  <a:gd name="csX118" fmla="*/ 2495 w 534763"/>
                  <a:gd name="csY118" fmla="*/ 1285088 h 4579812"/>
                  <a:gd name="csX119" fmla="*/ 533101 w 534763"/>
                  <a:gd name="csY119" fmla="*/ 699005 h 4579812"/>
                  <a:gd name="csX120" fmla="*/ 530 w 534763"/>
                  <a:gd name="csY120" fmla="*/ 1331534 h 4579812"/>
                  <a:gd name="csX121" fmla="*/ 531136 w 534763"/>
                  <a:gd name="csY121" fmla="*/ 745450 h 4579812"/>
                  <a:gd name="csX122" fmla="*/ 530 w 534763"/>
                  <a:gd name="csY122" fmla="*/ 1331534 h 4579812"/>
                  <a:gd name="csX123" fmla="*/ 531136 w 534763"/>
                  <a:gd name="csY123" fmla="*/ 745450 h 4579812"/>
                  <a:gd name="csX124" fmla="*/ 3553 w 534763"/>
                  <a:gd name="csY124" fmla="*/ 1372464 h 4579812"/>
                  <a:gd name="csX125" fmla="*/ 534084 w 534763"/>
                  <a:gd name="csY125" fmla="*/ 786453 h 4579812"/>
                  <a:gd name="csX126" fmla="*/ 3553 w 534763"/>
                  <a:gd name="csY126" fmla="*/ 1372464 h 4579812"/>
                  <a:gd name="csX127" fmla="*/ 534084 w 534763"/>
                  <a:gd name="csY127" fmla="*/ 786453 h 4579812"/>
                  <a:gd name="csX128" fmla="*/ 1512 w 534763"/>
                  <a:gd name="csY128" fmla="*/ 1418909 h 4579812"/>
                  <a:gd name="csX129" fmla="*/ 532119 w 534763"/>
                  <a:gd name="csY129" fmla="*/ 832826 h 4579812"/>
                  <a:gd name="csX130" fmla="*/ 1512 w 534763"/>
                  <a:gd name="csY130" fmla="*/ 1418909 h 4579812"/>
                  <a:gd name="csX131" fmla="*/ 532119 w 534763"/>
                  <a:gd name="csY131" fmla="*/ 832826 h 4579812"/>
                  <a:gd name="csX132" fmla="*/ 4536 w 534763"/>
                  <a:gd name="csY132" fmla="*/ 1459839 h 4579812"/>
                  <a:gd name="csX133" fmla="*/ 530154 w 534763"/>
                  <a:gd name="csY133" fmla="*/ 879271 h 4579812"/>
                  <a:gd name="csX134" fmla="*/ 4536 w 534763"/>
                  <a:gd name="csY134" fmla="*/ 1459839 h 4579812"/>
                  <a:gd name="csX135" fmla="*/ 530154 w 534763"/>
                  <a:gd name="csY135" fmla="*/ 879271 h 4579812"/>
                  <a:gd name="csX136" fmla="*/ 2570 w 534763"/>
                  <a:gd name="csY136" fmla="*/ 1506285 h 4579812"/>
                  <a:gd name="csX137" fmla="*/ 533177 w 534763"/>
                  <a:gd name="csY137" fmla="*/ 920201 h 4579812"/>
                  <a:gd name="csX138" fmla="*/ 2570 w 534763"/>
                  <a:gd name="csY138" fmla="*/ 1506285 h 4579812"/>
                  <a:gd name="csX139" fmla="*/ 533177 w 534763"/>
                  <a:gd name="csY139" fmla="*/ 920201 h 4579812"/>
                  <a:gd name="csX140" fmla="*/ 605 w 534763"/>
                  <a:gd name="csY140" fmla="*/ 1552730 h 4579812"/>
                  <a:gd name="csX141" fmla="*/ 531136 w 534763"/>
                  <a:gd name="csY141" fmla="*/ 966647 h 4579812"/>
                  <a:gd name="csX142" fmla="*/ 605 w 534763"/>
                  <a:gd name="csY142" fmla="*/ 1552730 h 4579812"/>
                  <a:gd name="csX143" fmla="*/ 531136 w 534763"/>
                  <a:gd name="csY143" fmla="*/ 966647 h 4579812"/>
                  <a:gd name="csX144" fmla="*/ 3553 w 534763"/>
                  <a:gd name="csY144" fmla="*/ 1593660 h 4579812"/>
                  <a:gd name="csX145" fmla="*/ 534160 w 534763"/>
                  <a:gd name="csY145" fmla="*/ 1007649 h 4579812"/>
                  <a:gd name="csX146" fmla="*/ 3553 w 534763"/>
                  <a:gd name="csY146" fmla="*/ 1593660 h 4579812"/>
                  <a:gd name="csX147" fmla="*/ 534160 w 534763"/>
                  <a:gd name="csY147" fmla="*/ 1007649 h 4579812"/>
                  <a:gd name="csX148" fmla="*/ 1588 w 534763"/>
                  <a:gd name="csY148" fmla="*/ 1640106 h 4579812"/>
                  <a:gd name="csX149" fmla="*/ 532194 w 534763"/>
                  <a:gd name="csY149" fmla="*/ 1054022 h 4579812"/>
                  <a:gd name="csX150" fmla="*/ 1588 w 534763"/>
                  <a:gd name="csY150" fmla="*/ 1640106 h 4579812"/>
                  <a:gd name="csX151" fmla="*/ 532194 w 534763"/>
                  <a:gd name="csY151" fmla="*/ 1054022 h 4579812"/>
                  <a:gd name="csX152" fmla="*/ 4536 w 534763"/>
                  <a:gd name="csY152" fmla="*/ 1681036 h 4579812"/>
                  <a:gd name="csX153" fmla="*/ 530229 w 534763"/>
                  <a:gd name="csY153" fmla="*/ 1100468 h 4579812"/>
                  <a:gd name="csX154" fmla="*/ 4536 w 534763"/>
                  <a:gd name="csY154" fmla="*/ 1681036 h 4579812"/>
                  <a:gd name="csX155" fmla="*/ 530229 w 534763"/>
                  <a:gd name="csY155" fmla="*/ 1100468 h 4579812"/>
                  <a:gd name="csX156" fmla="*/ 2570 w 534763"/>
                  <a:gd name="csY156" fmla="*/ 1727481 h 4579812"/>
                  <a:gd name="csX157" fmla="*/ 533177 w 534763"/>
                  <a:gd name="csY157" fmla="*/ 1141398 h 4579812"/>
                  <a:gd name="csX158" fmla="*/ 2570 w 534763"/>
                  <a:gd name="csY158" fmla="*/ 1727481 h 4579812"/>
                  <a:gd name="csX159" fmla="*/ 533177 w 534763"/>
                  <a:gd name="csY159" fmla="*/ 1141398 h 4579812"/>
                  <a:gd name="csX160" fmla="*/ 605 w 534763"/>
                  <a:gd name="csY160" fmla="*/ 1773927 h 4579812"/>
                  <a:gd name="csX161" fmla="*/ 531212 w 534763"/>
                  <a:gd name="csY161" fmla="*/ 1187843 h 4579812"/>
                  <a:gd name="csX162" fmla="*/ 605 w 534763"/>
                  <a:gd name="csY162" fmla="*/ 1773927 h 4579812"/>
                  <a:gd name="csX163" fmla="*/ 531212 w 534763"/>
                  <a:gd name="csY163" fmla="*/ 1187843 h 4579812"/>
                  <a:gd name="csX164" fmla="*/ 3629 w 534763"/>
                  <a:gd name="csY164" fmla="*/ 1814857 h 4579812"/>
                  <a:gd name="csX165" fmla="*/ 534160 w 534763"/>
                  <a:gd name="csY165" fmla="*/ 1228773 h 4579812"/>
                  <a:gd name="csX166" fmla="*/ 3629 w 534763"/>
                  <a:gd name="csY166" fmla="*/ 1814857 h 4579812"/>
                  <a:gd name="csX167" fmla="*/ 534160 w 534763"/>
                  <a:gd name="csY167" fmla="*/ 1228773 h 4579812"/>
                  <a:gd name="csX168" fmla="*/ 1588 w 534763"/>
                  <a:gd name="csY168" fmla="*/ 1861303 h 4579812"/>
                  <a:gd name="csX169" fmla="*/ 532194 w 534763"/>
                  <a:gd name="csY169" fmla="*/ 1275219 h 4579812"/>
                  <a:gd name="csX170" fmla="*/ 1588 w 534763"/>
                  <a:gd name="csY170" fmla="*/ 1861303 h 4579812"/>
                  <a:gd name="csX171" fmla="*/ 532194 w 534763"/>
                  <a:gd name="csY171" fmla="*/ 1275219 h 4579812"/>
                  <a:gd name="csX172" fmla="*/ 4611 w 534763"/>
                  <a:gd name="csY172" fmla="*/ 1902232 h 4579812"/>
                  <a:gd name="csX173" fmla="*/ 530229 w 534763"/>
                  <a:gd name="csY173" fmla="*/ 1321664 h 4579812"/>
                  <a:gd name="csX174" fmla="*/ 4611 w 534763"/>
                  <a:gd name="csY174" fmla="*/ 1902232 h 4579812"/>
                  <a:gd name="csX175" fmla="*/ 530229 w 534763"/>
                  <a:gd name="csY175" fmla="*/ 1321664 h 4579812"/>
                  <a:gd name="csX176" fmla="*/ 2646 w 534763"/>
                  <a:gd name="csY176" fmla="*/ 1948678 h 4579812"/>
                  <a:gd name="csX177" fmla="*/ 533252 w 534763"/>
                  <a:gd name="csY177" fmla="*/ 1362594 h 4579812"/>
                  <a:gd name="csX178" fmla="*/ 2646 w 534763"/>
                  <a:gd name="csY178" fmla="*/ 1948678 h 4579812"/>
                  <a:gd name="csX179" fmla="*/ 533252 w 534763"/>
                  <a:gd name="csY179" fmla="*/ 1362594 h 4579812"/>
                  <a:gd name="csX180" fmla="*/ 681 w 534763"/>
                  <a:gd name="csY180" fmla="*/ 1995051 h 4579812"/>
                  <a:gd name="csX181" fmla="*/ 531212 w 534763"/>
                  <a:gd name="csY181" fmla="*/ 1409040 h 4579812"/>
                  <a:gd name="csX182" fmla="*/ 681 w 534763"/>
                  <a:gd name="csY182" fmla="*/ 1995051 h 4579812"/>
                  <a:gd name="csX183" fmla="*/ 531212 w 534763"/>
                  <a:gd name="csY183" fmla="*/ 1409040 h 4579812"/>
                  <a:gd name="csX184" fmla="*/ 3629 w 534763"/>
                  <a:gd name="csY184" fmla="*/ 2036053 h 4579812"/>
                  <a:gd name="csX185" fmla="*/ 534235 w 534763"/>
                  <a:gd name="csY185" fmla="*/ 1449970 h 4579812"/>
                  <a:gd name="csX186" fmla="*/ 3629 w 534763"/>
                  <a:gd name="csY186" fmla="*/ 2036053 h 4579812"/>
                  <a:gd name="csX187" fmla="*/ 534235 w 534763"/>
                  <a:gd name="csY187" fmla="*/ 1449970 h 4579812"/>
                  <a:gd name="csX188" fmla="*/ 1663 w 534763"/>
                  <a:gd name="csY188" fmla="*/ 2082499 h 4579812"/>
                  <a:gd name="csX189" fmla="*/ 532270 w 534763"/>
                  <a:gd name="csY189" fmla="*/ 1496415 h 4579812"/>
                  <a:gd name="csX190" fmla="*/ 1663 w 534763"/>
                  <a:gd name="csY190" fmla="*/ 2082499 h 4579812"/>
                  <a:gd name="csX191" fmla="*/ 532270 w 534763"/>
                  <a:gd name="csY191" fmla="*/ 1496415 h 4579812"/>
                  <a:gd name="csX192" fmla="*/ 4611 w 534763"/>
                  <a:gd name="csY192" fmla="*/ 2123429 h 4579812"/>
                  <a:gd name="csX193" fmla="*/ 530305 w 534763"/>
                  <a:gd name="csY193" fmla="*/ 1542861 h 4579812"/>
                  <a:gd name="csX194" fmla="*/ 4611 w 534763"/>
                  <a:gd name="csY194" fmla="*/ 2123429 h 4579812"/>
                  <a:gd name="csX195" fmla="*/ 530305 w 534763"/>
                  <a:gd name="csY195" fmla="*/ 1542861 h 4579812"/>
                  <a:gd name="csX196" fmla="*/ 2646 w 534763"/>
                  <a:gd name="csY196" fmla="*/ 2169875 h 4579812"/>
                  <a:gd name="csX197" fmla="*/ 533252 w 534763"/>
                  <a:gd name="csY197" fmla="*/ 1583791 h 4579812"/>
                  <a:gd name="csX198" fmla="*/ 2646 w 534763"/>
                  <a:gd name="csY198" fmla="*/ 2169875 h 4579812"/>
                  <a:gd name="csX199" fmla="*/ 533252 w 534763"/>
                  <a:gd name="csY199" fmla="*/ 1583791 h 4579812"/>
                  <a:gd name="csX200" fmla="*/ 681 w 534763"/>
                  <a:gd name="csY200" fmla="*/ 2216247 h 4579812"/>
                  <a:gd name="csX201" fmla="*/ 531287 w 534763"/>
                  <a:gd name="csY201" fmla="*/ 1630236 h 4579812"/>
                  <a:gd name="csX202" fmla="*/ 681 w 534763"/>
                  <a:gd name="csY202" fmla="*/ 2216247 h 4579812"/>
                  <a:gd name="csX203" fmla="*/ 531287 w 534763"/>
                  <a:gd name="csY203" fmla="*/ 1630236 h 4579812"/>
                  <a:gd name="csX204" fmla="*/ 3704 w 534763"/>
                  <a:gd name="csY204" fmla="*/ 2257250 h 4579812"/>
                  <a:gd name="csX205" fmla="*/ 534235 w 534763"/>
                  <a:gd name="csY205" fmla="*/ 1671166 h 4579812"/>
                  <a:gd name="csX206" fmla="*/ 3704 w 534763"/>
                  <a:gd name="csY206" fmla="*/ 2257250 h 4579812"/>
                  <a:gd name="csX207" fmla="*/ 534235 w 534763"/>
                  <a:gd name="csY207" fmla="*/ 1671166 h 4579812"/>
                  <a:gd name="csX208" fmla="*/ 1663 w 534763"/>
                  <a:gd name="csY208" fmla="*/ 2303696 h 4579812"/>
                  <a:gd name="csX209" fmla="*/ 532270 w 534763"/>
                  <a:gd name="csY209" fmla="*/ 1717612 h 4579812"/>
                  <a:gd name="csX210" fmla="*/ 1663 w 534763"/>
                  <a:gd name="csY210" fmla="*/ 2303696 h 4579812"/>
                  <a:gd name="csX211" fmla="*/ 532270 w 534763"/>
                  <a:gd name="csY211" fmla="*/ 1717612 h 4579812"/>
                  <a:gd name="csX212" fmla="*/ 4687 w 534763"/>
                  <a:gd name="csY212" fmla="*/ 2344625 h 4579812"/>
                  <a:gd name="csX213" fmla="*/ 530305 w 534763"/>
                  <a:gd name="csY213" fmla="*/ 1764057 h 4579812"/>
                  <a:gd name="csX214" fmla="*/ 4687 w 534763"/>
                  <a:gd name="csY214" fmla="*/ 2344625 h 4579812"/>
                  <a:gd name="csX215" fmla="*/ 530305 w 534763"/>
                  <a:gd name="csY215" fmla="*/ 1764057 h 4579812"/>
                  <a:gd name="csX216" fmla="*/ 2722 w 534763"/>
                  <a:gd name="csY216" fmla="*/ 2391071 h 4579812"/>
                  <a:gd name="csX217" fmla="*/ 533328 w 534763"/>
                  <a:gd name="csY217" fmla="*/ 1804987 h 4579812"/>
                  <a:gd name="csX218" fmla="*/ 2722 w 534763"/>
                  <a:gd name="csY218" fmla="*/ 2391071 h 4579812"/>
                  <a:gd name="csX219" fmla="*/ 533328 w 534763"/>
                  <a:gd name="csY219" fmla="*/ 1804987 h 4579812"/>
                  <a:gd name="csX220" fmla="*/ 756 w 534763"/>
                  <a:gd name="csY220" fmla="*/ 2437444 h 4579812"/>
                  <a:gd name="csX221" fmla="*/ 531287 w 534763"/>
                  <a:gd name="csY221" fmla="*/ 1851433 h 4579812"/>
                  <a:gd name="csX222" fmla="*/ 756 w 534763"/>
                  <a:gd name="csY222" fmla="*/ 2437444 h 4579812"/>
                  <a:gd name="csX223" fmla="*/ 531287 w 534763"/>
                  <a:gd name="csY223" fmla="*/ 1851433 h 4579812"/>
                  <a:gd name="csX224" fmla="*/ 3704 w 534763"/>
                  <a:gd name="csY224" fmla="*/ 2478446 h 4579812"/>
                  <a:gd name="csX225" fmla="*/ 534311 w 534763"/>
                  <a:gd name="csY225" fmla="*/ 1892363 h 4579812"/>
                  <a:gd name="csX226" fmla="*/ 3704 w 534763"/>
                  <a:gd name="csY226" fmla="*/ 2478446 h 4579812"/>
                  <a:gd name="csX227" fmla="*/ 534311 w 534763"/>
                  <a:gd name="csY227" fmla="*/ 1892363 h 4579812"/>
                  <a:gd name="csX228" fmla="*/ 1739 w 534763"/>
                  <a:gd name="csY228" fmla="*/ 2524819 h 4579812"/>
                  <a:gd name="csX229" fmla="*/ 532345 w 534763"/>
                  <a:gd name="csY229" fmla="*/ 1938808 h 4579812"/>
                  <a:gd name="csX230" fmla="*/ 1739 w 534763"/>
                  <a:gd name="csY230" fmla="*/ 2524819 h 4579812"/>
                  <a:gd name="csX231" fmla="*/ 532345 w 534763"/>
                  <a:gd name="csY231" fmla="*/ 1938808 h 4579812"/>
                  <a:gd name="csX232" fmla="*/ 4687 w 534763"/>
                  <a:gd name="csY232" fmla="*/ 2565822 h 4579812"/>
                  <a:gd name="csX233" fmla="*/ 530380 w 534763"/>
                  <a:gd name="csY233" fmla="*/ 1985254 h 4579812"/>
                  <a:gd name="csX234" fmla="*/ 4687 w 534763"/>
                  <a:gd name="csY234" fmla="*/ 2565822 h 4579812"/>
                  <a:gd name="csX235" fmla="*/ 530380 w 534763"/>
                  <a:gd name="csY235" fmla="*/ 1985254 h 4579812"/>
                  <a:gd name="csX236" fmla="*/ 2722 w 534763"/>
                  <a:gd name="csY236" fmla="*/ 2612267 h 4579812"/>
                  <a:gd name="csX237" fmla="*/ 533328 w 534763"/>
                  <a:gd name="csY237" fmla="*/ 2026184 h 4579812"/>
                  <a:gd name="csX238" fmla="*/ 2722 w 534763"/>
                  <a:gd name="csY238" fmla="*/ 2612267 h 4579812"/>
                  <a:gd name="csX239" fmla="*/ 533328 w 534763"/>
                  <a:gd name="csY239" fmla="*/ 2026184 h 4579812"/>
                  <a:gd name="csX240" fmla="*/ 756 w 534763"/>
                  <a:gd name="csY240" fmla="*/ 2658640 h 4579812"/>
                  <a:gd name="csX241" fmla="*/ 531363 w 534763"/>
                  <a:gd name="csY241" fmla="*/ 2072629 h 4579812"/>
                  <a:gd name="csX242" fmla="*/ 756 w 534763"/>
                  <a:gd name="csY242" fmla="*/ 2658640 h 4579812"/>
                  <a:gd name="csX243" fmla="*/ 531363 w 534763"/>
                  <a:gd name="csY243" fmla="*/ 2072629 h 4579812"/>
                  <a:gd name="csX244" fmla="*/ 3704 w 534763"/>
                  <a:gd name="csY244" fmla="*/ 2699643 h 4579812"/>
                  <a:gd name="csX245" fmla="*/ 534311 w 534763"/>
                  <a:gd name="csY245" fmla="*/ 2113559 h 4579812"/>
                  <a:gd name="csX246" fmla="*/ 3704 w 534763"/>
                  <a:gd name="csY246" fmla="*/ 2699643 h 4579812"/>
                  <a:gd name="csX247" fmla="*/ 534311 w 534763"/>
                  <a:gd name="csY247" fmla="*/ 2113559 h 4579812"/>
                  <a:gd name="csX248" fmla="*/ 1739 w 534763"/>
                  <a:gd name="csY248" fmla="*/ 2746016 h 4579812"/>
                  <a:gd name="csX249" fmla="*/ 532345 w 534763"/>
                  <a:gd name="csY249" fmla="*/ 2160005 h 4579812"/>
                  <a:gd name="csX250" fmla="*/ 1739 w 534763"/>
                  <a:gd name="csY250" fmla="*/ 2746016 h 4579812"/>
                  <a:gd name="csX251" fmla="*/ 532345 w 534763"/>
                  <a:gd name="csY251" fmla="*/ 2160005 h 4579812"/>
                  <a:gd name="csX252" fmla="*/ 4762 w 534763"/>
                  <a:gd name="csY252" fmla="*/ 2787019 h 4579812"/>
                  <a:gd name="csX253" fmla="*/ 530380 w 534763"/>
                  <a:gd name="csY253" fmla="*/ 2206450 h 4579812"/>
                  <a:gd name="csX254" fmla="*/ 4762 w 534763"/>
                  <a:gd name="csY254" fmla="*/ 2787019 h 4579812"/>
                  <a:gd name="csX255" fmla="*/ 530380 w 534763"/>
                  <a:gd name="csY255" fmla="*/ 2206450 h 4579812"/>
                  <a:gd name="csX256" fmla="*/ 2797 w 534763"/>
                  <a:gd name="csY256" fmla="*/ 2833464 h 4579812"/>
                  <a:gd name="csX257" fmla="*/ 533328 w 534763"/>
                  <a:gd name="csY257" fmla="*/ 2247380 h 4579812"/>
                  <a:gd name="csX258" fmla="*/ 2797 w 534763"/>
                  <a:gd name="csY258" fmla="*/ 2833464 h 4579812"/>
                  <a:gd name="csX259" fmla="*/ 533328 w 534763"/>
                  <a:gd name="csY259" fmla="*/ 2247380 h 4579812"/>
                  <a:gd name="csX260" fmla="*/ 832 w 534763"/>
                  <a:gd name="csY260" fmla="*/ 2879837 h 4579812"/>
                  <a:gd name="csX261" fmla="*/ 531363 w 534763"/>
                  <a:gd name="csY261" fmla="*/ 2293826 h 4579812"/>
                  <a:gd name="csX262" fmla="*/ 832 w 534763"/>
                  <a:gd name="csY262" fmla="*/ 2879837 h 4579812"/>
                  <a:gd name="csX263" fmla="*/ 531363 w 534763"/>
                  <a:gd name="csY263" fmla="*/ 2293826 h 4579812"/>
                  <a:gd name="csX264" fmla="*/ 3780 w 534763"/>
                  <a:gd name="csY264" fmla="*/ 2920840 h 4579812"/>
                  <a:gd name="csX265" fmla="*/ 534386 w 534763"/>
                  <a:gd name="csY265" fmla="*/ 2334756 h 4579812"/>
                  <a:gd name="csX266" fmla="*/ 3780 w 534763"/>
                  <a:gd name="csY266" fmla="*/ 2920840 h 4579812"/>
                  <a:gd name="csX267" fmla="*/ 534386 w 534763"/>
                  <a:gd name="csY267" fmla="*/ 2334756 h 4579812"/>
                  <a:gd name="csX268" fmla="*/ 1815 w 534763"/>
                  <a:gd name="csY268" fmla="*/ 2967213 h 4579812"/>
                  <a:gd name="csX269" fmla="*/ 532421 w 534763"/>
                  <a:gd name="csY269" fmla="*/ 2381201 h 4579812"/>
                  <a:gd name="csX270" fmla="*/ 1815 w 534763"/>
                  <a:gd name="csY270" fmla="*/ 2967213 h 4579812"/>
                  <a:gd name="csX271" fmla="*/ 532421 w 534763"/>
                  <a:gd name="csY271" fmla="*/ 2381201 h 4579812"/>
                  <a:gd name="csX272" fmla="*/ 4762 w 534763"/>
                  <a:gd name="csY272" fmla="*/ 3008215 h 4579812"/>
                  <a:gd name="csX273" fmla="*/ 530456 w 534763"/>
                  <a:gd name="csY273" fmla="*/ 2427647 h 4579812"/>
                  <a:gd name="csX274" fmla="*/ 4762 w 534763"/>
                  <a:gd name="csY274" fmla="*/ 3008215 h 4579812"/>
                  <a:gd name="csX275" fmla="*/ 530456 w 534763"/>
                  <a:gd name="csY275" fmla="*/ 2427647 h 4579812"/>
                  <a:gd name="csX276" fmla="*/ 2797 w 534763"/>
                  <a:gd name="csY276" fmla="*/ 3054588 h 4579812"/>
                  <a:gd name="csX277" fmla="*/ 533404 w 534763"/>
                  <a:gd name="csY277" fmla="*/ 2468577 h 4579812"/>
                  <a:gd name="csX278" fmla="*/ 2797 w 534763"/>
                  <a:gd name="csY278" fmla="*/ 3054588 h 4579812"/>
                  <a:gd name="csX279" fmla="*/ 533404 w 534763"/>
                  <a:gd name="csY279" fmla="*/ 2468577 h 4579812"/>
                  <a:gd name="csX280" fmla="*/ 832 w 534763"/>
                  <a:gd name="csY280" fmla="*/ 3101034 h 4579812"/>
                  <a:gd name="csX281" fmla="*/ 531438 w 534763"/>
                  <a:gd name="csY281" fmla="*/ 2515022 h 4579812"/>
                  <a:gd name="csX282" fmla="*/ 832 w 534763"/>
                  <a:gd name="csY282" fmla="*/ 3101034 h 4579812"/>
                  <a:gd name="csX283" fmla="*/ 531438 w 534763"/>
                  <a:gd name="csY283" fmla="*/ 2515022 h 4579812"/>
                  <a:gd name="csX284" fmla="*/ 3780 w 534763"/>
                  <a:gd name="csY284" fmla="*/ 3142036 h 4579812"/>
                  <a:gd name="csX285" fmla="*/ 534386 w 534763"/>
                  <a:gd name="csY285" fmla="*/ 2555953 h 4579812"/>
                  <a:gd name="csX286" fmla="*/ 3780 w 534763"/>
                  <a:gd name="csY286" fmla="*/ 3142036 h 4579812"/>
                  <a:gd name="csX287" fmla="*/ 534386 w 534763"/>
                  <a:gd name="csY287" fmla="*/ 2555953 h 4579812"/>
                  <a:gd name="csX288" fmla="*/ 1815 w 534763"/>
                  <a:gd name="csY288" fmla="*/ 3188409 h 4579812"/>
                  <a:gd name="csX289" fmla="*/ 532421 w 534763"/>
                  <a:gd name="csY289" fmla="*/ 2602398 h 4579812"/>
                  <a:gd name="csX290" fmla="*/ 1815 w 534763"/>
                  <a:gd name="csY290" fmla="*/ 3188409 h 4579812"/>
                  <a:gd name="csX291" fmla="*/ 532421 w 534763"/>
                  <a:gd name="csY291" fmla="*/ 2602398 h 4579812"/>
                  <a:gd name="csX292" fmla="*/ 4838 w 534763"/>
                  <a:gd name="csY292" fmla="*/ 3229411 h 4579812"/>
                  <a:gd name="csX293" fmla="*/ 530456 w 534763"/>
                  <a:gd name="csY293" fmla="*/ 2648843 h 4579812"/>
                  <a:gd name="csX294" fmla="*/ 4838 w 534763"/>
                  <a:gd name="csY294" fmla="*/ 3229411 h 4579812"/>
                  <a:gd name="csX295" fmla="*/ 530456 w 534763"/>
                  <a:gd name="csY295" fmla="*/ 2648843 h 4579812"/>
                  <a:gd name="csX296" fmla="*/ 2873 w 534763"/>
                  <a:gd name="csY296" fmla="*/ 3275784 h 4579812"/>
                  <a:gd name="csX297" fmla="*/ 533404 w 534763"/>
                  <a:gd name="csY297" fmla="*/ 2689773 h 4579812"/>
                  <a:gd name="csX298" fmla="*/ 2873 w 534763"/>
                  <a:gd name="csY298" fmla="*/ 3275784 h 4579812"/>
                  <a:gd name="csX299" fmla="*/ 533404 w 534763"/>
                  <a:gd name="csY299" fmla="*/ 2689773 h 4579812"/>
                  <a:gd name="csX300" fmla="*/ 832 w 534763"/>
                  <a:gd name="csY300" fmla="*/ 3322230 h 4579812"/>
                  <a:gd name="csX301" fmla="*/ 531438 w 534763"/>
                  <a:gd name="csY301" fmla="*/ 2736219 h 4579812"/>
                  <a:gd name="csX302" fmla="*/ 832 w 534763"/>
                  <a:gd name="csY302" fmla="*/ 3322230 h 4579812"/>
                  <a:gd name="csX303" fmla="*/ 531438 w 534763"/>
                  <a:gd name="csY303" fmla="*/ 2736219 h 4579812"/>
                  <a:gd name="csX304" fmla="*/ 3855 w 534763"/>
                  <a:gd name="csY304" fmla="*/ 3363232 h 4579812"/>
                  <a:gd name="csX305" fmla="*/ 534462 w 534763"/>
                  <a:gd name="csY305" fmla="*/ 2777149 h 4579812"/>
                  <a:gd name="csX306" fmla="*/ 3855 w 534763"/>
                  <a:gd name="csY306" fmla="*/ 3363232 h 4579812"/>
                  <a:gd name="csX307" fmla="*/ 534462 w 534763"/>
                  <a:gd name="csY307" fmla="*/ 2777149 h 4579812"/>
                  <a:gd name="csX308" fmla="*/ 1890 w 534763"/>
                  <a:gd name="csY308" fmla="*/ 3409605 h 4579812"/>
                  <a:gd name="csX309" fmla="*/ 532497 w 534763"/>
                  <a:gd name="csY309" fmla="*/ 2823594 h 4579812"/>
                  <a:gd name="csX310" fmla="*/ 1890 w 534763"/>
                  <a:gd name="csY310" fmla="*/ 3409605 h 4579812"/>
                  <a:gd name="csX311" fmla="*/ 532497 w 534763"/>
                  <a:gd name="csY311" fmla="*/ 2823594 h 4579812"/>
                  <a:gd name="csX312" fmla="*/ 4838 w 534763"/>
                  <a:gd name="csY312" fmla="*/ 3450608 h 4579812"/>
                  <a:gd name="csX313" fmla="*/ 530456 w 534763"/>
                  <a:gd name="csY313" fmla="*/ 2870040 h 4579812"/>
                  <a:gd name="csX314" fmla="*/ 4838 w 534763"/>
                  <a:gd name="csY314" fmla="*/ 3450608 h 4579812"/>
                  <a:gd name="csX315" fmla="*/ 530456 w 534763"/>
                  <a:gd name="csY315" fmla="*/ 2870040 h 4579812"/>
                  <a:gd name="csX316" fmla="*/ 2873 w 534763"/>
                  <a:gd name="csY316" fmla="*/ 3496981 h 4579812"/>
                  <a:gd name="csX317" fmla="*/ 533479 w 534763"/>
                  <a:gd name="csY317" fmla="*/ 2910970 h 4579812"/>
                  <a:gd name="csX318" fmla="*/ 2873 w 534763"/>
                  <a:gd name="csY318" fmla="*/ 3496981 h 4579812"/>
                  <a:gd name="csX319" fmla="*/ 533479 w 534763"/>
                  <a:gd name="csY319" fmla="*/ 2910970 h 4579812"/>
                  <a:gd name="csX320" fmla="*/ 908 w 534763"/>
                  <a:gd name="csY320" fmla="*/ 3543426 h 4579812"/>
                  <a:gd name="csX321" fmla="*/ 531514 w 534763"/>
                  <a:gd name="csY321" fmla="*/ 2957415 h 4579812"/>
                  <a:gd name="csX322" fmla="*/ 908 w 534763"/>
                  <a:gd name="csY322" fmla="*/ 3543426 h 4579812"/>
                  <a:gd name="csX323" fmla="*/ 531514 w 534763"/>
                  <a:gd name="csY323" fmla="*/ 2957415 h 4579812"/>
                  <a:gd name="csX324" fmla="*/ 3855 w 534763"/>
                  <a:gd name="csY324" fmla="*/ 3584357 h 4579812"/>
                  <a:gd name="csX325" fmla="*/ 534462 w 534763"/>
                  <a:gd name="csY325" fmla="*/ 2998345 h 4579812"/>
                  <a:gd name="csX326" fmla="*/ 3855 w 534763"/>
                  <a:gd name="csY326" fmla="*/ 3584357 h 4579812"/>
                  <a:gd name="csX327" fmla="*/ 534462 w 534763"/>
                  <a:gd name="csY327" fmla="*/ 2998345 h 4579812"/>
                  <a:gd name="csX328" fmla="*/ 1890 w 534763"/>
                  <a:gd name="csY328" fmla="*/ 3630802 h 4579812"/>
                  <a:gd name="csX329" fmla="*/ 532497 w 534763"/>
                  <a:gd name="csY329" fmla="*/ 3044791 h 4579812"/>
                  <a:gd name="csX330" fmla="*/ 1890 w 534763"/>
                  <a:gd name="csY330" fmla="*/ 3630802 h 4579812"/>
                  <a:gd name="csX331" fmla="*/ 532497 w 534763"/>
                  <a:gd name="csY331" fmla="*/ 3044791 h 4579812"/>
                  <a:gd name="csX332" fmla="*/ 4914 w 534763"/>
                  <a:gd name="csY332" fmla="*/ 3671805 h 4579812"/>
                  <a:gd name="csX333" fmla="*/ 530531 w 534763"/>
                  <a:gd name="csY333" fmla="*/ 3091236 h 4579812"/>
                  <a:gd name="csX334" fmla="*/ 4914 w 534763"/>
                  <a:gd name="csY334" fmla="*/ 3671805 h 4579812"/>
                  <a:gd name="csX335" fmla="*/ 530531 w 534763"/>
                  <a:gd name="csY335" fmla="*/ 3091236 h 4579812"/>
                  <a:gd name="csX336" fmla="*/ 2948 w 534763"/>
                  <a:gd name="csY336" fmla="*/ 3718178 h 4579812"/>
                  <a:gd name="csX337" fmla="*/ 533479 w 534763"/>
                  <a:gd name="csY337" fmla="*/ 3132166 h 4579812"/>
                  <a:gd name="csX338" fmla="*/ 2948 w 534763"/>
                  <a:gd name="csY338" fmla="*/ 3718178 h 4579812"/>
                  <a:gd name="csX339" fmla="*/ 533479 w 534763"/>
                  <a:gd name="csY339" fmla="*/ 3132166 h 4579812"/>
                  <a:gd name="csX340" fmla="*/ 908 w 534763"/>
                  <a:gd name="csY340" fmla="*/ 3764623 h 4579812"/>
                  <a:gd name="csX341" fmla="*/ 531514 w 534763"/>
                  <a:gd name="csY341" fmla="*/ 3178612 h 4579812"/>
                  <a:gd name="csX342" fmla="*/ 908 w 534763"/>
                  <a:gd name="csY342" fmla="*/ 3764623 h 4579812"/>
                  <a:gd name="csX343" fmla="*/ 531514 w 534763"/>
                  <a:gd name="csY343" fmla="*/ 3178612 h 4579812"/>
                  <a:gd name="csX344" fmla="*/ 3931 w 534763"/>
                  <a:gd name="csY344" fmla="*/ 3805553 h 4579812"/>
                  <a:gd name="csX345" fmla="*/ 534537 w 534763"/>
                  <a:gd name="csY345" fmla="*/ 3219542 h 4579812"/>
                  <a:gd name="csX346" fmla="*/ 3931 w 534763"/>
                  <a:gd name="csY346" fmla="*/ 3805553 h 4579812"/>
                  <a:gd name="csX347" fmla="*/ 534537 w 534763"/>
                  <a:gd name="csY347" fmla="*/ 3219542 h 4579812"/>
                  <a:gd name="csX348" fmla="*/ 1966 w 534763"/>
                  <a:gd name="csY348" fmla="*/ 3851999 h 4579812"/>
                  <a:gd name="csX349" fmla="*/ 532572 w 534763"/>
                  <a:gd name="csY349" fmla="*/ 3265987 h 4579812"/>
                  <a:gd name="csX350" fmla="*/ 1966 w 534763"/>
                  <a:gd name="csY350" fmla="*/ 3851999 h 4579812"/>
                  <a:gd name="csX351" fmla="*/ 532572 w 534763"/>
                  <a:gd name="csY351" fmla="*/ 3265987 h 4579812"/>
                  <a:gd name="csX352" fmla="*/ 1 w 534763"/>
                  <a:gd name="csY352" fmla="*/ 3898444 h 4579812"/>
                  <a:gd name="csX353" fmla="*/ 530531 w 534763"/>
                  <a:gd name="csY353" fmla="*/ 3312433 h 4579812"/>
                  <a:gd name="csX354" fmla="*/ 1 w 534763"/>
                  <a:gd name="csY354" fmla="*/ 3898444 h 4579812"/>
                  <a:gd name="csX355" fmla="*/ 530531 w 534763"/>
                  <a:gd name="csY355" fmla="*/ 3312433 h 4579812"/>
                  <a:gd name="csX356" fmla="*/ 2948 w 534763"/>
                  <a:gd name="csY356" fmla="*/ 3939374 h 4579812"/>
                  <a:gd name="csX357" fmla="*/ 533555 w 534763"/>
                  <a:gd name="csY357" fmla="*/ 3353363 h 4579812"/>
                  <a:gd name="csX358" fmla="*/ 2948 w 534763"/>
                  <a:gd name="csY358" fmla="*/ 3939374 h 4579812"/>
                  <a:gd name="csX359" fmla="*/ 533555 w 534763"/>
                  <a:gd name="csY359" fmla="*/ 3353363 h 4579812"/>
                  <a:gd name="csX360" fmla="*/ 983 w 534763"/>
                  <a:gd name="csY360" fmla="*/ 3985820 h 4579812"/>
                  <a:gd name="csX361" fmla="*/ 531590 w 534763"/>
                  <a:gd name="csY361" fmla="*/ 3399808 h 4579812"/>
                  <a:gd name="csX362" fmla="*/ 983 w 534763"/>
                  <a:gd name="csY362" fmla="*/ 3985820 h 4579812"/>
                  <a:gd name="csX363" fmla="*/ 531590 w 534763"/>
                  <a:gd name="csY363" fmla="*/ 3399808 h 4579812"/>
                  <a:gd name="csX364" fmla="*/ 3931 w 534763"/>
                  <a:gd name="csY364" fmla="*/ 4026750 h 4579812"/>
                  <a:gd name="csX365" fmla="*/ 534537 w 534763"/>
                  <a:gd name="csY365" fmla="*/ 3440739 h 4579812"/>
                  <a:gd name="csX366" fmla="*/ 3931 w 534763"/>
                  <a:gd name="csY366" fmla="*/ 4026750 h 4579812"/>
                  <a:gd name="csX367" fmla="*/ 534537 w 534763"/>
                  <a:gd name="csY367" fmla="*/ 3440739 h 4579812"/>
                  <a:gd name="csX368" fmla="*/ 1966 w 534763"/>
                  <a:gd name="csY368" fmla="*/ 4073195 h 4579812"/>
                  <a:gd name="csX369" fmla="*/ 532572 w 534763"/>
                  <a:gd name="csY369" fmla="*/ 3487184 h 4579812"/>
                  <a:gd name="csX370" fmla="*/ 1966 w 534763"/>
                  <a:gd name="csY370" fmla="*/ 4073195 h 4579812"/>
                  <a:gd name="csX371" fmla="*/ 532572 w 534763"/>
                  <a:gd name="csY371" fmla="*/ 3487184 h 4579812"/>
                  <a:gd name="csX372" fmla="*/ 1 w 534763"/>
                  <a:gd name="csY372" fmla="*/ 4119641 h 4579812"/>
                  <a:gd name="csX373" fmla="*/ 530607 w 534763"/>
                  <a:gd name="csY373" fmla="*/ 3533629 h 4579812"/>
                  <a:gd name="csX374" fmla="*/ 1 w 534763"/>
                  <a:gd name="csY374" fmla="*/ 4119641 h 4579812"/>
                  <a:gd name="csX375" fmla="*/ 530607 w 534763"/>
                  <a:gd name="csY375" fmla="*/ 3533629 h 4579812"/>
                  <a:gd name="csX376" fmla="*/ 3024 w 534763"/>
                  <a:gd name="csY376" fmla="*/ 4160571 h 4579812"/>
                  <a:gd name="csX377" fmla="*/ 533555 w 534763"/>
                  <a:gd name="csY377" fmla="*/ 3574560 h 4579812"/>
                  <a:gd name="csX378" fmla="*/ 3024 w 534763"/>
                  <a:gd name="csY378" fmla="*/ 4160571 h 4579812"/>
                  <a:gd name="csX379" fmla="*/ 533555 w 534763"/>
                  <a:gd name="csY379" fmla="*/ 3574560 h 4579812"/>
                  <a:gd name="csX380" fmla="*/ 983 w 534763"/>
                  <a:gd name="csY380" fmla="*/ 4207016 h 4579812"/>
                  <a:gd name="csX381" fmla="*/ 531590 w 534763"/>
                  <a:gd name="csY381" fmla="*/ 3621005 h 4579812"/>
                  <a:gd name="csX382" fmla="*/ 983 w 534763"/>
                  <a:gd name="csY382" fmla="*/ 4207016 h 4579812"/>
                  <a:gd name="csX383" fmla="*/ 531590 w 534763"/>
                  <a:gd name="csY383" fmla="*/ 3621005 h 4579812"/>
                  <a:gd name="csX384" fmla="*/ 4007 w 534763"/>
                  <a:gd name="csY384" fmla="*/ 4247946 h 4579812"/>
                  <a:gd name="csX385" fmla="*/ 534613 w 534763"/>
                  <a:gd name="csY385" fmla="*/ 3661935 h 4579812"/>
                  <a:gd name="csX386" fmla="*/ 4007 w 534763"/>
                  <a:gd name="csY386" fmla="*/ 4247946 h 4579812"/>
                  <a:gd name="csX387" fmla="*/ 534613 w 534763"/>
                  <a:gd name="csY387" fmla="*/ 3661935 h 4579812"/>
                  <a:gd name="csX388" fmla="*/ 2041 w 534763"/>
                  <a:gd name="csY388" fmla="*/ 4294391 h 4579812"/>
                  <a:gd name="csX389" fmla="*/ 532648 w 534763"/>
                  <a:gd name="csY389" fmla="*/ 3708380 h 4579812"/>
                  <a:gd name="csX390" fmla="*/ 2041 w 534763"/>
                  <a:gd name="csY390" fmla="*/ 4294391 h 4579812"/>
                  <a:gd name="csX391" fmla="*/ 532648 w 534763"/>
                  <a:gd name="csY391" fmla="*/ 3708380 h 4579812"/>
                  <a:gd name="csX392" fmla="*/ 76 w 534763"/>
                  <a:gd name="csY392" fmla="*/ 4340837 h 4579812"/>
                  <a:gd name="csX393" fmla="*/ 530607 w 534763"/>
                  <a:gd name="csY393" fmla="*/ 3754753 h 4579812"/>
                  <a:gd name="csX394" fmla="*/ 76 w 534763"/>
                  <a:gd name="csY394" fmla="*/ 4340837 h 4579812"/>
                  <a:gd name="csX395" fmla="*/ 530607 w 534763"/>
                  <a:gd name="csY395" fmla="*/ 3754753 h 4579812"/>
                  <a:gd name="csX396" fmla="*/ 3024 w 534763"/>
                  <a:gd name="csY396" fmla="*/ 4381767 h 4579812"/>
                  <a:gd name="csX397" fmla="*/ 533630 w 534763"/>
                  <a:gd name="csY397" fmla="*/ 3795756 h 4579812"/>
                  <a:gd name="csX398" fmla="*/ 3024 w 534763"/>
                  <a:gd name="csY398" fmla="*/ 4381767 h 4579812"/>
                  <a:gd name="csX399" fmla="*/ 533630 w 534763"/>
                  <a:gd name="csY399" fmla="*/ 3795756 h 4579812"/>
                  <a:gd name="csX400" fmla="*/ 1059 w 534763"/>
                  <a:gd name="csY400" fmla="*/ 4428212 h 4579812"/>
                  <a:gd name="csX401" fmla="*/ 531665 w 534763"/>
                  <a:gd name="csY401" fmla="*/ 3842201 h 4579812"/>
                  <a:gd name="csX402" fmla="*/ 1059 w 534763"/>
                  <a:gd name="csY402" fmla="*/ 4428212 h 4579812"/>
                  <a:gd name="csX403" fmla="*/ 531665 w 534763"/>
                  <a:gd name="csY403" fmla="*/ 3842201 h 4579812"/>
                  <a:gd name="csX404" fmla="*/ 4007 w 534763"/>
                  <a:gd name="csY404" fmla="*/ 4469143 h 4579812"/>
                  <a:gd name="csX405" fmla="*/ 534613 w 534763"/>
                  <a:gd name="csY405" fmla="*/ 3883131 h 4579812"/>
                  <a:gd name="csX406" fmla="*/ 4007 w 534763"/>
                  <a:gd name="csY406" fmla="*/ 4469143 h 4579812"/>
                  <a:gd name="csX407" fmla="*/ 534613 w 534763"/>
                  <a:gd name="csY407" fmla="*/ 3883131 h 4579812"/>
                  <a:gd name="csX408" fmla="*/ 2041 w 534763"/>
                  <a:gd name="csY408" fmla="*/ 4515588 h 4579812"/>
                  <a:gd name="csX409" fmla="*/ 532648 w 534763"/>
                  <a:gd name="csY409" fmla="*/ 3929577 h 4579812"/>
                  <a:gd name="csX410" fmla="*/ 2041 w 534763"/>
                  <a:gd name="csY410" fmla="*/ 4515588 h 4579812"/>
                  <a:gd name="csX411" fmla="*/ 532648 w 534763"/>
                  <a:gd name="csY411" fmla="*/ 3929577 h 4579812"/>
                  <a:gd name="csX412" fmla="*/ 76 w 534763"/>
                  <a:gd name="csY412" fmla="*/ 4562033 h 4579812"/>
                  <a:gd name="csX413" fmla="*/ 530683 w 534763"/>
                  <a:gd name="csY413" fmla="*/ 3975950 h 4579812"/>
                  <a:gd name="csX414" fmla="*/ 76 w 534763"/>
                  <a:gd name="csY414" fmla="*/ 4562033 h 4579812"/>
                  <a:gd name="csX415" fmla="*/ 530683 w 534763"/>
                  <a:gd name="csY415" fmla="*/ 3975950 h 4579812"/>
                  <a:gd name="csX416" fmla="*/ 27891 w 534763"/>
                  <a:gd name="csY416" fmla="*/ 4575604 h 4579812"/>
                  <a:gd name="csX417" fmla="*/ 533630 w 534763"/>
                  <a:gd name="csY417" fmla="*/ 4016952 h 4579812"/>
                  <a:gd name="csX418" fmla="*/ 27891 w 534763"/>
                  <a:gd name="csY418" fmla="*/ 4575604 h 4579812"/>
                  <a:gd name="csX419" fmla="*/ 533630 w 534763"/>
                  <a:gd name="csY419" fmla="*/ 4016952 h 4579812"/>
                  <a:gd name="csX420" fmla="*/ 65533 w 534763"/>
                  <a:gd name="csY420" fmla="*/ 4578217 h 4579812"/>
                  <a:gd name="csX421" fmla="*/ 531665 w 534763"/>
                  <a:gd name="csY421" fmla="*/ 4063398 h 4579812"/>
                  <a:gd name="csX422" fmla="*/ 65533 w 534763"/>
                  <a:gd name="csY422" fmla="*/ 4578217 h 4579812"/>
                  <a:gd name="csX423" fmla="*/ 531665 w 534763"/>
                  <a:gd name="csY423" fmla="*/ 4063398 h 4579812"/>
                  <a:gd name="csX424" fmla="*/ 108238 w 534763"/>
                  <a:gd name="csY424" fmla="*/ 4575314 h 4579812"/>
                  <a:gd name="csX425" fmla="*/ 534689 w 534763"/>
                  <a:gd name="csY425" fmla="*/ 4104328 h 4579812"/>
                  <a:gd name="csX426" fmla="*/ 108238 w 534763"/>
                  <a:gd name="csY426" fmla="*/ 4575314 h 4579812"/>
                  <a:gd name="csX427" fmla="*/ 534689 w 534763"/>
                  <a:gd name="csY427" fmla="*/ 4104328 h 4579812"/>
                  <a:gd name="csX428" fmla="*/ 145880 w 534763"/>
                  <a:gd name="csY428" fmla="*/ 4577926 h 4579812"/>
                  <a:gd name="csX429" fmla="*/ 532723 w 534763"/>
                  <a:gd name="csY429" fmla="*/ 4150773 h 4579812"/>
                  <a:gd name="csX430" fmla="*/ 145880 w 534763"/>
                  <a:gd name="csY430" fmla="*/ 4577926 h 4579812"/>
                  <a:gd name="csX431" fmla="*/ 532723 w 534763"/>
                  <a:gd name="csY431" fmla="*/ 4150773 h 4579812"/>
                  <a:gd name="csX432" fmla="*/ 188585 w 534763"/>
                  <a:gd name="csY432" fmla="*/ 4575097 h 4579812"/>
                  <a:gd name="csX433" fmla="*/ 530683 w 534763"/>
                  <a:gd name="csY433" fmla="*/ 4197146 h 4579812"/>
                  <a:gd name="csX434" fmla="*/ 188585 w 534763"/>
                  <a:gd name="csY434" fmla="*/ 4575097 h 4579812"/>
                  <a:gd name="csX435" fmla="*/ 530683 w 534763"/>
                  <a:gd name="csY435" fmla="*/ 4197146 h 4579812"/>
                  <a:gd name="csX436" fmla="*/ 226226 w 534763"/>
                  <a:gd name="csY436" fmla="*/ 4577709 h 4579812"/>
                  <a:gd name="csX437" fmla="*/ 533706 w 534763"/>
                  <a:gd name="csY437" fmla="*/ 4238149 h 4579812"/>
                  <a:gd name="csX438" fmla="*/ 226226 w 534763"/>
                  <a:gd name="csY438" fmla="*/ 4577709 h 4579812"/>
                  <a:gd name="csX439" fmla="*/ 533706 w 534763"/>
                  <a:gd name="csY439" fmla="*/ 4238149 h 4579812"/>
                  <a:gd name="csX440" fmla="*/ 268932 w 534763"/>
                  <a:gd name="csY440" fmla="*/ 4574806 h 4579812"/>
                  <a:gd name="csX441" fmla="*/ 531741 w 534763"/>
                  <a:gd name="csY441" fmla="*/ 4284522 h 4579812"/>
                  <a:gd name="csX442" fmla="*/ 268932 w 534763"/>
                  <a:gd name="csY442" fmla="*/ 4574806 h 4579812"/>
                  <a:gd name="csX443" fmla="*/ 531741 w 534763"/>
                  <a:gd name="csY443" fmla="*/ 4284522 h 4579812"/>
                  <a:gd name="csX444" fmla="*/ 306573 w 534763"/>
                  <a:gd name="csY444" fmla="*/ 4577418 h 4579812"/>
                  <a:gd name="csX445" fmla="*/ 534689 w 534763"/>
                  <a:gd name="csY445" fmla="*/ 4325525 h 4579812"/>
                  <a:gd name="csX446" fmla="*/ 306573 w 534763"/>
                  <a:gd name="csY446" fmla="*/ 4577418 h 4579812"/>
                  <a:gd name="csX447" fmla="*/ 534689 w 534763"/>
                  <a:gd name="csY447" fmla="*/ 4325525 h 4579812"/>
                  <a:gd name="csX448" fmla="*/ 349279 w 534763"/>
                  <a:gd name="csY448" fmla="*/ 4574589 h 4579812"/>
                  <a:gd name="csX449" fmla="*/ 532723 w 534763"/>
                  <a:gd name="csY449" fmla="*/ 4371970 h 4579812"/>
                  <a:gd name="csX450" fmla="*/ 349279 w 534763"/>
                  <a:gd name="csY450" fmla="*/ 4574589 h 4579812"/>
                  <a:gd name="csX451" fmla="*/ 532723 w 534763"/>
                  <a:gd name="csY451" fmla="*/ 4371970 h 4579812"/>
                  <a:gd name="csX452" fmla="*/ 386920 w 534763"/>
                  <a:gd name="csY452" fmla="*/ 4577201 h 4579812"/>
                  <a:gd name="csX453" fmla="*/ 530758 w 534763"/>
                  <a:gd name="csY453" fmla="*/ 4418343 h 4579812"/>
                  <a:gd name="csX454" fmla="*/ 386920 w 534763"/>
                  <a:gd name="csY454" fmla="*/ 4577201 h 4579812"/>
                  <a:gd name="csX455" fmla="*/ 530758 w 534763"/>
                  <a:gd name="csY455" fmla="*/ 4418343 h 4579812"/>
                  <a:gd name="csX456" fmla="*/ 424637 w 534763"/>
                  <a:gd name="csY456" fmla="*/ 4579813 h 4579812"/>
                  <a:gd name="csX457" fmla="*/ 533706 w 534763"/>
                  <a:gd name="csY457" fmla="*/ 4459346 h 4579812"/>
                  <a:gd name="csX458" fmla="*/ 424637 w 534763"/>
                  <a:gd name="csY458" fmla="*/ 4579813 h 4579812"/>
                  <a:gd name="csX459" fmla="*/ 533706 w 534763"/>
                  <a:gd name="csY459" fmla="*/ 4459346 h 4579812"/>
                  <a:gd name="csX460" fmla="*/ 467267 w 534763"/>
                  <a:gd name="csY460" fmla="*/ 4576983 h 4579812"/>
                  <a:gd name="csX461" fmla="*/ 531741 w 534763"/>
                  <a:gd name="csY461" fmla="*/ 4505719 h 4579812"/>
                  <a:gd name="csX462" fmla="*/ 467267 w 534763"/>
                  <a:gd name="csY462" fmla="*/ 4576983 h 4579812"/>
                  <a:gd name="csX463" fmla="*/ 531741 w 534763"/>
                  <a:gd name="csY463" fmla="*/ 4505719 h 4579812"/>
                  <a:gd name="csX464" fmla="*/ 504984 w 534763"/>
                  <a:gd name="csY464" fmla="*/ 4579596 h 4579812"/>
                  <a:gd name="csX465" fmla="*/ 534764 w 534763"/>
                  <a:gd name="csY465" fmla="*/ 4546721 h 4579812"/>
                  <a:gd name="csX466" fmla="*/ 504984 w 534763"/>
                  <a:gd name="csY466" fmla="*/ 4579596 h 4579812"/>
                  <a:gd name="csX467" fmla="*/ 534764 w 534763"/>
                  <a:gd name="csY467" fmla="*/ 4546721 h 45798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</a:cxnLst>
                <a:rect l="l" t="t" r="r" b="b"/>
                <a:pathLst>
                  <a:path w="534763" h="4579812">
                    <a:moveTo>
                      <a:pt x="303" y="4355"/>
                    </a:moveTo>
                    <a:cubicBezTo>
                      <a:pt x="303" y="4355"/>
                      <a:pt x="303" y="4355"/>
                      <a:pt x="303" y="4355"/>
                    </a:cubicBezTo>
                    <a:moveTo>
                      <a:pt x="303" y="4355"/>
                    </a:moveTo>
                    <a:cubicBezTo>
                      <a:pt x="303" y="4355"/>
                      <a:pt x="303" y="4355"/>
                      <a:pt x="303" y="4355"/>
                    </a:cubicBezTo>
                    <a:moveTo>
                      <a:pt x="3326" y="45285"/>
                    </a:moveTo>
                    <a:cubicBezTo>
                      <a:pt x="7257" y="30916"/>
                      <a:pt x="24263" y="26416"/>
                      <a:pt x="43008" y="1452"/>
                    </a:cubicBezTo>
                    <a:moveTo>
                      <a:pt x="3326" y="45285"/>
                    </a:moveTo>
                    <a:cubicBezTo>
                      <a:pt x="21164" y="28376"/>
                      <a:pt x="32578" y="10959"/>
                      <a:pt x="43008" y="1452"/>
                    </a:cubicBezTo>
                    <a:moveTo>
                      <a:pt x="1361" y="91730"/>
                    </a:moveTo>
                    <a:cubicBezTo>
                      <a:pt x="30461" y="47099"/>
                      <a:pt x="60998" y="31569"/>
                      <a:pt x="80650" y="4064"/>
                    </a:cubicBezTo>
                    <a:moveTo>
                      <a:pt x="1361" y="91730"/>
                    </a:moveTo>
                    <a:cubicBezTo>
                      <a:pt x="34770" y="62484"/>
                      <a:pt x="57823" y="26997"/>
                      <a:pt x="80650" y="4064"/>
                    </a:cubicBezTo>
                    <a:moveTo>
                      <a:pt x="4309" y="132660"/>
                    </a:moveTo>
                    <a:cubicBezTo>
                      <a:pt x="47392" y="109438"/>
                      <a:pt x="51701" y="61613"/>
                      <a:pt x="123355" y="1234"/>
                    </a:cubicBezTo>
                    <a:moveTo>
                      <a:pt x="4309" y="132660"/>
                    </a:moveTo>
                    <a:cubicBezTo>
                      <a:pt x="46032" y="80046"/>
                      <a:pt x="85563" y="34109"/>
                      <a:pt x="123355" y="1234"/>
                    </a:cubicBezTo>
                    <a:moveTo>
                      <a:pt x="2344" y="179106"/>
                    </a:moveTo>
                    <a:cubicBezTo>
                      <a:pt x="41799" y="132660"/>
                      <a:pt x="65155" y="90351"/>
                      <a:pt x="160996" y="3847"/>
                    </a:cubicBezTo>
                    <a:moveTo>
                      <a:pt x="2344" y="179106"/>
                    </a:moveTo>
                    <a:cubicBezTo>
                      <a:pt x="52986" y="126637"/>
                      <a:pt x="100151" y="61468"/>
                      <a:pt x="160996" y="3847"/>
                    </a:cubicBezTo>
                    <a:moveTo>
                      <a:pt x="378" y="225551"/>
                    </a:moveTo>
                    <a:cubicBezTo>
                      <a:pt x="65684" y="145143"/>
                      <a:pt x="156008" y="38753"/>
                      <a:pt x="203702" y="1016"/>
                    </a:cubicBezTo>
                    <a:moveTo>
                      <a:pt x="378" y="225551"/>
                    </a:moveTo>
                    <a:cubicBezTo>
                      <a:pt x="65079" y="159149"/>
                      <a:pt x="123733" y="86287"/>
                      <a:pt x="203702" y="1016"/>
                    </a:cubicBezTo>
                    <a:moveTo>
                      <a:pt x="3326" y="266481"/>
                    </a:moveTo>
                    <a:cubicBezTo>
                      <a:pt x="76644" y="173808"/>
                      <a:pt x="165380" y="79611"/>
                      <a:pt x="241343" y="3629"/>
                    </a:cubicBezTo>
                    <a:moveTo>
                      <a:pt x="3326" y="266481"/>
                    </a:moveTo>
                    <a:cubicBezTo>
                      <a:pt x="94784" y="166333"/>
                      <a:pt x="182085" y="67056"/>
                      <a:pt x="241343" y="3629"/>
                    </a:cubicBezTo>
                    <a:moveTo>
                      <a:pt x="1361" y="312927"/>
                    </a:moveTo>
                    <a:cubicBezTo>
                      <a:pt x="81632" y="233462"/>
                      <a:pt x="147618" y="159004"/>
                      <a:pt x="284049" y="726"/>
                    </a:cubicBezTo>
                    <a:moveTo>
                      <a:pt x="1361" y="312927"/>
                    </a:moveTo>
                    <a:cubicBezTo>
                      <a:pt x="79289" y="233897"/>
                      <a:pt x="147316" y="151456"/>
                      <a:pt x="284049" y="726"/>
                    </a:cubicBezTo>
                    <a:moveTo>
                      <a:pt x="4309" y="353857"/>
                    </a:moveTo>
                    <a:cubicBezTo>
                      <a:pt x="96598" y="249500"/>
                      <a:pt x="180271" y="161906"/>
                      <a:pt x="321690" y="3339"/>
                    </a:cubicBezTo>
                    <a:moveTo>
                      <a:pt x="4309" y="353857"/>
                    </a:moveTo>
                    <a:cubicBezTo>
                      <a:pt x="130687" y="222431"/>
                      <a:pt x="254722" y="79103"/>
                      <a:pt x="321690" y="3339"/>
                    </a:cubicBezTo>
                    <a:moveTo>
                      <a:pt x="2344" y="400302"/>
                    </a:moveTo>
                    <a:cubicBezTo>
                      <a:pt x="80725" y="312056"/>
                      <a:pt x="145502" y="239340"/>
                      <a:pt x="364396" y="508"/>
                    </a:cubicBezTo>
                    <a:moveTo>
                      <a:pt x="2344" y="400302"/>
                    </a:moveTo>
                    <a:cubicBezTo>
                      <a:pt x="120710" y="261401"/>
                      <a:pt x="252681" y="121920"/>
                      <a:pt x="364396" y="508"/>
                    </a:cubicBezTo>
                    <a:moveTo>
                      <a:pt x="378" y="446748"/>
                    </a:moveTo>
                    <a:cubicBezTo>
                      <a:pt x="97883" y="339343"/>
                      <a:pt x="229854" y="207699"/>
                      <a:pt x="402037" y="3121"/>
                    </a:cubicBezTo>
                    <a:moveTo>
                      <a:pt x="378" y="446748"/>
                    </a:moveTo>
                    <a:cubicBezTo>
                      <a:pt x="161072" y="278456"/>
                      <a:pt x="312469" y="108204"/>
                      <a:pt x="402037" y="3121"/>
                    </a:cubicBezTo>
                    <a:moveTo>
                      <a:pt x="3402" y="487678"/>
                    </a:moveTo>
                    <a:cubicBezTo>
                      <a:pt x="117308" y="383611"/>
                      <a:pt x="220860" y="255088"/>
                      <a:pt x="444743" y="218"/>
                    </a:cubicBezTo>
                    <a:moveTo>
                      <a:pt x="3402" y="487678"/>
                    </a:moveTo>
                    <a:cubicBezTo>
                      <a:pt x="154647" y="322434"/>
                      <a:pt x="300375" y="166043"/>
                      <a:pt x="444743" y="218"/>
                    </a:cubicBezTo>
                    <a:moveTo>
                      <a:pt x="1437" y="534123"/>
                    </a:moveTo>
                    <a:cubicBezTo>
                      <a:pt x="108087" y="387240"/>
                      <a:pt x="242931" y="278528"/>
                      <a:pt x="482384" y="2831"/>
                    </a:cubicBezTo>
                    <a:moveTo>
                      <a:pt x="1437" y="534123"/>
                    </a:moveTo>
                    <a:cubicBezTo>
                      <a:pt x="108465" y="424759"/>
                      <a:pt x="197958" y="322869"/>
                      <a:pt x="482384" y="2831"/>
                    </a:cubicBezTo>
                    <a:moveTo>
                      <a:pt x="4384" y="575053"/>
                    </a:moveTo>
                    <a:cubicBezTo>
                      <a:pt x="139682" y="429694"/>
                      <a:pt x="259408" y="299646"/>
                      <a:pt x="525089" y="1"/>
                    </a:cubicBezTo>
                    <a:moveTo>
                      <a:pt x="4384" y="575053"/>
                    </a:moveTo>
                    <a:cubicBezTo>
                      <a:pt x="198109" y="359735"/>
                      <a:pt x="392060" y="143619"/>
                      <a:pt x="525089" y="1"/>
                    </a:cubicBezTo>
                    <a:moveTo>
                      <a:pt x="2419" y="621499"/>
                    </a:moveTo>
                    <a:cubicBezTo>
                      <a:pt x="197428" y="413293"/>
                      <a:pt x="408235" y="170905"/>
                      <a:pt x="533026" y="35488"/>
                    </a:cubicBezTo>
                    <a:moveTo>
                      <a:pt x="2419" y="621499"/>
                    </a:moveTo>
                    <a:cubicBezTo>
                      <a:pt x="114663" y="497620"/>
                      <a:pt x="240890" y="362275"/>
                      <a:pt x="533026" y="35488"/>
                    </a:cubicBezTo>
                    <a:moveTo>
                      <a:pt x="454" y="667944"/>
                    </a:moveTo>
                    <a:cubicBezTo>
                      <a:pt x="148827" y="516561"/>
                      <a:pt x="268478" y="360824"/>
                      <a:pt x="531061" y="81861"/>
                    </a:cubicBezTo>
                    <a:moveTo>
                      <a:pt x="454" y="667944"/>
                    </a:moveTo>
                    <a:cubicBezTo>
                      <a:pt x="204382" y="451465"/>
                      <a:pt x="401659" y="238106"/>
                      <a:pt x="531061" y="81861"/>
                    </a:cubicBezTo>
                    <a:moveTo>
                      <a:pt x="3402" y="708874"/>
                    </a:moveTo>
                    <a:cubicBezTo>
                      <a:pt x="171578" y="527664"/>
                      <a:pt x="328720" y="351825"/>
                      <a:pt x="534008" y="122863"/>
                    </a:cubicBezTo>
                    <a:moveTo>
                      <a:pt x="3402" y="708874"/>
                    </a:moveTo>
                    <a:cubicBezTo>
                      <a:pt x="150793" y="541598"/>
                      <a:pt x="294631" y="384337"/>
                      <a:pt x="534008" y="122863"/>
                    </a:cubicBezTo>
                    <a:moveTo>
                      <a:pt x="1437" y="755320"/>
                    </a:moveTo>
                    <a:cubicBezTo>
                      <a:pt x="99092" y="649584"/>
                      <a:pt x="225093" y="508433"/>
                      <a:pt x="532043" y="169236"/>
                    </a:cubicBezTo>
                    <a:moveTo>
                      <a:pt x="1437" y="755320"/>
                    </a:moveTo>
                    <a:cubicBezTo>
                      <a:pt x="138397" y="603792"/>
                      <a:pt x="254420" y="474542"/>
                      <a:pt x="532043" y="169236"/>
                    </a:cubicBezTo>
                    <a:moveTo>
                      <a:pt x="4384" y="796250"/>
                    </a:moveTo>
                    <a:cubicBezTo>
                      <a:pt x="167497" y="611774"/>
                      <a:pt x="350412" y="437386"/>
                      <a:pt x="530078" y="215682"/>
                    </a:cubicBezTo>
                    <a:moveTo>
                      <a:pt x="4384" y="796250"/>
                    </a:moveTo>
                    <a:cubicBezTo>
                      <a:pt x="152380" y="635360"/>
                      <a:pt x="295764" y="477010"/>
                      <a:pt x="530078" y="215682"/>
                    </a:cubicBezTo>
                    <a:moveTo>
                      <a:pt x="2419" y="842695"/>
                    </a:moveTo>
                    <a:cubicBezTo>
                      <a:pt x="140589" y="689208"/>
                      <a:pt x="256989" y="567724"/>
                      <a:pt x="533026" y="256684"/>
                    </a:cubicBezTo>
                    <a:moveTo>
                      <a:pt x="2419" y="842695"/>
                    </a:moveTo>
                    <a:cubicBezTo>
                      <a:pt x="151170" y="690514"/>
                      <a:pt x="288130" y="530277"/>
                      <a:pt x="533026" y="256684"/>
                    </a:cubicBezTo>
                    <a:moveTo>
                      <a:pt x="454" y="889141"/>
                    </a:moveTo>
                    <a:cubicBezTo>
                      <a:pt x="201661" y="658075"/>
                      <a:pt x="409520" y="429839"/>
                      <a:pt x="531061" y="303057"/>
                    </a:cubicBezTo>
                    <a:moveTo>
                      <a:pt x="454" y="889141"/>
                    </a:moveTo>
                    <a:cubicBezTo>
                      <a:pt x="116401" y="746902"/>
                      <a:pt x="244140" y="609525"/>
                      <a:pt x="531061" y="303057"/>
                    </a:cubicBezTo>
                    <a:moveTo>
                      <a:pt x="3477" y="930071"/>
                    </a:moveTo>
                    <a:cubicBezTo>
                      <a:pt x="197580" y="719034"/>
                      <a:pt x="396746" y="509377"/>
                      <a:pt x="534008" y="344060"/>
                    </a:cubicBezTo>
                    <a:moveTo>
                      <a:pt x="3477" y="930071"/>
                    </a:moveTo>
                    <a:cubicBezTo>
                      <a:pt x="178683" y="738120"/>
                      <a:pt x="348145" y="547984"/>
                      <a:pt x="534008" y="344060"/>
                    </a:cubicBezTo>
                    <a:moveTo>
                      <a:pt x="1437" y="976516"/>
                    </a:moveTo>
                    <a:cubicBezTo>
                      <a:pt x="171881" y="773245"/>
                      <a:pt x="378832" y="578174"/>
                      <a:pt x="532043" y="390433"/>
                    </a:cubicBezTo>
                    <a:moveTo>
                      <a:pt x="1437" y="976516"/>
                    </a:moveTo>
                    <a:cubicBezTo>
                      <a:pt x="136583" y="837906"/>
                      <a:pt x="280648" y="682894"/>
                      <a:pt x="532043" y="390433"/>
                    </a:cubicBezTo>
                    <a:moveTo>
                      <a:pt x="4460" y="1017446"/>
                    </a:moveTo>
                    <a:cubicBezTo>
                      <a:pt x="181934" y="847485"/>
                      <a:pt x="341645" y="656623"/>
                      <a:pt x="530078" y="436878"/>
                    </a:cubicBezTo>
                    <a:moveTo>
                      <a:pt x="4460" y="1017446"/>
                    </a:moveTo>
                    <a:cubicBezTo>
                      <a:pt x="151322" y="856774"/>
                      <a:pt x="302567" y="685144"/>
                      <a:pt x="530078" y="436878"/>
                    </a:cubicBezTo>
                    <a:moveTo>
                      <a:pt x="2495" y="1063892"/>
                    </a:moveTo>
                    <a:cubicBezTo>
                      <a:pt x="164549" y="879779"/>
                      <a:pt x="331063" y="683402"/>
                      <a:pt x="533101" y="477881"/>
                    </a:cubicBezTo>
                    <a:moveTo>
                      <a:pt x="2495" y="1063892"/>
                    </a:moveTo>
                    <a:cubicBezTo>
                      <a:pt x="165002" y="886964"/>
                      <a:pt x="325998" y="712793"/>
                      <a:pt x="533101" y="477881"/>
                    </a:cubicBezTo>
                    <a:moveTo>
                      <a:pt x="530" y="1110337"/>
                    </a:moveTo>
                    <a:cubicBezTo>
                      <a:pt x="102418" y="977823"/>
                      <a:pt x="222674" y="862798"/>
                      <a:pt x="531061" y="524254"/>
                    </a:cubicBezTo>
                    <a:moveTo>
                      <a:pt x="530" y="1110337"/>
                    </a:moveTo>
                    <a:cubicBezTo>
                      <a:pt x="201888" y="887327"/>
                      <a:pt x="408764" y="663735"/>
                      <a:pt x="531061" y="524254"/>
                    </a:cubicBezTo>
                    <a:moveTo>
                      <a:pt x="3477" y="1151267"/>
                    </a:moveTo>
                    <a:cubicBezTo>
                      <a:pt x="127059" y="1017011"/>
                      <a:pt x="262961" y="845235"/>
                      <a:pt x="534084" y="565256"/>
                    </a:cubicBezTo>
                    <a:moveTo>
                      <a:pt x="3477" y="1151267"/>
                    </a:moveTo>
                    <a:cubicBezTo>
                      <a:pt x="132803" y="1007286"/>
                      <a:pt x="269990" y="868095"/>
                      <a:pt x="534084" y="565256"/>
                    </a:cubicBezTo>
                    <a:moveTo>
                      <a:pt x="1512" y="1197713"/>
                    </a:moveTo>
                    <a:cubicBezTo>
                      <a:pt x="174753" y="1028187"/>
                      <a:pt x="319952" y="836890"/>
                      <a:pt x="532119" y="611629"/>
                    </a:cubicBezTo>
                    <a:moveTo>
                      <a:pt x="1512" y="1197713"/>
                    </a:moveTo>
                    <a:cubicBezTo>
                      <a:pt x="134769" y="1052571"/>
                      <a:pt x="252983" y="906921"/>
                      <a:pt x="532119" y="611629"/>
                    </a:cubicBezTo>
                    <a:moveTo>
                      <a:pt x="4460" y="1238643"/>
                    </a:moveTo>
                    <a:cubicBezTo>
                      <a:pt x="201737" y="1002207"/>
                      <a:pt x="399618" y="801983"/>
                      <a:pt x="530154" y="658075"/>
                    </a:cubicBezTo>
                    <a:moveTo>
                      <a:pt x="4460" y="1238643"/>
                    </a:moveTo>
                    <a:cubicBezTo>
                      <a:pt x="116250" y="1114256"/>
                      <a:pt x="229552" y="976299"/>
                      <a:pt x="530154" y="658075"/>
                    </a:cubicBezTo>
                    <a:moveTo>
                      <a:pt x="2495" y="1285088"/>
                    </a:moveTo>
                    <a:cubicBezTo>
                      <a:pt x="135146" y="1154678"/>
                      <a:pt x="269990" y="992192"/>
                      <a:pt x="533101" y="699005"/>
                    </a:cubicBezTo>
                    <a:moveTo>
                      <a:pt x="2495" y="1285088"/>
                    </a:moveTo>
                    <a:cubicBezTo>
                      <a:pt x="150566" y="1109902"/>
                      <a:pt x="307556" y="942916"/>
                      <a:pt x="533101" y="699005"/>
                    </a:cubicBezTo>
                    <a:moveTo>
                      <a:pt x="530" y="1331534"/>
                    </a:moveTo>
                    <a:cubicBezTo>
                      <a:pt x="103476" y="1218904"/>
                      <a:pt x="201586" y="1092050"/>
                      <a:pt x="531136" y="745450"/>
                    </a:cubicBezTo>
                    <a:moveTo>
                      <a:pt x="530" y="1331534"/>
                    </a:moveTo>
                    <a:cubicBezTo>
                      <a:pt x="136129" y="1169483"/>
                      <a:pt x="277019" y="1010117"/>
                      <a:pt x="531136" y="745450"/>
                    </a:cubicBezTo>
                    <a:moveTo>
                      <a:pt x="3553" y="1372464"/>
                    </a:moveTo>
                    <a:cubicBezTo>
                      <a:pt x="136658" y="1227903"/>
                      <a:pt x="258652" y="1083414"/>
                      <a:pt x="534084" y="786453"/>
                    </a:cubicBezTo>
                    <a:moveTo>
                      <a:pt x="3553" y="1372464"/>
                    </a:moveTo>
                    <a:cubicBezTo>
                      <a:pt x="166817" y="1194592"/>
                      <a:pt x="335371" y="1003876"/>
                      <a:pt x="534084" y="786453"/>
                    </a:cubicBezTo>
                    <a:moveTo>
                      <a:pt x="1512" y="1418909"/>
                    </a:moveTo>
                    <a:cubicBezTo>
                      <a:pt x="165683" y="1268252"/>
                      <a:pt x="287450" y="1105910"/>
                      <a:pt x="532119" y="832826"/>
                    </a:cubicBezTo>
                    <a:moveTo>
                      <a:pt x="1512" y="1418909"/>
                    </a:moveTo>
                    <a:cubicBezTo>
                      <a:pt x="159334" y="1248222"/>
                      <a:pt x="325091" y="1065779"/>
                      <a:pt x="532119" y="832826"/>
                    </a:cubicBezTo>
                    <a:moveTo>
                      <a:pt x="4536" y="1459839"/>
                    </a:moveTo>
                    <a:cubicBezTo>
                      <a:pt x="144821" y="1315568"/>
                      <a:pt x="264094" y="1157363"/>
                      <a:pt x="530154" y="879271"/>
                    </a:cubicBezTo>
                    <a:moveTo>
                      <a:pt x="4536" y="1459839"/>
                    </a:moveTo>
                    <a:cubicBezTo>
                      <a:pt x="159107" y="1284871"/>
                      <a:pt x="306800" y="1123618"/>
                      <a:pt x="530154" y="879271"/>
                    </a:cubicBezTo>
                    <a:moveTo>
                      <a:pt x="2570" y="1506285"/>
                    </a:moveTo>
                    <a:cubicBezTo>
                      <a:pt x="135902" y="1366078"/>
                      <a:pt x="246559" y="1228410"/>
                      <a:pt x="533177" y="920201"/>
                    </a:cubicBezTo>
                    <a:moveTo>
                      <a:pt x="2570" y="1506285"/>
                    </a:moveTo>
                    <a:cubicBezTo>
                      <a:pt x="171049" y="1317673"/>
                      <a:pt x="331441" y="1142269"/>
                      <a:pt x="533177" y="920201"/>
                    </a:cubicBezTo>
                    <a:moveTo>
                      <a:pt x="605" y="1552730"/>
                    </a:moveTo>
                    <a:cubicBezTo>
                      <a:pt x="129931" y="1402799"/>
                      <a:pt x="271577" y="1265567"/>
                      <a:pt x="531136" y="966647"/>
                    </a:cubicBezTo>
                    <a:moveTo>
                      <a:pt x="605" y="1552730"/>
                    </a:moveTo>
                    <a:cubicBezTo>
                      <a:pt x="211790" y="1322970"/>
                      <a:pt x="412090" y="1091396"/>
                      <a:pt x="531136" y="966647"/>
                    </a:cubicBezTo>
                    <a:moveTo>
                      <a:pt x="3553" y="1593660"/>
                    </a:moveTo>
                    <a:cubicBezTo>
                      <a:pt x="186091" y="1366441"/>
                      <a:pt x="398711" y="1138132"/>
                      <a:pt x="534160" y="1007649"/>
                    </a:cubicBezTo>
                    <a:moveTo>
                      <a:pt x="3553" y="1593660"/>
                    </a:moveTo>
                    <a:cubicBezTo>
                      <a:pt x="214284" y="1366513"/>
                      <a:pt x="407857" y="1146841"/>
                      <a:pt x="534160" y="1007649"/>
                    </a:cubicBezTo>
                    <a:moveTo>
                      <a:pt x="1588" y="1640106"/>
                    </a:moveTo>
                    <a:cubicBezTo>
                      <a:pt x="161828" y="1455776"/>
                      <a:pt x="309899" y="1308166"/>
                      <a:pt x="532194" y="1054022"/>
                    </a:cubicBezTo>
                    <a:moveTo>
                      <a:pt x="1588" y="1640106"/>
                    </a:moveTo>
                    <a:cubicBezTo>
                      <a:pt x="195992" y="1420143"/>
                      <a:pt x="391455" y="1212735"/>
                      <a:pt x="532194" y="1054022"/>
                    </a:cubicBezTo>
                    <a:moveTo>
                      <a:pt x="4536" y="1681036"/>
                    </a:moveTo>
                    <a:cubicBezTo>
                      <a:pt x="141042" y="1527258"/>
                      <a:pt x="280572" y="1392784"/>
                      <a:pt x="530229" y="1100468"/>
                    </a:cubicBezTo>
                    <a:moveTo>
                      <a:pt x="4536" y="1681036"/>
                    </a:moveTo>
                    <a:cubicBezTo>
                      <a:pt x="152985" y="1517243"/>
                      <a:pt x="295840" y="1357732"/>
                      <a:pt x="530229" y="1100468"/>
                    </a:cubicBezTo>
                    <a:moveTo>
                      <a:pt x="2570" y="1727481"/>
                    </a:moveTo>
                    <a:cubicBezTo>
                      <a:pt x="144897" y="1573195"/>
                      <a:pt x="289340" y="1406209"/>
                      <a:pt x="533177" y="1141398"/>
                    </a:cubicBezTo>
                    <a:moveTo>
                      <a:pt x="2570" y="1727481"/>
                    </a:moveTo>
                    <a:cubicBezTo>
                      <a:pt x="193649" y="1514631"/>
                      <a:pt x="382914" y="1309109"/>
                      <a:pt x="533177" y="1141398"/>
                    </a:cubicBezTo>
                    <a:moveTo>
                      <a:pt x="605" y="1773927"/>
                    </a:moveTo>
                    <a:cubicBezTo>
                      <a:pt x="171654" y="1589814"/>
                      <a:pt x="314585" y="1419055"/>
                      <a:pt x="531212" y="1187843"/>
                    </a:cubicBezTo>
                    <a:moveTo>
                      <a:pt x="605" y="1773927"/>
                    </a:moveTo>
                    <a:cubicBezTo>
                      <a:pt x="151095" y="1610569"/>
                      <a:pt x="291607" y="1459259"/>
                      <a:pt x="531212" y="1187843"/>
                    </a:cubicBezTo>
                    <a:moveTo>
                      <a:pt x="3629" y="1814857"/>
                    </a:moveTo>
                    <a:cubicBezTo>
                      <a:pt x="115494" y="1694752"/>
                      <a:pt x="233331" y="1556867"/>
                      <a:pt x="534160" y="1228773"/>
                    </a:cubicBezTo>
                    <a:moveTo>
                      <a:pt x="3629" y="1814857"/>
                    </a:moveTo>
                    <a:cubicBezTo>
                      <a:pt x="134391" y="1657741"/>
                      <a:pt x="279211" y="1493150"/>
                      <a:pt x="534160" y="1228773"/>
                    </a:cubicBezTo>
                    <a:moveTo>
                      <a:pt x="1588" y="1861303"/>
                    </a:moveTo>
                    <a:cubicBezTo>
                      <a:pt x="98563" y="1749543"/>
                      <a:pt x="220935" y="1609118"/>
                      <a:pt x="532194" y="1275219"/>
                    </a:cubicBezTo>
                    <a:moveTo>
                      <a:pt x="1588" y="1861303"/>
                    </a:moveTo>
                    <a:cubicBezTo>
                      <a:pt x="153136" y="1692139"/>
                      <a:pt x="304003" y="1528129"/>
                      <a:pt x="532194" y="1275219"/>
                    </a:cubicBezTo>
                    <a:moveTo>
                      <a:pt x="4611" y="1902232"/>
                    </a:moveTo>
                    <a:cubicBezTo>
                      <a:pt x="183370" y="1704767"/>
                      <a:pt x="339528" y="1533572"/>
                      <a:pt x="530229" y="1321664"/>
                    </a:cubicBezTo>
                    <a:moveTo>
                      <a:pt x="4611" y="1902232"/>
                    </a:moveTo>
                    <a:cubicBezTo>
                      <a:pt x="106500" y="1783869"/>
                      <a:pt x="220860" y="1661587"/>
                      <a:pt x="530229" y="1321664"/>
                    </a:cubicBezTo>
                    <a:moveTo>
                      <a:pt x="2646" y="1948678"/>
                    </a:moveTo>
                    <a:cubicBezTo>
                      <a:pt x="183748" y="1746785"/>
                      <a:pt x="353511" y="1576751"/>
                      <a:pt x="533252" y="1362594"/>
                    </a:cubicBezTo>
                    <a:moveTo>
                      <a:pt x="2646" y="1948678"/>
                    </a:moveTo>
                    <a:cubicBezTo>
                      <a:pt x="172107" y="1769428"/>
                      <a:pt x="337639" y="1568769"/>
                      <a:pt x="533252" y="1362594"/>
                    </a:cubicBezTo>
                    <a:moveTo>
                      <a:pt x="681" y="1995051"/>
                    </a:moveTo>
                    <a:cubicBezTo>
                      <a:pt x="178986" y="1772548"/>
                      <a:pt x="378228" y="1570220"/>
                      <a:pt x="531212" y="1409040"/>
                    </a:cubicBezTo>
                    <a:moveTo>
                      <a:pt x="681" y="1995051"/>
                    </a:moveTo>
                    <a:cubicBezTo>
                      <a:pt x="144443" y="1846571"/>
                      <a:pt x="282688" y="1683721"/>
                      <a:pt x="531212" y="1409040"/>
                    </a:cubicBezTo>
                    <a:moveTo>
                      <a:pt x="3629" y="2036053"/>
                    </a:moveTo>
                    <a:cubicBezTo>
                      <a:pt x="135751" y="1894250"/>
                      <a:pt x="287601" y="1722474"/>
                      <a:pt x="534235" y="1449970"/>
                    </a:cubicBezTo>
                    <a:moveTo>
                      <a:pt x="3629" y="2036053"/>
                    </a:moveTo>
                    <a:cubicBezTo>
                      <a:pt x="165834" y="1862681"/>
                      <a:pt x="332423" y="1675085"/>
                      <a:pt x="534235" y="1449970"/>
                    </a:cubicBezTo>
                    <a:moveTo>
                      <a:pt x="1663" y="2082499"/>
                    </a:moveTo>
                    <a:cubicBezTo>
                      <a:pt x="151624" y="1936051"/>
                      <a:pt x="280723" y="1784087"/>
                      <a:pt x="532270" y="1496415"/>
                    </a:cubicBezTo>
                    <a:moveTo>
                      <a:pt x="1663" y="2082499"/>
                    </a:moveTo>
                    <a:cubicBezTo>
                      <a:pt x="168857" y="1886122"/>
                      <a:pt x="343156" y="1699687"/>
                      <a:pt x="532270" y="1496415"/>
                    </a:cubicBezTo>
                    <a:moveTo>
                      <a:pt x="4611" y="2123429"/>
                    </a:moveTo>
                    <a:cubicBezTo>
                      <a:pt x="173392" y="1933293"/>
                      <a:pt x="355023" y="1733868"/>
                      <a:pt x="530305" y="1542861"/>
                    </a:cubicBezTo>
                    <a:moveTo>
                      <a:pt x="4611" y="2123429"/>
                    </a:moveTo>
                    <a:cubicBezTo>
                      <a:pt x="125698" y="1984165"/>
                      <a:pt x="237489" y="1862899"/>
                      <a:pt x="530305" y="1542861"/>
                    </a:cubicBezTo>
                    <a:moveTo>
                      <a:pt x="2646" y="2169875"/>
                    </a:moveTo>
                    <a:cubicBezTo>
                      <a:pt x="147240" y="1990914"/>
                      <a:pt x="311259" y="1814421"/>
                      <a:pt x="533252" y="1583791"/>
                    </a:cubicBezTo>
                    <a:moveTo>
                      <a:pt x="2646" y="2169875"/>
                    </a:moveTo>
                    <a:cubicBezTo>
                      <a:pt x="127890" y="2032498"/>
                      <a:pt x="235977" y="1907675"/>
                      <a:pt x="533252" y="1583791"/>
                    </a:cubicBezTo>
                    <a:moveTo>
                      <a:pt x="681" y="2216247"/>
                    </a:moveTo>
                    <a:cubicBezTo>
                      <a:pt x="144746" y="2055575"/>
                      <a:pt x="315039" y="1865584"/>
                      <a:pt x="531287" y="1630236"/>
                    </a:cubicBezTo>
                    <a:moveTo>
                      <a:pt x="681" y="2216247"/>
                    </a:moveTo>
                    <a:cubicBezTo>
                      <a:pt x="187602" y="2003106"/>
                      <a:pt x="384652" y="1797004"/>
                      <a:pt x="531287" y="1630236"/>
                    </a:cubicBezTo>
                    <a:moveTo>
                      <a:pt x="3704" y="2257250"/>
                    </a:moveTo>
                    <a:cubicBezTo>
                      <a:pt x="213150" y="2033296"/>
                      <a:pt x="397729" y="1813914"/>
                      <a:pt x="534235" y="1671166"/>
                    </a:cubicBezTo>
                    <a:moveTo>
                      <a:pt x="3704" y="2257250"/>
                    </a:moveTo>
                    <a:cubicBezTo>
                      <a:pt x="117913" y="2141427"/>
                      <a:pt x="228872" y="2014645"/>
                      <a:pt x="534235" y="1671166"/>
                    </a:cubicBezTo>
                    <a:moveTo>
                      <a:pt x="1663" y="2303696"/>
                    </a:moveTo>
                    <a:cubicBezTo>
                      <a:pt x="181329" y="2106012"/>
                      <a:pt x="372256" y="1894685"/>
                      <a:pt x="532270" y="1717612"/>
                    </a:cubicBezTo>
                    <a:moveTo>
                      <a:pt x="1663" y="2303696"/>
                    </a:moveTo>
                    <a:cubicBezTo>
                      <a:pt x="120785" y="2160803"/>
                      <a:pt x="254646" y="2021249"/>
                      <a:pt x="532270" y="1717612"/>
                    </a:cubicBezTo>
                    <a:moveTo>
                      <a:pt x="4687" y="2344625"/>
                    </a:moveTo>
                    <a:cubicBezTo>
                      <a:pt x="151700" y="2184461"/>
                      <a:pt x="308992" y="2025313"/>
                      <a:pt x="530305" y="1764057"/>
                    </a:cubicBezTo>
                    <a:moveTo>
                      <a:pt x="4687" y="2344625"/>
                    </a:moveTo>
                    <a:cubicBezTo>
                      <a:pt x="165758" y="2172269"/>
                      <a:pt x="321463" y="1995559"/>
                      <a:pt x="530305" y="1764057"/>
                    </a:cubicBezTo>
                    <a:moveTo>
                      <a:pt x="2722" y="2391071"/>
                    </a:moveTo>
                    <a:cubicBezTo>
                      <a:pt x="212621" y="2167407"/>
                      <a:pt x="403549" y="1952161"/>
                      <a:pt x="533328" y="1804987"/>
                    </a:cubicBezTo>
                    <a:moveTo>
                      <a:pt x="2722" y="2391071"/>
                    </a:moveTo>
                    <a:cubicBezTo>
                      <a:pt x="177625" y="2194404"/>
                      <a:pt x="368175" y="1986488"/>
                      <a:pt x="533328" y="1804987"/>
                    </a:cubicBezTo>
                    <a:moveTo>
                      <a:pt x="756" y="2437444"/>
                    </a:moveTo>
                    <a:cubicBezTo>
                      <a:pt x="133937" y="2320604"/>
                      <a:pt x="246483" y="2182574"/>
                      <a:pt x="531287" y="1851433"/>
                    </a:cubicBezTo>
                    <a:moveTo>
                      <a:pt x="756" y="2437444"/>
                    </a:moveTo>
                    <a:cubicBezTo>
                      <a:pt x="167875" y="2252315"/>
                      <a:pt x="342098" y="2062324"/>
                      <a:pt x="531287" y="1851433"/>
                    </a:cubicBezTo>
                    <a:moveTo>
                      <a:pt x="3704" y="2478446"/>
                    </a:moveTo>
                    <a:cubicBezTo>
                      <a:pt x="171654" y="2270022"/>
                      <a:pt x="367948" y="2094255"/>
                      <a:pt x="534311" y="1892363"/>
                    </a:cubicBezTo>
                    <a:moveTo>
                      <a:pt x="3704" y="2478446"/>
                    </a:moveTo>
                    <a:cubicBezTo>
                      <a:pt x="194329" y="2248614"/>
                      <a:pt x="395839" y="2037070"/>
                      <a:pt x="534311" y="1892363"/>
                    </a:cubicBezTo>
                    <a:moveTo>
                      <a:pt x="1739" y="2524819"/>
                    </a:moveTo>
                    <a:cubicBezTo>
                      <a:pt x="202719" y="2304929"/>
                      <a:pt x="392589" y="2079451"/>
                      <a:pt x="532345" y="1938808"/>
                    </a:cubicBezTo>
                    <a:moveTo>
                      <a:pt x="1739" y="2524819"/>
                    </a:moveTo>
                    <a:cubicBezTo>
                      <a:pt x="137490" y="2379895"/>
                      <a:pt x="272182" y="2221400"/>
                      <a:pt x="532345" y="1938808"/>
                    </a:cubicBezTo>
                    <a:moveTo>
                      <a:pt x="4687" y="2565822"/>
                    </a:moveTo>
                    <a:cubicBezTo>
                      <a:pt x="117308" y="2429969"/>
                      <a:pt x="247919" y="2282360"/>
                      <a:pt x="530380" y="1985254"/>
                    </a:cubicBezTo>
                    <a:moveTo>
                      <a:pt x="4687" y="2565822"/>
                    </a:moveTo>
                    <a:cubicBezTo>
                      <a:pt x="198260" y="2353842"/>
                      <a:pt x="371652" y="2158771"/>
                      <a:pt x="530380" y="1985254"/>
                    </a:cubicBezTo>
                    <a:moveTo>
                      <a:pt x="2722" y="2612267"/>
                    </a:moveTo>
                    <a:cubicBezTo>
                      <a:pt x="126379" y="2480478"/>
                      <a:pt x="248751" y="2340707"/>
                      <a:pt x="533328" y="2026184"/>
                    </a:cubicBezTo>
                    <a:moveTo>
                      <a:pt x="2722" y="2612267"/>
                    </a:moveTo>
                    <a:cubicBezTo>
                      <a:pt x="165456" y="2449853"/>
                      <a:pt x="312166" y="2282940"/>
                      <a:pt x="533328" y="2026184"/>
                    </a:cubicBezTo>
                    <a:moveTo>
                      <a:pt x="756" y="2658640"/>
                    </a:moveTo>
                    <a:cubicBezTo>
                      <a:pt x="214586" y="2420390"/>
                      <a:pt x="413979" y="2204491"/>
                      <a:pt x="531363" y="2072629"/>
                    </a:cubicBezTo>
                    <a:moveTo>
                      <a:pt x="756" y="2658640"/>
                    </a:moveTo>
                    <a:cubicBezTo>
                      <a:pt x="193271" y="2452248"/>
                      <a:pt x="395310" y="2227931"/>
                      <a:pt x="531363" y="2072629"/>
                    </a:cubicBezTo>
                    <a:moveTo>
                      <a:pt x="3704" y="2699643"/>
                    </a:moveTo>
                    <a:cubicBezTo>
                      <a:pt x="169538" y="2516546"/>
                      <a:pt x="338697" y="2338384"/>
                      <a:pt x="534311" y="2113559"/>
                    </a:cubicBezTo>
                    <a:moveTo>
                      <a:pt x="3704" y="2699643"/>
                    </a:moveTo>
                    <a:cubicBezTo>
                      <a:pt x="202644" y="2488607"/>
                      <a:pt x="399089" y="2266031"/>
                      <a:pt x="534311" y="2113559"/>
                    </a:cubicBezTo>
                    <a:moveTo>
                      <a:pt x="1739" y="2746016"/>
                    </a:moveTo>
                    <a:cubicBezTo>
                      <a:pt x="157444" y="2554936"/>
                      <a:pt x="323051" y="2397022"/>
                      <a:pt x="532345" y="2160005"/>
                    </a:cubicBezTo>
                    <a:moveTo>
                      <a:pt x="1739" y="2746016"/>
                    </a:moveTo>
                    <a:cubicBezTo>
                      <a:pt x="104837" y="2623661"/>
                      <a:pt x="226907" y="2505878"/>
                      <a:pt x="532345" y="2160005"/>
                    </a:cubicBezTo>
                    <a:moveTo>
                      <a:pt x="4762" y="2787019"/>
                    </a:moveTo>
                    <a:cubicBezTo>
                      <a:pt x="133181" y="2649496"/>
                      <a:pt x="263490" y="2516474"/>
                      <a:pt x="530380" y="2206450"/>
                    </a:cubicBezTo>
                    <a:moveTo>
                      <a:pt x="4762" y="2787019"/>
                    </a:moveTo>
                    <a:cubicBezTo>
                      <a:pt x="139455" y="2630628"/>
                      <a:pt x="286468" y="2475979"/>
                      <a:pt x="530380" y="2206450"/>
                    </a:cubicBezTo>
                    <a:moveTo>
                      <a:pt x="2797" y="2833464"/>
                    </a:moveTo>
                    <a:cubicBezTo>
                      <a:pt x="117460" y="2692459"/>
                      <a:pt x="222523" y="2560742"/>
                      <a:pt x="533328" y="2247380"/>
                    </a:cubicBezTo>
                    <a:moveTo>
                      <a:pt x="2797" y="2833464"/>
                    </a:moveTo>
                    <a:cubicBezTo>
                      <a:pt x="170142" y="2636361"/>
                      <a:pt x="346709" y="2454208"/>
                      <a:pt x="533328" y="2247380"/>
                    </a:cubicBezTo>
                    <a:moveTo>
                      <a:pt x="832" y="2879837"/>
                    </a:moveTo>
                    <a:cubicBezTo>
                      <a:pt x="134995" y="2749209"/>
                      <a:pt x="260844" y="2601309"/>
                      <a:pt x="531363" y="2293826"/>
                    </a:cubicBezTo>
                    <a:moveTo>
                      <a:pt x="832" y="2879837"/>
                    </a:moveTo>
                    <a:cubicBezTo>
                      <a:pt x="150641" y="2706755"/>
                      <a:pt x="304457" y="2530553"/>
                      <a:pt x="531363" y="2293826"/>
                    </a:cubicBezTo>
                    <a:moveTo>
                      <a:pt x="3780" y="2920840"/>
                    </a:moveTo>
                    <a:cubicBezTo>
                      <a:pt x="121844" y="2796816"/>
                      <a:pt x="218517" y="2682661"/>
                      <a:pt x="534386" y="2334756"/>
                    </a:cubicBezTo>
                    <a:moveTo>
                      <a:pt x="3780" y="2920840"/>
                    </a:moveTo>
                    <a:cubicBezTo>
                      <a:pt x="161904" y="2759514"/>
                      <a:pt x="304986" y="2595359"/>
                      <a:pt x="534386" y="2334756"/>
                    </a:cubicBezTo>
                    <a:moveTo>
                      <a:pt x="1815" y="2967213"/>
                    </a:moveTo>
                    <a:cubicBezTo>
                      <a:pt x="180800" y="2766191"/>
                      <a:pt x="370745" y="2559436"/>
                      <a:pt x="532421" y="2381201"/>
                    </a:cubicBezTo>
                    <a:moveTo>
                      <a:pt x="1815" y="2967213"/>
                    </a:moveTo>
                    <a:cubicBezTo>
                      <a:pt x="207406" y="2748266"/>
                      <a:pt x="404305" y="2535923"/>
                      <a:pt x="532421" y="2381201"/>
                    </a:cubicBezTo>
                    <a:moveTo>
                      <a:pt x="4762" y="3008215"/>
                    </a:moveTo>
                    <a:cubicBezTo>
                      <a:pt x="108692" y="2893626"/>
                      <a:pt x="210505" y="2761401"/>
                      <a:pt x="530456" y="2427647"/>
                    </a:cubicBezTo>
                    <a:moveTo>
                      <a:pt x="4762" y="3008215"/>
                    </a:moveTo>
                    <a:cubicBezTo>
                      <a:pt x="165154" y="2824901"/>
                      <a:pt x="318893" y="2665607"/>
                      <a:pt x="530456" y="2427647"/>
                    </a:cubicBezTo>
                    <a:moveTo>
                      <a:pt x="2797" y="3054588"/>
                    </a:moveTo>
                    <a:cubicBezTo>
                      <a:pt x="152682" y="2899068"/>
                      <a:pt x="283520" y="2752184"/>
                      <a:pt x="533404" y="2468577"/>
                    </a:cubicBezTo>
                    <a:moveTo>
                      <a:pt x="2797" y="3054588"/>
                    </a:moveTo>
                    <a:cubicBezTo>
                      <a:pt x="106273" y="2933612"/>
                      <a:pt x="215871" y="2815539"/>
                      <a:pt x="533404" y="2468577"/>
                    </a:cubicBezTo>
                    <a:moveTo>
                      <a:pt x="832" y="3101034"/>
                    </a:moveTo>
                    <a:cubicBezTo>
                      <a:pt x="124489" y="2963656"/>
                      <a:pt x="229552" y="2838036"/>
                      <a:pt x="531438" y="2515022"/>
                    </a:cubicBezTo>
                    <a:moveTo>
                      <a:pt x="832" y="3101034"/>
                    </a:moveTo>
                    <a:cubicBezTo>
                      <a:pt x="161904" y="2920114"/>
                      <a:pt x="317986" y="2755958"/>
                      <a:pt x="531438" y="2515022"/>
                    </a:cubicBezTo>
                    <a:moveTo>
                      <a:pt x="3780" y="3142036"/>
                    </a:moveTo>
                    <a:cubicBezTo>
                      <a:pt x="168253" y="2963003"/>
                      <a:pt x="330307" y="2783826"/>
                      <a:pt x="534386" y="2555953"/>
                    </a:cubicBezTo>
                    <a:moveTo>
                      <a:pt x="3780" y="3142036"/>
                    </a:moveTo>
                    <a:cubicBezTo>
                      <a:pt x="143612" y="2981074"/>
                      <a:pt x="290852" y="2825118"/>
                      <a:pt x="534386" y="2555953"/>
                    </a:cubicBezTo>
                    <a:moveTo>
                      <a:pt x="1815" y="3188409"/>
                    </a:moveTo>
                    <a:cubicBezTo>
                      <a:pt x="182160" y="2978316"/>
                      <a:pt x="378303" y="2781939"/>
                      <a:pt x="532421" y="2602398"/>
                    </a:cubicBezTo>
                    <a:moveTo>
                      <a:pt x="1815" y="3188409"/>
                    </a:moveTo>
                    <a:cubicBezTo>
                      <a:pt x="162811" y="3028753"/>
                      <a:pt x="304230" y="2864452"/>
                      <a:pt x="532421" y="2602398"/>
                    </a:cubicBezTo>
                    <a:moveTo>
                      <a:pt x="4838" y="3229411"/>
                    </a:moveTo>
                    <a:cubicBezTo>
                      <a:pt x="214737" y="2992757"/>
                      <a:pt x="433707" y="2778383"/>
                      <a:pt x="530456" y="2648843"/>
                    </a:cubicBezTo>
                    <a:moveTo>
                      <a:pt x="4838" y="3229411"/>
                    </a:moveTo>
                    <a:cubicBezTo>
                      <a:pt x="128193" y="3094212"/>
                      <a:pt x="252076" y="2963366"/>
                      <a:pt x="530456" y="2648843"/>
                    </a:cubicBezTo>
                    <a:moveTo>
                      <a:pt x="2873" y="3275784"/>
                    </a:moveTo>
                    <a:cubicBezTo>
                      <a:pt x="168404" y="3100670"/>
                      <a:pt x="323051" y="2918227"/>
                      <a:pt x="533404" y="2689773"/>
                    </a:cubicBezTo>
                    <a:moveTo>
                      <a:pt x="2873" y="3275784"/>
                    </a:moveTo>
                    <a:cubicBezTo>
                      <a:pt x="183748" y="3082673"/>
                      <a:pt x="357895" y="2874249"/>
                      <a:pt x="533404" y="2689773"/>
                    </a:cubicBezTo>
                    <a:moveTo>
                      <a:pt x="832" y="3322230"/>
                    </a:moveTo>
                    <a:cubicBezTo>
                      <a:pt x="177323" y="3128755"/>
                      <a:pt x="388885" y="2904511"/>
                      <a:pt x="531438" y="2736219"/>
                    </a:cubicBezTo>
                    <a:moveTo>
                      <a:pt x="832" y="3322230"/>
                    </a:moveTo>
                    <a:cubicBezTo>
                      <a:pt x="203702" y="3102993"/>
                      <a:pt x="394781" y="2900157"/>
                      <a:pt x="531438" y="2736219"/>
                    </a:cubicBezTo>
                    <a:moveTo>
                      <a:pt x="3855" y="3363232"/>
                    </a:moveTo>
                    <a:cubicBezTo>
                      <a:pt x="156235" y="3178249"/>
                      <a:pt x="329097" y="2999434"/>
                      <a:pt x="534462" y="2777149"/>
                    </a:cubicBezTo>
                    <a:moveTo>
                      <a:pt x="3855" y="3363232"/>
                    </a:moveTo>
                    <a:cubicBezTo>
                      <a:pt x="133635" y="3216567"/>
                      <a:pt x="260844" y="3079407"/>
                      <a:pt x="534462" y="2777149"/>
                    </a:cubicBezTo>
                    <a:moveTo>
                      <a:pt x="1890" y="3409605"/>
                    </a:moveTo>
                    <a:cubicBezTo>
                      <a:pt x="215720" y="3179628"/>
                      <a:pt x="432724" y="2957343"/>
                      <a:pt x="532497" y="2823594"/>
                    </a:cubicBezTo>
                    <a:moveTo>
                      <a:pt x="1890" y="3409605"/>
                    </a:moveTo>
                    <a:cubicBezTo>
                      <a:pt x="156839" y="3239281"/>
                      <a:pt x="315946" y="3068812"/>
                      <a:pt x="532497" y="2823594"/>
                    </a:cubicBezTo>
                    <a:moveTo>
                      <a:pt x="4838" y="3450608"/>
                    </a:moveTo>
                    <a:cubicBezTo>
                      <a:pt x="126227" y="3296467"/>
                      <a:pt x="284805" y="3169395"/>
                      <a:pt x="530456" y="2870040"/>
                    </a:cubicBezTo>
                    <a:moveTo>
                      <a:pt x="4838" y="3450608"/>
                    </a:moveTo>
                    <a:cubicBezTo>
                      <a:pt x="134013" y="3303652"/>
                      <a:pt x="255856" y="3179483"/>
                      <a:pt x="530456" y="2870040"/>
                    </a:cubicBezTo>
                    <a:moveTo>
                      <a:pt x="2873" y="3496981"/>
                    </a:moveTo>
                    <a:cubicBezTo>
                      <a:pt x="166136" y="3313812"/>
                      <a:pt x="331289" y="3149220"/>
                      <a:pt x="533479" y="2910970"/>
                    </a:cubicBezTo>
                    <a:moveTo>
                      <a:pt x="2873" y="3496981"/>
                    </a:moveTo>
                    <a:cubicBezTo>
                      <a:pt x="126454" y="3363232"/>
                      <a:pt x="241646" y="3219542"/>
                      <a:pt x="533479" y="2910970"/>
                    </a:cubicBezTo>
                    <a:moveTo>
                      <a:pt x="908" y="3543426"/>
                    </a:moveTo>
                    <a:cubicBezTo>
                      <a:pt x="134693" y="3396325"/>
                      <a:pt x="254646" y="3252199"/>
                      <a:pt x="531514" y="2957415"/>
                    </a:cubicBezTo>
                    <a:moveTo>
                      <a:pt x="908" y="3543426"/>
                    </a:moveTo>
                    <a:cubicBezTo>
                      <a:pt x="153816" y="3390737"/>
                      <a:pt x="292741" y="3234491"/>
                      <a:pt x="531514" y="2957415"/>
                    </a:cubicBezTo>
                    <a:moveTo>
                      <a:pt x="3855" y="3584357"/>
                    </a:moveTo>
                    <a:cubicBezTo>
                      <a:pt x="126908" y="3445020"/>
                      <a:pt x="259786" y="3297918"/>
                      <a:pt x="534462" y="2998345"/>
                    </a:cubicBezTo>
                    <a:moveTo>
                      <a:pt x="3855" y="3584357"/>
                    </a:moveTo>
                    <a:cubicBezTo>
                      <a:pt x="208766" y="3350823"/>
                      <a:pt x="428794" y="3121426"/>
                      <a:pt x="534462" y="2998345"/>
                    </a:cubicBezTo>
                    <a:moveTo>
                      <a:pt x="1890" y="3630802"/>
                    </a:moveTo>
                    <a:cubicBezTo>
                      <a:pt x="145728" y="3442262"/>
                      <a:pt x="298637" y="3283912"/>
                      <a:pt x="532497" y="3044791"/>
                    </a:cubicBezTo>
                    <a:moveTo>
                      <a:pt x="1890" y="3630802"/>
                    </a:moveTo>
                    <a:cubicBezTo>
                      <a:pt x="198487" y="3423902"/>
                      <a:pt x="388356" y="3213011"/>
                      <a:pt x="532497" y="3044791"/>
                    </a:cubicBezTo>
                    <a:moveTo>
                      <a:pt x="4914" y="3671805"/>
                    </a:moveTo>
                    <a:cubicBezTo>
                      <a:pt x="156915" y="3501481"/>
                      <a:pt x="319045" y="3330503"/>
                      <a:pt x="530531" y="3091236"/>
                    </a:cubicBezTo>
                    <a:moveTo>
                      <a:pt x="4914" y="3671805"/>
                    </a:moveTo>
                    <a:cubicBezTo>
                      <a:pt x="208615" y="3458446"/>
                      <a:pt x="401432" y="3236306"/>
                      <a:pt x="530531" y="3091236"/>
                    </a:cubicBezTo>
                    <a:moveTo>
                      <a:pt x="2948" y="3718178"/>
                    </a:moveTo>
                    <a:cubicBezTo>
                      <a:pt x="164851" y="3568391"/>
                      <a:pt x="315719" y="3383553"/>
                      <a:pt x="533479" y="3132166"/>
                    </a:cubicBezTo>
                    <a:moveTo>
                      <a:pt x="2948" y="3718178"/>
                    </a:moveTo>
                    <a:cubicBezTo>
                      <a:pt x="113680" y="3596040"/>
                      <a:pt x="229174" y="3473686"/>
                      <a:pt x="533479" y="3132166"/>
                    </a:cubicBezTo>
                    <a:moveTo>
                      <a:pt x="908" y="3764623"/>
                    </a:moveTo>
                    <a:cubicBezTo>
                      <a:pt x="184050" y="3567593"/>
                      <a:pt x="375431" y="3359168"/>
                      <a:pt x="531514" y="3178612"/>
                    </a:cubicBezTo>
                    <a:moveTo>
                      <a:pt x="908" y="3764623"/>
                    </a:moveTo>
                    <a:cubicBezTo>
                      <a:pt x="192969" y="3558594"/>
                      <a:pt x="376414" y="3356411"/>
                      <a:pt x="531514" y="3178612"/>
                    </a:cubicBezTo>
                    <a:moveTo>
                      <a:pt x="3931" y="3805553"/>
                    </a:moveTo>
                    <a:cubicBezTo>
                      <a:pt x="168101" y="3613385"/>
                      <a:pt x="360390" y="3409461"/>
                      <a:pt x="534537" y="3219542"/>
                    </a:cubicBezTo>
                    <a:moveTo>
                      <a:pt x="3931" y="3805553"/>
                    </a:moveTo>
                    <a:cubicBezTo>
                      <a:pt x="120483" y="3674127"/>
                      <a:pt x="246710" y="3542410"/>
                      <a:pt x="534537" y="3219542"/>
                    </a:cubicBezTo>
                    <a:moveTo>
                      <a:pt x="1966" y="3851999"/>
                    </a:moveTo>
                    <a:cubicBezTo>
                      <a:pt x="123128" y="3694519"/>
                      <a:pt x="270292" y="3565416"/>
                      <a:pt x="532572" y="3265987"/>
                    </a:cubicBezTo>
                    <a:moveTo>
                      <a:pt x="1966" y="3851999"/>
                    </a:moveTo>
                    <a:cubicBezTo>
                      <a:pt x="140286" y="3689947"/>
                      <a:pt x="288357" y="3542701"/>
                      <a:pt x="532572" y="3265987"/>
                    </a:cubicBezTo>
                    <a:moveTo>
                      <a:pt x="1" y="3898444"/>
                    </a:moveTo>
                    <a:cubicBezTo>
                      <a:pt x="144746" y="3765059"/>
                      <a:pt x="277624" y="3605257"/>
                      <a:pt x="530531" y="3312433"/>
                    </a:cubicBezTo>
                    <a:moveTo>
                      <a:pt x="1" y="3898444"/>
                    </a:moveTo>
                    <a:cubicBezTo>
                      <a:pt x="142629" y="3732256"/>
                      <a:pt x="293951" y="3576083"/>
                      <a:pt x="530531" y="3312433"/>
                    </a:cubicBezTo>
                    <a:moveTo>
                      <a:pt x="2948" y="3939374"/>
                    </a:moveTo>
                    <a:cubicBezTo>
                      <a:pt x="132501" y="3818471"/>
                      <a:pt x="243233" y="3693286"/>
                      <a:pt x="533555" y="3353363"/>
                    </a:cubicBezTo>
                    <a:moveTo>
                      <a:pt x="2948" y="3939374"/>
                    </a:moveTo>
                    <a:cubicBezTo>
                      <a:pt x="153816" y="3780080"/>
                      <a:pt x="294555" y="3607071"/>
                      <a:pt x="533555" y="3353363"/>
                    </a:cubicBezTo>
                    <a:moveTo>
                      <a:pt x="983" y="3985820"/>
                    </a:moveTo>
                    <a:cubicBezTo>
                      <a:pt x="177701" y="3807077"/>
                      <a:pt x="328795" y="3639220"/>
                      <a:pt x="531590" y="3399808"/>
                    </a:cubicBezTo>
                    <a:moveTo>
                      <a:pt x="983" y="3985820"/>
                    </a:moveTo>
                    <a:cubicBezTo>
                      <a:pt x="163189" y="3797425"/>
                      <a:pt x="335673" y="3613240"/>
                      <a:pt x="531590" y="3399808"/>
                    </a:cubicBezTo>
                    <a:moveTo>
                      <a:pt x="3931" y="4026750"/>
                    </a:moveTo>
                    <a:cubicBezTo>
                      <a:pt x="103250" y="3913539"/>
                      <a:pt x="216098" y="3794522"/>
                      <a:pt x="534537" y="3440739"/>
                    </a:cubicBezTo>
                    <a:moveTo>
                      <a:pt x="3931" y="4026750"/>
                    </a:moveTo>
                    <a:cubicBezTo>
                      <a:pt x="174904" y="3836323"/>
                      <a:pt x="342174" y="3649308"/>
                      <a:pt x="534537" y="3440739"/>
                    </a:cubicBezTo>
                    <a:moveTo>
                      <a:pt x="1966" y="4073195"/>
                    </a:moveTo>
                    <a:cubicBezTo>
                      <a:pt x="132274" y="3950986"/>
                      <a:pt x="228494" y="3818906"/>
                      <a:pt x="532572" y="3487184"/>
                    </a:cubicBezTo>
                    <a:moveTo>
                      <a:pt x="1966" y="4073195"/>
                    </a:moveTo>
                    <a:cubicBezTo>
                      <a:pt x="118593" y="3952800"/>
                      <a:pt x="220860" y="3823623"/>
                      <a:pt x="532572" y="3487184"/>
                    </a:cubicBezTo>
                    <a:moveTo>
                      <a:pt x="1" y="4119641"/>
                    </a:moveTo>
                    <a:cubicBezTo>
                      <a:pt x="195463" y="3920650"/>
                      <a:pt x="392287" y="3689004"/>
                      <a:pt x="530607" y="3533629"/>
                    </a:cubicBezTo>
                    <a:moveTo>
                      <a:pt x="1" y="4119641"/>
                    </a:moveTo>
                    <a:cubicBezTo>
                      <a:pt x="144595" y="3958097"/>
                      <a:pt x="301660" y="3790603"/>
                      <a:pt x="530607" y="3533629"/>
                    </a:cubicBezTo>
                    <a:moveTo>
                      <a:pt x="3024" y="4160571"/>
                    </a:moveTo>
                    <a:cubicBezTo>
                      <a:pt x="114814" y="4025153"/>
                      <a:pt x="225093" y="3897573"/>
                      <a:pt x="533555" y="3574560"/>
                    </a:cubicBezTo>
                    <a:moveTo>
                      <a:pt x="3024" y="4160571"/>
                    </a:moveTo>
                    <a:cubicBezTo>
                      <a:pt x="152380" y="3999100"/>
                      <a:pt x="300526" y="3832550"/>
                      <a:pt x="533555" y="3574560"/>
                    </a:cubicBezTo>
                    <a:moveTo>
                      <a:pt x="983" y="4207016"/>
                    </a:moveTo>
                    <a:cubicBezTo>
                      <a:pt x="213075" y="3983134"/>
                      <a:pt x="433707" y="3726015"/>
                      <a:pt x="531590" y="3621005"/>
                    </a:cubicBezTo>
                    <a:moveTo>
                      <a:pt x="983" y="4207016"/>
                    </a:moveTo>
                    <a:cubicBezTo>
                      <a:pt x="157444" y="4036329"/>
                      <a:pt x="302340" y="3872101"/>
                      <a:pt x="531590" y="3621005"/>
                    </a:cubicBezTo>
                    <a:moveTo>
                      <a:pt x="4007" y="4247946"/>
                    </a:moveTo>
                    <a:cubicBezTo>
                      <a:pt x="180497" y="4074211"/>
                      <a:pt x="338546" y="3880011"/>
                      <a:pt x="534613" y="3661935"/>
                    </a:cubicBezTo>
                    <a:moveTo>
                      <a:pt x="4007" y="4247946"/>
                    </a:moveTo>
                    <a:cubicBezTo>
                      <a:pt x="185259" y="4056358"/>
                      <a:pt x="346331" y="3864844"/>
                      <a:pt x="534613" y="3661935"/>
                    </a:cubicBezTo>
                    <a:moveTo>
                      <a:pt x="2041" y="4294391"/>
                    </a:moveTo>
                    <a:cubicBezTo>
                      <a:pt x="198335" y="4067027"/>
                      <a:pt x="389339" y="3848805"/>
                      <a:pt x="532648" y="3708380"/>
                    </a:cubicBezTo>
                    <a:moveTo>
                      <a:pt x="2041" y="4294391"/>
                    </a:moveTo>
                    <a:cubicBezTo>
                      <a:pt x="212697" y="4060640"/>
                      <a:pt x="423050" y="3820720"/>
                      <a:pt x="532648" y="3708380"/>
                    </a:cubicBezTo>
                    <a:moveTo>
                      <a:pt x="76" y="4340837"/>
                    </a:moveTo>
                    <a:cubicBezTo>
                      <a:pt x="155025" y="4169714"/>
                      <a:pt x="287601" y="4008099"/>
                      <a:pt x="530607" y="3754753"/>
                    </a:cubicBezTo>
                    <a:moveTo>
                      <a:pt x="76" y="4340837"/>
                    </a:moveTo>
                    <a:cubicBezTo>
                      <a:pt x="144066" y="4192937"/>
                      <a:pt x="278682" y="4037272"/>
                      <a:pt x="530607" y="3754753"/>
                    </a:cubicBezTo>
                    <a:moveTo>
                      <a:pt x="3024" y="4381767"/>
                    </a:moveTo>
                    <a:cubicBezTo>
                      <a:pt x="178683" y="4173851"/>
                      <a:pt x="350564" y="3983787"/>
                      <a:pt x="533630" y="3795756"/>
                    </a:cubicBezTo>
                    <a:moveTo>
                      <a:pt x="3024" y="4381767"/>
                    </a:moveTo>
                    <a:cubicBezTo>
                      <a:pt x="155932" y="4205420"/>
                      <a:pt x="315190" y="4042715"/>
                      <a:pt x="533630" y="3795756"/>
                    </a:cubicBezTo>
                    <a:moveTo>
                      <a:pt x="1059" y="4428212"/>
                    </a:moveTo>
                    <a:cubicBezTo>
                      <a:pt x="170218" y="4272185"/>
                      <a:pt x="329324" y="4096563"/>
                      <a:pt x="531665" y="3842201"/>
                    </a:cubicBezTo>
                    <a:moveTo>
                      <a:pt x="1059" y="4428212"/>
                    </a:moveTo>
                    <a:cubicBezTo>
                      <a:pt x="141949" y="4270661"/>
                      <a:pt x="287450" y="4114778"/>
                      <a:pt x="531665" y="3842201"/>
                    </a:cubicBezTo>
                    <a:moveTo>
                      <a:pt x="4007" y="4469143"/>
                    </a:moveTo>
                    <a:cubicBezTo>
                      <a:pt x="149734" y="4306656"/>
                      <a:pt x="313678" y="4122471"/>
                      <a:pt x="534613" y="3883131"/>
                    </a:cubicBezTo>
                    <a:moveTo>
                      <a:pt x="4007" y="4469143"/>
                    </a:moveTo>
                    <a:cubicBezTo>
                      <a:pt x="122373" y="4340692"/>
                      <a:pt x="237715" y="4217612"/>
                      <a:pt x="534613" y="3883131"/>
                    </a:cubicBezTo>
                    <a:moveTo>
                      <a:pt x="2041" y="4515588"/>
                    </a:moveTo>
                    <a:cubicBezTo>
                      <a:pt x="112773" y="4398676"/>
                      <a:pt x="252681" y="4256147"/>
                      <a:pt x="532648" y="3929577"/>
                    </a:cubicBezTo>
                    <a:moveTo>
                      <a:pt x="2041" y="4515588"/>
                    </a:moveTo>
                    <a:cubicBezTo>
                      <a:pt x="115419" y="4400273"/>
                      <a:pt x="225848" y="4274652"/>
                      <a:pt x="532648" y="3929577"/>
                    </a:cubicBezTo>
                    <a:moveTo>
                      <a:pt x="76" y="4562033"/>
                    </a:moveTo>
                    <a:cubicBezTo>
                      <a:pt x="200830" y="4341127"/>
                      <a:pt x="380571" y="4133719"/>
                      <a:pt x="530683" y="3975950"/>
                    </a:cubicBezTo>
                    <a:moveTo>
                      <a:pt x="76" y="4562033"/>
                    </a:moveTo>
                    <a:cubicBezTo>
                      <a:pt x="213755" y="4320953"/>
                      <a:pt x="415264" y="4098450"/>
                      <a:pt x="530683" y="3975950"/>
                    </a:cubicBezTo>
                    <a:moveTo>
                      <a:pt x="27891" y="4575604"/>
                    </a:moveTo>
                    <a:cubicBezTo>
                      <a:pt x="210505" y="4371027"/>
                      <a:pt x="410276" y="4154257"/>
                      <a:pt x="533630" y="4016952"/>
                    </a:cubicBezTo>
                    <a:moveTo>
                      <a:pt x="27891" y="4575604"/>
                    </a:moveTo>
                    <a:cubicBezTo>
                      <a:pt x="141874" y="4446500"/>
                      <a:pt x="255856" y="4324218"/>
                      <a:pt x="533630" y="4016952"/>
                    </a:cubicBezTo>
                    <a:moveTo>
                      <a:pt x="65533" y="4578217"/>
                    </a:moveTo>
                    <a:cubicBezTo>
                      <a:pt x="233483" y="4393959"/>
                      <a:pt x="408613" y="4218264"/>
                      <a:pt x="531665" y="4063398"/>
                    </a:cubicBezTo>
                    <a:moveTo>
                      <a:pt x="65533" y="4578217"/>
                    </a:moveTo>
                    <a:cubicBezTo>
                      <a:pt x="192440" y="4449258"/>
                      <a:pt x="321312" y="4303535"/>
                      <a:pt x="531665" y="4063398"/>
                    </a:cubicBezTo>
                    <a:moveTo>
                      <a:pt x="108238" y="4575314"/>
                    </a:moveTo>
                    <a:cubicBezTo>
                      <a:pt x="271577" y="4408473"/>
                      <a:pt x="420480" y="4214346"/>
                      <a:pt x="534689" y="4104328"/>
                    </a:cubicBezTo>
                    <a:moveTo>
                      <a:pt x="108238" y="4575314"/>
                    </a:moveTo>
                    <a:cubicBezTo>
                      <a:pt x="262961" y="4400708"/>
                      <a:pt x="418515" y="4217829"/>
                      <a:pt x="534689" y="4104328"/>
                    </a:cubicBezTo>
                    <a:moveTo>
                      <a:pt x="145880" y="4577926"/>
                    </a:moveTo>
                    <a:cubicBezTo>
                      <a:pt x="269839" y="4431696"/>
                      <a:pt x="388658" y="4293230"/>
                      <a:pt x="532723" y="4150773"/>
                    </a:cubicBezTo>
                    <a:moveTo>
                      <a:pt x="145880" y="4577926"/>
                    </a:moveTo>
                    <a:cubicBezTo>
                      <a:pt x="225017" y="4483657"/>
                      <a:pt x="309370" y="4397515"/>
                      <a:pt x="532723" y="4150773"/>
                    </a:cubicBezTo>
                    <a:moveTo>
                      <a:pt x="188585" y="4575097"/>
                    </a:moveTo>
                    <a:cubicBezTo>
                      <a:pt x="261600" y="4473787"/>
                      <a:pt x="342930" y="4403756"/>
                      <a:pt x="530683" y="4197146"/>
                    </a:cubicBezTo>
                    <a:moveTo>
                      <a:pt x="188585" y="4575097"/>
                    </a:moveTo>
                    <a:cubicBezTo>
                      <a:pt x="319952" y="4436776"/>
                      <a:pt x="447464" y="4298311"/>
                      <a:pt x="530683" y="4197146"/>
                    </a:cubicBezTo>
                    <a:moveTo>
                      <a:pt x="226226" y="4577709"/>
                    </a:moveTo>
                    <a:cubicBezTo>
                      <a:pt x="324411" y="4451145"/>
                      <a:pt x="424259" y="4341853"/>
                      <a:pt x="533706" y="4238149"/>
                    </a:cubicBezTo>
                    <a:moveTo>
                      <a:pt x="226226" y="4577709"/>
                    </a:moveTo>
                    <a:cubicBezTo>
                      <a:pt x="295840" y="4497518"/>
                      <a:pt x="381931" y="4415512"/>
                      <a:pt x="533706" y="4238149"/>
                    </a:cubicBezTo>
                    <a:moveTo>
                      <a:pt x="268932" y="4574806"/>
                    </a:moveTo>
                    <a:cubicBezTo>
                      <a:pt x="357517" y="4476980"/>
                      <a:pt x="447237" y="4399619"/>
                      <a:pt x="531741" y="4284522"/>
                    </a:cubicBezTo>
                    <a:moveTo>
                      <a:pt x="268932" y="4574806"/>
                    </a:moveTo>
                    <a:cubicBezTo>
                      <a:pt x="317684" y="4506517"/>
                      <a:pt x="377850" y="4458838"/>
                      <a:pt x="531741" y="4284522"/>
                    </a:cubicBezTo>
                    <a:moveTo>
                      <a:pt x="306573" y="4577418"/>
                    </a:moveTo>
                    <a:cubicBezTo>
                      <a:pt x="371047" y="4502743"/>
                      <a:pt x="422898" y="4445340"/>
                      <a:pt x="534689" y="4325525"/>
                    </a:cubicBezTo>
                    <a:moveTo>
                      <a:pt x="306573" y="4577418"/>
                    </a:moveTo>
                    <a:cubicBezTo>
                      <a:pt x="369233" y="4504195"/>
                      <a:pt x="447766" y="4418561"/>
                      <a:pt x="534689" y="4325525"/>
                    </a:cubicBezTo>
                    <a:moveTo>
                      <a:pt x="349279" y="4574589"/>
                    </a:moveTo>
                    <a:cubicBezTo>
                      <a:pt x="413677" y="4498171"/>
                      <a:pt x="489716" y="4407385"/>
                      <a:pt x="532723" y="4371970"/>
                    </a:cubicBezTo>
                    <a:moveTo>
                      <a:pt x="349279" y="4574589"/>
                    </a:moveTo>
                    <a:cubicBezTo>
                      <a:pt x="424108" y="4490261"/>
                      <a:pt x="496291" y="4424294"/>
                      <a:pt x="532723" y="4371970"/>
                    </a:cubicBezTo>
                    <a:moveTo>
                      <a:pt x="386920" y="4577201"/>
                    </a:moveTo>
                    <a:cubicBezTo>
                      <a:pt x="449580" y="4514209"/>
                      <a:pt x="509519" y="4455790"/>
                      <a:pt x="530758" y="4418343"/>
                    </a:cubicBezTo>
                    <a:moveTo>
                      <a:pt x="386920" y="4577201"/>
                    </a:moveTo>
                    <a:cubicBezTo>
                      <a:pt x="433858" y="4511306"/>
                      <a:pt x="497576" y="4449476"/>
                      <a:pt x="530758" y="4418343"/>
                    </a:cubicBezTo>
                    <a:moveTo>
                      <a:pt x="424637" y="4579813"/>
                    </a:moveTo>
                    <a:cubicBezTo>
                      <a:pt x="462278" y="4531263"/>
                      <a:pt x="497198" y="4504122"/>
                      <a:pt x="533706" y="4459346"/>
                    </a:cubicBezTo>
                    <a:moveTo>
                      <a:pt x="424637" y="4579813"/>
                    </a:moveTo>
                    <a:cubicBezTo>
                      <a:pt x="458272" y="4549624"/>
                      <a:pt x="479738" y="4518854"/>
                      <a:pt x="533706" y="4459346"/>
                    </a:cubicBezTo>
                    <a:moveTo>
                      <a:pt x="467267" y="4576983"/>
                    </a:moveTo>
                    <a:cubicBezTo>
                      <a:pt x="471877" y="4569291"/>
                      <a:pt x="498332" y="4550350"/>
                      <a:pt x="531741" y="4505719"/>
                    </a:cubicBezTo>
                    <a:moveTo>
                      <a:pt x="467267" y="4576983"/>
                    </a:moveTo>
                    <a:cubicBezTo>
                      <a:pt x="490396" y="4546358"/>
                      <a:pt x="514961" y="4525385"/>
                      <a:pt x="531741" y="4505719"/>
                    </a:cubicBezTo>
                    <a:moveTo>
                      <a:pt x="504984" y="4579596"/>
                    </a:moveTo>
                    <a:cubicBezTo>
                      <a:pt x="519723" y="4567767"/>
                      <a:pt x="527659" y="4552091"/>
                      <a:pt x="534764" y="4546721"/>
                    </a:cubicBezTo>
                    <a:moveTo>
                      <a:pt x="504984" y="4579596"/>
                    </a:moveTo>
                    <a:cubicBezTo>
                      <a:pt x="514734" y="4567549"/>
                      <a:pt x="524938" y="4559058"/>
                      <a:pt x="534764" y="4546721"/>
                    </a:cubicBezTo>
                  </a:path>
                </a:pathLst>
              </a:custGeom>
              <a:noFill/>
              <a:ln w="3775" cap="rnd">
                <a:solidFill>
                  <a:srgbClr val="D5E8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7" name="شكل حر: شكل 78">
                <a:extLst>
                  <a:ext uri="{FF2B5EF4-FFF2-40B4-BE49-F238E27FC236}">
                    <a16:creationId xmlns:a16="http://schemas.microsoft.com/office/drawing/2014/main" id="{4154BE69-FB66-97F2-D2DA-F7B9175AA592}"/>
                  </a:ext>
                </a:extLst>
              </p:cNvPr>
              <p:cNvSpPr/>
              <p:nvPr/>
            </p:nvSpPr>
            <p:spPr>
              <a:xfrm>
                <a:off x="4024971" y="1607112"/>
                <a:ext cx="541842" cy="4584059"/>
              </a:xfrm>
              <a:custGeom>
                <a:avLst/>
                <a:gdLst>
                  <a:gd name="csX0" fmla="*/ 1 w 541842"/>
                  <a:gd name="csY0" fmla="*/ 1699 h 4584059"/>
                  <a:gd name="csX1" fmla="*/ 529095 w 541842"/>
                  <a:gd name="csY1" fmla="*/ 1699 h 4584059"/>
                  <a:gd name="csX2" fmla="*/ 1 w 541842"/>
                  <a:gd name="csY2" fmla="*/ 1699 h 4584059"/>
                  <a:gd name="csX3" fmla="*/ 529095 w 541842"/>
                  <a:gd name="csY3" fmla="*/ 1699 h 4584059"/>
                  <a:gd name="csX4" fmla="*/ 529095 w 541842"/>
                  <a:gd name="csY4" fmla="*/ 1699 h 4584059"/>
                  <a:gd name="csX5" fmla="*/ 529095 w 541842"/>
                  <a:gd name="csY5" fmla="*/ 4573674 h 4584059"/>
                  <a:gd name="csX6" fmla="*/ 529095 w 541842"/>
                  <a:gd name="csY6" fmla="*/ 1699 h 4584059"/>
                  <a:gd name="csX7" fmla="*/ 529095 w 541842"/>
                  <a:gd name="csY7" fmla="*/ 4573674 h 4584059"/>
                  <a:gd name="csX8" fmla="*/ 529095 w 541842"/>
                  <a:gd name="csY8" fmla="*/ 4573674 h 4584059"/>
                  <a:gd name="csX9" fmla="*/ 1 w 541842"/>
                  <a:gd name="csY9" fmla="*/ 4573674 h 4584059"/>
                  <a:gd name="csX10" fmla="*/ 529095 w 541842"/>
                  <a:gd name="csY10" fmla="*/ 4573674 h 4584059"/>
                  <a:gd name="csX11" fmla="*/ 1 w 541842"/>
                  <a:gd name="csY11" fmla="*/ 4573674 h 4584059"/>
                  <a:gd name="csX12" fmla="*/ 1 w 541842"/>
                  <a:gd name="csY12" fmla="*/ 4573674 h 4584059"/>
                  <a:gd name="csX13" fmla="*/ 1 w 541842"/>
                  <a:gd name="csY13" fmla="*/ 1699 h 4584059"/>
                  <a:gd name="csX14" fmla="*/ 1 w 541842"/>
                  <a:gd name="csY14" fmla="*/ 4573674 h 4584059"/>
                  <a:gd name="csX15" fmla="*/ 1 w 541842"/>
                  <a:gd name="csY15" fmla="*/ 1699 h 4584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41842" h="4584059">
                    <a:moveTo>
                      <a:pt x="1" y="1699"/>
                    </a:moveTo>
                    <a:cubicBezTo>
                      <a:pt x="159107" y="7432"/>
                      <a:pt x="349127" y="393"/>
                      <a:pt x="529095" y="1699"/>
                    </a:cubicBezTo>
                    <a:moveTo>
                      <a:pt x="1" y="1699"/>
                    </a:moveTo>
                    <a:cubicBezTo>
                      <a:pt x="183823" y="2207"/>
                      <a:pt x="358273" y="-2365"/>
                      <a:pt x="529095" y="1699"/>
                    </a:cubicBezTo>
                    <a:moveTo>
                      <a:pt x="529095" y="1699"/>
                    </a:moveTo>
                    <a:cubicBezTo>
                      <a:pt x="544666" y="1043746"/>
                      <a:pt x="547462" y="2082311"/>
                      <a:pt x="529095" y="4573674"/>
                    </a:cubicBezTo>
                    <a:moveTo>
                      <a:pt x="529095" y="1699"/>
                    </a:moveTo>
                    <a:cubicBezTo>
                      <a:pt x="514507" y="990987"/>
                      <a:pt x="516095" y="1974543"/>
                      <a:pt x="529095" y="4573674"/>
                    </a:cubicBezTo>
                    <a:moveTo>
                      <a:pt x="529095" y="4573674"/>
                    </a:moveTo>
                    <a:cubicBezTo>
                      <a:pt x="343383" y="4586374"/>
                      <a:pt x="162433" y="4588624"/>
                      <a:pt x="1" y="4573674"/>
                    </a:cubicBezTo>
                    <a:moveTo>
                      <a:pt x="529095" y="4573674"/>
                    </a:moveTo>
                    <a:cubicBezTo>
                      <a:pt x="385559" y="4582383"/>
                      <a:pt x="260391" y="4573964"/>
                      <a:pt x="1" y="4573674"/>
                    </a:cubicBezTo>
                    <a:moveTo>
                      <a:pt x="1" y="4573674"/>
                    </a:moveTo>
                    <a:cubicBezTo>
                      <a:pt x="20182" y="3236626"/>
                      <a:pt x="18141" y="1900665"/>
                      <a:pt x="1" y="1699"/>
                    </a:cubicBezTo>
                    <a:moveTo>
                      <a:pt x="1" y="4573674"/>
                    </a:moveTo>
                    <a:cubicBezTo>
                      <a:pt x="17461" y="3597231"/>
                      <a:pt x="15269" y="2616651"/>
                      <a:pt x="1" y="1699"/>
                    </a:cubicBezTo>
                  </a:path>
                </a:pathLst>
              </a:custGeom>
              <a:noFill/>
              <a:ln w="7550" cap="rnd">
                <a:solidFill>
                  <a:srgbClr val="82B36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24" name="صورة 79">
              <a:extLst>
                <a:ext uri="{FF2B5EF4-FFF2-40B4-BE49-F238E27FC236}">
                  <a16:creationId xmlns:a16="http://schemas.microsoft.com/office/drawing/2014/main" id="{1B8955D9-8D77-EC32-F088-D4AC5DCB365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-5400000">
              <a:off x="1927489" y="3829484"/>
              <a:ext cx="4746735" cy="123370"/>
            </a:xfrm>
            <a:custGeom>
              <a:avLst/>
              <a:gdLst>
                <a:gd name="csX0" fmla="*/ 2 w 4746735"/>
                <a:gd name="csY0" fmla="*/ -2 h 123370"/>
                <a:gd name="csX1" fmla="*/ 4746738 w 4746735"/>
                <a:gd name="csY1" fmla="*/ -2 h 123370"/>
                <a:gd name="csX2" fmla="*/ 4746738 w 4746735"/>
                <a:gd name="csY2" fmla="*/ 123369 h 123370"/>
                <a:gd name="csX3" fmla="*/ 2 w 4746735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46735" h="123370">
                  <a:moveTo>
                    <a:pt x="2" y="-2"/>
                  </a:moveTo>
                  <a:lnTo>
                    <a:pt x="4746738" y="-2"/>
                  </a:lnTo>
                  <a:lnTo>
                    <a:pt x="4746738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1728" name="!!رسم 9">
            <a:extLst>
              <a:ext uri="{FF2B5EF4-FFF2-40B4-BE49-F238E27FC236}">
                <a16:creationId xmlns:a16="http://schemas.microsoft.com/office/drawing/2014/main" id="{6CDC282B-D203-0CA7-9DEC-7E6414989895}"/>
              </a:ext>
            </a:extLst>
          </p:cNvPr>
          <p:cNvGrpSpPr/>
          <p:nvPr/>
        </p:nvGrpSpPr>
        <p:grpSpPr>
          <a:xfrm>
            <a:off x="619205" y="3449433"/>
            <a:ext cx="860510" cy="465398"/>
            <a:chOff x="3342085" y="3460243"/>
            <a:chExt cx="860510" cy="465398"/>
          </a:xfrm>
        </p:grpSpPr>
        <p:grpSp>
          <p:nvGrpSpPr>
            <p:cNvPr id="1729" name="رسم 9">
              <a:extLst>
                <a:ext uri="{FF2B5EF4-FFF2-40B4-BE49-F238E27FC236}">
                  <a16:creationId xmlns:a16="http://schemas.microsoft.com/office/drawing/2014/main" id="{8C170DF1-BAD1-368C-0A0C-5ED01C71548F}"/>
                </a:ext>
              </a:extLst>
            </p:cNvPr>
            <p:cNvGrpSpPr/>
            <p:nvPr/>
          </p:nvGrpSpPr>
          <p:grpSpPr>
            <a:xfrm>
              <a:off x="3342085" y="3460243"/>
              <a:ext cx="860510" cy="403015"/>
              <a:chOff x="3342085" y="3460243"/>
              <a:chExt cx="860510" cy="403015"/>
            </a:xfrm>
          </p:grpSpPr>
          <p:sp>
            <p:nvSpPr>
              <p:cNvPr id="1731" name="شكل حر: شكل 82">
                <a:extLst>
                  <a:ext uri="{FF2B5EF4-FFF2-40B4-BE49-F238E27FC236}">
                    <a16:creationId xmlns:a16="http://schemas.microsoft.com/office/drawing/2014/main" id="{0BC93C9E-D294-C938-7B46-FCB07D32AB4A}"/>
                  </a:ext>
                </a:extLst>
              </p:cNvPr>
              <p:cNvSpPr/>
              <p:nvPr/>
            </p:nvSpPr>
            <p:spPr>
              <a:xfrm>
                <a:off x="3344707" y="3498342"/>
                <a:ext cx="831434" cy="360170"/>
              </a:xfrm>
              <a:custGeom>
                <a:avLst/>
                <a:gdLst>
                  <a:gd name="csX0" fmla="*/ 1 w 831434"/>
                  <a:gd name="csY0" fmla="*/ 215029 h 360170"/>
                  <a:gd name="csX1" fmla="*/ 1 w 831434"/>
                  <a:gd name="csY1" fmla="*/ 360171 h 360170"/>
                  <a:gd name="csX2" fmla="*/ 831435 w 831434"/>
                  <a:gd name="csY2" fmla="*/ 360171 h 360170"/>
                  <a:gd name="csX3" fmla="*/ 831435 w 831434"/>
                  <a:gd name="csY3" fmla="*/ 1 h 3601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360170">
                    <a:moveTo>
                      <a:pt x="1" y="215029"/>
                    </a:moveTo>
                    <a:lnTo>
                      <a:pt x="1" y="360171"/>
                    </a:lnTo>
                    <a:lnTo>
                      <a:pt x="831435" y="360171"/>
                    </a:lnTo>
                    <a:lnTo>
                      <a:pt x="831435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2" name="شكل حر: شكل 83">
                <a:extLst>
                  <a:ext uri="{FF2B5EF4-FFF2-40B4-BE49-F238E27FC236}">
                    <a16:creationId xmlns:a16="http://schemas.microsoft.com/office/drawing/2014/main" id="{D759B7B9-4A06-A2EB-74C0-09D82C77D544}"/>
                  </a:ext>
                </a:extLst>
              </p:cNvPr>
              <p:cNvSpPr/>
              <p:nvPr/>
            </p:nvSpPr>
            <p:spPr>
              <a:xfrm>
                <a:off x="4149686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3" name="شكل حر: شكل 84">
                <a:extLst>
                  <a:ext uri="{FF2B5EF4-FFF2-40B4-BE49-F238E27FC236}">
                    <a16:creationId xmlns:a16="http://schemas.microsoft.com/office/drawing/2014/main" id="{B3D89493-99B7-4FC1-6A78-7A616845D6E4}"/>
                  </a:ext>
                </a:extLst>
              </p:cNvPr>
              <p:cNvSpPr/>
              <p:nvPr/>
            </p:nvSpPr>
            <p:spPr>
              <a:xfrm>
                <a:off x="3342085" y="3498342"/>
                <a:ext cx="836026" cy="364915"/>
              </a:xfrm>
              <a:custGeom>
                <a:avLst/>
                <a:gdLst>
                  <a:gd name="csX0" fmla="*/ 2622 w 836026"/>
                  <a:gd name="csY0" fmla="*/ 215029 h 364915"/>
                  <a:gd name="csX1" fmla="*/ 2622 w 836026"/>
                  <a:gd name="csY1" fmla="*/ 360171 h 364915"/>
                  <a:gd name="csX2" fmla="*/ 2622 w 836026"/>
                  <a:gd name="csY2" fmla="*/ 215029 h 364915"/>
                  <a:gd name="csX3" fmla="*/ 2622 w 836026"/>
                  <a:gd name="csY3" fmla="*/ 360171 h 364915"/>
                  <a:gd name="csX4" fmla="*/ 2622 w 836026"/>
                  <a:gd name="csY4" fmla="*/ 360171 h 364915"/>
                  <a:gd name="csX5" fmla="*/ 834057 w 836026"/>
                  <a:gd name="csY5" fmla="*/ 360171 h 364915"/>
                  <a:gd name="csX6" fmla="*/ 2622 w 836026"/>
                  <a:gd name="csY6" fmla="*/ 360171 h 364915"/>
                  <a:gd name="csX7" fmla="*/ 834057 w 836026"/>
                  <a:gd name="csY7" fmla="*/ 360171 h 364915"/>
                  <a:gd name="csX8" fmla="*/ 834057 w 836026"/>
                  <a:gd name="csY8" fmla="*/ 360171 h 364915"/>
                  <a:gd name="csX9" fmla="*/ 834057 w 836026"/>
                  <a:gd name="csY9" fmla="*/ 1 h 364915"/>
                  <a:gd name="csX10" fmla="*/ 834057 w 836026"/>
                  <a:gd name="csY10" fmla="*/ 360171 h 364915"/>
                  <a:gd name="csX11" fmla="*/ 834057 w 836026"/>
                  <a:gd name="csY11" fmla="*/ 1 h 3649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6026" h="364915">
                    <a:moveTo>
                      <a:pt x="2622" y="215029"/>
                    </a:moveTo>
                    <a:cubicBezTo>
                      <a:pt x="12448" y="262853"/>
                      <a:pt x="-6297" y="303783"/>
                      <a:pt x="2622" y="360171"/>
                    </a:cubicBezTo>
                    <a:moveTo>
                      <a:pt x="2622" y="215029"/>
                    </a:moveTo>
                    <a:cubicBezTo>
                      <a:pt x="2320" y="249064"/>
                      <a:pt x="-3122" y="268731"/>
                      <a:pt x="2622" y="360171"/>
                    </a:cubicBezTo>
                    <a:moveTo>
                      <a:pt x="2622" y="360171"/>
                    </a:moveTo>
                    <a:cubicBezTo>
                      <a:pt x="214184" y="343842"/>
                      <a:pt x="431113" y="356469"/>
                      <a:pt x="834057" y="360171"/>
                    </a:cubicBezTo>
                    <a:moveTo>
                      <a:pt x="2622" y="360171"/>
                    </a:moveTo>
                    <a:cubicBezTo>
                      <a:pt x="331039" y="365323"/>
                      <a:pt x="652124" y="367573"/>
                      <a:pt x="834057" y="360171"/>
                    </a:cubicBezTo>
                    <a:moveTo>
                      <a:pt x="834057" y="360171"/>
                    </a:moveTo>
                    <a:cubicBezTo>
                      <a:pt x="834510" y="233244"/>
                      <a:pt x="827859" y="131136"/>
                      <a:pt x="834057" y="1"/>
                    </a:cubicBezTo>
                    <a:moveTo>
                      <a:pt x="834057" y="360171"/>
                    </a:moveTo>
                    <a:cubicBezTo>
                      <a:pt x="840179" y="256757"/>
                      <a:pt x="829673" y="146667"/>
                      <a:pt x="834057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4" name="شكل حر: شكل 85">
                <a:extLst>
                  <a:ext uri="{FF2B5EF4-FFF2-40B4-BE49-F238E27FC236}">
                    <a16:creationId xmlns:a16="http://schemas.microsoft.com/office/drawing/2014/main" id="{E8DF0116-5FAF-7449-CA66-64685710E4BC}"/>
                  </a:ext>
                </a:extLst>
              </p:cNvPr>
              <p:cNvSpPr/>
              <p:nvPr/>
            </p:nvSpPr>
            <p:spPr>
              <a:xfrm>
                <a:off x="4149686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025" y="14732"/>
                      <a:pt x="46258" y="27287"/>
                      <a:pt x="52910" y="50800"/>
                    </a:cubicBezTo>
                    <a:cubicBezTo>
                      <a:pt x="50869" y="42890"/>
                      <a:pt x="34618" y="47244"/>
                      <a:pt x="26455" y="38100"/>
                    </a:cubicBezTo>
                    <a:cubicBezTo>
                      <a:pt x="16629" y="44342"/>
                      <a:pt x="13530" y="41947"/>
                      <a:pt x="1" y="50800"/>
                    </a:cubicBezTo>
                    <a:cubicBezTo>
                      <a:pt x="2797" y="46011"/>
                      <a:pt x="16024" y="23513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5" name="شكل حر: شكل 86">
                <a:extLst>
                  <a:ext uri="{FF2B5EF4-FFF2-40B4-BE49-F238E27FC236}">
                    <a16:creationId xmlns:a16="http://schemas.microsoft.com/office/drawing/2014/main" id="{3FC28EAA-67C7-350F-4F02-8D7E38044CB3}"/>
                  </a:ext>
                </a:extLst>
              </p:cNvPr>
              <p:cNvSpPr/>
              <p:nvPr/>
            </p:nvSpPr>
            <p:spPr>
              <a:xfrm>
                <a:off x="4149686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8851" y="16837"/>
                      <a:pt x="39985" y="30916"/>
                      <a:pt x="52910" y="50800"/>
                    </a:cubicBezTo>
                    <a:moveTo>
                      <a:pt x="26455" y="1"/>
                    </a:moveTo>
                    <a:cubicBezTo>
                      <a:pt x="31822" y="12338"/>
                      <a:pt x="35147" y="18796"/>
                      <a:pt x="52910" y="50800"/>
                    </a:cubicBezTo>
                    <a:moveTo>
                      <a:pt x="52910" y="50800"/>
                    </a:moveTo>
                    <a:cubicBezTo>
                      <a:pt x="44520" y="45357"/>
                      <a:pt x="37264" y="44487"/>
                      <a:pt x="26455" y="38100"/>
                    </a:cubicBezTo>
                    <a:moveTo>
                      <a:pt x="52910" y="50800"/>
                    </a:moveTo>
                    <a:cubicBezTo>
                      <a:pt x="43235" y="46083"/>
                      <a:pt x="32049" y="41584"/>
                      <a:pt x="26455" y="38100"/>
                    </a:cubicBezTo>
                    <a:moveTo>
                      <a:pt x="26455" y="38100"/>
                    </a:moveTo>
                    <a:cubicBezTo>
                      <a:pt x="17839" y="40060"/>
                      <a:pt x="8012" y="46736"/>
                      <a:pt x="1" y="50800"/>
                    </a:cubicBezTo>
                    <a:moveTo>
                      <a:pt x="26455" y="38100"/>
                    </a:moveTo>
                    <a:cubicBezTo>
                      <a:pt x="18972" y="42600"/>
                      <a:pt x="8995" y="46011"/>
                      <a:pt x="1" y="50800"/>
                    </a:cubicBezTo>
                    <a:moveTo>
                      <a:pt x="1" y="50800"/>
                    </a:moveTo>
                    <a:cubicBezTo>
                      <a:pt x="5140" y="39116"/>
                      <a:pt x="10885" y="22207"/>
                      <a:pt x="26455" y="1"/>
                    </a:cubicBezTo>
                    <a:moveTo>
                      <a:pt x="1" y="50800"/>
                    </a:moveTo>
                    <a:cubicBezTo>
                      <a:pt x="8164" y="34907"/>
                      <a:pt x="22071" y="1458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30" name="صورة 87">
              <a:extLst>
                <a:ext uri="{FF2B5EF4-FFF2-40B4-BE49-F238E27FC236}">
                  <a16:creationId xmlns:a16="http://schemas.microsoft.com/office/drawing/2014/main" id="{9FE520A3-6FFF-D80C-C694-E1E20885A61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386278" y="3811341"/>
              <a:ext cx="544211" cy="114299"/>
            </a:xfrm>
            <a:custGeom>
              <a:avLst/>
              <a:gdLst>
                <a:gd name="csX0" fmla="*/ 0 w 544211"/>
                <a:gd name="csY0" fmla="*/ 0 h 114299"/>
                <a:gd name="csX1" fmla="*/ 544212 w 544211"/>
                <a:gd name="csY1" fmla="*/ 0 h 114299"/>
                <a:gd name="csX2" fmla="*/ 544212 w 544211"/>
                <a:gd name="csY2" fmla="*/ 114299 h 114299"/>
                <a:gd name="csX3" fmla="*/ 0 w 54421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4211" h="114299">
                  <a:moveTo>
                    <a:pt x="0" y="0"/>
                  </a:moveTo>
                  <a:lnTo>
                    <a:pt x="544212" y="0"/>
                  </a:lnTo>
                  <a:lnTo>
                    <a:pt x="54421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36" name="!!رسم 9">
            <a:extLst>
              <a:ext uri="{FF2B5EF4-FFF2-40B4-BE49-F238E27FC236}">
                <a16:creationId xmlns:a16="http://schemas.microsoft.com/office/drawing/2014/main" id="{76D4B9E5-2182-4895-7AF7-ECF4D571EFF9}"/>
              </a:ext>
            </a:extLst>
          </p:cNvPr>
          <p:cNvGrpSpPr/>
          <p:nvPr/>
        </p:nvGrpSpPr>
        <p:grpSpPr>
          <a:xfrm>
            <a:off x="285473" y="1353745"/>
            <a:ext cx="665147" cy="867495"/>
            <a:chOff x="3008353" y="1364555"/>
            <a:chExt cx="665147" cy="867495"/>
          </a:xfrm>
        </p:grpSpPr>
        <p:grpSp>
          <p:nvGrpSpPr>
            <p:cNvPr id="1737" name="رسم 9">
              <a:extLst>
                <a:ext uri="{FF2B5EF4-FFF2-40B4-BE49-F238E27FC236}">
                  <a16:creationId xmlns:a16="http://schemas.microsoft.com/office/drawing/2014/main" id="{529E16C5-6905-C136-FAFC-377EC716FEC8}"/>
                </a:ext>
              </a:extLst>
            </p:cNvPr>
            <p:cNvGrpSpPr/>
            <p:nvPr/>
          </p:nvGrpSpPr>
          <p:grpSpPr>
            <a:xfrm>
              <a:off x="3155744" y="1364555"/>
              <a:ext cx="216406" cy="867495"/>
              <a:chOff x="3155744" y="1364555"/>
              <a:chExt cx="216406" cy="867495"/>
            </a:xfrm>
          </p:grpSpPr>
          <p:sp>
            <p:nvSpPr>
              <p:cNvPr id="1739" name="شكل حر: شكل 90">
                <a:extLst>
                  <a:ext uri="{FF2B5EF4-FFF2-40B4-BE49-F238E27FC236}">
                    <a16:creationId xmlns:a16="http://schemas.microsoft.com/office/drawing/2014/main" id="{251DBCF1-3D68-EB3C-735D-773846EFD658}"/>
                  </a:ext>
                </a:extLst>
              </p:cNvPr>
              <p:cNvSpPr/>
              <p:nvPr/>
            </p:nvSpPr>
            <p:spPr>
              <a:xfrm>
                <a:off x="3155744" y="1369326"/>
                <a:ext cx="188962" cy="824624"/>
              </a:xfrm>
              <a:custGeom>
                <a:avLst/>
                <a:gdLst>
                  <a:gd name="csX0" fmla="*/ 1 w 188962"/>
                  <a:gd name="csY0" fmla="*/ 1 h 824624"/>
                  <a:gd name="csX1" fmla="*/ 188963 w 188962"/>
                  <a:gd name="csY1" fmla="*/ 436 h 824624"/>
                  <a:gd name="csX2" fmla="*/ 188963 w 188962"/>
                  <a:gd name="csY2" fmla="*/ 824625 h 8246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88962" h="824624">
                    <a:moveTo>
                      <a:pt x="1" y="1"/>
                    </a:moveTo>
                    <a:lnTo>
                      <a:pt x="188963" y="436"/>
                    </a:lnTo>
                    <a:lnTo>
                      <a:pt x="188963" y="824625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" name="شكل حر: شكل 91">
                <a:extLst>
                  <a:ext uri="{FF2B5EF4-FFF2-40B4-BE49-F238E27FC236}">
                    <a16:creationId xmlns:a16="http://schemas.microsoft.com/office/drawing/2014/main" id="{F6ABA681-2ECC-FF5A-D710-41935A791CD0}"/>
                  </a:ext>
                </a:extLst>
              </p:cNvPr>
              <p:cNvSpPr/>
              <p:nvPr/>
            </p:nvSpPr>
            <p:spPr>
              <a:xfrm>
                <a:off x="3318252" y="218125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1" name="شكل حر: شكل 92">
                <a:extLst>
                  <a:ext uri="{FF2B5EF4-FFF2-40B4-BE49-F238E27FC236}">
                    <a16:creationId xmlns:a16="http://schemas.microsoft.com/office/drawing/2014/main" id="{E103EB0A-4E7F-D6FA-3E35-62D51F58B759}"/>
                  </a:ext>
                </a:extLst>
              </p:cNvPr>
              <p:cNvSpPr/>
              <p:nvPr/>
            </p:nvSpPr>
            <p:spPr>
              <a:xfrm>
                <a:off x="3155744" y="1364555"/>
                <a:ext cx="189877" cy="829396"/>
              </a:xfrm>
              <a:custGeom>
                <a:avLst/>
                <a:gdLst>
                  <a:gd name="csX0" fmla="*/ 1 w 189877"/>
                  <a:gd name="csY0" fmla="*/ 4772 h 829396"/>
                  <a:gd name="csX1" fmla="*/ 188963 w 189877"/>
                  <a:gd name="csY1" fmla="*/ 5207 h 829396"/>
                  <a:gd name="csX2" fmla="*/ 1 w 189877"/>
                  <a:gd name="csY2" fmla="*/ 4772 h 829396"/>
                  <a:gd name="csX3" fmla="*/ 188963 w 189877"/>
                  <a:gd name="csY3" fmla="*/ 5207 h 829396"/>
                  <a:gd name="csX4" fmla="*/ 188963 w 189877"/>
                  <a:gd name="csY4" fmla="*/ 5207 h 829396"/>
                  <a:gd name="csX5" fmla="*/ 188963 w 189877"/>
                  <a:gd name="csY5" fmla="*/ 829397 h 829396"/>
                  <a:gd name="csX6" fmla="*/ 188963 w 189877"/>
                  <a:gd name="csY6" fmla="*/ 5207 h 829396"/>
                  <a:gd name="csX7" fmla="*/ 188963 w 189877"/>
                  <a:gd name="csY7" fmla="*/ 829397 h 8293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89877" h="829396">
                    <a:moveTo>
                      <a:pt x="1" y="4772"/>
                    </a:moveTo>
                    <a:cubicBezTo>
                      <a:pt x="63038" y="490"/>
                      <a:pt x="126227" y="-3574"/>
                      <a:pt x="188963" y="5207"/>
                    </a:cubicBezTo>
                    <a:moveTo>
                      <a:pt x="1" y="4772"/>
                    </a:moveTo>
                    <a:cubicBezTo>
                      <a:pt x="47543" y="11231"/>
                      <a:pt x="106500" y="9997"/>
                      <a:pt x="188963" y="5207"/>
                    </a:cubicBezTo>
                    <a:moveTo>
                      <a:pt x="188963" y="5207"/>
                    </a:moveTo>
                    <a:cubicBezTo>
                      <a:pt x="174224" y="255142"/>
                      <a:pt x="194254" y="503770"/>
                      <a:pt x="188963" y="829397"/>
                    </a:cubicBezTo>
                    <a:moveTo>
                      <a:pt x="188963" y="5207"/>
                    </a:moveTo>
                    <a:cubicBezTo>
                      <a:pt x="183672" y="307538"/>
                      <a:pt x="186166" y="610450"/>
                      <a:pt x="188963" y="829397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" name="شكل حر: شكل 93">
                <a:extLst>
                  <a:ext uri="{FF2B5EF4-FFF2-40B4-BE49-F238E27FC236}">
                    <a16:creationId xmlns:a16="http://schemas.microsoft.com/office/drawing/2014/main" id="{618B9C70-C123-647C-AA8A-B68E8F0C8DCD}"/>
                  </a:ext>
                </a:extLst>
              </p:cNvPr>
              <p:cNvSpPr/>
              <p:nvPr/>
            </p:nvSpPr>
            <p:spPr>
              <a:xfrm>
                <a:off x="3318252" y="2181251"/>
                <a:ext cx="53898" cy="50799"/>
              </a:xfrm>
              <a:custGeom>
                <a:avLst/>
                <a:gdLst>
                  <a:gd name="csX0" fmla="*/ 26455 w 53898"/>
                  <a:gd name="csY0" fmla="*/ 50800 h 50799"/>
                  <a:gd name="csX1" fmla="*/ 1 w 53898"/>
                  <a:gd name="csY1" fmla="*/ 1 h 50799"/>
                  <a:gd name="csX2" fmla="*/ 26455 w 53898"/>
                  <a:gd name="csY2" fmla="*/ 12700 h 50799"/>
                  <a:gd name="csX3" fmla="*/ 52910 w 53898"/>
                  <a:gd name="csY3" fmla="*/ 1 h 50799"/>
                  <a:gd name="csX4" fmla="*/ 26455 w 53898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3898" h="50799">
                    <a:moveTo>
                      <a:pt x="26455" y="50800"/>
                    </a:moveTo>
                    <a:cubicBezTo>
                      <a:pt x="19048" y="40350"/>
                      <a:pt x="1210" y="6677"/>
                      <a:pt x="1" y="1"/>
                    </a:cubicBezTo>
                    <a:cubicBezTo>
                      <a:pt x="9071" y="9217"/>
                      <a:pt x="21164" y="6096"/>
                      <a:pt x="26455" y="12700"/>
                    </a:cubicBezTo>
                    <a:cubicBezTo>
                      <a:pt x="37869" y="5226"/>
                      <a:pt x="44369" y="1089"/>
                      <a:pt x="52910" y="1"/>
                    </a:cubicBezTo>
                    <a:cubicBezTo>
                      <a:pt x="57143" y="18579"/>
                      <a:pt x="47695" y="22788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" name="شكل حر: شكل 94">
                <a:extLst>
                  <a:ext uri="{FF2B5EF4-FFF2-40B4-BE49-F238E27FC236}">
                    <a16:creationId xmlns:a16="http://schemas.microsoft.com/office/drawing/2014/main" id="{B4DAB806-A21C-329D-58E0-7ABA105D4273}"/>
                  </a:ext>
                </a:extLst>
              </p:cNvPr>
              <p:cNvSpPr/>
              <p:nvPr/>
            </p:nvSpPr>
            <p:spPr>
              <a:xfrm>
                <a:off x="3318252" y="218125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9275" y="31787"/>
                      <a:pt x="11792" y="13934"/>
                      <a:pt x="1" y="1"/>
                    </a:cubicBezTo>
                    <a:moveTo>
                      <a:pt x="26455" y="50800"/>
                    </a:moveTo>
                    <a:cubicBezTo>
                      <a:pt x="17612" y="38826"/>
                      <a:pt x="12774" y="24167"/>
                      <a:pt x="1" y="1"/>
                    </a:cubicBezTo>
                    <a:moveTo>
                      <a:pt x="1" y="1"/>
                    </a:moveTo>
                    <a:cubicBezTo>
                      <a:pt x="5896" y="4645"/>
                      <a:pt x="17687" y="8999"/>
                      <a:pt x="26455" y="12700"/>
                    </a:cubicBezTo>
                    <a:moveTo>
                      <a:pt x="1" y="1"/>
                    </a:moveTo>
                    <a:cubicBezTo>
                      <a:pt x="9146" y="4645"/>
                      <a:pt x="19275" y="9435"/>
                      <a:pt x="26455" y="12700"/>
                    </a:cubicBezTo>
                    <a:moveTo>
                      <a:pt x="26455" y="12700"/>
                    </a:moveTo>
                    <a:cubicBezTo>
                      <a:pt x="32880" y="8636"/>
                      <a:pt x="41950" y="4137"/>
                      <a:pt x="52910" y="1"/>
                    </a:cubicBezTo>
                    <a:moveTo>
                      <a:pt x="26455" y="12700"/>
                    </a:moveTo>
                    <a:cubicBezTo>
                      <a:pt x="34845" y="9652"/>
                      <a:pt x="43386" y="3339"/>
                      <a:pt x="52910" y="1"/>
                    </a:cubicBezTo>
                    <a:moveTo>
                      <a:pt x="52910" y="1"/>
                    </a:moveTo>
                    <a:cubicBezTo>
                      <a:pt x="37793" y="18942"/>
                      <a:pt x="29025" y="38028"/>
                      <a:pt x="26455" y="50800"/>
                    </a:cubicBezTo>
                    <a:moveTo>
                      <a:pt x="52910" y="1"/>
                    </a:moveTo>
                    <a:cubicBezTo>
                      <a:pt x="44444" y="18361"/>
                      <a:pt x="34845" y="32295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38" name="صورة 95">
              <a:extLst>
                <a:ext uri="{FF2B5EF4-FFF2-40B4-BE49-F238E27FC236}">
                  <a16:creationId xmlns:a16="http://schemas.microsoft.com/office/drawing/2014/main" id="{0062FC41-91B6-5CBE-A838-91B76C659C9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008353" y="1779352"/>
              <a:ext cx="665147" cy="114299"/>
            </a:xfrm>
            <a:custGeom>
              <a:avLst/>
              <a:gdLst>
                <a:gd name="csX0" fmla="*/ 0 w 665147"/>
                <a:gd name="csY0" fmla="*/ 0 h 114299"/>
                <a:gd name="csX1" fmla="*/ 665148 w 665147"/>
                <a:gd name="csY1" fmla="*/ 0 h 114299"/>
                <a:gd name="csX2" fmla="*/ 665148 w 665147"/>
                <a:gd name="csY2" fmla="*/ 114299 h 114299"/>
                <a:gd name="csX3" fmla="*/ 0 w 66514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65147" h="114299">
                  <a:moveTo>
                    <a:pt x="0" y="0"/>
                  </a:moveTo>
                  <a:lnTo>
                    <a:pt x="665148" y="0"/>
                  </a:lnTo>
                  <a:lnTo>
                    <a:pt x="66514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44" name="!!رسم 9">
            <a:extLst>
              <a:ext uri="{FF2B5EF4-FFF2-40B4-BE49-F238E27FC236}">
                <a16:creationId xmlns:a16="http://schemas.microsoft.com/office/drawing/2014/main" id="{8128EA91-A927-C6ED-0C0D-35978D28E6CD}"/>
              </a:ext>
            </a:extLst>
          </p:cNvPr>
          <p:cNvGrpSpPr/>
          <p:nvPr/>
        </p:nvGrpSpPr>
        <p:grpSpPr>
          <a:xfrm>
            <a:off x="156979" y="786874"/>
            <a:ext cx="1076027" cy="583108"/>
            <a:chOff x="2879859" y="797684"/>
            <a:chExt cx="1076027" cy="583108"/>
          </a:xfrm>
        </p:grpSpPr>
        <p:grpSp>
          <p:nvGrpSpPr>
            <p:cNvPr id="1745" name="رسم 9">
              <a:extLst>
                <a:ext uri="{FF2B5EF4-FFF2-40B4-BE49-F238E27FC236}">
                  <a16:creationId xmlns:a16="http://schemas.microsoft.com/office/drawing/2014/main" id="{14667F27-9BDD-52CD-1A3C-C7F37CF67058}"/>
                </a:ext>
              </a:extLst>
            </p:cNvPr>
            <p:cNvGrpSpPr/>
            <p:nvPr/>
          </p:nvGrpSpPr>
          <p:grpSpPr>
            <a:xfrm>
              <a:off x="2879859" y="797684"/>
              <a:ext cx="1076027" cy="583108"/>
              <a:chOff x="2879859" y="797684"/>
              <a:chExt cx="1076027" cy="583108"/>
            </a:xfrm>
          </p:grpSpPr>
          <p:sp>
            <p:nvSpPr>
              <p:cNvPr id="1747" name="مستطيل 98">
                <a:extLst>
                  <a:ext uri="{FF2B5EF4-FFF2-40B4-BE49-F238E27FC236}">
                    <a16:creationId xmlns:a16="http://schemas.microsoft.com/office/drawing/2014/main" id="{A112C2F0-B51F-193C-6E97-383B05DFF96D}"/>
                  </a:ext>
                </a:extLst>
              </p:cNvPr>
              <p:cNvSpPr/>
              <p:nvPr/>
            </p:nvSpPr>
            <p:spPr>
              <a:xfrm>
                <a:off x="2891197" y="810529"/>
                <a:ext cx="1058189" cy="558796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" name="شكل حر: شكل 99">
                <a:extLst>
                  <a:ext uri="{FF2B5EF4-FFF2-40B4-BE49-F238E27FC236}">
                    <a16:creationId xmlns:a16="http://schemas.microsoft.com/office/drawing/2014/main" id="{AC2271E3-51F7-BD02-4B84-FC7F4B305E70}"/>
                  </a:ext>
                </a:extLst>
              </p:cNvPr>
              <p:cNvSpPr/>
              <p:nvPr/>
            </p:nvSpPr>
            <p:spPr>
              <a:xfrm>
                <a:off x="2879859" y="797684"/>
                <a:ext cx="1076027" cy="583108"/>
              </a:xfrm>
              <a:custGeom>
                <a:avLst/>
                <a:gdLst>
                  <a:gd name="csX0" fmla="*/ 4838 w 1076027"/>
                  <a:gd name="csY0" fmla="*/ 799 h 583108"/>
                  <a:gd name="csX1" fmla="*/ 1076028 w 1076027"/>
                  <a:gd name="csY1" fmla="*/ 1 h 583108"/>
                  <a:gd name="csX2" fmla="*/ 1066051 w 1076027"/>
                  <a:gd name="csY2" fmla="*/ 583109 h 583108"/>
                  <a:gd name="csX3" fmla="*/ 1 w 1076027"/>
                  <a:gd name="csY3" fmla="*/ 568304 h 5831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76027" h="583108">
                    <a:moveTo>
                      <a:pt x="4838" y="799"/>
                    </a:moveTo>
                    <a:lnTo>
                      <a:pt x="1076028" y="1"/>
                    </a:lnTo>
                    <a:lnTo>
                      <a:pt x="1066051" y="583109"/>
                    </a:lnTo>
                    <a:lnTo>
                      <a:pt x="1" y="568304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" name="شكل حر: شكل 100">
                <a:extLst>
                  <a:ext uri="{FF2B5EF4-FFF2-40B4-BE49-F238E27FC236}">
                    <a16:creationId xmlns:a16="http://schemas.microsoft.com/office/drawing/2014/main" id="{A624F376-CC7E-5235-27A5-14F642ADA0BD}"/>
                  </a:ext>
                </a:extLst>
              </p:cNvPr>
              <p:cNvSpPr/>
              <p:nvPr/>
            </p:nvSpPr>
            <p:spPr>
              <a:xfrm>
                <a:off x="2891197" y="805281"/>
                <a:ext cx="1060776" cy="565010"/>
              </a:xfrm>
              <a:custGeom>
                <a:avLst/>
                <a:gdLst>
                  <a:gd name="csX0" fmla="*/ 1 w 1060776"/>
                  <a:gd name="csY0" fmla="*/ 5248 h 565010"/>
                  <a:gd name="csX1" fmla="*/ 1058190 w 1060776"/>
                  <a:gd name="csY1" fmla="*/ 5248 h 565010"/>
                  <a:gd name="csX2" fmla="*/ 1 w 1060776"/>
                  <a:gd name="csY2" fmla="*/ 5248 h 565010"/>
                  <a:gd name="csX3" fmla="*/ 1058190 w 1060776"/>
                  <a:gd name="csY3" fmla="*/ 5248 h 565010"/>
                  <a:gd name="csX4" fmla="*/ 1058190 w 1060776"/>
                  <a:gd name="csY4" fmla="*/ 5248 h 565010"/>
                  <a:gd name="csX5" fmla="*/ 1058190 w 1060776"/>
                  <a:gd name="csY5" fmla="*/ 564045 h 565010"/>
                  <a:gd name="csX6" fmla="*/ 1058190 w 1060776"/>
                  <a:gd name="csY6" fmla="*/ 5248 h 565010"/>
                  <a:gd name="csX7" fmla="*/ 1058190 w 1060776"/>
                  <a:gd name="csY7" fmla="*/ 564045 h 565010"/>
                  <a:gd name="csX8" fmla="*/ 1058190 w 1060776"/>
                  <a:gd name="csY8" fmla="*/ 564045 h 565010"/>
                  <a:gd name="csX9" fmla="*/ 1 w 1060776"/>
                  <a:gd name="csY9" fmla="*/ 564045 h 565010"/>
                  <a:gd name="csX10" fmla="*/ 1058190 w 1060776"/>
                  <a:gd name="csY10" fmla="*/ 564045 h 565010"/>
                  <a:gd name="csX11" fmla="*/ 1 w 1060776"/>
                  <a:gd name="csY11" fmla="*/ 564045 h 565010"/>
                  <a:gd name="csX12" fmla="*/ 1 w 1060776"/>
                  <a:gd name="csY12" fmla="*/ 564045 h 565010"/>
                  <a:gd name="csX13" fmla="*/ 1 w 1060776"/>
                  <a:gd name="csY13" fmla="*/ 5248 h 565010"/>
                  <a:gd name="csX14" fmla="*/ 1 w 1060776"/>
                  <a:gd name="csY14" fmla="*/ 564045 h 565010"/>
                  <a:gd name="csX15" fmla="*/ 1 w 1060776"/>
                  <a:gd name="csY15" fmla="*/ 5248 h 56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060776" h="565010">
                    <a:moveTo>
                      <a:pt x="1" y="5248"/>
                    </a:moveTo>
                    <a:cubicBezTo>
                      <a:pt x="333103" y="-10645"/>
                      <a:pt x="665980" y="15626"/>
                      <a:pt x="1058190" y="5248"/>
                    </a:cubicBezTo>
                    <a:moveTo>
                      <a:pt x="1" y="5248"/>
                    </a:moveTo>
                    <a:cubicBezTo>
                      <a:pt x="374297" y="10183"/>
                      <a:pt x="747763" y="3144"/>
                      <a:pt x="1058190" y="5248"/>
                    </a:cubicBezTo>
                    <a:moveTo>
                      <a:pt x="1058190" y="5248"/>
                    </a:moveTo>
                    <a:cubicBezTo>
                      <a:pt x="1049573" y="182467"/>
                      <a:pt x="1060987" y="390963"/>
                      <a:pt x="1058190" y="564045"/>
                    </a:cubicBezTo>
                    <a:moveTo>
                      <a:pt x="1058190" y="5248"/>
                    </a:moveTo>
                    <a:cubicBezTo>
                      <a:pt x="1064010" y="194804"/>
                      <a:pt x="1058190" y="384940"/>
                      <a:pt x="1058190" y="564045"/>
                    </a:cubicBezTo>
                    <a:moveTo>
                      <a:pt x="1058190" y="564045"/>
                    </a:moveTo>
                    <a:cubicBezTo>
                      <a:pt x="791299" y="561142"/>
                      <a:pt x="557515" y="566948"/>
                      <a:pt x="1" y="564045"/>
                    </a:cubicBezTo>
                    <a:moveTo>
                      <a:pt x="1058190" y="564045"/>
                    </a:moveTo>
                    <a:cubicBezTo>
                      <a:pt x="660613" y="566658"/>
                      <a:pt x="246256" y="563029"/>
                      <a:pt x="1" y="564045"/>
                    </a:cubicBezTo>
                    <a:moveTo>
                      <a:pt x="1" y="564045"/>
                    </a:moveTo>
                    <a:cubicBezTo>
                      <a:pt x="10582" y="388133"/>
                      <a:pt x="17612" y="225647"/>
                      <a:pt x="1" y="5248"/>
                    </a:cubicBezTo>
                    <a:moveTo>
                      <a:pt x="1" y="564045"/>
                    </a:moveTo>
                    <a:cubicBezTo>
                      <a:pt x="6350" y="419266"/>
                      <a:pt x="4460" y="262368"/>
                      <a:pt x="1" y="5248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46" name="صورة 101">
              <a:extLst>
                <a:ext uri="{FF2B5EF4-FFF2-40B4-BE49-F238E27FC236}">
                  <a16:creationId xmlns:a16="http://schemas.microsoft.com/office/drawing/2014/main" id="{56E637F4-880B-D2BE-E59A-7687EE1F396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94976" y="1042756"/>
              <a:ext cx="1043072" cy="123370"/>
            </a:xfrm>
            <a:custGeom>
              <a:avLst/>
              <a:gdLst>
                <a:gd name="csX0" fmla="*/ 0 w 1043072"/>
                <a:gd name="csY0" fmla="*/ 0 h 123370"/>
                <a:gd name="csX1" fmla="*/ 1043072 w 1043072"/>
                <a:gd name="csY1" fmla="*/ 0 h 123370"/>
                <a:gd name="csX2" fmla="*/ 1043072 w 1043072"/>
                <a:gd name="csY2" fmla="*/ 123371 h 123370"/>
                <a:gd name="csX3" fmla="*/ 0 w 104307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3072" h="123370">
                  <a:moveTo>
                    <a:pt x="0" y="0"/>
                  </a:moveTo>
                  <a:lnTo>
                    <a:pt x="1043072" y="0"/>
                  </a:lnTo>
                  <a:lnTo>
                    <a:pt x="1043072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50" name="!!رسم 9">
            <a:extLst>
              <a:ext uri="{FF2B5EF4-FFF2-40B4-BE49-F238E27FC236}">
                <a16:creationId xmlns:a16="http://schemas.microsoft.com/office/drawing/2014/main" id="{970F5199-BDE4-8C63-494E-23AFBD2C2085}"/>
              </a:ext>
            </a:extLst>
          </p:cNvPr>
          <p:cNvGrpSpPr/>
          <p:nvPr/>
        </p:nvGrpSpPr>
        <p:grpSpPr>
          <a:xfrm>
            <a:off x="5081339" y="4210558"/>
            <a:ext cx="302339" cy="145142"/>
            <a:chOff x="7804219" y="4221368"/>
            <a:chExt cx="302339" cy="145142"/>
          </a:xfrm>
          <a:noFill/>
        </p:grpSpPr>
        <p:sp>
          <p:nvSpPr>
            <p:cNvPr id="1751" name="مستطيل 103">
              <a:extLst>
                <a:ext uri="{FF2B5EF4-FFF2-40B4-BE49-F238E27FC236}">
                  <a16:creationId xmlns:a16="http://schemas.microsoft.com/office/drawing/2014/main" id="{4B2C98DC-401A-ABD7-7096-86DA22C0AC95}"/>
                </a:ext>
              </a:extLst>
            </p:cNvPr>
            <p:cNvSpPr/>
            <p:nvPr/>
          </p:nvSpPr>
          <p:spPr>
            <a:xfrm>
              <a:off x="7804219" y="4221368"/>
              <a:ext cx="30233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752" name="صورة 104">
              <a:extLst>
                <a:ext uri="{FF2B5EF4-FFF2-40B4-BE49-F238E27FC236}">
                  <a16:creationId xmlns:a16="http://schemas.microsoft.com/office/drawing/2014/main" id="{5876B45E-95E0-9100-FBCD-A81A6A9613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807998" y="4243139"/>
              <a:ext cx="287222" cy="123370"/>
            </a:xfrm>
            <a:custGeom>
              <a:avLst/>
              <a:gdLst>
                <a:gd name="csX0" fmla="*/ 0 w 287222"/>
                <a:gd name="csY0" fmla="*/ 0 h 123370"/>
                <a:gd name="csX1" fmla="*/ 287223 w 287222"/>
                <a:gd name="csY1" fmla="*/ 0 h 123370"/>
                <a:gd name="csX2" fmla="*/ 287223 w 287222"/>
                <a:gd name="csY2" fmla="*/ 123371 h 123370"/>
                <a:gd name="csX3" fmla="*/ 0 w 28722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7222" h="123370">
                  <a:moveTo>
                    <a:pt x="0" y="0"/>
                  </a:moveTo>
                  <a:lnTo>
                    <a:pt x="287223" y="0"/>
                  </a:lnTo>
                  <a:lnTo>
                    <a:pt x="28722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53" name="!!رسم 9">
            <a:extLst>
              <a:ext uri="{FF2B5EF4-FFF2-40B4-BE49-F238E27FC236}">
                <a16:creationId xmlns:a16="http://schemas.microsoft.com/office/drawing/2014/main" id="{318C4CD8-67B8-B3EA-0C9B-3B0C10DA5750}"/>
              </a:ext>
            </a:extLst>
          </p:cNvPr>
          <p:cNvGrpSpPr/>
          <p:nvPr/>
        </p:nvGrpSpPr>
        <p:grpSpPr>
          <a:xfrm>
            <a:off x="3494055" y="1879811"/>
            <a:ext cx="2218418" cy="1161481"/>
            <a:chOff x="6216935" y="1890621"/>
            <a:chExt cx="2218418" cy="1161481"/>
          </a:xfrm>
        </p:grpSpPr>
        <p:grpSp>
          <p:nvGrpSpPr>
            <p:cNvPr id="1754" name="رسم 9">
              <a:extLst>
                <a:ext uri="{FF2B5EF4-FFF2-40B4-BE49-F238E27FC236}">
                  <a16:creationId xmlns:a16="http://schemas.microsoft.com/office/drawing/2014/main" id="{1976B4C4-3E25-6666-67C4-FD03C0202828}"/>
                </a:ext>
              </a:extLst>
            </p:cNvPr>
            <p:cNvGrpSpPr/>
            <p:nvPr/>
          </p:nvGrpSpPr>
          <p:grpSpPr>
            <a:xfrm>
              <a:off x="6216935" y="1890621"/>
              <a:ext cx="2218418" cy="1161481"/>
              <a:chOff x="6216935" y="1890621"/>
              <a:chExt cx="2218418" cy="1161481"/>
            </a:xfrm>
          </p:grpSpPr>
          <p:sp>
            <p:nvSpPr>
              <p:cNvPr id="1756" name="شكل حر: شكل 107">
                <a:extLst>
                  <a:ext uri="{FF2B5EF4-FFF2-40B4-BE49-F238E27FC236}">
                    <a16:creationId xmlns:a16="http://schemas.microsoft.com/office/drawing/2014/main" id="{D84794D3-975A-50AF-93B8-7BDA31556A1A}"/>
                  </a:ext>
                </a:extLst>
              </p:cNvPr>
              <p:cNvSpPr/>
              <p:nvPr/>
            </p:nvSpPr>
            <p:spPr>
              <a:xfrm>
                <a:off x="6216935" y="1899095"/>
                <a:ext cx="2191963" cy="1114908"/>
              </a:xfrm>
              <a:custGeom>
                <a:avLst/>
                <a:gdLst>
                  <a:gd name="csX0" fmla="*/ 1 w 2191963"/>
                  <a:gd name="csY0" fmla="*/ 1 h 1114908"/>
                  <a:gd name="csX1" fmla="*/ 377925 w 2191963"/>
                  <a:gd name="csY1" fmla="*/ 1 h 1114908"/>
                  <a:gd name="csX2" fmla="*/ 377925 w 2191963"/>
                  <a:gd name="csY2" fmla="*/ 290285 h 1114908"/>
                  <a:gd name="csX3" fmla="*/ 1209360 w 2191963"/>
                  <a:gd name="csY3" fmla="*/ 290285 h 1114908"/>
                  <a:gd name="csX4" fmla="*/ 1209360 w 2191963"/>
                  <a:gd name="csY4" fmla="*/ 943424 h 1114908"/>
                  <a:gd name="csX5" fmla="*/ 2191964 w 2191963"/>
                  <a:gd name="csY5" fmla="*/ 943424 h 1114908"/>
                  <a:gd name="csX6" fmla="*/ 2191964 w 2191963"/>
                  <a:gd name="csY6" fmla="*/ 1114909 h 1114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191963" h="1114908">
                    <a:moveTo>
                      <a:pt x="1" y="1"/>
                    </a:moveTo>
                    <a:lnTo>
                      <a:pt x="377925" y="1"/>
                    </a:lnTo>
                    <a:lnTo>
                      <a:pt x="377925" y="290285"/>
                    </a:lnTo>
                    <a:lnTo>
                      <a:pt x="1209360" y="290285"/>
                    </a:lnTo>
                    <a:lnTo>
                      <a:pt x="1209360" y="943424"/>
                    </a:lnTo>
                    <a:lnTo>
                      <a:pt x="2191964" y="943424"/>
                    </a:lnTo>
                    <a:lnTo>
                      <a:pt x="2191964" y="1114909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" name="شكل حر: شكل 108">
                <a:extLst>
                  <a:ext uri="{FF2B5EF4-FFF2-40B4-BE49-F238E27FC236}">
                    <a16:creationId xmlns:a16="http://schemas.microsoft.com/office/drawing/2014/main" id="{FA997F85-E64C-652E-4416-F902F8F94E1C}"/>
                  </a:ext>
                </a:extLst>
              </p:cNvPr>
              <p:cNvSpPr/>
              <p:nvPr/>
            </p:nvSpPr>
            <p:spPr>
              <a:xfrm>
                <a:off x="8382444" y="3001303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" name="شكل حر: شكل 109">
                <a:extLst>
                  <a:ext uri="{FF2B5EF4-FFF2-40B4-BE49-F238E27FC236}">
                    <a16:creationId xmlns:a16="http://schemas.microsoft.com/office/drawing/2014/main" id="{DFABDFFB-0CDD-C8D9-13D1-33B055D69BB0}"/>
                  </a:ext>
                </a:extLst>
              </p:cNvPr>
              <p:cNvSpPr/>
              <p:nvPr/>
            </p:nvSpPr>
            <p:spPr>
              <a:xfrm>
                <a:off x="6216935" y="1890621"/>
                <a:ext cx="2199324" cy="1123382"/>
              </a:xfrm>
              <a:custGeom>
                <a:avLst/>
                <a:gdLst>
                  <a:gd name="csX0" fmla="*/ 1 w 2199324"/>
                  <a:gd name="csY0" fmla="*/ 8474 h 1123382"/>
                  <a:gd name="csX1" fmla="*/ 377925 w 2199324"/>
                  <a:gd name="csY1" fmla="*/ 8474 h 1123382"/>
                  <a:gd name="csX2" fmla="*/ 1 w 2199324"/>
                  <a:gd name="csY2" fmla="*/ 8474 h 1123382"/>
                  <a:gd name="csX3" fmla="*/ 377925 w 2199324"/>
                  <a:gd name="csY3" fmla="*/ 8474 h 1123382"/>
                  <a:gd name="csX4" fmla="*/ 377925 w 2199324"/>
                  <a:gd name="csY4" fmla="*/ 8474 h 1123382"/>
                  <a:gd name="csX5" fmla="*/ 377925 w 2199324"/>
                  <a:gd name="csY5" fmla="*/ 298758 h 1123382"/>
                  <a:gd name="csX6" fmla="*/ 377925 w 2199324"/>
                  <a:gd name="csY6" fmla="*/ 8474 h 1123382"/>
                  <a:gd name="csX7" fmla="*/ 377925 w 2199324"/>
                  <a:gd name="csY7" fmla="*/ 298758 h 1123382"/>
                  <a:gd name="csX8" fmla="*/ 377925 w 2199324"/>
                  <a:gd name="csY8" fmla="*/ 298758 h 1123382"/>
                  <a:gd name="csX9" fmla="*/ 1209360 w 2199324"/>
                  <a:gd name="csY9" fmla="*/ 298758 h 1123382"/>
                  <a:gd name="csX10" fmla="*/ 377925 w 2199324"/>
                  <a:gd name="csY10" fmla="*/ 298758 h 1123382"/>
                  <a:gd name="csX11" fmla="*/ 1209360 w 2199324"/>
                  <a:gd name="csY11" fmla="*/ 298758 h 1123382"/>
                  <a:gd name="csX12" fmla="*/ 1209360 w 2199324"/>
                  <a:gd name="csY12" fmla="*/ 298758 h 1123382"/>
                  <a:gd name="csX13" fmla="*/ 1209360 w 2199324"/>
                  <a:gd name="csY13" fmla="*/ 951897 h 1123382"/>
                  <a:gd name="csX14" fmla="*/ 1209360 w 2199324"/>
                  <a:gd name="csY14" fmla="*/ 298758 h 1123382"/>
                  <a:gd name="csX15" fmla="*/ 1209360 w 2199324"/>
                  <a:gd name="csY15" fmla="*/ 951897 h 1123382"/>
                  <a:gd name="csX16" fmla="*/ 1209360 w 2199324"/>
                  <a:gd name="csY16" fmla="*/ 951897 h 1123382"/>
                  <a:gd name="csX17" fmla="*/ 2191964 w 2199324"/>
                  <a:gd name="csY17" fmla="*/ 951897 h 1123382"/>
                  <a:gd name="csX18" fmla="*/ 1209360 w 2199324"/>
                  <a:gd name="csY18" fmla="*/ 951897 h 1123382"/>
                  <a:gd name="csX19" fmla="*/ 2191964 w 2199324"/>
                  <a:gd name="csY19" fmla="*/ 951897 h 1123382"/>
                  <a:gd name="csX20" fmla="*/ 2191964 w 2199324"/>
                  <a:gd name="csY20" fmla="*/ 951897 h 1123382"/>
                  <a:gd name="csX21" fmla="*/ 2191964 w 2199324"/>
                  <a:gd name="csY21" fmla="*/ 1123383 h 1123382"/>
                  <a:gd name="csX22" fmla="*/ 2191964 w 2199324"/>
                  <a:gd name="csY22" fmla="*/ 951897 h 1123382"/>
                  <a:gd name="csX23" fmla="*/ 2191964 w 2199324"/>
                  <a:gd name="csY23" fmla="*/ 1123383 h 11233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</a:cxnLst>
                <a:rect l="l" t="t" r="r" b="b"/>
                <a:pathLst>
                  <a:path w="2199324" h="1123382">
                    <a:moveTo>
                      <a:pt x="1" y="8474"/>
                    </a:moveTo>
                    <a:cubicBezTo>
                      <a:pt x="128041" y="-3573"/>
                      <a:pt x="249884" y="-2049"/>
                      <a:pt x="377925" y="8474"/>
                    </a:cubicBezTo>
                    <a:moveTo>
                      <a:pt x="1" y="8474"/>
                    </a:moveTo>
                    <a:cubicBezTo>
                      <a:pt x="78155" y="7458"/>
                      <a:pt x="160921" y="15078"/>
                      <a:pt x="377925" y="8474"/>
                    </a:cubicBezTo>
                    <a:moveTo>
                      <a:pt x="377925" y="8474"/>
                    </a:moveTo>
                    <a:cubicBezTo>
                      <a:pt x="390548" y="112903"/>
                      <a:pt x="385257" y="214938"/>
                      <a:pt x="377925" y="298758"/>
                    </a:cubicBezTo>
                    <a:moveTo>
                      <a:pt x="377925" y="8474"/>
                    </a:moveTo>
                    <a:cubicBezTo>
                      <a:pt x="370896" y="120233"/>
                      <a:pt x="384955" y="220236"/>
                      <a:pt x="377925" y="298758"/>
                    </a:cubicBezTo>
                    <a:moveTo>
                      <a:pt x="377925" y="298758"/>
                    </a:moveTo>
                    <a:cubicBezTo>
                      <a:pt x="680341" y="293896"/>
                      <a:pt x="981925" y="317699"/>
                      <a:pt x="1209360" y="298758"/>
                    </a:cubicBezTo>
                    <a:moveTo>
                      <a:pt x="377925" y="298758"/>
                    </a:moveTo>
                    <a:cubicBezTo>
                      <a:pt x="642246" y="298105"/>
                      <a:pt x="912160" y="297452"/>
                      <a:pt x="1209360" y="298758"/>
                    </a:cubicBezTo>
                    <a:moveTo>
                      <a:pt x="1209360" y="298758"/>
                    </a:moveTo>
                    <a:cubicBezTo>
                      <a:pt x="1202179" y="523873"/>
                      <a:pt x="1210720" y="748408"/>
                      <a:pt x="1209360" y="951897"/>
                    </a:cubicBezTo>
                    <a:moveTo>
                      <a:pt x="1209360" y="298758"/>
                    </a:moveTo>
                    <a:cubicBezTo>
                      <a:pt x="1209058" y="536065"/>
                      <a:pt x="1221000" y="762922"/>
                      <a:pt x="1209360" y="951897"/>
                    </a:cubicBezTo>
                    <a:moveTo>
                      <a:pt x="1209360" y="951897"/>
                    </a:moveTo>
                    <a:cubicBezTo>
                      <a:pt x="1429615" y="965323"/>
                      <a:pt x="1623415" y="962565"/>
                      <a:pt x="2191964" y="951897"/>
                    </a:cubicBezTo>
                    <a:moveTo>
                      <a:pt x="1209360" y="951897"/>
                    </a:moveTo>
                    <a:cubicBezTo>
                      <a:pt x="1567859" y="948051"/>
                      <a:pt x="1921748" y="950881"/>
                      <a:pt x="2191964" y="951897"/>
                    </a:cubicBezTo>
                    <a:moveTo>
                      <a:pt x="2191964" y="951897"/>
                    </a:moveTo>
                    <a:cubicBezTo>
                      <a:pt x="2200732" y="987747"/>
                      <a:pt x="2202773" y="1020404"/>
                      <a:pt x="2191964" y="1123383"/>
                    </a:cubicBezTo>
                    <a:moveTo>
                      <a:pt x="2191964" y="951897"/>
                    </a:moveTo>
                    <a:cubicBezTo>
                      <a:pt x="2194610" y="1015542"/>
                      <a:pt x="2193023" y="1071930"/>
                      <a:pt x="2191964" y="112338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" name="شكل حر: شكل 110">
                <a:extLst>
                  <a:ext uri="{FF2B5EF4-FFF2-40B4-BE49-F238E27FC236}">
                    <a16:creationId xmlns:a16="http://schemas.microsoft.com/office/drawing/2014/main" id="{622E76BD-A66A-4D24-8CD3-B76368CD9E5A}"/>
                  </a:ext>
                </a:extLst>
              </p:cNvPr>
              <p:cNvSpPr/>
              <p:nvPr/>
            </p:nvSpPr>
            <p:spPr>
              <a:xfrm>
                <a:off x="8382444" y="3001303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8647" y="47534"/>
                      <a:pt x="13001" y="34835"/>
                      <a:pt x="1" y="1"/>
                    </a:cubicBezTo>
                    <a:cubicBezTo>
                      <a:pt x="13152" y="5516"/>
                      <a:pt x="22978" y="12047"/>
                      <a:pt x="26455" y="12700"/>
                    </a:cubicBezTo>
                    <a:cubicBezTo>
                      <a:pt x="36281" y="7983"/>
                      <a:pt x="43160" y="2323"/>
                      <a:pt x="52910" y="1"/>
                    </a:cubicBezTo>
                    <a:cubicBezTo>
                      <a:pt x="46258" y="24747"/>
                      <a:pt x="34996" y="39116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" name="شكل حر: شكل 111">
                <a:extLst>
                  <a:ext uri="{FF2B5EF4-FFF2-40B4-BE49-F238E27FC236}">
                    <a16:creationId xmlns:a16="http://schemas.microsoft.com/office/drawing/2014/main" id="{876D005F-AC14-6C12-524C-BFDB5AEC1735}"/>
                  </a:ext>
                </a:extLst>
              </p:cNvPr>
              <p:cNvSpPr/>
              <p:nvPr/>
            </p:nvSpPr>
            <p:spPr>
              <a:xfrm>
                <a:off x="8382444" y="3001303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0938" y="29537"/>
                      <a:pt x="12774" y="13862"/>
                      <a:pt x="1" y="1"/>
                    </a:cubicBezTo>
                    <a:moveTo>
                      <a:pt x="26455" y="50800"/>
                    </a:moveTo>
                    <a:cubicBezTo>
                      <a:pt x="20938" y="40132"/>
                      <a:pt x="17461" y="32657"/>
                      <a:pt x="1" y="1"/>
                    </a:cubicBezTo>
                    <a:moveTo>
                      <a:pt x="1" y="1"/>
                    </a:moveTo>
                    <a:cubicBezTo>
                      <a:pt x="11565" y="5226"/>
                      <a:pt x="19577" y="10160"/>
                      <a:pt x="26455" y="12700"/>
                    </a:cubicBezTo>
                    <a:moveTo>
                      <a:pt x="1" y="1"/>
                    </a:moveTo>
                    <a:cubicBezTo>
                      <a:pt x="8542" y="5661"/>
                      <a:pt x="21164" y="8709"/>
                      <a:pt x="26455" y="12700"/>
                    </a:cubicBezTo>
                    <a:moveTo>
                      <a:pt x="26455" y="12700"/>
                    </a:moveTo>
                    <a:cubicBezTo>
                      <a:pt x="37037" y="6387"/>
                      <a:pt x="47317" y="6532"/>
                      <a:pt x="52910" y="1"/>
                    </a:cubicBezTo>
                    <a:moveTo>
                      <a:pt x="26455" y="12700"/>
                    </a:moveTo>
                    <a:cubicBezTo>
                      <a:pt x="34241" y="8782"/>
                      <a:pt x="43084" y="4500"/>
                      <a:pt x="52910" y="1"/>
                    </a:cubicBezTo>
                    <a:moveTo>
                      <a:pt x="52910" y="1"/>
                    </a:moveTo>
                    <a:cubicBezTo>
                      <a:pt x="40212" y="16256"/>
                      <a:pt x="34316" y="32367"/>
                      <a:pt x="26455" y="50800"/>
                    </a:cubicBezTo>
                    <a:moveTo>
                      <a:pt x="52910" y="1"/>
                    </a:moveTo>
                    <a:cubicBezTo>
                      <a:pt x="41874" y="20320"/>
                      <a:pt x="37264" y="36576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55" name="صورة 112">
              <a:extLst>
                <a:ext uri="{FF2B5EF4-FFF2-40B4-BE49-F238E27FC236}">
                  <a16:creationId xmlns:a16="http://schemas.microsoft.com/office/drawing/2014/main" id="{5925D922-50EC-F882-83E2-A187C064646C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708237" y="2142208"/>
              <a:ext cx="521536" cy="114299"/>
            </a:xfrm>
            <a:custGeom>
              <a:avLst/>
              <a:gdLst>
                <a:gd name="csX0" fmla="*/ 0 w 521536"/>
                <a:gd name="csY0" fmla="*/ 0 h 114299"/>
                <a:gd name="csX1" fmla="*/ 521536 w 521536"/>
                <a:gd name="csY1" fmla="*/ 0 h 114299"/>
                <a:gd name="csX2" fmla="*/ 521536 w 521536"/>
                <a:gd name="csY2" fmla="*/ 114299 h 114299"/>
                <a:gd name="csX3" fmla="*/ 0 w 521536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1536" h="114299">
                  <a:moveTo>
                    <a:pt x="0" y="0"/>
                  </a:moveTo>
                  <a:lnTo>
                    <a:pt x="521536" y="0"/>
                  </a:lnTo>
                  <a:lnTo>
                    <a:pt x="521536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61" name="!!رسم 9">
            <a:extLst>
              <a:ext uri="{FF2B5EF4-FFF2-40B4-BE49-F238E27FC236}">
                <a16:creationId xmlns:a16="http://schemas.microsoft.com/office/drawing/2014/main" id="{E7D9B872-4C99-E8CB-8C5F-E702A246E337}"/>
              </a:ext>
            </a:extLst>
          </p:cNvPr>
          <p:cNvGrpSpPr/>
          <p:nvPr/>
        </p:nvGrpSpPr>
        <p:grpSpPr>
          <a:xfrm>
            <a:off x="3921110" y="3347833"/>
            <a:ext cx="820550" cy="645011"/>
            <a:chOff x="6643990" y="3358643"/>
            <a:chExt cx="820550" cy="645011"/>
          </a:xfrm>
        </p:grpSpPr>
        <p:grpSp>
          <p:nvGrpSpPr>
            <p:cNvPr id="1762" name="رسم 9">
              <a:extLst>
                <a:ext uri="{FF2B5EF4-FFF2-40B4-BE49-F238E27FC236}">
                  <a16:creationId xmlns:a16="http://schemas.microsoft.com/office/drawing/2014/main" id="{5AEF7F8A-6492-EBF0-905B-C8F3DBC12E1E}"/>
                </a:ext>
              </a:extLst>
            </p:cNvPr>
            <p:cNvGrpSpPr/>
            <p:nvPr/>
          </p:nvGrpSpPr>
          <p:grpSpPr>
            <a:xfrm>
              <a:off x="6643990" y="3358643"/>
              <a:ext cx="820550" cy="645011"/>
              <a:chOff x="6643990" y="3358643"/>
              <a:chExt cx="820550" cy="645011"/>
            </a:xfrm>
          </p:grpSpPr>
          <p:sp>
            <p:nvSpPr>
              <p:cNvPr id="1764" name="شكل حر: شكل 115">
                <a:extLst>
                  <a:ext uri="{FF2B5EF4-FFF2-40B4-BE49-F238E27FC236}">
                    <a16:creationId xmlns:a16="http://schemas.microsoft.com/office/drawing/2014/main" id="{36059B9C-18F9-8938-35FD-C63DA6A072A3}"/>
                  </a:ext>
                </a:extLst>
              </p:cNvPr>
              <p:cNvSpPr/>
              <p:nvPr/>
            </p:nvSpPr>
            <p:spPr>
              <a:xfrm>
                <a:off x="6670445" y="3396743"/>
                <a:ext cx="794095" cy="606911"/>
              </a:xfrm>
              <a:custGeom>
                <a:avLst/>
                <a:gdLst>
                  <a:gd name="csX0" fmla="*/ 793643 w 794095"/>
                  <a:gd name="csY0" fmla="*/ 606912 h 606911"/>
                  <a:gd name="csX1" fmla="*/ 794096 w 794095"/>
                  <a:gd name="csY1" fmla="*/ 244057 h 606911"/>
                  <a:gd name="csX2" fmla="*/ 1 w 794095"/>
                  <a:gd name="csY2" fmla="*/ 244057 h 606911"/>
                  <a:gd name="csX3" fmla="*/ 1 w 794095"/>
                  <a:gd name="csY3" fmla="*/ 1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4095" h="606911">
                    <a:moveTo>
                      <a:pt x="793643" y="606912"/>
                    </a:moveTo>
                    <a:lnTo>
                      <a:pt x="794096" y="244057"/>
                    </a:lnTo>
                    <a:lnTo>
                      <a:pt x="1" y="244057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" name="شكل حر: شكل 116">
                <a:extLst>
                  <a:ext uri="{FF2B5EF4-FFF2-40B4-BE49-F238E27FC236}">
                    <a16:creationId xmlns:a16="http://schemas.microsoft.com/office/drawing/2014/main" id="{0D14FA32-B6CA-9923-608A-F28110449535}"/>
                  </a:ext>
                </a:extLst>
              </p:cNvPr>
              <p:cNvSpPr/>
              <p:nvPr/>
            </p:nvSpPr>
            <p:spPr>
              <a:xfrm>
                <a:off x="6643990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" name="شكل حر: شكل 117">
                <a:extLst>
                  <a:ext uri="{FF2B5EF4-FFF2-40B4-BE49-F238E27FC236}">
                    <a16:creationId xmlns:a16="http://schemas.microsoft.com/office/drawing/2014/main" id="{E268641D-977B-C448-7E96-D9DAE4B206AB}"/>
                  </a:ext>
                </a:extLst>
              </p:cNvPr>
              <p:cNvSpPr/>
              <p:nvPr/>
            </p:nvSpPr>
            <p:spPr>
              <a:xfrm>
                <a:off x="6664171" y="3396743"/>
                <a:ext cx="800369" cy="606911"/>
              </a:xfrm>
              <a:custGeom>
                <a:avLst/>
                <a:gdLst>
                  <a:gd name="csX0" fmla="*/ 799916 w 800369"/>
                  <a:gd name="csY0" fmla="*/ 606912 h 606911"/>
                  <a:gd name="csX1" fmla="*/ 800370 w 800369"/>
                  <a:gd name="csY1" fmla="*/ 244057 h 606911"/>
                  <a:gd name="csX2" fmla="*/ 799916 w 800369"/>
                  <a:gd name="csY2" fmla="*/ 606912 h 606911"/>
                  <a:gd name="csX3" fmla="*/ 800370 w 800369"/>
                  <a:gd name="csY3" fmla="*/ 244057 h 606911"/>
                  <a:gd name="csX4" fmla="*/ 800370 w 800369"/>
                  <a:gd name="csY4" fmla="*/ 244057 h 606911"/>
                  <a:gd name="csX5" fmla="*/ 6274 w 800369"/>
                  <a:gd name="csY5" fmla="*/ 244057 h 606911"/>
                  <a:gd name="csX6" fmla="*/ 800370 w 800369"/>
                  <a:gd name="csY6" fmla="*/ 244057 h 606911"/>
                  <a:gd name="csX7" fmla="*/ 6274 w 800369"/>
                  <a:gd name="csY7" fmla="*/ 244057 h 606911"/>
                  <a:gd name="csX8" fmla="*/ 6274 w 800369"/>
                  <a:gd name="csY8" fmla="*/ 244057 h 606911"/>
                  <a:gd name="csX9" fmla="*/ 6274 w 800369"/>
                  <a:gd name="csY9" fmla="*/ 1 h 606911"/>
                  <a:gd name="csX10" fmla="*/ 6274 w 800369"/>
                  <a:gd name="csY10" fmla="*/ 244057 h 606911"/>
                  <a:gd name="csX11" fmla="*/ 6274 w 800369"/>
                  <a:gd name="csY11" fmla="*/ 1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00369" h="606911">
                    <a:moveTo>
                      <a:pt x="799916" y="606912"/>
                    </a:moveTo>
                    <a:cubicBezTo>
                      <a:pt x="799916" y="499507"/>
                      <a:pt x="791829" y="386151"/>
                      <a:pt x="800370" y="244057"/>
                    </a:cubicBezTo>
                    <a:moveTo>
                      <a:pt x="799916" y="606912"/>
                    </a:moveTo>
                    <a:cubicBezTo>
                      <a:pt x="792206" y="507054"/>
                      <a:pt x="794247" y="408213"/>
                      <a:pt x="800370" y="244057"/>
                    </a:cubicBezTo>
                    <a:moveTo>
                      <a:pt x="800370" y="244057"/>
                    </a:moveTo>
                    <a:cubicBezTo>
                      <a:pt x="511938" y="236509"/>
                      <a:pt x="199243" y="258789"/>
                      <a:pt x="6274" y="244057"/>
                    </a:cubicBezTo>
                    <a:moveTo>
                      <a:pt x="800370" y="244057"/>
                    </a:moveTo>
                    <a:cubicBezTo>
                      <a:pt x="525996" y="242605"/>
                      <a:pt x="239756" y="247105"/>
                      <a:pt x="6274" y="244057"/>
                    </a:cubicBezTo>
                    <a:moveTo>
                      <a:pt x="6274" y="244057"/>
                    </a:moveTo>
                    <a:cubicBezTo>
                      <a:pt x="4309" y="164592"/>
                      <a:pt x="-6802" y="92311"/>
                      <a:pt x="6274" y="1"/>
                    </a:cubicBezTo>
                    <a:moveTo>
                      <a:pt x="6274" y="244057"/>
                    </a:moveTo>
                    <a:cubicBezTo>
                      <a:pt x="9146" y="157334"/>
                      <a:pt x="3251" y="59799"/>
                      <a:pt x="6274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" name="شكل حر: شكل 118">
                <a:extLst>
                  <a:ext uri="{FF2B5EF4-FFF2-40B4-BE49-F238E27FC236}">
                    <a16:creationId xmlns:a16="http://schemas.microsoft.com/office/drawing/2014/main" id="{BD2B9247-0046-5C61-185E-6AE73CF23CEF}"/>
                  </a:ext>
                </a:extLst>
              </p:cNvPr>
              <p:cNvSpPr/>
              <p:nvPr/>
            </p:nvSpPr>
            <p:spPr>
              <a:xfrm>
                <a:off x="6643990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0386" y="11249"/>
                      <a:pt x="32275" y="32948"/>
                      <a:pt x="52910" y="50800"/>
                    </a:cubicBezTo>
                    <a:cubicBezTo>
                      <a:pt x="43689" y="47172"/>
                      <a:pt x="37491" y="40278"/>
                      <a:pt x="26455" y="38100"/>
                    </a:cubicBezTo>
                    <a:cubicBezTo>
                      <a:pt x="14664" y="46591"/>
                      <a:pt x="9751" y="44487"/>
                      <a:pt x="1" y="50800"/>
                    </a:cubicBezTo>
                    <a:cubicBezTo>
                      <a:pt x="756" y="42382"/>
                      <a:pt x="17310" y="27578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" name="شكل حر: شكل 119">
                <a:extLst>
                  <a:ext uri="{FF2B5EF4-FFF2-40B4-BE49-F238E27FC236}">
                    <a16:creationId xmlns:a16="http://schemas.microsoft.com/office/drawing/2014/main" id="{0AC10C83-C7FE-9F7A-0D92-976D8A4C658C}"/>
                  </a:ext>
                </a:extLst>
              </p:cNvPr>
              <p:cNvSpPr/>
              <p:nvPr/>
            </p:nvSpPr>
            <p:spPr>
              <a:xfrm>
                <a:off x="6643990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4014" y="20030"/>
                      <a:pt x="39305" y="37520"/>
                      <a:pt x="52910" y="50800"/>
                    </a:cubicBezTo>
                    <a:moveTo>
                      <a:pt x="26455" y="1"/>
                    </a:moveTo>
                    <a:cubicBezTo>
                      <a:pt x="31897" y="14297"/>
                      <a:pt x="39909" y="29174"/>
                      <a:pt x="52910" y="50800"/>
                    </a:cubicBezTo>
                    <a:moveTo>
                      <a:pt x="52910" y="50800"/>
                    </a:moveTo>
                    <a:cubicBezTo>
                      <a:pt x="45125" y="44487"/>
                      <a:pt x="32427" y="44051"/>
                      <a:pt x="26455" y="38100"/>
                    </a:cubicBezTo>
                    <a:moveTo>
                      <a:pt x="52910" y="50800"/>
                    </a:moveTo>
                    <a:cubicBezTo>
                      <a:pt x="44142" y="46591"/>
                      <a:pt x="33107" y="43035"/>
                      <a:pt x="26455" y="38100"/>
                    </a:cubicBezTo>
                    <a:moveTo>
                      <a:pt x="26455" y="38100"/>
                    </a:moveTo>
                    <a:cubicBezTo>
                      <a:pt x="18217" y="41729"/>
                      <a:pt x="7635" y="46881"/>
                      <a:pt x="1" y="50800"/>
                    </a:cubicBezTo>
                    <a:moveTo>
                      <a:pt x="26455" y="38100"/>
                    </a:moveTo>
                    <a:cubicBezTo>
                      <a:pt x="17990" y="43253"/>
                      <a:pt x="7181" y="46156"/>
                      <a:pt x="1" y="50800"/>
                    </a:cubicBezTo>
                    <a:moveTo>
                      <a:pt x="1" y="50800"/>
                    </a:moveTo>
                    <a:cubicBezTo>
                      <a:pt x="11792" y="34544"/>
                      <a:pt x="12548" y="23223"/>
                      <a:pt x="26455" y="1"/>
                    </a:cubicBezTo>
                    <a:moveTo>
                      <a:pt x="1" y="50800"/>
                    </a:moveTo>
                    <a:cubicBezTo>
                      <a:pt x="8088" y="37592"/>
                      <a:pt x="15495" y="19958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63" name="صورة 120">
              <a:extLst>
                <a:ext uri="{FF2B5EF4-FFF2-40B4-BE49-F238E27FC236}">
                  <a16:creationId xmlns:a16="http://schemas.microsoft.com/office/drawing/2014/main" id="{1988D6A7-01F9-0B26-8728-6D9D08B8CBF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742250" y="3593628"/>
              <a:ext cx="710498" cy="114299"/>
            </a:xfrm>
            <a:custGeom>
              <a:avLst/>
              <a:gdLst>
                <a:gd name="csX0" fmla="*/ 0 w 710498"/>
                <a:gd name="csY0" fmla="*/ 0 h 114299"/>
                <a:gd name="csX1" fmla="*/ 710499 w 710498"/>
                <a:gd name="csY1" fmla="*/ 0 h 114299"/>
                <a:gd name="csX2" fmla="*/ 710499 w 710498"/>
                <a:gd name="csY2" fmla="*/ 114299 h 114299"/>
                <a:gd name="csX3" fmla="*/ 0 w 71049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10498" h="114299">
                  <a:moveTo>
                    <a:pt x="0" y="0"/>
                  </a:moveTo>
                  <a:lnTo>
                    <a:pt x="710499" y="0"/>
                  </a:lnTo>
                  <a:lnTo>
                    <a:pt x="710499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69" name="!!رسم 9">
            <a:extLst>
              <a:ext uri="{FF2B5EF4-FFF2-40B4-BE49-F238E27FC236}">
                <a16:creationId xmlns:a16="http://schemas.microsoft.com/office/drawing/2014/main" id="{7C54184E-3D99-ED7C-AB2A-C1309E9E089E}"/>
              </a:ext>
            </a:extLst>
          </p:cNvPr>
          <p:cNvGrpSpPr/>
          <p:nvPr/>
        </p:nvGrpSpPr>
        <p:grpSpPr>
          <a:xfrm>
            <a:off x="1965354" y="3699875"/>
            <a:ext cx="1381273" cy="2042127"/>
            <a:chOff x="4688234" y="3710685"/>
            <a:chExt cx="1381273" cy="2042127"/>
          </a:xfrm>
          <a:noFill/>
        </p:grpSpPr>
        <p:grpSp>
          <p:nvGrpSpPr>
            <p:cNvPr id="1770" name="رسم 9">
              <a:extLst>
                <a:ext uri="{FF2B5EF4-FFF2-40B4-BE49-F238E27FC236}">
                  <a16:creationId xmlns:a16="http://schemas.microsoft.com/office/drawing/2014/main" id="{6D25C6ED-63DC-875C-D09B-FD96C09B2E6D}"/>
                </a:ext>
              </a:extLst>
            </p:cNvPr>
            <p:cNvGrpSpPr/>
            <p:nvPr/>
          </p:nvGrpSpPr>
          <p:grpSpPr>
            <a:xfrm>
              <a:off x="4688234" y="3710685"/>
              <a:ext cx="1381273" cy="2042127"/>
              <a:chOff x="4688234" y="3710685"/>
              <a:chExt cx="1381273" cy="2042127"/>
            </a:xfrm>
            <a:noFill/>
          </p:grpSpPr>
          <p:sp>
            <p:nvSpPr>
              <p:cNvPr id="1772" name="مستطيل 123">
                <a:extLst>
                  <a:ext uri="{FF2B5EF4-FFF2-40B4-BE49-F238E27FC236}">
                    <a16:creationId xmlns:a16="http://schemas.microsoft.com/office/drawing/2014/main" id="{781E0F88-E138-F3FA-3CEF-0D4128B7EC16}"/>
                  </a:ext>
                </a:extLst>
              </p:cNvPr>
              <p:cNvSpPr/>
              <p:nvPr/>
            </p:nvSpPr>
            <p:spPr>
              <a:xfrm>
                <a:off x="4705236" y="3713370"/>
                <a:ext cx="1360529" cy="203198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" name="شكل حر: شكل 124">
                <a:extLst>
                  <a:ext uri="{FF2B5EF4-FFF2-40B4-BE49-F238E27FC236}">
                    <a16:creationId xmlns:a16="http://schemas.microsoft.com/office/drawing/2014/main" id="{4234717A-C2B5-2CA1-9436-3A3A3DF210EB}"/>
                  </a:ext>
                </a:extLst>
              </p:cNvPr>
              <p:cNvSpPr/>
              <p:nvPr/>
            </p:nvSpPr>
            <p:spPr>
              <a:xfrm>
                <a:off x="4703271" y="3710685"/>
                <a:ext cx="1365215" cy="2038810"/>
              </a:xfrm>
              <a:custGeom>
                <a:avLst/>
                <a:gdLst>
                  <a:gd name="csX0" fmla="*/ 3931 w 1365215"/>
                  <a:gd name="csY0" fmla="*/ 509 h 2038810"/>
                  <a:gd name="csX1" fmla="*/ 3931 w 1365215"/>
                  <a:gd name="csY1" fmla="*/ 509 h 2038810"/>
                  <a:gd name="csX2" fmla="*/ 3931 w 1365215"/>
                  <a:gd name="csY2" fmla="*/ 509 h 2038810"/>
                  <a:gd name="csX3" fmla="*/ 3931 w 1365215"/>
                  <a:gd name="csY3" fmla="*/ 509 h 2038810"/>
                  <a:gd name="csX4" fmla="*/ 1966 w 1365215"/>
                  <a:gd name="csY4" fmla="*/ 46954 h 2038810"/>
                  <a:gd name="csX5" fmla="*/ 41648 w 1365215"/>
                  <a:gd name="csY5" fmla="*/ 3121 h 2038810"/>
                  <a:gd name="csX6" fmla="*/ 1966 w 1365215"/>
                  <a:gd name="csY6" fmla="*/ 46954 h 2038810"/>
                  <a:gd name="csX7" fmla="*/ 41648 w 1365215"/>
                  <a:gd name="csY7" fmla="*/ 3121 h 2038810"/>
                  <a:gd name="csX8" fmla="*/ 1 w 1365215"/>
                  <a:gd name="csY8" fmla="*/ 93399 h 2038810"/>
                  <a:gd name="csX9" fmla="*/ 84278 w 1365215"/>
                  <a:gd name="csY9" fmla="*/ 291 h 2038810"/>
                  <a:gd name="csX10" fmla="*/ 1 w 1365215"/>
                  <a:gd name="csY10" fmla="*/ 93399 h 2038810"/>
                  <a:gd name="csX11" fmla="*/ 84278 w 1365215"/>
                  <a:gd name="csY11" fmla="*/ 291 h 2038810"/>
                  <a:gd name="csX12" fmla="*/ 2948 w 1365215"/>
                  <a:gd name="csY12" fmla="*/ 134330 h 2038810"/>
                  <a:gd name="csX13" fmla="*/ 121995 w 1365215"/>
                  <a:gd name="csY13" fmla="*/ 2903 h 2038810"/>
                  <a:gd name="csX14" fmla="*/ 2948 w 1365215"/>
                  <a:gd name="csY14" fmla="*/ 134330 h 2038810"/>
                  <a:gd name="csX15" fmla="*/ 121995 w 1365215"/>
                  <a:gd name="csY15" fmla="*/ 2903 h 2038810"/>
                  <a:gd name="csX16" fmla="*/ 983 w 1365215"/>
                  <a:gd name="csY16" fmla="*/ 180775 h 2038810"/>
                  <a:gd name="csX17" fmla="*/ 164624 w 1365215"/>
                  <a:gd name="csY17" fmla="*/ 1 h 2038810"/>
                  <a:gd name="csX18" fmla="*/ 983 w 1365215"/>
                  <a:gd name="csY18" fmla="*/ 180775 h 2038810"/>
                  <a:gd name="csX19" fmla="*/ 164624 w 1365215"/>
                  <a:gd name="csY19" fmla="*/ 1 h 2038810"/>
                  <a:gd name="csX20" fmla="*/ 4006 w 1365215"/>
                  <a:gd name="csY20" fmla="*/ 221705 h 2038810"/>
                  <a:gd name="csX21" fmla="*/ 202341 w 1365215"/>
                  <a:gd name="csY21" fmla="*/ 2613 h 2038810"/>
                  <a:gd name="csX22" fmla="*/ 4006 w 1365215"/>
                  <a:gd name="csY22" fmla="*/ 221705 h 2038810"/>
                  <a:gd name="csX23" fmla="*/ 202341 w 1365215"/>
                  <a:gd name="csY23" fmla="*/ 2613 h 2038810"/>
                  <a:gd name="csX24" fmla="*/ 1966 w 1365215"/>
                  <a:gd name="csY24" fmla="*/ 268150 h 2038810"/>
                  <a:gd name="csX25" fmla="*/ 239983 w 1365215"/>
                  <a:gd name="csY25" fmla="*/ 5226 h 2038810"/>
                  <a:gd name="csX26" fmla="*/ 1966 w 1365215"/>
                  <a:gd name="csY26" fmla="*/ 268150 h 2038810"/>
                  <a:gd name="csX27" fmla="*/ 239983 w 1365215"/>
                  <a:gd name="csY27" fmla="*/ 5226 h 2038810"/>
                  <a:gd name="csX28" fmla="*/ 1 w 1365215"/>
                  <a:gd name="csY28" fmla="*/ 314596 h 2038810"/>
                  <a:gd name="csX29" fmla="*/ 282688 w 1365215"/>
                  <a:gd name="csY29" fmla="*/ 2395 h 2038810"/>
                  <a:gd name="csX30" fmla="*/ 1 w 1365215"/>
                  <a:gd name="csY30" fmla="*/ 314596 h 2038810"/>
                  <a:gd name="csX31" fmla="*/ 282688 w 1365215"/>
                  <a:gd name="csY31" fmla="*/ 2395 h 2038810"/>
                  <a:gd name="csX32" fmla="*/ 3024 w 1365215"/>
                  <a:gd name="csY32" fmla="*/ 355526 h 2038810"/>
                  <a:gd name="csX33" fmla="*/ 320329 w 1365215"/>
                  <a:gd name="csY33" fmla="*/ 5008 h 2038810"/>
                  <a:gd name="csX34" fmla="*/ 3024 w 1365215"/>
                  <a:gd name="csY34" fmla="*/ 355526 h 2038810"/>
                  <a:gd name="csX35" fmla="*/ 320329 w 1365215"/>
                  <a:gd name="csY35" fmla="*/ 5008 h 2038810"/>
                  <a:gd name="csX36" fmla="*/ 1059 w 1365215"/>
                  <a:gd name="csY36" fmla="*/ 401971 h 2038810"/>
                  <a:gd name="csX37" fmla="*/ 363035 w 1365215"/>
                  <a:gd name="csY37" fmla="*/ 2105 h 2038810"/>
                  <a:gd name="csX38" fmla="*/ 1059 w 1365215"/>
                  <a:gd name="csY38" fmla="*/ 401971 h 2038810"/>
                  <a:gd name="csX39" fmla="*/ 363035 w 1365215"/>
                  <a:gd name="csY39" fmla="*/ 2105 h 2038810"/>
                  <a:gd name="csX40" fmla="*/ 4006 w 1365215"/>
                  <a:gd name="csY40" fmla="*/ 442902 h 2038810"/>
                  <a:gd name="csX41" fmla="*/ 400676 w 1365215"/>
                  <a:gd name="csY41" fmla="*/ 4718 h 2038810"/>
                  <a:gd name="csX42" fmla="*/ 4006 w 1365215"/>
                  <a:gd name="csY42" fmla="*/ 442902 h 2038810"/>
                  <a:gd name="csX43" fmla="*/ 400676 w 1365215"/>
                  <a:gd name="csY43" fmla="*/ 4718 h 2038810"/>
                  <a:gd name="csX44" fmla="*/ 2041 w 1365215"/>
                  <a:gd name="csY44" fmla="*/ 489347 h 2038810"/>
                  <a:gd name="csX45" fmla="*/ 443382 w 1365215"/>
                  <a:gd name="csY45" fmla="*/ 1887 h 2038810"/>
                  <a:gd name="csX46" fmla="*/ 2041 w 1365215"/>
                  <a:gd name="csY46" fmla="*/ 489347 h 2038810"/>
                  <a:gd name="csX47" fmla="*/ 443382 w 1365215"/>
                  <a:gd name="csY47" fmla="*/ 1887 h 2038810"/>
                  <a:gd name="csX48" fmla="*/ 76 w 1365215"/>
                  <a:gd name="csY48" fmla="*/ 535720 h 2038810"/>
                  <a:gd name="csX49" fmla="*/ 481099 w 1365215"/>
                  <a:gd name="csY49" fmla="*/ 4500 h 2038810"/>
                  <a:gd name="csX50" fmla="*/ 76 w 1365215"/>
                  <a:gd name="csY50" fmla="*/ 535720 h 2038810"/>
                  <a:gd name="csX51" fmla="*/ 481099 w 1365215"/>
                  <a:gd name="csY51" fmla="*/ 4500 h 2038810"/>
                  <a:gd name="csX52" fmla="*/ 3024 w 1365215"/>
                  <a:gd name="csY52" fmla="*/ 576723 h 2038810"/>
                  <a:gd name="csX53" fmla="*/ 523729 w 1365215"/>
                  <a:gd name="csY53" fmla="*/ 1597 h 2038810"/>
                  <a:gd name="csX54" fmla="*/ 3024 w 1365215"/>
                  <a:gd name="csY54" fmla="*/ 576723 h 2038810"/>
                  <a:gd name="csX55" fmla="*/ 523729 w 1365215"/>
                  <a:gd name="csY55" fmla="*/ 1597 h 2038810"/>
                  <a:gd name="csX56" fmla="*/ 1059 w 1365215"/>
                  <a:gd name="csY56" fmla="*/ 623168 h 2038810"/>
                  <a:gd name="csX57" fmla="*/ 561445 w 1365215"/>
                  <a:gd name="csY57" fmla="*/ 4210 h 2038810"/>
                  <a:gd name="csX58" fmla="*/ 1059 w 1365215"/>
                  <a:gd name="csY58" fmla="*/ 623168 h 2038810"/>
                  <a:gd name="csX59" fmla="*/ 561445 w 1365215"/>
                  <a:gd name="csY59" fmla="*/ 4210 h 2038810"/>
                  <a:gd name="csX60" fmla="*/ 4082 w 1365215"/>
                  <a:gd name="csY60" fmla="*/ 664098 h 2038810"/>
                  <a:gd name="csX61" fmla="*/ 604076 w 1365215"/>
                  <a:gd name="csY61" fmla="*/ 1379 h 2038810"/>
                  <a:gd name="csX62" fmla="*/ 4082 w 1365215"/>
                  <a:gd name="csY62" fmla="*/ 664098 h 2038810"/>
                  <a:gd name="csX63" fmla="*/ 604076 w 1365215"/>
                  <a:gd name="csY63" fmla="*/ 1379 h 2038810"/>
                  <a:gd name="csX64" fmla="*/ 2041 w 1365215"/>
                  <a:gd name="csY64" fmla="*/ 710544 h 2038810"/>
                  <a:gd name="csX65" fmla="*/ 641792 w 1365215"/>
                  <a:gd name="csY65" fmla="*/ 3992 h 2038810"/>
                  <a:gd name="csX66" fmla="*/ 2041 w 1365215"/>
                  <a:gd name="csY66" fmla="*/ 710544 h 2038810"/>
                  <a:gd name="csX67" fmla="*/ 641792 w 1365215"/>
                  <a:gd name="csY67" fmla="*/ 3992 h 2038810"/>
                  <a:gd name="csX68" fmla="*/ 76 w 1365215"/>
                  <a:gd name="csY68" fmla="*/ 756916 h 2038810"/>
                  <a:gd name="csX69" fmla="*/ 684422 w 1365215"/>
                  <a:gd name="csY69" fmla="*/ 1089 h 2038810"/>
                  <a:gd name="csX70" fmla="*/ 76 w 1365215"/>
                  <a:gd name="csY70" fmla="*/ 756916 h 2038810"/>
                  <a:gd name="csX71" fmla="*/ 684422 w 1365215"/>
                  <a:gd name="csY71" fmla="*/ 1089 h 2038810"/>
                  <a:gd name="csX72" fmla="*/ 3099 w 1365215"/>
                  <a:gd name="csY72" fmla="*/ 797919 h 2038810"/>
                  <a:gd name="csX73" fmla="*/ 722139 w 1365215"/>
                  <a:gd name="csY73" fmla="*/ 3702 h 2038810"/>
                  <a:gd name="csX74" fmla="*/ 3099 w 1365215"/>
                  <a:gd name="csY74" fmla="*/ 797919 h 2038810"/>
                  <a:gd name="csX75" fmla="*/ 722139 w 1365215"/>
                  <a:gd name="csY75" fmla="*/ 3702 h 2038810"/>
                  <a:gd name="csX76" fmla="*/ 1134 w 1365215"/>
                  <a:gd name="csY76" fmla="*/ 844364 h 2038810"/>
                  <a:gd name="csX77" fmla="*/ 764769 w 1365215"/>
                  <a:gd name="csY77" fmla="*/ 871 h 2038810"/>
                  <a:gd name="csX78" fmla="*/ 1134 w 1365215"/>
                  <a:gd name="csY78" fmla="*/ 844364 h 2038810"/>
                  <a:gd name="csX79" fmla="*/ 764769 w 1365215"/>
                  <a:gd name="csY79" fmla="*/ 871 h 2038810"/>
                  <a:gd name="csX80" fmla="*/ 4082 w 1365215"/>
                  <a:gd name="csY80" fmla="*/ 885294 h 2038810"/>
                  <a:gd name="csX81" fmla="*/ 802486 w 1365215"/>
                  <a:gd name="csY81" fmla="*/ 3484 h 2038810"/>
                  <a:gd name="csX82" fmla="*/ 4082 w 1365215"/>
                  <a:gd name="csY82" fmla="*/ 885294 h 2038810"/>
                  <a:gd name="csX83" fmla="*/ 802486 w 1365215"/>
                  <a:gd name="csY83" fmla="*/ 3484 h 2038810"/>
                  <a:gd name="csX84" fmla="*/ 2117 w 1365215"/>
                  <a:gd name="csY84" fmla="*/ 931740 h 2038810"/>
                  <a:gd name="csX85" fmla="*/ 845116 w 1365215"/>
                  <a:gd name="csY85" fmla="*/ 654 h 2038810"/>
                  <a:gd name="csX86" fmla="*/ 2117 w 1365215"/>
                  <a:gd name="csY86" fmla="*/ 931740 h 2038810"/>
                  <a:gd name="csX87" fmla="*/ 845116 w 1365215"/>
                  <a:gd name="csY87" fmla="*/ 654 h 2038810"/>
                  <a:gd name="csX88" fmla="*/ 152 w 1365215"/>
                  <a:gd name="csY88" fmla="*/ 978113 h 2038810"/>
                  <a:gd name="csX89" fmla="*/ 882833 w 1365215"/>
                  <a:gd name="csY89" fmla="*/ 3266 h 2038810"/>
                  <a:gd name="csX90" fmla="*/ 152 w 1365215"/>
                  <a:gd name="csY90" fmla="*/ 978113 h 2038810"/>
                  <a:gd name="csX91" fmla="*/ 882833 w 1365215"/>
                  <a:gd name="csY91" fmla="*/ 3266 h 2038810"/>
                  <a:gd name="csX92" fmla="*/ 3099 w 1365215"/>
                  <a:gd name="csY92" fmla="*/ 1019115 h 2038810"/>
                  <a:gd name="csX93" fmla="*/ 925463 w 1365215"/>
                  <a:gd name="csY93" fmla="*/ 363 h 2038810"/>
                  <a:gd name="csX94" fmla="*/ 3099 w 1365215"/>
                  <a:gd name="csY94" fmla="*/ 1019115 h 2038810"/>
                  <a:gd name="csX95" fmla="*/ 925463 w 1365215"/>
                  <a:gd name="csY95" fmla="*/ 363 h 2038810"/>
                  <a:gd name="csX96" fmla="*/ 1134 w 1365215"/>
                  <a:gd name="csY96" fmla="*/ 1065489 h 2038810"/>
                  <a:gd name="csX97" fmla="*/ 963180 w 1365215"/>
                  <a:gd name="csY97" fmla="*/ 2976 h 2038810"/>
                  <a:gd name="csX98" fmla="*/ 1134 w 1365215"/>
                  <a:gd name="csY98" fmla="*/ 1065489 h 2038810"/>
                  <a:gd name="csX99" fmla="*/ 963180 w 1365215"/>
                  <a:gd name="csY99" fmla="*/ 2976 h 2038810"/>
                  <a:gd name="csX100" fmla="*/ 4082 w 1365215"/>
                  <a:gd name="csY100" fmla="*/ 1106491 h 2038810"/>
                  <a:gd name="csX101" fmla="*/ 1005810 w 1365215"/>
                  <a:gd name="csY101" fmla="*/ 146 h 2038810"/>
                  <a:gd name="csX102" fmla="*/ 4082 w 1365215"/>
                  <a:gd name="csY102" fmla="*/ 1106491 h 2038810"/>
                  <a:gd name="csX103" fmla="*/ 1005810 w 1365215"/>
                  <a:gd name="csY103" fmla="*/ 146 h 2038810"/>
                  <a:gd name="csX104" fmla="*/ 2117 w 1365215"/>
                  <a:gd name="csY104" fmla="*/ 1152937 h 2038810"/>
                  <a:gd name="csX105" fmla="*/ 1043526 w 1365215"/>
                  <a:gd name="csY105" fmla="*/ 2758 h 2038810"/>
                  <a:gd name="csX106" fmla="*/ 2117 w 1365215"/>
                  <a:gd name="csY106" fmla="*/ 1152937 h 2038810"/>
                  <a:gd name="csX107" fmla="*/ 1043526 w 1365215"/>
                  <a:gd name="csY107" fmla="*/ 2758 h 2038810"/>
                  <a:gd name="csX108" fmla="*/ 152 w 1365215"/>
                  <a:gd name="csY108" fmla="*/ 1199310 h 2038810"/>
                  <a:gd name="csX109" fmla="*/ 1081168 w 1365215"/>
                  <a:gd name="csY109" fmla="*/ 5371 h 2038810"/>
                  <a:gd name="csX110" fmla="*/ 152 w 1365215"/>
                  <a:gd name="csY110" fmla="*/ 1199310 h 2038810"/>
                  <a:gd name="csX111" fmla="*/ 1081168 w 1365215"/>
                  <a:gd name="csY111" fmla="*/ 5371 h 2038810"/>
                  <a:gd name="csX112" fmla="*/ 3175 w 1365215"/>
                  <a:gd name="csY112" fmla="*/ 1240312 h 2038810"/>
                  <a:gd name="csX113" fmla="*/ 1123873 w 1365215"/>
                  <a:gd name="csY113" fmla="*/ 2468 h 2038810"/>
                  <a:gd name="csX114" fmla="*/ 3175 w 1365215"/>
                  <a:gd name="csY114" fmla="*/ 1240312 h 2038810"/>
                  <a:gd name="csX115" fmla="*/ 1123873 w 1365215"/>
                  <a:gd name="csY115" fmla="*/ 2468 h 2038810"/>
                  <a:gd name="csX116" fmla="*/ 1134 w 1365215"/>
                  <a:gd name="csY116" fmla="*/ 1286685 h 2038810"/>
                  <a:gd name="csX117" fmla="*/ 1161515 w 1365215"/>
                  <a:gd name="csY117" fmla="*/ 5080 h 2038810"/>
                  <a:gd name="csX118" fmla="*/ 1134 w 1365215"/>
                  <a:gd name="csY118" fmla="*/ 1286685 h 2038810"/>
                  <a:gd name="csX119" fmla="*/ 1161515 w 1365215"/>
                  <a:gd name="csY119" fmla="*/ 5080 h 2038810"/>
                  <a:gd name="csX120" fmla="*/ 4158 w 1365215"/>
                  <a:gd name="csY120" fmla="*/ 1327688 h 2038810"/>
                  <a:gd name="csX121" fmla="*/ 1204220 w 1365215"/>
                  <a:gd name="csY121" fmla="*/ 2250 h 2038810"/>
                  <a:gd name="csX122" fmla="*/ 4158 w 1365215"/>
                  <a:gd name="csY122" fmla="*/ 1327688 h 2038810"/>
                  <a:gd name="csX123" fmla="*/ 1204220 w 1365215"/>
                  <a:gd name="csY123" fmla="*/ 2250 h 2038810"/>
                  <a:gd name="csX124" fmla="*/ 2192 w 1365215"/>
                  <a:gd name="csY124" fmla="*/ 1374133 h 2038810"/>
                  <a:gd name="csX125" fmla="*/ 1241861 w 1365215"/>
                  <a:gd name="csY125" fmla="*/ 4863 h 2038810"/>
                  <a:gd name="csX126" fmla="*/ 2192 w 1365215"/>
                  <a:gd name="csY126" fmla="*/ 1374133 h 2038810"/>
                  <a:gd name="csX127" fmla="*/ 1241861 w 1365215"/>
                  <a:gd name="csY127" fmla="*/ 4863 h 2038810"/>
                  <a:gd name="csX128" fmla="*/ 227 w 1365215"/>
                  <a:gd name="csY128" fmla="*/ 1420506 h 2038810"/>
                  <a:gd name="csX129" fmla="*/ 1284567 w 1365215"/>
                  <a:gd name="csY129" fmla="*/ 1960 h 2038810"/>
                  <a:gd name="csX130" fmla="*/ 227 w 1365215"/>
                  <a:gd name="csY130" fmla="*/ 1420506 h 2038810"/>
                  <a:gd name="csX131" fmla="*/ 1284567 w 1365215"/>
                  <a:gd name="csY131" fmla="*/ 1960 h 2038810"/>
                  <a:gd name="csX132" fmla="*/ 3175 w 1365215"/>
                  <a:gd name="csY132" fmla="*/ 1461509 h 2038810"/>
                  <a:gd name="csX133" fmla="*/ 1322208 w 1365215"/>
                  <a:gd name="csY133" fmla="*/ 4573 h 2038810"/>
                  <a:gd name="csX134" fmla="*/ 3175 w 1365215"/>
                  <a:gd name="csY134" fmla="*/ 1461509 h 2038810"/>
                  <a:gd name="csX135" fmla="*/ 1322208 w 1365215"/>
                  <a:gd name="csY135" fmla="*/ 4573 h 2038810"/>
                  <a:gd name="csX136" fmla="*/ 1210 w 1365215"/>
                  <a:gd name="csY136" fmla="*/ 1507881 h 2038810"/>
                  <a:gd name="csX137" fmla="*/ 1364914 w 1365215"/>
                  <a:gd name="csY137" fmla="*/ 1742 h 2038810"/>
                  <a:gd name="csX138" fmla="*/ 1210 w 1365215"/>
                  <a:gd name="csY138" fmla="*/ 1507881 h 2038810"/>
                  <a:gd name="csX139" fmla="*/ 1364914 w 1365215"/>
                  <a:gd name="csY139" fmla="*/ 1742 h 2038810"/>
                  <a:gd name="csX140" fmla="*/ 4158 w 1365215"/>
                  <a:gd name="csY140" fmla="*/ 1548884 h 2038810"/>
                  <a:gd name="csX141" fmla="*/ 1362873 w 1365215"/>
                  <a:gd name="csY141" fmla="*/ 48188 h 2038810"/>
                  <a:gd name="csX142" fmla="*/ 4158 w 1365215"/>
                  <a:gd name="csY142" fmla="*/ 1548884 h 2038810"/>
                  <a:gd name="csX143" fmla="*/ 1362873 w 1365215"/>
                  <a:gd name="csY143" fmla="*/ 48188 h 2038810"/>
                  <a:gd name="csX144" fmla="*/ 2192 w 1365215"/>
                  <a:gd name="csY144" fmla="*/ 1595257 h 2038810"/>
                  <a:gd name="csX145" fmla="*/ 1360908 w 1365215"/>
                  <a:gd name="csY145" fmla="*/ 94561 h 2038810"/>
                  <a:gd name="csX146" fmla="*/ 2192 w 1365215"/>
                  <a:gd name="csY146" fmla="*/ 1595257 h 2038810"/>
                  <a:gd name="csX147" fmla="*/ 1360908 w 1365215"/>
                  <a:gd name="csY147" fmla="*/ 94561 h 2038810"/>
                  <a:gd name="csX148" fmla="*/ 227 w 1365215"/>
                  <a:gd name="csY148" fmla="*/ 1641702 h 2038810"/>
                  <a:gd name="csX149" fmla="*/ 1363931 w 1365215"/>
                  <a:gd name="csY149" fmla="*/ 135563 h 2038810"/>
                  <a:gd name="csX150" fmla="*/ 227 w 1365215"/>
                  <a:gd name="csY150" fmla="*/ 1641702 h 2038810"/>
                  <a:gd name="csX151" fmla="*/ 1363931 w 1365215"/>
                  <a:gd name="csY151" fmla="*/ 135563 h 2038810"/>
                  <a:gd name="csX152" fmla="*/ 3251 w 1365215"/>
                  <a:gd name="csY152" fmla="*/ 1682705 h 2038810"/>
                  <a:gd name="csX153" fmla="*/ 1361966 w 1365215"/>
                  <a:gd name="csY153" fmla="*/ 181936 h 2038810"/>
                  <a:gd name="csX154" fmla="*/ 3251 w 1365215"/>
                  <a:gd name="csY154" fmla="*/ 1682705 h 2038810"/>
                  <a:gd name="csX155" fmla="*/ 1361966 w 1365215"/>
                  <a:gd name="csY155" fmla="*/ 181936 h 2038810"/>
                  <a:gd name="csX156" fmla="*/ 1210 w 1365215"/>
                  <a:gd name="csY156" fmla="*/ 1729078 h 2038810"/>
                  <a:gd name="csX157" fmla="*/ 1364914 w 1365215"/>
                  <a:gd name="csY157" fmla="*/ 222939 h 2038810"/>
                  <a:gd name="csX158" fmla="*/ 1210 w 1365215"/>
                  <a:gd name="csY158" fmla="*/ 1729078 h 2038810"/>
                  <a:gd name="csX159" fmla="*/ 1364914 w 1365215"/>
                  <a:gd name="csY159" fmla="*/ 222939 h 2038810"/>
                  <a:gd name="csX160" fmla="*/ 4233 w 1365215"/>
                  <a:gd name="csY160" fmla="*/ 1770080 h 2038810"/>
                  <a:gd name="csX161" fmla="*/ 1362948 w 1365215"/>
                  <a:gd name="csY161" fmla="*/ 269384 h 2038810"/>
                  <a:gd name="csX162" fmla="*/ 4233 w 1365215"/>
                  <a:gd name="csY162" fmla="*/ 1770080 h 2038810"/>
                  <a:gd name="csX163" fmla="*/ 1362948 w 1365215"/>
                  <a:gd name="csY163" fmla="*/ 269384 h 2038810"/>
                  <a:gd name="csX164" fmla="*/ 2268 w 1365215"/>
                  <a:gd name="csY164" fmla="*/ 1816453 h 2038810"/>
                  <a:gd name="csX165" fmla="*/ 1360983 w 1365215"/>
                  <a:gd name="csY165" fmla="*/ 315757 h 2038810"/>
                  <a:gd name="csX166" fmla="*/ 2268 w 1365215"/>
                  <a:gd name="csY166" fmla="*/ 1816453 h 2038810"/>
                  <a:gd name="csX167" fmla="*/ 1360983 w 1365215"/>
                  <a:gd name="csY167" fmla="*/ 315757 h 2038810"/>
                  <a:gd name="csX168" fmla="*/ 303 w 1365215"/>
                  <a:gd name="csY168" fmla="*/ 1862899 h 2038810"/>
                  <a:gd name="csX169" fmla="*/ 1363931 w 1365215"/>
                  <a:gd name="csY169" fmla="*/ 356760 h 2038810"/>
                  <a:gd name="csX170" fmla="*/ 303 w 1365215"/>
                  <a:gd name="csY170" fmla="*/ 1862899 h 2038810"/>
                  <a:gd name="csX171" fmla="*/ 1363931 w 1365215"/>
                  <a:gd name="csY171" fmla="*/ 356760 h 2038810"/>
                  <a:gd name="csX172" fmla="*/ 3251 w 1365215"/>
                  <a:gd name="csY172" fmla="*/ 1903829 h 2038810"/>
                  <a:gd name="csX173" fmla="*/ 1361966 w 1365215"/>
                  <a:gd name="csY173" fmla="*/ 403133 h 2038810"/>
                  <a:gd name="csX174" fmla="*/ 3251 w 1365215"/>
                  <a:gd name="csY174" fmla="*/ 1903829 h 2038810"/>
                  <a:gd name="csX175" fmla="*/ 1361966 w 1365215"/>
                  <a:gd name="csY175" fmla="*/ 403133 h 2038810"/>
                  <a:gd name="csX176" fmla="*/ 1285 w 1365215"/>
                  <a:gd name="csY176" fmla="*/ 1950274 h 2038810"/>
                  <a:gd name="csX177" fmla="*/ 1364989 w 1365215"/>
                  <a:gd name="csY177" fmla="*/ 444135 h 2038810"/>
                  <a:gd name="csX178" fmla="*/ 1285 w 1365215"/>
                  <a:gd name="csY178" fmla="*/ 1950274 h 2038810"/>
                  <a:gd name="csX179" fmla="*/ 1364989 w 1365215"/>
                  <a:gd name="csY179" fmla="*/ 444135 h 2038810"/>
                  <a:gd name="csX180" fmla="*/ 4233 w 1365215"/>
                  <a:gd name="csY180" fmla="*/ 1991277 h 2038810"/>
                  <a:gd name="csX181" fmla="*/ 1362948 w 1365215"/>
                  <a:gd name="csY181" fmla="*/ 490581 h 2038810"/>
                  <a:gd name="csX182" fmla="*/ 4233 w 1365215"/>
                  <a:gd name="csY182" fmla="*/ 1991277 h 2038810"/>
                  <a:gd name="csX183" fmla="*/ 1362948 w 1365215"/>
                  <a:gd name="csY183" fmla="*/ 490581 h 2038810"/>
                  <a:gd name="csX184" fmla="*/ 2268 w 1365215"/>
                  <a:gd name="csY184" fmla="*/ 2037650 h 2038810"/>
                  <a:gd name="csX185" fmla="*/ 1360983 w 1365215"/>
                  <a:gd name="csY185" fmla="*/ 536954 h 2038810"/>
                  <a:gd name="csX186" fmla="*/ 2268 w 1365215"/>
                  <a:gd name="csY186" fmla="*/ 2037650 h 2038810"/>
                  <a:gd name="csX187" fmla="*/ 1360983 w 1365215"/>
                  <a:gd name="csY187" fmla="*/ 536954 h 2038810"/>
                  <a:gd name="csX188" fmla="*/ 44974 w 1365215"/>
                  <a:gd name="csY188" fmla="*/ 2034820 h 2038810"/>
                  <a:gd name="csX189" fmla="*/ 1364007 w 1365215"/>
                  <a:gd name="csY189" fmla="*/ 577956 h 2038810"/>
                  <a:gd name="csX190" fmla="*/ 44974 w 1365215"/>
                  <a:gd name="csY190" fmla="*/ 2034820 h 2038810"/>
                  <a:gd name="csX191" fmla="*/ 1364007 w 1365215"/>
                  <a:gd name="csY191" fmla="*/ 577956 h 2038810"/>
                  <a:gd name="csX192" fmla="*/ 82615 w 1365215"/>
                  <a:gd name="csY192" fmla="*/ 2037432 h 2038810"/>
                  <a:gd name="csX193" fmla="*/ 1362041 w 1365215"/>
                  <a:gd name="csY193" fmla="*/ 624329 h 2038810"/>
                  <a:gd name="csX194" fmla="*/ 82615 w 1365215"/>
                  <a:gd name="csY194" fmla="*/ 2037432 h 2038810"/>
                  <a:gd name="csX195" fmla="*/ 1362041 w 1365215"/>
                  <a:gd name="csY195" fmla="*/ 624329 h 2038810"/>
                  <a:gd name="csX196" fmla="*/ 125320 w 1365215"/>
                  <a:gd name="csY196" fmla="*/ 2034529 h 2038810"/>
                  <a:gd name="csX197" fmla="*/ 1364989 w 1365215"/>
                  <a:gd name="csY197" fmla="*/ 665332 h 2038810"/>
                  <a:gd name="csX198" fmla="*/ 125320 w 1365215"/>
                  <a:gd name="csY198" fmla="*/ 2034529 h 2038810"/>
                  <a:gd name="csX199" fmla="*/ 1364989 w 1365215"/>
                  <a:gd name="csY199" fmla="*/ 665332 h 2038810"/>
                  <a:gd name="csX200" fmla="*/ 162962 w 1365215"/>
                  <a:gd name="csY200" fmla="*/ 2037142 h 2038810"/>
                  <a:gd name="csX201" fmla="*/ 1363024 w 1365215"/>
                  <a:gd name="csY201" fmla="*/ 711705 h 2038810"/>
                  <a:gd name="csX202" fmla="*/ 162962 w 1365215"/>
                  <a:gd name="csY202" fmla="*/ 2037142 h 2038810"/>
                  <a:gd name="csX203" fmla="*/ 1363024 w 1365215"/>
                  <a:gd name="csY203" fmla="*/ 711705 h 2038810"/>
                  <a:gd name="csX204" fmla="*/ 205667 w 1365215"/>
                  <a:gd name="csY204" fmla="*/ 2034312 h 2038810"/>
                  <a:gd name="csX205" fmla="*/ 1361059 w 1365215"/>
                  <a:gd name="csY205" fmla="*/ 758150 h 2038810"/>
                  <a:gd name="csX206" fmla="*/ 205667 w 1365215"/>
                  <a:gd name="csY206" fmla="*/ 2034312 h 2038810"/>
                  <a:gd name="csX207" fmla="*/ 1361059 w 1365215"/>
                  <a:gd name="csY207" fmla="*/ 758150 h 2038810"/>
                  <a:gd name="csX208" fmla="*/ 243308 w 1365215"/>
                  <a:gd name="csY208" fmla="*/ 2036924 h 2038810"/>
                  <a:gd name="csX209" fmla="*/ 1364007 w 1365215"/>
                  <a:gd name="csY209" fmla="*/ 799153 h 2038810"/>
                  <a:gd name="csX210" fmla="*/ 243308 w 1365215"/>
                  <a:gd name="csY210" fmla="*/ 2036924 h 2038810"/>
                  <a:gd name="csX211" fmla="*/ 1364007 w 1365215"/>
                  <a:gd name="csY211" fmla="*/ 799153 h 2038810"/>
                  <a:gd name="csX212" fmla="*/ 286014 w 1365215"/>
                  <a:gd name="csY212" fmla="*/ 2034094 h 2038810"/>
                  <a:gd name="csX213" fmla="*/ 1362041 w 1365215"/>
                  <a:gd name="csY213" fmla="*/ 845526 h 2038810"/>
                  <a:gd name="csX214" fmla="*/ 286014 w 1365215"/>
                  <a:gd name="csY214" fmla="*/ 2034094 h 2038810"/>
                  <a:gd name="csX215" fmla="*/ 1362041 w 1365215"/>
                  <a:gd name="csY215" fmla="*/ 845526 h 2038810"/>
                  <a:gd name="csX216" fmla="*/ 323655 w 1365215"/>
                  <a:gd name="csY216" fmla="*/ 2036707 h 2038810"/>
                  <a:gd name="csX217" fmla="*/ 1365065 w 1365215"/>
                  <a:gd name="csY217" fmla="*/ 886528 h 2038810"/>
                  <a:gd name="csX218" fmla="*/ 323655 w 1365215"/>
                  <a:gd name="csY218" fmla="*/ 2036707 h 2038810"/>
                  <a:gd name="csX219" fmla="*/ 1365065 w 1365215"/>
                  <a:gd name="csY219" fmla="*/ 886528 h 2038810"/>
                  <a:gd name="csX220" fmla="*/ 366361 w 1365215"/>
                  <a:gd name="csY220" fmla="*/ 2033804 h 2038810"/>
                  <a:gd name="csX221" fmla="*/ 1363024 w 1365215"/>
                  <a:gd name="csY221" fmla="*/ 932901 h 2038810"/>
                  <a:gd name="csX222" fmla="*/ 366361 w 1365215"/>
                  <a:gd name="csY222" fmla="*/ 2033804 h 2038810"/>
                  <a:gd name="csX223" fmla="*/ 1363024 w 1365215"/>
                  <a:gd name="csY223" fmla="*/ 932901 h 2038810"/>
                  <a:gd name="csX224" fmla="*/ 404002 w 1365215"/>
                  <a:gd name="csY224" fmla="*/ 2036416 h 2038810"/>
                  <a:gd name="csX225" fmla="*/ 1361059 w 1365215"/>
                  <a:gd name="csY225" fmla="*/ 979347 h 2038810"/>
                  <a:gd name="csX226" fmla="*/ 404002 w 1365215"/>
                  <a:gd name="csY226" fmla="*/ 2036416 h 2038810"/>
                  <a:gd name="csX227" fmla="*/ 1361059 w 1365215"/>
                  <a:gd name="csY227" fmla="*/ 979347 h 2038810"/>
                  <a:gd name="csX228" fmla="*/ 446708 w 1365215"/>
                  <a:gd name="csY228" fmla="*/ 2033586 h 2038810"/>
                  <a:gd name="csX229" fmla="*/ 1364082 w 1365215"/>
                  <a:gd name="csY229" fmla="*/ 1020349 h 2038810"/>
                  <a:gd name="csX230" fmla="*/ 446708 w 1365215"/>
                  <a:gd name="csY230" fmla="*/ 2033586 h 2038810"/>
                  <a:gd name="csX231" fmla="*/ 1364082 w 1365215"/>
                  <a:gd name="csY231" fmla="*/ 1020349 h 2038810"/>
                  <a:gd name="csX232" fmla="*/ 484349 w 1365215"/>
                  <a:gd name="csY232" fmla="*/ 2036199 h 2038810"/>
                  <a:gd name="csX233" fmla="*/ 1362117 w 1365215"/>
                  <a:gd name="csY233" fmla="*/ 1066722 h 2038810"/>
                  <a:gd name="csX234" fmla="*/ 484349 w 1365215"/>
                  <a:gd name="csY234" fmla="*/ 2036199 h 2038810"/>
                  <a:gd name="csX235" fmla="*/ 1362117 w 1365215"/>
                  <a:gd name="csY235" fmla="*/ 1066722 h 2038810"/>
                  <a:gd name="csX236" fmla="*/ 522066 w 1365215"/>
                  <a:gd name="csY236" fmla="*/ 2038811 h 2038810"/>
                  <a:gd name="csX237" fmla="*/ 1365065 w 1365215"/>
                  <a:gd name="csY237" fmla="*/ 1107725 h 2038810"/>
                  <a:gd name="csX238" fmla="*/ 522066 w 1365215"/>
                  <a:gd name="csY238" fmla="*/ 2038811 h 2038810"/>
                  <a:gd name="csX239" fmla="*/ 1365065 w 1365215"/>
                  <a:gd name="csY239" fmla="*/ 1107725 h 2038810"/>
                  <a:gd name="csX240" fmla="*/ 564696 w 1365215"/>
                  <a:gd name="csY240" fmla="*/ 2035908 h 2038810"/>
                  <a:gd name="csX241" fmla="*/ 1363100 w 1365215"/>
                  <a:gd name="csY241" fmla="*/ 1154097 h 2038810"/>
                  <a:gd name="csX242" fmla="*/ 564696 w 1365215"/>
                  <a:gd name="csY242" fmla="*/ 2035908 h 2038810"/>
                  <a:gd name="csX243" fmla="*/ 1363100 w 1365215"/>
                  <a:gd name="csY243" fmla="*/ 1154097 h 2038810"/>
                  <a:gd name="csX244" fmla="*/ 602413 w 1365215"/>
                  <a:gd name="csY244" fmla="*/ 2038521 h 2038810"/>
                  <a:gd name="csX245" fmla="*/ 1361135 w 1365215"/>
                  <a:gd name="csY245" fmla="*/ 1200543 h 2038810"/>
                  <a:gd name="csX246" fmla="*/ 602413 w 1365215"/>
                  <a:gd name="csY246" fmla="*/ 2038521 h 2038810"/>
                  <a:gd name="csX247" fmla="*/ 1361135 w 1365215"/>
                  <a:gd name="csY247" fmla="*/ 1200543 h 2038810"/>
                  <a:gd name="csX248" fmla="*/ 645042 w 1365215"/>
                  <a:gd name="csY248" fmla="*/ 2035691 h 2038810"/>
                  <a:gd name="csX249" fmla="*/ 1364082 w 1365215"/>
                  <a:gd name="csY249" fmla="*/ 1241473 h 2038810"/>
                  <a:gd name="csX250" fmla="*/ 645042 w 1365215"/>
                  <a:gd name="csY250" fmla="*/ 2035691 h 2038810"/>
                  <a:gd name="csX251" fmla="*/ 1364082 w 1365215"/>
                  <a:gd name="csY251" fmla="*/ 1241473 h 2038810"/>
                  <a:gd name="csX252" fmla="*/ 682759 w 1365215"/>
                  <a:gd name="csY252" fmla="*/ 2038303 h 2038810"/>
                  <a:gd name="csX253" fmla="*/ 1362117 w 1365215"/>
                  <a:gd name="csY253" fmla="*/ 1287918 h 2038810"/>
                  <a:gd name="csX254" fmla="*/ 682759 w 1365215"/>
                  <a:gd name="csY254" fmla="*/ 2038303 h 2038810"/>
                  <a:gd name="csX255" fmla="*/ 1362117 w 1365215"/>
                  <a:gd name="csY255" fmla="*/ 1287918 h 2038810"/>
                  <a:gd name="csX256" fmla="*/ 725389 w 1365215"/>
                  <a:gd name="csY256" fmla="*/ 2035400 h 2038810"/>
                  <a:gd name="csX257" fmla="*/ 1365141 w 1365215"/>
                  <a:gd name="csY257" fmla="*/ 1328921 h 2038810"/>
                  <a:gd name="csX258" fmla="*/ 725389 w 1365215"/>
                  <a:gd name="csY258" fmla="*/ 2035400 h 2038810"/>
                  <a:gd name="csX259" fmla="*/ 1365141 w 1365215"/>
                  <a:gd name="csY259" fmla="*/ 1328921 h 2038810"/>
                  <a:gd name="csX260" fmla="*/ 763106 w 1365215"/>
                  <a:gd name="csY260" fmla="*/ 2038013 h 2038810"/>
                  <a:gd name="csX261" fmla="*/ 1363100 w 1365215"/>
                  <a:gd name="csY261" fmla="*/ 1375294 h 2038810"/>
                  <a:gd name="csX262" fmla="*/ 763106 w 1365215"/>
                  <a:gd name="csY262" fmla="*/ 2038013 h 2038810"/>
                  <a:gd name="csX263" fmla="*/ 1363100 w 1365215"/>
                  <a:gd name="csY263" fmla="*/ 1375294 h 2038810"/>
                  <a:gd name="csX264" fmla="*/ 805736 w 1365215"/>
                  <a:gd name="csY264" fmla="*/ 2035183 h 2038810"/>
                  <a:gd name="csX265" fmla="*/ 1361135 w 1365215"/>
                  <a:gd name="csY265" fmla="*/ 1421739 h 2038810"/>
                  <a:gd name="csX266" fmla="*/ 805736 w 1365215"/>
                  <a:gd name="csY266" fmla="*/ 2035183 h 2038810"/>
                  <a:gd name="csX267" fmla="*/ 1361135 w 1365215"/>
                  <a:gd name="csY267" fmla="*/ 1421739 h 2038810"/>
                  <a:gd name="csX268" fmla="*/ 843453 w 1365215"/>
                  <a:gd name="csY268" fmla="*/ 2037795 h 2038810"/>
                  <a:gd name="csX269" fmla="*/ 1364158 w 1365215"/>
                  <a:gd name="csY269" fmla="*/ 1462670 h 2038810"/>
                  <a:gd name="csX270" fmla="*/ 843453 w 1365215"/>
                  <a:gd name="csY270" fmla="*/ 2037795 h 2038810"/>
                  <a:gd name="csX271" fmla="*/ 1364158 w 1365215"/>
                  <a:gd name="csY271" fmla="*/ 1462670 h 2038810"/>
                  <a:gd name="csX272" fmla="*/ 886083 w 1365215"/>
                  <a:gd name="csY272" fmla="*/ 2034893 h 2038810"/>
                  <a:gd name="csX273" fmla="*/ 1362193 w 1365215"/>
                  <a:gd name="csY273" fmla="*/ 1509115 h 2038810"/>
                  <a:gd name="csX274" fmla="*/ 886083 w 1365215"/>
                  <a:gd name="csY274" fmla="*/ 2034893 h 2038810"/>
                  <a:gd name="csX275" fmla="*/ 1362193 w 1365215"/>
                  <a:gd name="csY275" fmla="*/ 1509115 h 2038810"/>
                  <a:gd name="csX276" fmla="*/ 923800 w 1365215"/>
                  <a:gd name="csY276" fmla="*/ 2037505 h 2038810"/>
                  <a:gd name="csX277" fmla="*/ 1365141 w 1365215"/>
                  <a:gd name="csY277" fmla="*/ 1550118 h 2038810"/>
                  <a:gd name="csX278" fmla="*/ 923800 w 1365215"/>
                  <a:gd name="csY278" fmla="*/ 2037505 h 2038810"/>
                  <a:gd name="csX279" fmla="*/ 1365141 w 1365215"/>
                  <a:gd name="csY279" fmla="*/ 1550118 h 2038810"/>
                  <a:gd name="csX280" fmla="*/ 966430 w 1365215"/>
                  <a:gd name="csY280" fmla="*/ 2034675 h 2038810"/>
                  <a:gd name="csX281" fmla="*/ 1363175 w 1365215"/>
                  <a:gd name="csY281" fmla="*/ 1596491 h 2038810"/>
                  <a:gd name="csX282" fmla="*/ 966430 w 1365215"/>
                  <a:gd name="csY282" fmla="*/ 2034675 h 2038810"/>
                  <a:gd name="csX283" fmla="*/ 1363175 w 1365215"/>
                  <a:gd name="csY283" fmla="*/ 1596491 h 2038810"/>
                  <a:gd name="csX284" fmla="*/ 1004147 w 1365215"/>
                  <a:gd name="csY284" fmla="*/ 2037287 h 2038810"/>
                  <a:gd name="csX285" fmla="*/ 1361210 w 1365215"/>
                  <a:gd name="csY285" fmla="*/ 1642936 h 2038810"/>
                  <a:gd name="csX286" fmla="*/ 1004147 w 1365215"/>
                  <a:gd name="csY286" fmla="*/ 2037287 h 2038810"/>
                  <a:gd name="csX287" fmla="*/ 1361210 w 1365215"/>
                  <a:gd name="csY287" fmla="*/ 1642936 h 2038810"/>
                  <a:gd name="csX288" fmla="*/ 1046777 w 1365215"/>
                  <a:gd name="csY288" fmla="*/ 2034457 h 2038810"/>
                  <a:gd name="csX289" fmla="*/ 1364158 w 1365215"/>
                  <a:gd name="csY289" fmla="*/ 1683866 h 2038810"/>
                  <a:gd name="csX290" fmla="*/ 1046777 w 1365215"/>
                  <a:gd name="csY290" fmla="*/ 2034457 h 2038810"/>
                  <a:gd name="csX291" fmla="*/ 1364158 w 1365215"/>
                  <a:gd name="csY291" fmla="*/ 1683866 h 2038810"/>
                  <a:gd name="csX292" fmla="*/ 1084494 w 1365215"/>
                  <a:gd name="csY292" fmla="*/ 2037070 h 2038810"/>
                  <a:gd name="csX293" fmla="*/ 1362193 w 1365215"/>
                  <a:gd name="csY293" fmla="*/ 1730312 h 2038810"/>
                  <a:gd name="csX294" fmla="*/ 1084494 w 1365215"/>
                  <a:gd name="csY294" fmla="*/ 2037070 h 2038810"/>
                  <a:gd name="csX295" fmla="*/ 1362193 w 1365215"/>
                  <a:gd name="csY295" fmla="*/ 1730312 h 2038810"/>
                  <a:gd name="csX296" fmla="*/ 1127123 w 1365215"/>
                  <a:gd name="csY296" fmla="*/ 2034167 h 2038810"/>
                  <a:gd name="csX297" fmla="*/ 1365141 w 1365215"/>
                  <a:gd name="csY297" fmla="*/ 1771242 h 2038810"/>
                  <a:gd name="csX298" fmla="*/ 1127123 w 1365215"/>
                  <a:gd name="csY298" fmla="*/ 2034167 h 2038810"/>
                  <a:gd name="csX299" fmla="*/ 1365141 w 1365215"/>
                  <a:gd name="csY299" fmla="*/ 1771242 h 2038810"/>
                  <a:gd name="csX300" fmla="*/ 1164840 w 1365215"/>
                  <a:gd name="csY300" fmla="*/ 2036779 h 2038810"/>
                  <a:gd name="csX301" fmla="*/ 1363175 w 1365215"/>
                  <a:gd name="csY301" fmla="*/ 1817687 h 2038810"/>
                  <a:gd name="csX302" fmla="*/ 1164840 w 1365215"/>
                  <a:gd name="csY302" fmla="*/ 2036779 h 2038810"/>
                  <a:gd name="csX303" fmla="*/ 1363175 w 1365215"/>
                  <a:gd name="csY303" fmla="*/ 1817687 h 2038810"/>
                  <a:gd name="csX304" fmla="*/ 1207470 w 1365215"/>
                  <a:gd name="csY304" fmla="*/ 2033949 h 2038810"/>
                  <a:gd name="csX305" fmla="*/ 1361210 w 1365215"/>
                  <a:gd name="csY305" fmla="*/ 1864133 h 2038810"/>
                  <a:gd name="csX306" fmla="*/ 1207470 w 1365215"/>
                  <a:gd name="csY306" fmla="*/ 2033949 h 2038810"/>
                  <a:gd name="csX307" fmla="*/ 1361210 w 1365215"/>
                  <a:gd name="csY307" fmla="*/ 1864133 h 2038810"/>
                  <a:gd name="csX308" fmla="*/ 1245187 w 1365215"/>
                  <a:gd name="csY308" fmla="*/ 2036562 h 2038810"/>
                  <a:gd name="csX309" fmla="*/ 1364234 w 1365215"/>
                  <a:gd name="csY309" fmla="*/ 1905063 h 2038810"/>
                  <a:gd name="csX310" fmla="*/ 1245187 w 1365215"/>
                  <a:gd name="csY310" fmla="*/ 2036562 h 2038810"/>
                  <a:gd name="csX311" fmla="*/ 1364234 w 1365215"/>
                  <a:gd name="csY311" fmla="*/ 1905063 h 2038810"/>
                  <a:gd name="csX312" fmla="*/ 1287817 w 1365215"/>
                  <a:gd name="csY312" fmla="*/ 2033658 h 2038810"/>
                  <a:gd name="csX313" fmla="*/ 1362193 w 1365215"/>
                  <a:gd name="csY313" fmla="*/ 1951508 h 2038810"/>
                  <a:gd name="csX314" fmla="*/ 1287817 w 1365215"/>
                  <a:gd name="csY314" fmla="*/ 2033658 h 2038810"/>
                  <a:gd name="csX315" fmla="*/ 1362193 w 1365215"/>
                  <a:gd name="csY315" fmla="*/ 1951508 h 2038810"/>
                  <a:gd name="csX316" fmla="*/ 1325534 w 1365215"/>
                  <a:gd name="csY316" fmla="*/ 2036271 h 2038810"/>
                  <a:gd name="csX317" fmla="*/ 1365216 w 1365215"/>
                  <a:gd name="csY317" fmla="*/ 1992438 h 2038810"/>
                  <a:gd name="csX318" fmla="*/ 1325534 w 1365215"/>
                  <a:gd name="csY318" fmla="*/ 2036271 h 2038810"/>
                  <a:gd name="csX319" fmla="*/ 1365216 w 1365215"/>
                  <a:gd name="csY319" fmla="*/ 1992438 h 2038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</a:cxnLst>
                <a:rect l="l" t="t" r="r" b="b"/>
                <a:pathLst>
                  <a:path w="1365215" h="2038810">
                    <a:moveTo>
                      <a:pt x="3931" y="509"/>
                    </a:moveTo>
                    <a:cubicBezTo>
                      <a:pt x="3931" y="509"/>
                      <a:pt x="3931" y="509"/>
                      <a:pt x="3931" y="509"/>
                    </a:cubicBezTo>
                    <a:moveTo>
                      <a:pt x="3931" y="509"/>
                    </a:moveTo>
                    <a:cubicBezTo>
                      <a:pt x="3931" y="509"/>
                      <a:pt x="3931" y="509"/>
                      <a:pt x="3931" y="509"/>
                    </a:cubicBezTo>
                    <a:moveTo>
                      <a:pt x="1966" y="46954"/>
                    </a:moveTo>
                    <a:cubicBezTo>
                      <a:pt x="16251" y="27215"/>
                      <a:pt x="31293" y="12991"/>
                      <a:pt x="41648" y="3121"/>
                    </a:cubicBezTo>
                    <a:moveTo>
                      <a:pt x="1966" y="46954"/>
                    </a:moveTo>
                    <a:cubicBezTo>
                      <a:pt x="16100" y="34181"/>
                      <a:pt x="23659" y="20611"/>
                      <a:pt x="41648" y="3121"/>
                    </a:cubicBezTo>
                    <a:moveTo>
                      <a:pt x="1" y="93399"/>
                    </a:moveTo>
                    <a:cubicBezTo>
                      <a:pt x="15193" y="80990"/>
                      <a:pt x="50794" y="44341"/>
                      <a:pt x="84278" y="291"/>
                    </a:cubicBezTo>
                    <a:moveTo>
                      <a:pt x="1" y="93399"/>
                    </a:moveTo>
                    <a:cubicBezTo>
                      <a:pt x="28950" y="58856"/>
                      <a:pt x="48828" y="30045"/>
                      <a:pt x="84278" y="291"/>
                    </a:cubicBezTo>
                    <a:moveTo>
                      <a:pt x="2948" y="134330"/>
                    </a:moveTo>
                    <a:cubicBezTo>
                      <a:pt x="52608" y="95867"/>
                      <a:pt x="87301" y="54211"/>
                      <a:pt x="121995" y="2903"/>
                    </a:cubicBezTo>
                    <a:moveTo>
                      <a:pt x="2948" y="134330"/>
                    </a:moveTo>
                    <a:cubicBezTo>
                      <a:pt x="51171" y="76998"/>
                      <a:pt x="87452" y="34544"/>
                      <a:pt x="121995" y="2903"/>
                    </a:cubicBezTo>
                    <a:moveTo>
                      <a:pt x="983" y="180775"/>
                    </a:moveTo>
                    <a:cubicBezTo>
                      <a:pt x="30537" y="145578"/>
                      <a:pt x="65457" y="104575"/>
                      <a:pt x="164624" y="1"/>
                    </a:cubicBezTo>
                    <a:moveTo>
                      <a:pt x="983" y="180775"/>
                    </a:moveTo>
                    <a:cubicBezTo>
                      <a:pt x="66591" y="106535"/>
                      <a:pt x="134164" y="41874"/>
                      <a:pt x="164624" y="1"/>
                    </a:cubicBezTo>
                    <a:moveTo>
                      <a:pt x="4006" y="221705"/>
                    </a:moveTo>
                    <a:cubicBezTo>
                      <a:pt x="54422" y="169889"/>
                      <a:pt x="106348" y="99495"/>
                      <a:pt x="202341" y="2613"/>
                    </a:cubicBezTo>
                    <a:moveTo>
                      <a:pt x="4006" y="221705"/>
                    </a:moveTo>
                    <a:cubicBezTo>
                      <a:pt x="41345" y="168873"/>
                      <a:pt x="92138" y="133967"/>
                      <a:pt x="202341" y="2613"/>
                    </a:cubicBezTo>
                    <a:moveTo>
                      <a:pt x="1966" y="268150"/>
                    </a:moveTo>
                    <a:cubicBezTo>
                      <a:pt x="42555" y="210674"/>
                      <a:pt x="121843" y="153561"/>
                      <a:pt x="239983" y="5226"/>
                    </a:cubicBezTo>
                    <a:moveTo>
                      <a:pt x="1966" y="268150"/>
                    </a:moveTo>
                    <a:cubicBezTo>
                      <a:pt x="48980" y="208207"/>
                      <a:pt x="107785" y="148916"/>
                      <a:pt x="239983" y="5226"/>
                    </a:cubicBezTo>
                    <a:moveTo>
                      <a:pt x="1" y="314596"/>
                    </a:moveTo>
                    <a:cubicBezTo>
                      <a:pt x="76114" y="233099"/>
                      <a:pt x="154496" y="131935"/>
                      <a:pt x="282688" y="2395"/>
                    </a:cubicBezTo>
                    <a:moveTo>
                      <a:pt x="1" y="314596"/>
                    </a:moveTo>
                    <a:cubicBezTo>
                      <a:pt x="65911" y="237743"/>
                      <a:pt x="136734" y="162124"/>
                      <a:pt x="282688" y="2395"/>
                    </a:cubicBezTo>
                    <a:moveTo>
                      <a:pt x="3024" y="355526"/>
                    </a:moveTo>
                    <a:cubicBezTo>
                      <a:pt x="127663" y="228382"/>
                      <a:pt x="219953" y="106752"/>
                      <a:pt x="320329" y="5008"/>
                    </a:cubicBezTo>
                    <a:moveTo>
                      <a:pt x="3024" y="355526"/>
                    </a:moveTo>
                    <a:cubicBezTo>
                      <a:pt x="95086" y="258136"/>
                      <a:pt x="171427" y="174824"/>
                      <a:pt x="320329" y="5008"/>
                    </a:cubicBezTo>
                    <a:moveTo>
                      <a:pt x="1059" y="401971"/>
                    </a:moveTo>
                    <a:cubicBezTo>
                      <a:pt x="130989" y="277947"/>
                      <a:pt x="242401" y="128524"/>
                      <a:pt x="363035" y="2105"/>
                    </a:cubicBezTo>
                    <a:moveTo>
                      <a:pt x="1059" y="401971"/>
                    </a:moveTo>
                    <a:cubicBezTo>
                      <a:pt x="134693" y="241444"/>
                      <a:pt x="286090" y="89263"/>
                      <a:pt x="363035" y="2105"/>
                    </a:cubicBezTo>
                    <a:moveTo>
                      <a:pt x="4006" y="442902"/>
                    </a:moveTo>
                    <a:cubicBezTo>
                      <a:pt x="141042" y="283608"/>
                      <a:pt x="296218" y="106752"/>
                      <a:pt x="400676" y="4718"/>
                    </a:cubicBezTo>
                    <a:moveTo>
                      <a:pt x="4006" y="442902"/>
                    </a:moveTo>
                    <a:cubicBezTo>
                      <a:pt x="135978" y="301606"/>
                      <a:pt x="257216" y="148263"/>
                      <a:pt x="400676" y="4718"/>
                    </a:cubicBezTo>
                    <a:moveTo>
                      <a:pt x="2041" y="489347"/>
                    </a:moveTo>
                    <a:cubicBezTo>
                      <a:pt x="173014" y="314451"/>
                      <a:pt x="327812" y="137160"/>
                      <a:pt x="443382" y="1887"/>
                    </a:cubicBezTo>
                    <a:moveTo>
                      <a:pt x="2041" y="489347"/>
                    </a:moveTo>
                    <a:cubicBezTo>
                      <a:pt x="92970" y="387094"/>
                      <a:pt x="171276" y="288978"/>
                      <a:pt x="443382" y="1887"/>
                    </a:cubicBezTo>
                    <a:moveTo>
                      <a:pt x="76" y="535720"/>
                    </a:moveTo>
                    <a:cubicBezTo>
                      <a:pt x="175207" y="322143"/>
                      <a:pt x="377094" y="142094"/>
                      <a:pt x="481099" y="4500"/>
                    </a:cubicBezTo>
                    <a:moveTo>
                      <a:pt x="76" y="535720"/>
                    </a:moveTo>
                    <a:cubicBezTo>
                      <a:pt x="185562" y="341302"/>
                      <a:pt x="349732" y="140788"/>
                      <a:pt x="481099" y="4500"/>
                    </a:cubicBezTo>
                    <a:moveTo>
                      <a:pt x="3024" y="576723"/>
                    </a:moveTo>
                    <a:cubicBezTo>
                      <a:pt x="197202" y="364452"/>
                      <a:pt x="383972" y="156101"/>
                      <a:pt x="523729" y="1597"/>
                    </a:cubicBezTo>
                    <a:moveTo>
                      <a:pt x="3024" y="576723"/>
                    </a:moveTo>
                    <a:cubicBezTo>
                      <a:pt x="135449" y="417574"/>
                      <a:pt x="268478" y="268804"/>
                      <a:pt x="523729" y="1597"/>
                    </a:cubicBezTo>
                    <a:moveTo>
                      <a:pt x="1059" y="623168"/>
                    </a:moveTo>
                    <a:cubicBezTo>
                      <a:pt x="199620" y="413002"/>
                      <a:pt x="413072" y="196160"/>
                      <a:pt x="561445" y="4210"/>
                    </a:cubicBezTo>
                    <a:moveTo>
                      <a:pt x="1059" y="623168"/>
                    </a:moveTo>
                    <a:cubicBezTo>
                      <a:pt x="145350" y="471785"/>
                      <a:pt x="271653" y="328602"/>
                      <a:pt x="561445" y="4210"/>
                    </a:cubicBezTo>
                    <a:moveTo>
                      <a:pt x="4082" y="664098"/>
                    </a:moveTo>
                    <a:cubicBezTo>
                      <a:pt x="165532" y="474325"/>
                      <a:pt x="331365" y="286511"/>
                      <a:pt x="604076" y="1379"/>
                    </a:cubicBezTo>
                    <a:moveTo>
                      <a:pt x="4082" y="664098"/>
                    </a:moveTo>
                    <a:cubicBezTo>
                      <a:pt x="120936" y="526721"/>
                      <a:pt x="245274" y="394860"/>
                      <a:pt x="604076" y="1379"/>
                    </a:cubicBezTo>
                    <a:moveTo>
                      <a:pt x="2041" y="710544"/>
                    </a:moveTo>
                    <a:cubicBezTo>
                      <a:pt x="145275" y="539421"/>
                      <a:pt x="277700" y="385498"/>
                      <a:pt x="641792" y="3992"/>
                    </a:cubicBezTo>
                    <a:moveTo>
                      <a:pt x="2041" y="710544"/>
                    </a:moveTo>
                    <a:cubicBezTo>
                      <a:pt x="266664" y="440507"/>
                      <a:pt x="517002" y="157625"/>
                      <a:pt x="641792" y="3992"/>
                    </a:cubicBezTo>
                    <a:moveTo>
                      <a:pt x="76" y="756916"/>
                    </a:moveTo>
                    <a:cubicBezTo>
                      <a:pt x="223430" y="515255"/>
                      <a:pt x="424561" y="289486"/>
                      <a:pt x="684422" y="1089"/>
                    </a:cubicBezTo>
                    <a:moveTo>
                      <a:pt x="76" y="756916"/>
                    </a:moveTo>
                    <a:cubicBezTo>
                      <a:pt x="198864" y="533107"/>
                      <a:pt x="401735" y="313653"/>
                      <a:pt x="684422" y="1089"/>
                    </a:cubicBezTo>
                    <a:moveTo>
                      <a:pt x="3099" y="797919"/>
                    </a:moveTo>
                    <a:cubicBezTo>
                      <a:pt x="278531" y="496822"/>
                      <a:pt x="559480" y="197249"/>
                      <a:pt x="722139" y="3702"/>
                    </a:cubicBezTo>
                    <a:moveTo>
                      <a:pt x="3099" y="797919"/>
                    </a:moveTo>
                    <a:cubicBezTo>
                      <a:pt x="273845" y="483178"/>
                      <a:pt x="560009" y="177582"/>
                      <a:pt x="722139" y="3702"/>
                    </a:cubicBezTo>
                    <a:moveTo>
                      <a:pt x="1134" y="844364"/>
                    </a:moveTo>
                    <a:cubicBezTo>
                      <a:pt x="183294" y="633255"/>
                      <a:pt x="387902" y="425485"/>
                      <a:pt x="764769" y="871"/>
                    </a:cubicBezTo>
                    <a:moveTo>
                      <a:pt x="1134" y="844364"/>
                    </a:moveTo>
                    <a:cubicBezTo>
                      <a:pt x="181858" y="635505"/>
                      <a:pt x="364622" y="438402"/>
                      <a:pt x="764769" y="871"/>
                    </a:cubicBezTo>
                    <a:moveTo>
                      <a:pt x="4082" y="885294"/>
                    </a:moveTo>
                    <a:cubicBezTo>
                      <a:pt x="286619" y="560031"/>
                      <a:pt x="582534" y="223156"/>
                      <a:pt x="802486" y="3484"/>
                    </a:cubicBezTo>
                    <a:moveTo>
                      <a:pt x="4082" y="885294"/>
                    </a:moveTo>
                    <a:cubicBezTo>
                      <a:pt x="251774" y="606549"/>
                      <a:pt x="506269" y="319894"/>
                      <a:pt x="802486" y="3484"/>
                    </a:cubicBezTo>
                    <a:moveTo>
                      <a:pt x="2117" y="931740"/>
                    </a:moveTo>
                    <a:cubicBezTo>
                      <a:pt x="261222" y="655027"/>
                      <a:pt x="527508" y="365976"/>
                      <a:pt x="845116" y="654"/>
                    </a:cubicBezTo>
                    <a:moveTo>
                      <a:pt x="2117" y="931740"/>
                    </a:moveTo>
                    <a:cubicBezTo>
                      <a:pt x="344063" y="573892"/>
                      <a:pt x="680567" y="203998"/>
                      <a:pt x="845116" y="654"/>
                    </a:cubicBezTo>
                    <a:moveTo>
                      <a:pt x="152" y="978113"/>
                    </a:moveTo>
                    <a:cubicBezTo>
                      <a:pt x="187376" y="778760"/>
                      <a:pt x="374146" y="545444"/>
                      <a:pt x="882833" y="3266"/>
                    </a:cubicBezTo>
                    <a:moveTo>
                      <a:pt x="152" y="978113"/>
                    </a:moveTo>
                    <a:cubicBezTo>
                      <a:pt x="195463" y="766641"/>
                      <a:pt x="406648" y="535647"/>
                      <a:pt x="882833" y="3266"/>
                    </a:cubicBezTo>
                    <a:moveTo>
                      <a:pt x="3099" y="1019115"/>
                    </a:moveTo>
                    <a:cubicBezTo>
                      <a:pt x="289264" y="739572"/>
                      <a:pt x="543759" y="428097"/>
                      <a:pt x="925463" y="363"/>
                    </a:cubicBezTo>
                    <a:moveTo>
                      <a:pt x="3099" y="1019115"/>
                    </a:moveTo>
                    <a:cubicBezTo>
                      <a:pt x="329853" y="653866"/>
                      <a:pt x="653659" y="299501"/>
                      <a:pt x="925463" y="363"/>
                    </a:cubicBezTo>
                    <a:moveTo>
                      <a:pt x="1134" y="1065489"/>
                    </a:moveTo>
                    <a:cubicBezTo>
                      <a:pt x="235750" y="791823"/>
                      <a:pt x="487523" y="514456"/>
                      <a:pt x="963180" y="2976"/>
                    </a:cubicBezTo>
                    <a:moveTo>
                      <a:pt x="1134" y="1065489"/>
                    </a:moveTo>
                    <a:cubicBezTo>
                      <a:pt x="314887" y="729122"/>
                      <a:pt x="620175" y="402624"/>
                      <a:pt x="963180" y="2976"/>
                    </a:cubicBezTo>
                    <a:moveTo>
                      <a:pt x="4082" y="1106491"/>
                    </a:moveTo>
                    <a:cubicBezTo>
                      <a:pt x="222825" y="855468"/>
                      <a:pt x="427509" y="615911"/>
                      <a:pt x="1005810" y="146"/>
                    </a:cubicBezTo>
                    <a:moveTo>
                      <a:pt x="4082" y="1106491"/>
                    </a:moveTo>
                    <a:cubicBezTo>
                      <a:pt x="332952" y="729267"/>
                      <a:pt x="671270" y="359953"/>
                      <a:pt x="1005810" y="146"/>
                    </a:cubicBezTo>
                    <a:moveTo>
                      <a:pt x="2117" y="1152937"/>
                    </a:moveTo>
                    <a:cubicBezTo>
                      <a:pt x="360616" y="758440"/>
                      <a:pt x="736047" y="365686"/>
                      <a:pt x="1043526" y="2758"/>
                    </a:cubicBezTo>
                    <a:moveTo>
                      <a:pt x="2117" y="1152937"/>
                    </a:moveTo>
                    <a:cubicBezTo>
                      <a:pt x="331138" y="800387"/>
                      <a:pt x="640583" y="447328"/>
                      <a:pt x="1043526" y="2758"/>
                    </a:cubicBezTo>
                    <a:moveTo>
                      <a:pt x="152" y="1199310"/>
                    </a:moveTo>
                    <a:cubicBezTo>
                      <a:pt x="354645" y="817731"/>
                      <a:pt x="717604" y="422219"/>
                      <a:pt x="1081168" y="5371"/>
                    </a:cubicBezTo>
                    <a:moveTo>
                      <a:pt x="152" y="1199310"/>
                    </a:moveTo>
                    <a:cubicBezTo>
                      <a:pt x="234389" y="936240"/>
                      <a:pt x="485407" y="673097"/>
                      <a:pt x="1081168" y="5371"/>
                    </a:cubicBezTo>
                    <a:moveTo>
                      <a:pt x="3175" y="1240312"/>
                    </a:moveTo>
                    <a:cubicBezTo>
                      <a:pt x="278229" y="931667"/>
                      <a:pt x="561748" y="613806"/>
                      <a:pt x="1123873" y="2468"/>
                    </a:cubicBezTo>
                    <a:moveTo>
                      <a:pt x="3175" y="1240312"/>
                    </a:moveTo>
                    <a:cubicBezTo>
                      <a:pt x="272938" y="930724"/>
                      <a:pt x="566056" y="608581"/>
                      <a:pt x="1123873" y="2468"/>
                    </a:cubicBezTo>
                    <a:moveTo>
                      <a:pt x="1134" y="1286685"/>
                    </a:moveTo>
                    <a:cubicBezTo>
                      <a:pt x="316323" y="950681"/>
                      <a:pt x="618588" y="621862"/>
                      <a:pt x="1161515" y="5080"/>
                    </a:cubicBezTo>
                    <a:moveTo>
                      <a:pt x="1134" y="1286685"/>
                    </a:moveTo>
                    <a:cubicBezTo>
                      <a:pt x="394705" y="854524"/>
                      <a:pt x="765978" y="442611"/>
                      <a:pt x="1161515" y="5080"/>
                    </a:cubicBezTo>
                    <a:moveTo>
                      <a:pt x="4158" y="1327688"/>
                    </a:moveTo>
                    <a:cubicBezTo>
                      <a:pt x="299619" y="1020494"/>
                      <a:pt x="575126" y="701254"/>
                      <a:pt x="1204220" y="2250"/>
                    </a:cubicBezTo>
                    <a:moveTo>
                      <a:pt x="4158" y="1327688"/>
                    </a:moveTo>
                    <a:cubicBezTo>
                      <a:pt x="457365" y="822303"/>
                      <a:pt x="914805" y="316338"/>
                      <a:pt x="1204220" y="2250"/>
                    </a:cubicBezTo>
                    <a:moveTo>
                      <a:pt x="2192" y="1374133"/>
                    </a:moveTo>
                    <a:cubicBezTo>
                      <a:pt x="326150" y="1015342"/>
                      <a:pt x="655549" y="652922"/>
                      <a:pt x="1241861" y="4863"/>
                    </a:cubicBezTo>
                    <a:moveTo>
                      <a:pt x="2192" y="1374133"/>
                    </a:moveTo>
                    <a:cubicBezTo>
                      <a:pt x="507402" y="837035"/>
                      <a:pt x="993414" y="284043"/>
                      <a:pt x="1241861" y="4863"/>
                    </a:cubicBezTo>
                    <a:moveTo>
                      <a:pt x="227" y="1420506"/>
                    </a:moveTo>
                    <a:cubicBezTo>
                      <a:pt x="371954" y="1022527"/>
                      <a:pt x="748670" y="609089"/>
                      <a:pt x="1284567" y="1960"/>
                    </a:cubicBezTo>
                    <a:moveTo>
                      <a:pt x="227" y="1420506"/>
                    </a:moveTo>
                    <a:cubicBezTo>
                      <a:pt x="295160" y="1092993"/>
                      <a:pt x="594098" y="768890"/>
                      <a:pt x="1284567" y="1960"/>
                    </a:cubicBezTo>
                    <a:moveTo>
                      <a:pt x="3175" y="1461509"/>
                    </a:moveTo>
                    <a:cubicBezTo>
                      <a:pt x="522519" y="873973"/>
                      <a:pt x="1061289" y="305162"/>
                      <a:pt x="1322208" y="4573"/>
                    </a:cubicBezTo>
                    <a:moveTo>
                      <a:pt x="3175" y="1461509"/>
                    </a:moveTo>
                    <a:cubicBezTo>
                      <a:pt x="297427" y="1123690"/>
                      <a:pt x="607779" y="781083"/>
                      <a:pt x="1322208" y="4573"/>
                    </a:cubicBezTo>
                    <a:moveTo>
                      <a:pt x="1210" y="1507881"/>
                    </a:moveTo>
                    <a:cubicBezTo>
                      <a:pt x="401357" y="1072165"/>
                      <a:pt x="794096" y="639351"/>
                      <a:pt x="1364914" y="1742"/>
                    </a:cubicBezTo>
                    <a:moveTo>
                      <a:pt x="1210" y="1507881"/>
                    </a:moveTo>
                    <a:cubicBezTo>
                      <a:pt x="410427" y="1073181"/>
                      <a:pt x="811481" y="623168"/>
                      <a:pt x="1364914" y="1742"/>
                    </a:cubicBezTo>
                    <a:moveTo>
                      <a:pt x="4158" y="1548884"/>
                    </a:moveTo>
                    <a:cubicBezTo>
                      <a:pt x="464924" y="1043282"/>
                      <a:pt x="914352" y="537824"/>
                      <a:pt x="1362873" y="48188"/>
                    </a:cubicBezTo>
                    <a:moveTo>
                      <a:pt x="4158" y="1548884"/>
                    </a:moveTo>
                    <a:cubicBezTo>
                      <a:pt x="364925" y="1149090"/>
                      <a:pt x="727884" y="752417"/>
                      <a:pt x="1362873" y="48188"/>
                    </a:cubicBezTo>
                    <a:moveTo>
                      <a:pt x="2192" y="1595257"/>
                    </a:moveTo>
                    <a:cubicBezTo>
                      <a:pt x="324789" y="1224854"/>
                      <a:pt x="669834" y="863668"/>
                      <a:pt x="1360908" y="94561"/>
                    </a:cubicBezTo>
                    <a:moveTo>
                      <a:pt x="2192" y="1595257"/>
                    </a:moveTo>
                    <a:cubicBezTo>
                      <a:pt x="529851" y="1007867"/>
                      <a:pt x="1071871" y="410753"/>
                      <a:pt x="1360908" y="94561"/>
                    </a:cubicBezTo>
                    <a:moveTo>
                      <a:pt x="227" y="1641702"/>
                    </a:moveTo>
                    <a:cubicBezTo>
                      <a:pt x="481855" y="1117086"/>
                      <a:pt x="954487" y="597333"/>
                      <a:pt x="1363931" y="135563"/>
                    </a:cubicBezTo>
                    <a:moveTo>
                      <a:pt x="227" y="1641702"/>
                    </a:moveTo>
                    <a:cubicBezTo>
                      <a:pt x="513071" y="1089437"/>
                      <a:pt x="1017147" y="537462"/>
                      <a:pt x="1363931" y="135563"/>
                    </a:cubicBezTo>
                    <a:moveTo>
                      <a:pt x="3251" y="1682705"/>
                    </a:moveTo>
                    <a:cubicBezTo>
                      <a:pt x="351093" y="1304828"/>
                      <a:pt x="703394" y="930579"/>
                      <a:pt x="1361966" y="181936"/>
                    </a:cubicBezTo>
                    <a:moveTo>
                      <a:pt x="3251" y="1682705"/>
                    </a:moveTo>
                    <a:cubicBezTo>
                      <a:pt x="429021" y="1201777"/>
                      <a:pt x="848139" y="719833"/>
                      <a:pt x="1361966" y="181936"/>
                    </a:cubicBezTo>
                    <a:moveTo>
                      <a:pt x="1210" y="1729078"/>
                    </a:moveTo>
                    <a:cubicBezTo>
                      <a:pt x="449126" y="1224419"/>
                      <a:pt x="904526" y="719978"/>
                      <a:pt x="1364914" y="222939"/>
                    </a:cubicBezTo>
                    <a:moveTo>
                      <a:pt x="1210" y="1729078"/>
                    </a:moveTo>
                    <a:cubicBezTo>
                      <a:pt x="356308" y="1322825"/>
                      <a:pt x="710953" y="929200"/>
                      <a:pt x="1364914" y="222939"/>
                    </a:cubicBezTo>
                    <a:moveTo>
                      <a:pt x="4233" y="1770080"/>
                    </a:moveTo>
                    <a:cubicBezTo>
                      <a:pt x="477773" y="1235087"/>
                      <a:pt x="943301" y="719180"/>
                      <a:pt x="1362948" y="269384"/>
                    </a:cubicBezTo>
                    <a:moveTo>
                      <a:pt x="4233" y="1770080"/>
                    </a:moveTo>
                    <a:cubicBezTo>
                      <a:pt x="498861" y="1227249"/>
                      <a:pt x="980715" y="682241"/>
                      <a:pt x="1362948" y="269384"/>
                    </a:cubicBezTo>
                    <a:moveTo>
                      <a:pt x="2268" y="1816453"/>
                    </a:moveTo>
                    <a:cubicBezTo>
                      <a:pt x="511030" y="1255915"/>
                      <a:pt x="1017147" y="681805"/>
                      <a:pt x="1360983" y="315757"/>
                    </a:cubicBezTo>
                    <a:moveTo>
                      <a:pt x="2268" y="1816453"/>
                    </a:moveTo>
                    <a:cubicBezTo>
                      <a:pt x="416096" y="1362232"/>
                      <a:pt x="824330" y="914541"/>
                      <a:pt x="1360983" y="315757"/>
                    </a:cubicBezTo>
                    <a:moveTo>
                      <a:pt x="303" y="1862899"/>
                    </a:moveTo>
                    <a:cubicBezTo>
                      <a:pt x="340889" y="1489956"/>
                      <a:pt x="672933" y="1126956"/>
                      <a:pt x="1363931" y="356760"/>
                    </a:cubicBezTo>
                    <a:moveTo>
                      <a:pt x="303" y="1862899"/>
                    </a:moveTo>
                    <a:cubicBezTo>
                      <a:pt x="502716" y="1299675"/>
                      <a:pt x="1020775" y="730428"/>
                      <a:pt x="1363931" y="356760"/>
                    </a:cubicBezTo>
                    <a:moveTo>
                      <a:pt x="3251" y="1903829"/>
                    </a:moveTo>
                    <a:cubicBezTo>
                      <a:pt x="525240" y="1290749"/>
                      <a:pt x="1084116" y="696465"/>
                      <a:pt x="1361966" y="403133"/>
                    </a:cubicBezTo>
                    <a:moveTo>
                      <a:pt x="3251" y="1903829"/>
                    </a:moveTo>
                    <a:cubicBezTo>
                      <a:pt x="390624" y="1472031"/>
                      <a:pt x="784043" y="1053950"/>
                      <a:pt x="1361966" y="403133"/>
                    </a:cubicBezTo>
                    <a:moveTo>
                      <a:pt x="1285" y="1950274"/>
                    </a:moveTo>
                    <a:cubicBezTo>
                      <a:pt x="517984" y="1373770"/>
                      <a:pt x="1042393" y="786380"/>
                      <a:pt x="1364989" y="444135"/>
                    </a:cubicBezTo>
                    <a:moveTo>
                      <a:pt x="1285" y="1950274"/>
                    </a:moveTo>
                    <a:cubicBezTo>
                      <a:pt x="488430" y="1406064"/>
                      <a:pt x="983361" y="858080"/>
                      <a:pt x="1364989" y="444135"/>
                    </a:cubicBezTo>
                    <a:moveTo>
                      <a:pt x="4233" y="1991277"/>
                    </a:moveTo>
                    <a:cubicBezTo>
                      <a:pt x="416776" y="1533354"/>
                      <a:pt x="820249" y="1082833"/>
                      <a:pt x="1362948" y="490581"/>
                    </a:cubicBezTo>
                    <a:moveTo>
                      <a:pt x="4233" y="1991277"/>
                    </a:moveTo>
                    <a:cubicBezTo>
                      <a:pt x="319649" y="1628495"/>
                      <a:pt x="652374" y="1256858"/>
                      <a:pt x="1362948" y="490581"/>
                    </a:cubicBezTo>
                    <a:moveTo>
                      <a:pt x="2268" y="2037650"/>
                    </a:moveTo>
                    <a:cubicBezTo>
                      <a:pt x="418666" y="1569204"/>
                      <a:pt x="835668" y="1123835"/>
                      <a:pt x="1360983" y="536954"/>
                    </a:cubicBezTo>
                    <a:moveTo>
                      <a:pt x="2268" y="2037650"/>
                    </a:moveTo>
                    <a:cubicBezTo>
                      <a:pt x="352000" y="1658321"/>
                      <a:pt x="696289" y="1274130"/>
                      <a:pt x="1360983" y="536954"/>
                    </a:cubicBezTo>
                    <a:moveTo>
                      <a:pt x="44974" y="2034820"/>
                    </a:moveTo>
                    <a:cubicBezTo>
                      <a:pt x="345121" y="1722546"/>
                      <a:pt x="627582" y="1376310"/>
                      <a:pt x="1364007" y="577956"/>
                    </a:cubicBezTo>
                    <a:moveTo>
                      <a:pt x="44974" y="2034820"/>
                    </a:moveTo>
                    <a:cubicBezTo>
                      <a:pt x="383443" y="1649467"/>
                      <a:pt x="730907" y="1262591"/>
                      <a:pt x="1364007" y="577956"/>
                    </a:cubicBezTo>
                    <a:moveTo>
                      <a:pt x="82615" y="2037432"/>
                    </a:moveTo>
                    <a:cubicBezTo>
                      <a:pt x="427660" y="1638146"/>
                      <a:pt x="771647" y="1250762"/>
                      <a:pt x="1362041" y="624329"/>
                    </a:cubicBezTo>
                    <a:moveTo>
                      <a:pt x="82615" y="2037432"/>
                    </a:moveTo>
                    <a:cubicBezTo>
                      <a:pt x="489489" y="1589669"/>
                      <a:pt x="887217" y="1149889"/>
                      <a:pt x="1362041" y="624329"/>
                    </a:cubicBezTo>
                    <a:moveTo>
                      <a:pt x="125320" y="2034529"/>
                    </a:moveTo>
                    <a:cubicBezTo>
                      <a:pt x="477471" y="1636187"/>
                      <a:pt x="848517" y="1216146"/>
                      <a:pt x="1364989" y="665332"/>
                    </a:cubicBezTo>
                    <a:moveTo>
                      <a:pt x="125320" y="2034529"/>
                    </a:moveTo>
                    <a:cubicBezTo>
                      <a:pt x="460615" y="1691922"/>
                      <a:pt x="772857" y="1337775"/>
                      <a:pt x="1364989" y="665332"/>
                    </a:cubicBezTo>
                    <a:moveTo>
                      <a:pt x="162962" y="2037142"/>
                    </a:moveTo>
                    <a:cubicBezTo>
                      <a:pt x="451772" y="1690906"/>
                      <a:pt x="750332" y="1364409"/>
                      <a:pt x="1363024" y="711705"/>
                    </a:cubicBezTo>
                    <a:moveTo>
                      <a:pt x="162962" y="2037142"/>
                    </a:moveTo>
                    <a:cubicBezTo>
                      <a:pt x="598331" y="1544167"/>
                      <a:pt x="1038916" y="1053950"/>
                      <a:pt x="1363024" y="711705"/>
                    </a:cubicBezTo>
                    <a:moveTo>
                      <a:pt x="205667" y="2034312"/>
                    </a:moveTo>
                    <a:cubicBezTo>
                      <a:pt x="507176" y="1696131"/>
                      <a:pt x="792811" y="1379358"/>
                      <a:pt x="1361059" y="758150"/>
                    </a:cubicBezTo>
                    <a:moveTo>
                      <a:pt x="205667" y="2034312"/>
                    </a:moveTo>
                    <a:cubicBezTo>
                      <a:pt x="645798" y="1525807"/>
                      <a:pt x="1097494" y="1026808"/>
                      <a:pt x="1361059" y="758150"/>
                    </a:cubicBezTo>
                    <a:moveTo>
                      <a:pt x="243308" y="2036924"/>
                    </a:moveTo>
                    <a:cubicBezTo>
                      <a:pt x="597046" y="1647290"/>
                      <a:pt x="939975" y="1276089"/>
                      <a:pt x="1364007" y="799153"/>
                    </a:cubicBezTo>
                    <a:moveTo>
                      <a:pt x="243308" y="2036924"/>
                    </a:moveTo>
                    <a:cubicBezTo>
                      <a:pt x="645647" y="1585750"/>
                      <a:pt x="1051387" y="1141107"/>
                      <a:pt x="1364007" y="799153"/>
                    </a:cubicBezTo>
                    <a:moveTo>
                      <a:pt x="286014" y="2034094"/>
                    </a:moveTo>
                    <a:cubicBezTo>
                      <a:pt x="571120" y="1726320"/>
                      <a:pt x="866053" y="1412668"/>
                      <a:pt x="1362041" y="845526"/>
                    </a:cubicBezTo>
                    <a:moveTo>
                      <a:pt x="286014" y="2034094"/>
                    </a:moveTo>
                    <a:cubicBezTo>
                      <a:pt x="571876" y="1722546"/>
                      <a:pt x="848668" y="1421449"/>
                      <a:pt x="1362041" y="845526"/>
                    </a:cubicBezTo>
                    <a:moveTo>
                      <a:pt x="323655" y="2036707"/>
                    </a:moveTo>
                    <a:cubicBezTo>
                      <a:pt x="555248" y="1776539"/>
                      <a:pt x="779206" y="1516517"/>
                      <a:pt x="1365065" y="886528"/>
                    </a:cubicBezTo>
                    <a:moveTo>
                      <a:pt x="323655" y="2036707"/>
                    </a:moveTo>
                    <a:cubicBezTo>
                      <a:pt x="534537" y="1802085"/>
                      <a:pt x="743530" y="1576969"/>
                      <a:pt x="1365065" y="886528"/>
                    </a:cubicBezTo>
                    <a:moveTo>
                      <a:pt x="366361" y="2033804"/>
                    </a:moveTo>
                    <a:cubicBezTo>
                      <a:pt x="649200" y="1719063"/>
                      <a:pt x="933324" y="1409185"/>
                      <a:pt x="1363024" y="932901"/>
                    </a:cubicBezTo>
                    <a:moveTo>
                      <a:pt x="366361" y="2033804"/>
                    </a:moveTo>
                    <a:cubicBezTo>
                      <a:pt x="673689" y="1699614"/>
                      <a:pt x="990239" y="1353740"/>
                      <a:pt x="1363024" y="932901"/>
                    </a:cubicBezTo>
                    <a:moveTo>
                      <a:pt x="404002" y="2036416"/>
                    </a:moveTo>
                    <a:cubicBezTo>
                      <a:pt x="687370" y="1719136"/>
                      <a:pt x="973762" y="1411797"/>
                      <a:pt x="1361059" y="979347"/>
                    </a:cubicBezTo>
                    <a:moveTo>
                      <a:pt x="404002" y="2036416"/>
                    </a:moveTo>
                    <a:cubicBezTo>
                      <a:pt x="710650" y="1709121"/>
                      <a:pt x="1009211" y="1375584"/>
                      <a:pt x="1361059" y="979347"/>
                    </a:cubicBezTo>
                    <a:moveTo>
                      <a:pt x="446708" y="2033586"/>
                    </a:moveTo>
                    <a:cubicBezTo>
                      <a:pt x="709743" y="1747511"/>
                      <a:pt x="958569" y="1457590"/>
                      <a:pt x="1364082" y="1020349"/>
                    </a:cubicBezTo>
                    <a:moveTo>
                      <a:pt x="446708" y="2033586"/>
                    </a:moveTo>
                    <a:cubicBezTo>
                      <a:pt x="643607" y="1824291"/>
                      <a:pt x="834232" y="1597361"/>
                      <a:pt x="1364082" y="1020349"/>
                    </a:cubicBezTo>
                    <a:moveTo>
                      <a:pt x="484349" y="2036199"/>
                    </a:moveTo>
                    <a:cubicBezTo>
                      <a:pt x="797120" y="1705928"/>
                      <a:pt x="1082226" y="1387776"/>
                      <a:pt x="1362117" y="1066722"/>
                    </a:cubicBezTo>
                    <a:moveTo>
                      <a:pt x="484349" y="2036199"/>
                    </a:moveTo>
                    <a:cubicBezTo>
                      <a:pt x="738541" y="1762823"/>
                      <a:pt x="975953" y="1482845"/>
                      <a:pt x="1362117" y="1066722"/>
                    </a:cubicBezTo>
                    <a:moveTo>
                      <a:pt x="522066" y="2038811"/>
                    </a:moveTo>
                    <a:cubicBezTo>
                      <a:pt x="718436" y="1814712"/>
                      <a:pt x="942998" y="1568406"/>
                      <a:pt x="1365065" y="1107725"/>
                    </a:cubicBezTo>
                    <a:moveTo>
                      <a:pt x="522066" y="2038811"/>
                    </a:moveTo>
                    <a:cubicBezTo>
                      <a:pt x="779962" y="1750849"/>
                      <a:pt x="1043149" y="1465427"/>
                      <a:pt x="1365065" y="1107725"/>
                    </a:cubicBezTo>
                    <a:moveTo>
                      <a:pt x="564696" y="2035908"/>
                    </a:moveTo>
                    <a:cubicBezTo>
                      <a:pt x="770136" y="1835902"/>
                      <a:pt x="964087" y="1616012"/>
                      <a:pt x="1363100" y="1154097"/>
                    </a:cubicBezTo>
                    <a:moveTo>
                      <a:pt x="564696" y="2035908"/>
                    </a:moveTo>
                    <a:cubicBezTo>
                      <a:pt x="742849" y="1840910"/>
                      <a:pt x="917148" y="1654112"/>
                      <a:pt x="1363100" y="1154097"/>
                    </a:cubicBezTo>
                    <a:moveTo>
                      <a:pt x="602413" y="2038521"/>
                    </a:moveTo>
                    <a:cubicBezTo>
                      <a:pt x="876106" y="1726393"/>
                      <a:pt x="1145642" y="1423264"/>
                      <a:pt x="1361135" y="1200543"/>
                    </a:cubicBezTo>
                    <a:moveTo>
                      <a:pt x="602413" y="2038521"/>
                    </a:moveTo>
                    <a:cubicBezTo>
                      <a:pt x="843302" y="1748237"/>
                      <a:pt x="1100517" y="1462524"/>
                      <a:pt x="1361135" y="1200543"/>
                    </a:cubicBezTo>
                    <a:moveTo>
                      <a:pt x="645042" y="2035691"/>
                    </a:moveTo>
                    <a:cubicBezTo>
                      <a:pt x="832040" y="1855932"/>
                      <a:pt x="995530" y="1653169"/>
                      <a:pt x="1364082" y="1241473"/>
                    </a:cubicBezTo>
                    <a:moveTo>
                      <a:pt x="645042" y="2035691"/>
                    </a:moveTo>
                    <a:cubicBezTo>
                      <a:pt x="917677" y="1719644"/>
                      <a:pt x="1203237" y="1419562"/>
                      <a:pt x="1364082" y="1241473"/>
                    </a:cubicBezTo>
                    <a:moveTo>
                      <a:pt x="682759" y="2038303"/>
                    </a:moveTo>
                    <a:cubicBezTo>
                      <a:pt x="855471" y="1851941"/>
                      <a:pt x="1009211" y="1667247"/>
                      <a:pt x="1362117" y="1287918"/>
                    </a:cubicBezTo>
                    <a:moveTo>
                      <a:pt x="682759" y="2038303"/>
                    </a:moveTo>
                    <a:cubicBezTo>
                      <a:pt x="904979" y="1800560"/>
                      <a:pt x="1115181" y="1572034"/>
                      <a:pt x="1362117" y="1287918"/>
                    </a:cubicBezTo>
                    <a:moveTo>
                      <a:pt x="725389" y="2035400"/>
                    </a:moveTo>
                    <a:cubicBezTo>
                      <a:pt x="889182" y="1855351"/>
                      <a:pt x="1053126" y="1666667"/>
                      <a:pt x="1365141" y="1328921"/>
                    </a:cubicBezTo>
                    <a:moveTo>
                      <a:pt x="725389" y="2035400"/>
                    </a:moveTo>
                    <a:cubicBezTo>
                      <a:pt x="962802" y="1770879"/>
                      <a:pt x="1213895" y="1497722"/>
                      <a:pt x="1365141" y="1328921"/>
                    </a:cubicBezTo>
                    <a:moveTo>
                      <a:pt x="763106" y="2038013"/>
                    </a:moveTo>
                    <a:cubicBezTo>
                      <a:pt x="940429" y="1846498"/>
                      <a:pt x="1089029" y="1661877"/>
                      <a:pt x="1363100" y="1375294"/>
                    </a:cubicBezTo>
                    <a:moveTo>
                      <a:pt x="763106" y="2038013"/>
                    </a:moveTo>
                    <a:cubicBezTo>
                      <a:pt x="936725" y="1836193"/>
                      <a:pt x="1106489" y="1651354"/>
                      <a:pt x="1363100" y="1375294"/>
                    </a:cubicBezTo>
                    <a:moveTo>
                      <a:pt x="805736" y="2035183"/>
                    </a:moveTo>
                    <a:cubicBezTo>
                      <a:pt x="994094" y="1824437"/>
                      <a:pt x="1196057" y="1620076"/>
                      <a:pt x="1361135" y="1421739"/>
                    </a:cubicBezTo>
                    <a:moveTo>
                      <a:pt x="805736" y="2035183"/>
                    </a:moveTo>
                    <a:cubicBezTo>
                      <a:pt x="983814" y="1828065"/>
                      <a:pt x="1170887" y="1631615"/>
                      <a:pt x="1361135" y="1421739"/>
                    </a:cubicBezTo>
                    <a:moveTo>
                      <a:pt x="843453" y="2037795"/>
                    </a:moveTo>
                    <a:cubicBezTo>
                      <a:pt x="989634" y="1871898"/>
                      <a:pt x="1154334" y="1684955"/>
                      <a:pt x="1364158" y="1462670"/>
                    </a:cubicBezTo>
                    <a:moveTo>
                      <a:pt x="843453" y="2037795"/>
                    </a:moveTo>
                    <a:cubicBezTo>
                      <a:pt x="1021229" y="1846063"/>
                      <a:pt x="1205505" y="1647363"/>
                      <a:pt x="1364158" y="1462670"/>
                    </a:cubicBezTo>
                    <a:moveTo>
                      <a:pt x="886083" y="2034893"/>
                    </a:moveTo>
                    <a:cubicBezTo>
                      <a:pt x="996815" y="1904409"/>
                      <a:pt x="1088802" y="1804552"/>
                      <a:pt x="1362193" y="1509115"/>
                    </a:cubicBezTo>
                    <a:moveTo>
                      <a:pt x="886083" y="2034893"/>
                    </a:moveTo>
                    <a:cubicBezTo>
                      <a:pt x="1052672" y="1851723"/>
                      <a:pt x="1217599" y="1671892"/>
                      <a:pt x="1362193" y="1509115"/>
                    </a:cubicBezTo>
                    <a:moveTo>
                      <a:pt x="923800" y="2037505"/>
                    </a:moveTo>
                    <a:cubicBezTo>
                      <a:pt x="1068394" y="1854408"/>
                      <a:pt x="1225308" y="1685826"/>
                      <a:pt x="1365141" y="1550118"/>
                    </a:cubicBezTo>
                    <a:moveTo>
                      <a:pt x="923800" y="2037505"/>
                    </a:moveTo>
                    <a:cubicBezTo>
                      <a:pt x="1093412" y="1846643"/>
                      <a:pt x="1275723" y="1646782"/>
                      <a:pt x="1365141" y="1550118"/>
                    </a:cubicBezTo>
                    <a:moveTo>
                      <a:pt x="966430" y="2034675"/>
                    </a:moveTo>
                    <a:cubicBezTo>
                      <a:pt x="1117675" y="1868922"/>
                      <a:pt x="1289782" y="1705783"/>
                      <a:pt x="1363175" y="1596491"/>
                    </a:cubicBezTo>
                    <a:moveTo>
                      <a:pt x="966430" y="2034675"/>
                    </a:moveTo>
                    <a:cubicBezTo>
                      <a:pt x="1047003" y="1938083"/>
                      <a:pt x="1130827" y="1846933"/>
                      <a:pt x="1363175" y="1596491"/>
                    </a:cubicBezTo>
                    <a:moveTo>
                      <a:pt x="1004147" y="2037287"/>
                    </a:moveTo>
                    <a:cubicBezTo>
                      <a:pt x="1078976" y="1944759"/>
                      <a:pt x="1185475" y="1853029"/>
                      <a:pt x="1361210" y="1642936"/>
                    </a:cubicBezTo>
                    <a:moveTo>
                      <a:pt x="1004147" y="2037287"/>
                    </a:moveTo>
                    <a:cubicBezTo>
                      <a:pt x="1071871" y="1952887"/>
                      <a:pt x="1152218" y="1866600"/>
                      <a:pt x="1361210" y="1642936"/>
                    </a:cubicBezTo>
                    <a:moveTo>
                      <a:pt x="1046777" y="2034457"/>
                    </a:moveTo>
                    <a:cubicBezTo>
                      <a:pt x="1178143" y="1906950"/>
                      <a:pt x="1304446" y="1768484"/>
                      <a:pt x="1364158" y="1683866"/>
                    </a:cubicBezTo>
                    <a:moveTo>
                      <a:pt x="1046777" y="2034457"/>
                    </a:moveTo>
                    <a:cubicBezTo>
                      <a:pt x="1149043" y="1927632"/>
                      <a:pt x="1245565" y="1824146"/>
                      <a:pt x="1364158" y="1683866"/>
                    </a:cubicBezTo>
                    <a:moveTo>
                      <a:pt x="1084494" y="2037070"/>
                    </a:moveTo>
                    <a:cubicBezTo>
                      <a:pt x="1145793" y="1974223"/>
                      <a:pt x="1205203" y="1911014"/>
                      <a:pt x="1362193" y="1730312"/>
                    </a:cubicBezTo>
                    <a:moveTo>
                      <a:pt x="1084494" y="2037070"/>
                    </a:moveTo>
                    <a:cubicBezTo>
                      <a:pt x="1130751" y="1978432"/>
                      <a:pt x="1191446" y="1914932"/>
                      <a:pt x="1362193" y="1730312"/>
                    </a:cubicBezTo>
                    <a:moveTo>
                      <a:pt x="1127123" y="2034167"/>
                    </a:moveTo>
                    <a:cubicBezTo>
                      <a:pt x="1206866" y="1949549"/>
                      <a:pt x="1270735" y="1879880"/>
                      <a:pt x="1365141" y="1771242"/>
                    </a:cubicBezTo>
                    <a:moveTo>
                      <a:pt x="1127123" y="2034167"/>
                    </a:moveTo>
                    <a:cubicBezTo>
                      <a:pt x="1209209" y="1944106"/>
                      <a:pt x="1285550" y="1847079"/>
                      <a:pt x="1365141" y="1771242"/>
                    </a:cubicBezTo>
                    <a:moveTo>
                      <a:pt x="1164840" y="2036779"/>
                    </a:moveTo>
                    <a:cubicBezTo>
                      <a:pt x="1240954" y="1969143"/>
                      <a:pt x="1316993" y="1870011"/>
                      <a:pt x="1363175" y="1817687"/>
                    </a:cubicBezTo>
                    <a:moveTo>
                      <a:pt x="1164840" y="2036779"/>
                    </a:moveTo>
                    <a:cubicBezTo>
                      <a:pt x="1198400" y="1996502"/>
                      <a:pt x="1250554" y="1938518"/>
                      <a:pt x="1363175" y="1817687"/>
                    </a:cubicBezTo>
                    <a:moveTo>
                      <a:pt x="1207470" y="2033949"/>
                    </a:moveTo>
                    <a:cubicBezTo>
                      <a:pt x="1239972" y="1996285"/>
                      <a:pt x="1310039" y="1932277"/>
                      <a:pt x="1361210" y="1864133"/>
                    </a:cubicBezTo>
                    <a:moveTo>
                      <a:pt x="1207470" y="2033949"/>
                    </a:moveTo>
                    <a:cubicBezTo>
                      <a:pt x="1261362" y="1972191"/>
                      <a:pt x="1312760" y="1922770"/>
                      <a:pt x="1361210" y="1864133"/>
                    </a:cubicBezTo>
                    <a:moveTo>
                      <a:pt x="1245187" y="2036562"/>
                    </a:moveTo>
                    <a:cubicBezTo>
                      <a:pt x="1281317" y="2004340"/>
                      <a:pt x="1329691" y="1959636"/>
                      <a:pt x="1364234" y="1905063"/>
                    </a:cubicBezTo>
                    <a:moveTo>
                      <a:pt x="1245187" y="2036562"/>
                    </a:moveTo>
                    <a:cubicBezTo>
                      <a:pt x="1286230" y="1997954"/>
                      <a:pt x="1326214" y="1950710"/>
                      <a:pt x="1364234" y="1905063"/>
                    </a:cubicBezTo>
                    <a:moveTo>
                      <a:pt x="1287817" y="2033658"/>
                    </a:moveTo>
                    <a:cubicBezTo>
                      <a:pt x="1311929" y="2007533"/>
                      <a:pt x="1329842" y="1992293"/>
                      <a:pt x="1362193" y="1951508"/>
                    </a:cubicBezTo>
                    <a:moveTo>
                      <a:pt x="1287817" y="2033658"/>
                    </a:moveTo>
                    <a:cubicBezTo>
                      <a:pt x="1314347" y="2003469"/>
                      <a:pt x="1330371" y="1983802"/>
                      <a:pt x="1362193" y="1951508"/>
                    </a:cubicBezTo>
                    <a:moveTo>
                      <a:pt x="1325534" y="2036271"/>
                    </a:moveTo>
                    <a:cubicBezTo>
                      <a:pt x="1341558" y="2019870"/>
                      <a:pt x="1356146" y="2001945"/>
                      <a:pt x="1365216" y="1992438"/>
                    </a:cubicBezTo>
                    <a:moveTo>
                      <a:pt x="1325534" y="2036271"/>
                    </a:moveTo>
                    <a:cubicBezTo>
                      <a:pt x="1336796" y="2023426"/>
                      <a:pt x="1351989" y="2010436"/>
                      <a:pt x="1365216" y="1992438"/>
                    </a:cubicBezTo>
                  </a:path>
                </a:pathLst>
              </a:custGeom>
              <a:noFill/>
              <a:ln w="3775" cap="rnd">
                <a:solidFill>
                  <a:srgbClr val="E1D5E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" name="شكل حر: شكل 125">
                <a:extLst>
                  <a:ext uri="{FF2B5EF4-FFF2-40B4-BE49-F238E27FC236}">
                    <a16:creationId xmlns:a16="http://schemas.microsoft.com/office/drawing/2014/main" id="{A5F59671-6872-ACF2-0430-FC76026F34E0}"/>
                  </a:ext>
                </a:extLst>
              </p:cNvPr>
              <p:cNvSpPr/>
              <p:nvPr/>
            </p:nvSpPr>
            <p:spPr>
              <a:xfrm>
                <a:off x="4688234" y="3712750"/>
                <a:ext cx="1381273" cy="2040063"/>
              </a:xfrm>
              <a:custGeom>
                <a:avLst/>
                <a:gdLst>
                  <a:gd name="csX0" fmla="*/ 17002 w 1381273"/>
                  <a:gd name="csY0" fmla="*/ 621 h 2040063"/>
                  <a:gd name="csX1" fmla="*/ 1377532 w 1381273"/>
                  <a:gd name="csY1" fmla="*/ 621 h 2040063"/>
                  <a:gd name="csX2" fmla="*/ 17002 w 1381273"/>
                  <a:gd name="csY2" fmla="*/ 621 h 2040063"/>
                  <a:gd name="csX3" fmla="*/ 1377532 w 1381273"/>
                  <a:gd name="csY3" fmla="*/ 621 h 2040063"/>
                  <a:gd name="csX4" fmla="*/ 1377532 w 1381273"/>
                  <a:gd name="csY4" fmla="*/ 621 h 2040063"/>
                  <a:gd name="csX5" fmla="*/ 1377532 w 1381273"/>
                  <a:gd name="csY5" fmla="*/ 2032610 h 2040063"/>
                  <a:gd name="csX6" fmla="*/ 1377532 w 1381273"/>
                  <a:gd name="csY6" fmla="*/ 621 h 2040063"/>
                  <a:gd name="csX7" fmla="*/ 1377532 w 1381273"/>
                  <a:gd name="csY7" fmla="*/ 2032610 h 2040063"/>
                  <a:gd name="csX8" fmla="*/ 1377532 w 1381273"/>
                  <a:gd name="csY8" fmla="*/ 2032610 h 2040063"/>
                  <a:gd name="csX9" fmla="*/ 17002 w 1381273"/>
                  <a:gd name="csY9" fmla="*/ 2032610 h 2040063"/>
                  <a:gd name="csX10" fmla="*/ 1377532 w 1381273"/>
                  <a:gd name="csY10" fmla="*/ 2032610 h 2040063"/>
                  <a:gd name="csX11" fmla="*/ 17002 w 1381273"/>
                  <a:gd name="csY11" fmla="*/ 2032610 h 2040063"/>
                  <a:gd name="csX12" fmla="*/ 17002 w 1381273"/>
                  <a:gd name="csY12" fmla="*/ 2032610 h 2040063"/>
                  <a:gd name="csX13" fmla="*/ 17002 w 1381273"/>
                  <a:gd name="csY13" fmla="*/ 621 h 2040063"/>
                  <a:gd name="csX14" fmla="*/ 17002 w 1381273"/>
                  <a:gd name="csY14" fmla="*/ 2032610 h 2040063"/>
                  <a:gd name="csX15" fmla="*/ 17002 w 1381273"/>
                  <a:gd name="csY15" fmla="*/ 621 h 2040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381273" h="2040063">
                    <a:moveTo>
                      <a:pt x="17002" y="621"/>
                    </a:moveTo>
                    <a:cubicBezTo>
                      <a:pt x="442848" y="-1556"/>
                      <a:pt x="892352" y="2871"/>
                      <a:pt x="1377532" y="621"/>
                    </a:cubicBezTo>
                    <a:moveTo>
                      <a:pt x="17002" y="621"/>
                    </a:moveTo>
                    <a:cubicBezTo>
                      <a:pt x="496136" y="12087"/>
                      <a:pt x="970582" y="8387"/>
                      <a:pt x="1377532" y="621"/>
                    </a:cubicBezTo>
                    <a:moveTo>
                      <a:pt x="1377532" y="621"/>
                    </a:moveTo>
                    <a:cubicBezTo>
                      <a:pt x="1388492" y="436410"/>
                      <a:pt x="1371258" y="853621"/>
                      <a:pt x="1377532" y="2032610"/>
                    </a:cubicBezTo>
                    <a:moveTo>
                      <a:pt x="1377532" y="621"/>
                    </a:moveTo>
                    <a:cubicBezTo>
                      <a:pt x="1379270" y="658913"/>
                      <a:pt x="1377305" y="1319382"/>
                      <a:pt x="1377532" y="2032610"/>
                    </a:cubicBezTo>
                    <a:moveTo>
                      <a:pt x="1377532" y="2032610"/>
                    </a:moveTo>
                    <a:cubicBezTo>
                      <a:pt x="991519" y="2035804"/>
                      <a:pt x="613443" y="2023321"/>
                      <a:pt x="17002" y="2032610"/>
                    </a:cubicBezTo>
                    <a:moveTo>
                      <a:pt x="1377532" y="2032610"/>
                    </a:moveTo>
                    <a:cubicBezTo>
                      <a:pt x="1098472" y="2043641"/>
                      <a:pt x="821831" y="2041392"/>
                      <a:pt x="17002" y="2032610"/>
                    </a:cubicBezTo>
                    <a:moveTo>
                      <a:pt x="17002" y="2032610"/>
                    </a:moveTo>
                    <a:cubicBezTo>
                      <a:pt x="-155" y="1558649"/>
                      <a:pt x="-10586" y="1082365"/>
                      <a:pt x="17002" y="621"/>
                    </a:cubicBezTo>
                    <a:moveTo>
                      <a:pt x="17002" y="2032610"/>
                    </a:moveTo>
                    <a:cubicBezTo>
                      <a:pt x="11938" y="1514671"/>
                      <a:pt x="11409" y="987878"/>
                      <a:pt x="17002" y="621"/>
                    </a:cubicBezTo>
                  </a:path>
                </a:pathLst>
              </a:custGeom>
              <a:noFill/>
              <a:ln w="7550" cap="rnd">
                <a:solidFill>
                  <a:srgbClr val="9673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71" name="صورة 126">
              <a:extLst>
                <a:ext uri="{FF2B5EF4-FFF2-40B4-BE49-F238E27FC236}">
                  <a16:creationId xmlns:a16="http://schemas.microsoft.com/office/drawing/2014/main" id="{9B8477B6-7E4D-F785-7050-352AA193E4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709015" y="4518909"/>
              <a:ext cx="1345412" cy="442683"/>
            </a:xfrm>
            <a:custGeom>
              <a:avLst/>
              <a:gdLst>
                <a:gd name="csX0" fmla="*/ 0 w 1345412"/>
                <a:gd name="csY0" fmla="*/ 0 h 442683"/>
                <a:gd name="csX1" fmla="*/ 1345412 w 1345412"/>
                <a:gd name="csY1" fmla="*/ 0 h 442683"/>
                <a:gd name="csX2" fmla="*/ 1345412 w 1345412"/>
                <a:gd name="csY2" fmla="*/ 442683 h 442683"/>
                <a:gd name="csX3" fmla="*/ 0 w 1345412"/>
                <a:gd name="csY3" fmla="*/ 442683 h 442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412" h="442683">
                  <a:moveTo>
                    <a:pt x="0" y="0"/>
                  </a:moveTo>
                  <a:lnTo>
                    <a:pt x="1345412" y="0"/>
                  </a:lnTo>
                  <a:lnTo>
                    <a:pt x="1345412" y="442683"/>
                  </a:lnTo>
                  <a:lnTo>
                    <a:pt x="0" y="442683"/>
                  </a:lnTo>
                  <a:close/>
                </a:path>
              </a:pathLst>
            </a:custGeom>
          </p:spPr>
        </p:pic>
      </p:grpSp>
      <p:grpSp>
        <p:nvGrpSpPr>
          <p:cNvPr id="1775" name="!!رسم 9">
            <a:extLst>
              <a:ext uri="{FF2B5EF4-FFF2-40B4-BE49-F238E27FC236}">
                <a16:creationId xmlns:a16="http://schemas.microsoft.com/office/drawing/2014/main" id="{2C8A133B-1F7D-5680-43C2-44A16DD28D2C}"/>
              </a:ext>
            </a:extLst>
          </p:cNvPr>
          <p:cNvGrpSpPr/>
          <p:nvPr/>
        </p:nvGrpSpPr>
        <p:grpSpPr>
          <a:xfrm>
            <a:off x="3342274" y="3800531"/>
            <a:ext cx="1070969" cy="183532"/>
            <a:chOff x="6065154" y="3811341"/>
            <a:chExt cx="1070969" cy="183532"/>
          </a:xfrm>
        </p:grpSpPr>
        <p:grpSp>
          <p:nvGrpSpPr>
            <p:cNvPr id="1776" name="رسم 9">
              <a:extLst>
                <a:ext uri="{FF2B5EF4-FFF2-40B4-BE49-F238E27FC236}">
                  <a16:creationId xmlns:a16="http://schemas.microsoft.com/office/drawing/2014/main" id="{44B308AD-776C-D64F-EFA4-B225DC88C691}"/>
                </a:ext>
              </a:extLst>
            </p:cNvPr>
            <p:cNvGrpSpPr/>
            <p:nvPr/>
          </p:nvGrpSpPr>
          <p:grpSpPr>
            <a:xfrm>
              <a:off x="6065154" y="3848685"/>
              <a:ext cx="1070969" cy="146188"/>
              <a:chOff x="6065154" y="3848685"/>
              <a:chExt cx="1070969" cy="146188"/>
            </a:xfrm>
          </p:grpSpPr>
          <p:sp>
            <p:nvSpPr>
              <p:cNvPr id="1778" name="شكل حر: شكل 129">
                <a:extLst>
                  <a:ext uri="{FF2B5EF4-FFF2-40B4-BE49-F238E27FC236}">
                    <a16:creationId xmlns:a16="http://schemas.microsoft.com/office/drawing/2014/main" id="{584E8D47-4803-0857-F4C7-288DB86411EF}"/>
                  </a:ext>
                </a:extLst>
              </p:cNvPr>
              <p:cNvSpPr/>
              <p:nvPr/>
            </p:nvSpPr>
            <p:spPr>
              <a:xfrm>
                <a:off x="6065765" y="3858512"/>
                <a:ext cx="1043979" cy="98261"/>
              </a:xfrm>
              <a:custGeom>
                <a:avLst/>
                <a:gdLst>
                  <a:gd name="csX0" fmla="*/ 1 w 1043979"/>
                  <a:gd name="csY0" fmla="*/ 18143 h 98261"/>
                  <a:gd name="csX1" fmla="*/ 1 w 1043979"/>
                  <a:gd name="csY1" fmla="*/ 1 h 98261"/>
                  <a:gd name="csX2" fmla="*/ 1043980 w 1043979"/>
                  <a:gd name="csY2" fmla="*/ 1 h 98261"/>
                  <a:gd name="csX3" fmla="*/ 1043904 w 1043979"/>
                  <a:gd name="csY3" fmla="*/ 98262 h 982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3979" h="98261">
                    <a:moveTo>
                      <a:pt x="1" y="18143"/>
                    </a:moveTo>
                    <a:lnTo>
                      <a:pt x="1" y="1"/>
                    </a:lnTo>
                    <a:lnTo>
                      <a:pt x="1043980" y="1"/>
                    </a:lnTo>
                    <a:lnTo>
                      <a:pt x="1043904" y="9826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" name="شكل حر: شكل 130">
                <a:extLst>
                  <a:ext uri="{FF2B5EF4-FFF2-40B4-BE49-F238E27FC236}">
                    <a16:creationId xmlns:a16="http://schemas.microsoft.com/office/drawing/2014/main" id="{4A1AE077-7E47-9F42-72C5-748BA177527C}"/>
                  </a:ext>
                </a:extLst>
              </p:cNvPr>
              <p:cNvSpPr/>
              <p:nvPr/>
            </p:nvSpPr>
            <p:spPr>
              <a:xfrm>
                <a:off x="7083214" y="3944074"/>
                <a:ext cx="52909" cy="50799"/>
              </a:xfrm>
              <a:custGeom>
                <a:avLst/>
                <a:gdLst>
                  <a:gd name="csX0" fmla="*/ 26380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73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380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73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" name="شكل حر: شكل 131">
                <a:extLst>
                  <a:ext uri="{FF2B5EF4-FFF2-40B4-BE49-F238E27FC236}">
                    <a16:creationId xmlns:a16="http://schemas.microsoft.com/office/drawing/2014/main" id="{165C398D-B12E-E577-7E0C-988382AB0782}"/>
                  </a:ext>
                </a:extLst>
              </p:cNvPr>
              <p:cNvSpPr/>
              <p:nvPr/>
            </p:nvSpPr>
            <p:spPr>
              <a:xfrm>
                <a:off x="6065154" y="3848685"/>
                <a:ext cx="1047025" cy="108088"/>
              </a:xfrm>
              <a:custGeom>
                <a:avLst/>
                <a:gdLst>
                  <a:gd name="csX0" fmla="*/ 612 w 1047025"/>
                  <a:gd name="csY0" fmla="*/ 27970 h 108088"/>
                  <a:gd name="csX1" fmla="*/ 612 w 1047025"/>
                  <a:gd name="csY1" fmla="*/ 9828 h 108088"/>
                  <a:gd name="csX2" fmla="*/ 612 w 1047025"/>
                  <a:gd name="csY2" fmla="*/ 27970 h 108088"/>
                  <a:gd name="csX3" fmla="*/ 612 w 1047025"/>
                  <a:gd name="csY3" fmla="*/ 9828 h 108088"/>
                  <a:gd name="csX4" fmla="*/ 612 w 1047025"/>
                  <a:gd name="csY4" fmla="*/ 9828 h 108088"/>
                  <a:gd name="csX5" fmla="*/ 1044591 w 1047025"/>
                  <a:gd name="csY5" fmla="*/ 9828 h 108088"/>
                  <a:gd name="csX6" fmla="*/ 612 w 1047025"/>
                  <a:gd name="csY6" fmla="*/ 9828 h 108088"/>
                  <a:gd name="csX7" fmla="*/ 1044591 w 1047025"/>
                  <a:gd name="csY7" fmla="*/ 9828 h 108088"/>
                  <a:gd name="csX8" fmla="*/ 1044591 w 1047025"/>
                  <a:gd name="csY8" fmla="*/ 9828 h 108088"/>
                  <a:gd name="csX9" fmla="*/ 1044515 w 1047025"/>
                  <a:gd name="csY9" fmla="*/ 108089 h 108088"/>
                  <a:gd name="csX10" fmla="*/ 1044591 w 1047025"/>
                  <a:gd name="csY10" fmla="*/ 9828 h 108088"/>
                  <a:gd name="csX11" fmla="*/ 1044515 w 1047025"/>
                  <a:gd name="csY11" fmla="*/ 108089 h 1080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047025" h="108088">
                    <a:moveTo>
                      <a:pt x="612" y="27970"/>
                    </a:moveTo>
                    <a:cubicBezTo>
                      <a:pt x="2048" y="21366"/>
                      <a:pt x="-1202" y="16287"/>
                      <a:pt x="612" y="9828"/>
                    </a:cubicBezTo>
                    <a:moveTo>
                      <a:pt x="612" y="27970"/>
                    </a:moveTo>
                    <a:cubicBezTo>
                      <a:pt x="82" y="24415"/>
                      <a:pt x="-447" y="19262"/>
                      <a:pt x="612" y="9828"/>
                    </a:cubicBezTo>
                    <a:moveTo>
                      <a:pt x="612" y="9828"/>
                    </a:moveTo>
                    <a:cubicBezTo>
                      <a:pt x="262891" y="-4687"/>
                      <a:pt x="519502" y="-1784"/>
                      <a:pt x="1044591" y="9828"/>
                    </a:cubicBezTo>
                    <a:moveTo>
                      <a:pt x="612" y="9828"/>
                    </a:moveTo>
                    <a:cubicBezTo>
                      <a:pt x="318975" y="1554"/>
                      <a:pt x="620408" y="2861"/>
                      <a:pt x="1044591" y="9828"/>
                    </a:cubicBezTo>
                    <a:moveTo>
                      <a:pt x="1044591" y="9828"/>
                    </a:moveTo>
                    <a:cubicBezTo>
                      <a:pt x="1039451" y="23979"/>
                      <a:pt x="1052149" y="66361"/>
                      <a:pt x="1044515" y="108089"/>
                    </a:cubicBezTo>
                    <a:moveTo>
                      <a:pt x="1044591" y="9828"/>
                    </a:moveTo>
                    <a:cubicBezTo>
                      <a:pt x="1039829" y="36751"/>
                      <a:pt x="1046329" y="53878"/>
                      <a:pt x="1044515" y="108089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" name="شكل حر: شكل 132">
                <a:extLst>
                  <a:ext uri="{FF2B5EF4-FFF2-40B4-BE49-F238E27FC236}">
                    <a16:creationId xmlns:a16="http://schemas.microsoft.com/office/drawing/2014/main" id="{0B746255-00D6-59E0-A323-5B844F35695A}"/>
                  </a:ext>
                </a:extLst>
              </p:cNvPr>
              <p:cNvSpPr/>
              <p:nvPr/>
            </p:nvSpPr>
            <p:spPr>
              <a:xfrm>
                <a:off x="7083214" y="3944074"/>
                <a:ext cx="52909" cy="50799"/>
              </a:xfrm>
              <a:custGeom>
                <a:avLst/>
                <a:gdLst>
                  <a:gd name="csX0" fmla="*/ 26380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73 h 50799"/>
                  <a:gd name="csX4" fmla="*/ 26380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380" y="50800"/>
                    </a:moveTo>
                    <a:cubicBezTo>
                      <a:pt x="13228" y="33238"/>
                      <a:pt x="9826" y="25763"/>
                      <a:pt x="1" y="1"/>
                    </a:cubicBezTo>
                    <a:cubicBezTo>
                      <a:pt x="2948" y="436"/>
                      <a:pt x="11187" y="9435"/>
                      <a:pt x="26455" y="12700"/>
                    </a:cubicBezTo>
                    <a:cubicBezTo>
                      <a:pt x="39153" y="14297"/>
                      <a:pt x="45427" y="7620"/>
                      <a:pt x="52910" y="73"/>
                    </a:cubicBezTo>
                    <a:cubicBezTo>
                      <a:pt x="44369" y="18724"/>
                      <a:pt x="46788" y="17853"/>
                      <a:pt x="26380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" name="شكل حر: شكل 133">
                <a:extLst>
                  <a:ext uri="{FF2B5EF4-FFF2-40B4-BE49-F238E27FC236}">
                    <a16:creationId xmlns:a16="http://schemas.microsoft.com/office/drawing/2014/main" id="{053CD95D-00E1-7848-72EC-70F8FA62270E}"/>
                  </a:ext>
                </a:extLst>
              </p:cNvPr>
              <p:cNvSpPr/>
              <p:nvPr/>
            </p:nvSpPr>
            <p:spPr>
              <a:xfrm>
                <a:off x="7083214" y="3944074"/>
                <a:ext cx="52909" cy="50799"/>
              </a:xfrm>
              <a:custGeom>
                <a:avLst/>
                <a:gdLst>
                  <a:gd name="csX0" fmla="*/ 26380 w 52909"/>
                  <a:gd name="csY0" fmla="*/ 50800 h 50799"/>
                  <a:gd name="csX1" fmla="*/ 1 w 52909"/>
                  <a:gd name="csY1" fmla="*/ 1 h 50799"/>
                  <a:gd name="csX2" fmla="*/ 26380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73 h 50799"/>
                  <a:gd name="csX10" fmla="*/ 26455 w 52909"/>
                  <a:gd name="csY10" fmla="*/ 12700 h 50799"/>
                  <a:gd name="csX11" fmla="*/ 52910 w 52909"/>
                  <a:gd name="csY11" fmla="*/ 73 h 50799"/>
                  <a:gd name="csX12" fmla="*/ 52910 w 52909"/>
                  <a:gd name="csY12" fmla="*/ 73 h 50799"/>
                  <a:gd name="csX13" fmla="*/ 26380 w 52909"/>
                  <a:gd name="csY13" fmla="*/ 50800 h 50799"/>
                  <a:gd name="csX14" fmla="*/ 52910 w 52909"/>
                  <a:gd name="csY14" fmla="*/ 73 h 50799"/>
                  <a:gd name="csX15" fmla="*/ 26380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380" y="50800"/>
                    </a:moveTo>
                    <a:cubicBezTo>
                      <a:pt x="22298" y="32004"/>
                      <a:pt x="3704" y="17998"/>
                      <a:pt x="1" y="1"/>
                    </a:cubicBezTo>
                    <a:moveTo>
                      <a:pt x="26380" y="50800"/>
                    </a:moveTo>
                    <a:cubicBezTo>
                      <a:pt x="19048" y="41076"/>
                      <a:pt x="11414" y="26126"/>
                      <a:pt x="1" y="1"/>
                    </a:cubicBezTo>
                    <a:moveTo>
                      <a:pt x="1" y="1"/>
                    </a:moveTo>
                    <a:cubicBezTo>
                      <a:pt x="7408" y="1887"/>
                      <a:pt x="13757" y="5588"/>
                      <a:pt x="26455" y="12700"/>
                    </a:cubicBezTo>
                    <a:moveTo>
                      <a:pt x="1" y="1"/>
                    </a:moveTo>
                    <a:cubicBezTo>
                      <a:pt x="9146" y="3339"/>
                      <a:pt x="14891" y="7403"/>
                      <a:pt x="26455" y="12700"/>
                    </a:cubicBezTo>
                    <a:moveTo>
                      <a:pt x="26455" y="12700"/>
                    </a:moveTo>
                    <a:cubicBezTo>
                      <a:pt x="31066" y="6895"/>
                      <a:pt x="41119" y="9217"/>
                      <a:pt x="52910" y="73"/>
                    </a:cubicBezTo>
                    <a:moveTo>
                      <a:pt x="26455" y="12700"/>
                    </a:moveTo>
                    <a:cubicBezTo>
                      <a:pt x="31822" y="10160"/>
                      <a:pt x="40136" y="5080"/>
                      <a:pt x="52910" y="73"/>
                    </a:cubicBezTo>
                    <a:moveTo>
                      <a:pt x="52910" y="73"/>
                    </a:moveTo>
                    <a:cubicBezTo>
                      <a:pt x="38322" y="17345"/>
                      <a:pt x="36508" y="38608"/>
                      <a:pt x="26380" y="50800"/>
                    </a:cubicBezTo>
                    <a:moveTo>
                      <a:pt x="52910" y="73"/>
                    </a:moveTo>
                    <a:cubicBezTo>
                      <a:pt x="44747" y="12410"/>
                      <a:pt x="39456" y="19958"/>
                      <a:pt x="26380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77" name="صورة 134">
              <a:extLst>
                <a:ext uri="{FF2B5EF4-FFF2-40B4-BE49-F238E27FC236}">
                  <a16:creationId xmlns:a16="http://schemas.microsoft.com/office/drawing/2014/main" id="{0541346A-77A6-B43D-762E-B85029B428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243390" y="3811341"/>
              <a:ext cx="816317" cy="114299"/>
            </a:xfrm>
            <a:custGeom>
              <a:avLst/>
              <a:gdLst>
                <a:gd name="csX0" fmla="*/ 0 w 816317"/>
                <a:gd name="csY0" fmla="*/ 0 h 114299"/>
                <a:gd name="csX1" fmla="*/ 816318 w 816317"/>
                <a:gd name="csY1" fmla="*/ 0 h 114299"/>
                <a:gd name="csX2" fmla="*/ 816318 w 816317"/>
                <a:gd name="csY2" fmla="*/ 114299 h 114299"/>
                <a:gd name="csX3" fmla="*/ 0 w 81631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16317" h="114299">
                  <a:moveTo>
                    <a:pt x="0" y="0"/>
                  </a:moveTo>
                  <a:lnTo>
                    <a:pt x="816318" y="0"/>
                  </a:lnTo>
                  <a:lnTo>
                    <a:pt x="81631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83" name="!!رسم 9">
            <a:extLst>
              <a:ext uri="{FF2B5EF4-FFF2-40B4-BE49-F238E27FC236}">
                <a16:creationId xmlns:a16="http://schemas.microsoft.com/office/drawing/2014/main" id="{761C1492-AD42-E9BC-4155-3934264B5460}"/>
              </a:ext>
            </a:extLst>
          </p:cNvPr>
          <p:cNvGrpSpPr/>
          <p:nvPr/>
        </p:nvGrpSpPr>
        <p:grpSpPr>
          <a:xfrm>
            <a:off x="2734275" y="3691820"/>
            <a:ext cx="614581" cy="241734"/>
            <a:chOff x="5457155" y="3702630"/>
            <a:chExt cx="614581" cy="241734"/>
          </a:xfrm>
        </p:grpSpPr>
        <p:grpSp>
          <p:nvGrpSpPr>
            <p:cNvPr id="1784" name="رسم 9">
              <a:extLst>
                <a:ext uri="{FF2B5EF4-FFF2-40B4-BE49-F238E27FC236}">
                  <a16:creationId xmlns:a16="http://schemas.microsoft.com/office/drawing/2014/main" id="{1E6E46C5-98A4-85AE-3777-2A776A5A0980}"/>
                </a:ext>
              </a:extLst>
            </p:cNvPr>
            <p:cNvGrpSpPr/>
            <p:nvPr/>
          </p:nvGrpSpPr>
          <p:grpSpPr>
            <a:xfrm>
              <a:off x="5457155" y="3702630"/>
              <a:ext cx="614581" cy="241734"/>
              <a:chOff x="5457155" y="3702630"/>
              <a:chExt cx="614581" cy="241734"/>
            </a:xfrm>
          </p:grpSpPr>
          <p:sp>
            <p:nvSpPr>
              <p:cNvPr id="1786" name="مستطيل 137">
                <a:extLst>
                  <a:ext uri="{FF2B5EF4-FFF2-40B4-BE49-F238E27FC236}">
                    <a16:creationId xmlns:a16="http://schemas.microsoft.com/office/drawing/2014/main" id="{A78801D0-85A2-E002-6255-C02C4B3BD69C}"/>
                  </a:ext>
                </a:extLst>
              </p:cNvPr>
              <p:cNvSpPr/>
              <p:nvPr/>
            </p:nvSpPr>
            <p:spPr>
              <a:xfrm>
                <a:off x="5461085" y="3713370"/>
                <a:ext cx="60467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" name="شكل حر: شكل 138">
                <a:extLst>
                  <a:ext uri="{FF2B5EF4-FFF2-40B4-BE49-F238E27FC236}">
                    <a16:creationId xmlns:a16="http://schemas.microsoft.com/office/drawing/2014/main" id="{D1AECE37-9D28-ABFB-CC98-A2ED0A02FE64}"/>
                  </a:ext>
                </a:extLst>
              </p:cNvPr>
              <p:cNvSpPr/>
              <p:nvPr/>
            </p:nvSpPr>
            <p:spPr>
              <a:xfrm>
                <a:off x="5457155" y="3702630"/>
                <a:ext cx="614581" cy="241734"/>
              </a:xfrm>
              <a:custGeom>
                <a:avLst/>
                <a:gdLst>
                  <a:gd name="csX0" fmla="*/ 6501 w 614581"/>
                  <a:gd name="csY0" fmla="*/ 1 h 241734"/>
                  <a:gd name="csX1" fmla="*/ 607930 w 614581"/>
                  <a:gd name="csY1" fmla="*/ 14079 h 241734"/>
                  <a:gd name="csX2" fmla="*/ 614582 w 614581"/>
                  <a:gd name="csY2" fmla="*/ 241735 h 241734"/>
                  <a:gd name="csX3" fmla="*/ 1 w 614581"/>
                  <a:gd name="csY3" fmla="*/ 236655 h 241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4581" h="241734">
                    <a:moveTo>
                      <a:pt x="6501" y="1"/>
                    </a:moveTo>
                    <a:lnTo>
                      <a:pt x="607930" y="14079"/>
                    </a:lnTo>
                    <a:lnTo>
                      <a:pt x="614582" y="241735"/>
                    </a:lnTo>
                    <a:lnTo>
                      <a:pt x="1" y="236655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" name="شكل حر: شكل 139">
                <a:extLst>
                  <a:ext uri="{FF2B5EF4-FFF2-40B4-BE49-F238E27FC236}">
                    <a16:creationId xmlns:a16="http://schemas.microsoft.com/office/drawing/2014/main" id="{68EB7972-7C04-2ACB-F0DF-409301B6F717}"/>
                  </a:ext>
                </a:extLst>
              </p:cNvPr>
              <p:cNvSpPr/>
              <p:nvPr/>
            </p:nvSpPr>
            <p:spPr>
              <a:xfrm>
                <a:off x="5460212" y="3702772"/>
                <a:ext cx="606534" cy="229274"/>
              </a:xfrm>
              <a:custGeom>
                <a:avLst/>
                <a:gdLst>
                  <a:gd name="csX0" fmla="*/ 874 w 606534"/>
                  <a:gd name="csY0" fmla="*/ 10599 h 229274"/>
                  <a:gd name="csX1" fmla="*/ 605554 w 606534"/>
                  <a:gd name="csY1" fmla="*/ 10599 h 229274"/>
                  <a:gd name="csX2" fmla="*/ 874 w 606534"/>
                  <a:gd name="csY2" fmla="*/ 10599 h 229274"/>
                  <a:gd name="csX3" fmla="*/ 605554 w 606534"/>
                  <a:gd name="csY3" fmla="*/ 10599 h 229274"/>
                  <a:gd name="csX4" fmla="*/ 605554 w 606534"/>
                  <a:gd name="csY4" fmla="*/ 10599 h 229274"/>
                  <a:gd name="csX5" fmla="*/ 605554 w 606534"/>
                  <a:gd name="csY5" fmla="*/ 228312 h 229274"/>
                  <a:gd name="csX6" fmla="*/ 605554 w 606534"/>
                  <a:gd name="csY6" fmla="*/ 10599 h 229274"/>
                  <a:gd name="csX7" fmla="*/ 605554 w 606534"/>
                  <a:gd name="csY7" fmla="*/ 228312 h 229274"/>
                  <a:gd name="csX8" fmla="*/ 605554 w 606534"/>
                  <a:gd name="csY8" fmla="*/ 228312 h 229274"/>
                  <a:gd name="csX9" fmla="*/ 874 w 606534"/>
                  <a:gd name="csY9" fmla="*/ 228312 h 229274"/>
                  <a:gd name="csX10" fmla="*/ 605554 w 606534"/>
                  <a:gd name="csY10" fmla="*/ 228312 h 229274"/>
                  <a:gd name="csX11" fmla="*/ 874 w 606534"/>
                  <a:gd name="csY11" fmla="*/ 228312 h 229274"/>
                  <a:gd name="csX12" fmla="*/ 874 w 606534"/>
                  <a:gd name="csY12" fmla="*/ 228312 h 229274"/>
                  <a:gd name="csX13" fmla="*/ 874 w 606534"/>
                  <a:gd name="csY13" fmla="*/ 10599 h 229274"/>
                  <a:gd name="csX14" fmla="*/ 874 w 606534"/>
                  <a:gd name="csY14" fmla="*/ 228312 h 229274"/>
                  <a:gd name="csX15" fmla="*/ 874 w 606534"/>
                  <a:gd name="csY15" fmla="*/ 10599 h 229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06534" h="229274">
                    <a:moveTo>
                      <a:pt x="874" y="10599"/>
                    </a:moveTo>
                    <a:cubicBezTo>
                      <a:pt x="197319" y="-6963"/>
                      <a:pt x="386584" y="366"/>
                      <a:pt x="605554" y="10599"/>
                    </a:cubicBezTo>
                    <a:moveTo>
                      <a:pt x="874" y="10599"/>
                    </a:moveTo>
                    <a:cubicBezTo>
                      <a:pt x="184772" y="13139"/>
                      <a:pt x="354611" y="12558"/>
                      <a:pt x="605554" y="10599"/>
                    </a:cubicBezTo>
                    <a:moveTo>
                      <a:pt x="605554" y="10599"/>
                    </a:moveTo>
                    <a:cubicBezTo>
                      <a:pt x="609484" y="82372"/>
                      <a:pt x="599960" y="136945"/>
                      <a:pt x="605554" y="228312"/>
                    </a:cubicBezTo>
                    <a:moveTo>
                      <a:pt x="605554" y="10599"/>
                    </a:moveTo>
                    <a:cubicBezTo>
                      <a:pt x="607065" y="66987"/>
                      <a:pt x="602908" y="126495"/>
                      <a:pt x="605554" y="228312"/>
                    </a:cubicBezTo>
                    <a:moveTo>
                      <a:pt x="605554" y="228312"/>
                    </a:moveTo>
                    <a:cubicBezTo>
                      <a:pt x="469047" y="222869"/>
                      <a:pt x="349321" y="232158"/>
                      <a:pt x="874" y="228312"/>
                    </a:cubicBezTo>
                    <a:moveTo>
                      <a:pt x="605554" y="228312"/>
                    </a:moveTo>
                    <a:cubicBezTo>
                      <a:pt x="435412" y="227659"/>
                      <a:pt x="264363" y="223740"/>
                      <a:pt x="874" y="228312"/>
                    </a:cubicBezTo>
                    <a:moveTo>
                      <a:pt x="874" y="228312"/>
                    </a:moveTo>
                    <a:cubicBezTo>
                      <a:pt x="8130" y="155814"/>
                      <a:pt x="2537" y="77800"/>
                      <a:pt x="874" y="10599"/>
                    </a:cubicBezTo>
                    <a:moveTo>
                      <a:pt x="874" y="228312"/>
                    </a:moveTo>
                    <a:cubicBezTo>
                      <a:pt x="-1091" y="153854"/>
                      <a:pt x="874" y="66696"/>
                      <a:pt x="874" y="10599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85" name="صورة 140">
              <a:extLst>
                <a:ext uri="{FF2B5EF4-FFF2-40B4-BE49-F238E27FC236}">
                  <a16:creationId xmlns:a16="http://schemas.microsoft.com/office/drawing/2014/main" id="{6D19429C-7057-17A4-D66D-B8144DC89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464865" y="3771427"/>
              <a:ext cx="589562" cy="123370"/>
            </a:xfrm>
            <a:custGeom>
              <a:avLst/>
              <a:gdLst>
                <a:gd name="csX0" fmla="*/ 0 w 589562"/>
                <a:gd name="csY0" fmla="*/ 0 h 123370"/>
                <a:gd name="csX1" fmla="*/ 589563 w 589562"/>
                <a:gd name="csY1" fmla="*/ 0 h 123370"/>
                <a:gd name="csX2" fmla="*/ 589563 w 589562"/>
                <a:gd name="csY2" fmla="*/ 123371 h 123370"/>
                <a:gd name="csX3" fmla="*/ 0 w 58956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9562" h="123370">
                  <a:moveTo>
                    <a:pt x="0" y="0"/>
                  </a:moveTo>
                  <a:lnTo>
                    <a:pt x="589563" y="0"/>
                  </a:lnTo>
                  <a:lnTo>
                    <a:pt x="58956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89" name="!!رسم 9">
            <a:extLst>
              <a:ext uri="{FF2B5EF4-FFF2-40B4-BE49-F238E27FC236}">
                <a16:creationId xmlns:a16="http://schemas.microsoft.com/office/drawing/2014/main" id="{71FF780D-BB24-FCF1-4F18-7C37D7F1ED5E}"/>
              </a:ext>
            </a:extLst>
          </p:cNvPr>
          <p:cNvGrpSpPr/>
          <p:nvPr/>
        </p:nvGrpSpPr>
        <p:grpSpPr>
          <a:xfrm>
            <a:off x="3342885" y="5092296"/>
            <a:ext cx="1050630" cy="365612"/>
            <a:chOff x="6065765" y="5103106"/>
            <a:chExt cx="1050630" cy="365612"/>
          </a:xfrm>
        </p:grpSpPr>
        <p:grpSp>
          <p:nvGrpSpPr>
            <p:cNvPr id="1790" name="رسم 9">
              <a:extLst>
                <a:ext uri="{FF2B5EF4-FFF2-40B4-BE49-F238E27FC236}">
                  <a16:creationId xmlns:a16="http://schemas.microsoft.com/office/drawing/2014/main" id="{6BFDE6D5-1225-A39E-FC13-710CD3A88DC7}"/>
                </a:ext>
              </a:extLst>
            </p:cNvPr>
            <p:cNvGrpSpPr/>
            <p:nvPr/>
          </p:nvGrpSpPr>
          <p:grpSpPr>
            <a:xfrm>
              <a:off x="6065765" y="5146629"/>
              <a:ext cx="782304" cy="322089"/>
              <a:chOff x="6065765" y="5146629"/>
              <a:chExt cx="782304" cy="322089"/>
            </a:xfrm>
          </p:grpSpPr>
          <p:sp>
            <p:nvSpPr>
              <p:cNvPr id="1792" name="شكل حر: شكل 143">
                <a:extLst>
                  <a:ext uri="{FF2B5EF4-FFF2-40B4-BE49-F238E27FC236}">
                    <a16:creationId xmlns:a16="http://schemas.microsoft.com/office/drawing/2014/main" id="{3D3DE145-702D-B22E-612E-5F4AED18AEA5}"/>
                  </a:ext>
                </a:extLst>
              </p:cNvPr>
              <p:cNvSpPr/>
              <p:nvPr/>
            </p:nvSpPr>
            <p:spPr>
              <a:xfrm>
                <a:off x="6065765" y="5150277"/>
                <a:ext cx="755849" cy="280341"/>
              </a:xfrm>
              <a:custGeom>
                <a:avLst/>
                <a:gdLst>
                  <a:gd name="csX0" fmla="*/ 1 w 755849"/>
                  <a:gd name="csY0" fmla="*/ 1 h 280341"/>
                  <a:gd name="csX1" fmla="*/ 755850 w 755849"/>
                  <a:gd name="csY1" fmla="*/ 1 h 280341"/>
                  <a:gd name="csX2" fmla="*/ 755850 w 755849"/>
                  <a:gd name="csY2" fmla="*/ 280342 h 280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55849" h="280341">
                    <a:moveTo>
                      <a:pt x="1" y="1"/>
                    </a:moveTo>
                    <a:lnTo>
                      <a:pt x="755850" y="1"/>
                    </a:lnTo>
                    <a:lnTo>
                      <a:pt x="755850" y="28034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" name="شكل حر: شكل 144">
                <a:extLst>
                  <a:ext uri="{FF2B5EF4-FFF2-40B4-BE49-F238E27FC236}">
                    <a16:creationId xmlns:a16="http://schemas.microsoft.com/office/drawing/2014/main" id="{E434340C-623F-E5D3-A7C7-1A4609A70958}"/>
                  </a:ext>
                </a:extLst>
              </p:cNvPr>
              <p:cNvSpPr/>
              <p:nvPr/>
            </p:nvSpPr>
            <p:spPr>
              <a:xfrm>
                <a:off x="679516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" name="شكل حر: شكل 145">
                <a:extLst>
                  <a:ext uri="{FF2B5EF4-FFF2-40B4-BE49-F238E27FC236}">
                    <a16:creationId xmlns:a16="http://schemas.microsoft.com/office/drawing/2014/main" id="{8141DFE1-BF0A-151E-4172-AFE111E7205E}"/>
                  </a:ext>
                </a:extLst>
              </p:cNvPr>
              <p:cNvSpPr/>
              <p:nvPr/>
            </p:nvSpPr>
            <p:spPr>
              <a:xfrm>
                <a:off x="6065765" y="5146629"/>
                <a:ext cx="760907" cy="283989"/>
              </a:xfrm>
              <a:custGeom>
                <a:avLst/>
                <a:gdLst>
                  <a:gd name="csX0" fmla="*/ 1 w 760907"/>
                  <a:gd name="csY0" fmla="*/ 3649 h 283989"/>
                  <a:gd name="csX1" fmla="*/ 755850 w 760907"/>
                  <a:gd name="csY1" fmla="*/ 3649 h 283989"/>
                  <a:gd name="csX2" fmla="*/ 1 w 760907"/>
                  <a:gd name="csY2" fmla="*/ 3649 h 283989"/>
                  <a:gd name="csX3" fmla="*/ 755850 w 760907"/>
                  <a:gd name="csY3" fmla="*/ 3649 h 283989"/>
                  <a:gd name="csX4" fmla="*/ 755850 w 760907"/>
                  <a:gd name="csY4" fmla="*/ 3649 h 283989"/>
                  <a:gd name="csX5" fmla="*/ 755850 w 760907"/>
                  <a:gd name="csY5" fmla="*/ 283991 h 283989"/>
                  <a:gd name="csX6" fmla="*/ 755850 w 760907"/>
                  <a:gd name="csY6" fmla="*/ 3649 h 283989"/>
                  <a:gd name="csX7" fmla="*/ 755850 w 760907"/>
                  <a:gd name="csY7" fmla="*/ 283991 h 283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760907" h="283989">
                    <a:moveTo>
                      <a:pt x="1" y="3649"/>
                    </a:moveTo>
                    <a:cubicBezTo>
                      <a:pt x="236279" y="12430"/>
                      <a:pt x="495384" y="-7890"/>
                      <a:pt x="755850" y="3649"/>
                    </a:cubicBezTo>
                    <a:moveTo>
                      <a:pt x="1" y="3649"/>
                    </a:moveTo>
                    <a:cubicBezTo>
                      <a:pt x="276642" y="17147"/>
                      <a:pt x="557213" y="10906"/>
                      <a:pt x="755850" y="3649"/>
                    </a:cubicBezTo>
                    <a:moveTo>
                      <a:pt x="755850" y="3649"/>
                    </a:moveTo>
                    <a:cubicBezTo>
                      <a:pt x="755321" y="89645"/>
                      <a:pt x="767490" y="191100"/>
                      <a:pt x="755850" y="283991"/>
                    </a:cubicBezTo>
                    <a:moveTo>
                      <a:pt x="755850" y="3649"/>
                    </a:moveTo>
                    <a:cubicBezTo>
                      <a:pt x="752449" y="68672"/>
                      <a:pt x="755094" y="136816"/>
                      <a:pt x="755850" y="28399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" name="شكل حر: شكل 146">
                <a:extLst>
                  <a:ext uri="{FF2B5EF4-FFF2-40B4-BE49-F238E27FC236}">
                    <a16:creationId xmlns:a16="http://schemas.microsoft.com/office/drawing/2014/main" id="{22EEAB69-1A9F-248F-A6D7-A37C19B6EE0A}"/>
                  </a:ext>
                </a:extLst>
              </p:cNvPr>
              <p:cNvSpPr/>
              <p:nvPr/>
            </p:nvSpPr>
            <p:spPr>
              <a:xfrm>
                <a:off x="679516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5972" y="23731"/>
                      <a:pt x="7181" y="6096"/>
                      <a:pt x="1" y="1"/>
                    </a:cubicBezTo>
                    <a:cubicBezTo>
                      <a:pt x="1512" y="7766"/>
                      <a:pt x="10431" y="5733"/>
                      <a:pt x="26455" y="12700"/>
                    </a:cubicBezTo>
                    <a:cubicBezTo>
                      <a:pt x="36055" y="5153"/>
                      <a:pt x="36584" y="1887"/>
                      <a:pt x="52910" y="1"/>
                    </a:cubicBezTo>
                    <a:cubicBezTo>
                      <a:pt x="46788" y="25400"/>
                      <a:pt x="24717" y="38100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" name="شكل حر: شكل 147">
                <a:extLst>
                  <a:ext uri="{FF2B5EF4-FFF2-40B4-BE49-F238E27FC236}">
                    <a16:creationId xmlns:a16="http://schemas.microsoft.com/office/drawing/2014/main" id="{8DB6CD57-9359-4E3A-0720-1ACD0FB356DD}"/>
                  </a:ext>
                </a:extLst>
              </p:cNvPr>
              <p:cNvSpPr/>
              <p:nvPr/>
            </p:nvSpPr>
            <p:spPr>
              <a:xfrm>
                <a:off x="679516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5420" y="37592"/>
                      <a:pt x="13455" y="13353"/>
                      <a:pt x="1" y="1"/>
                    </a:cubicBezTo>
                    <a:moveTo>
                      <a:pt x="26455" y="50800"/>
                    </a:moveTo>
                    <a:cubicBezTo>
                      <a:pt x="17385" y="34762"/>
                      <a:pt x="9297" y="13717"/>
                      <a:pt x="1" y="1"/>
                    </a:cubicBezTo>
                    <a:moveTo>
                      <a:pt x="1" y="1"/>
                    </a:moveTo>
                    <a:cubicBezTo>
                      <a:pt x="8239" y="3484"/>
                      <a:pt x="18972" y="10015"/>
                      <a:pt x="26455" y="12700"/>
                    </a:cubicBezTo>
                    <a:moveTo>
                      <a:pt x="1" y="1"/>
                    </a:moveTo>
                    <a:cubicBezTo>
                      <a:pt x="5594" y="2250"/>
                      <a:pt x="12699" y="5081"/>
                      <a:pt x="26455" y="12700"/>
                    </a:cubicBezTo>
                    <a:moveTo>
                      <a:pt x="26455" y="12700"/>
                    </a:moveTo>
                    <a:cubicBezTo>
                      <a:pt x="38473" y="8419"/>
                      <a:pt x="45805" y="2032"/>
                      <a:pt x="52910" y="1"/>
                    </a:cubicBezTo>
                    <a:moveTo>
                      <a:pt x="26455" y="12700"/>
                    </a:moveTo>
                    <a:cubicBezTo>
                      <a:pt x="34619" y="9943"/>
                      <a:pt x="45200" y="3411"/>
                      <a:pt x="52910" y="1"/>
                    </a:cubicBezTo>
                    <a:moveTo>
                      <a:pt x="52910" y="1"/>
                    </a:moveTo>
                    <a:cubicBezTo>
                      <a:pt x="43915" y="11249"/>
                      <a:pt x="36584" y="25400"/>
                      <a:pt x="26455" y="50800"/>
                    </a:cubicBezTo>
                    <a:moveTo>
                      <a:pt x="52910" y="1"/>
                    </a:moveTo>
                    <a:cubicBezTo>
                      <a:pt x="45654" y="17200"/>
                      <a:pt x="38700" y="29102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91" name="صورة 148">
              <a:extLst>
                <a:ext uri="{FF2B5EF4-FFF2-40B4-BE49-F238E27FC236}">
                  <a16:creationId xmlns:a16="http://schemas.microsoft.com/office/drawing/2014/main" id="{733AA99E-AD9D-12AE-0FB7-670269AF5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519275" y="5103106"/>
              <a:ext cx="597121" cy="114299"/>
            </a:xfrm>
            <a:custGeom>
              <a:avLst/>
              <a:gdLst>
                <a:gd name="csX0" fmla="*/ 0 w 597121"/>
                <a:gd name="csY0" fmla="*/ 0 h 114299"/>
                <a:gd name="csX1" fmla="*/ 597121 w 597121"/>
                <a:gd name="csY1" fmla="*/ 0 h 114299"/>
                <a:gd name="csX2" fmla="*/ 597121 w 597121"/>
                <a:gd name="csY2" fmla="*/ 114299 h 114299"/>
                <a:gd name="csX3" fmla="*/ 0 w 59712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7121" h="114299">
                  <a:moveTo>
                    <a:pt x="0" y="0"/>
                  </a:moveTo>
                  <a:lnTo>
                    <a:pt x="597121" y="0"/>
                  </a:lnTo>
                  <a:lnTo>
                    <a:pt x="59712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97" name="!!رسم 9">
            <a:extLst>
              <a:ext uri="{FF2B5EF4-FFF2-40B4-BE49-F238E27FC236}">
                <a16:creationId xmlns:a16="http://schemas.microsoft.com/office/drawing/2014/main" id="{974AF5FF-4B84-A79B-96A2-DD9D4D5D0701}"/>
              </a:ext>
            </a:extLst>
          </p:cNvPr>
          <p:cNvGrpSpPr/>
          <p:nvPr/>
        </p:nvGrpSpPr>
        <p:grpSpPr>
          <a:xfrm>
            <a:off x="3146822" y="4500842"/>
            <a:ext cx="1375112" cy="429983"/>
            <a:chOff x="5869702" y="4511652"/>
            <a:chExt cx="1375112" cy="429983"/>
          </a:xfrm>
        </p:grpSpPr>
        <p:grpSp>
          <p:nvGrpSpPr>
            <p:cNvPr id="1798" name="رسم 9">
              <a:extLst>
                <a:ext uri="{FF2B5EF4-FFF2-40B4-BE49-F238E27FC236}">
                  <a16:creationId xmlns:a16="http://schemas.microsoft.com/office/drawing/2014/main" id="{E6BA2242-3698-C510-F4AC-1D00696C0B1A}"/>
                </a:ext>
              </a:extLst>
            </p:cNvPr>
            <p:cNvGrpSpPr/>
            <p:nvPr/>
          </p:nvGrpSpPr>
          <p:grpSpPr>
            <a:xfrm>
              <a:off x="5869702" y="4511652"/>
              <a:ext cx="1375112" cy="372280"/>
              <a:chOff x="5869702" y="4511652"/>
              <a:chExt cx="1375112" cy="372280"/>
            </a:xfrm>
          </p:grpSpPr>
          <p:sp>
            <p:nvSpPr>
              <p:cNvPr id="1800" name="شكل حر: شكل 151">
                <a:extLst>
                  <a:ext uri="{FF2B5EF4-FFF2-40B4-BE49-F238E27FC236}">
                    <a16:creationId xmlns:a16="http://schemas.microsoft.com/office/drawing/2014/main" id="{DCB508E1-5FB8-F176-01A8-3D49A76647D7}"/>
                  </a:ext>
                </a:extLst>
              </p:cNvPr>
              <p:cNvSpPr/>
              <p:nvPr/>
            </p:nvSpPr>
            <p:spPr>
              <a:xfrm>
                <a:off x="5876803" y="4511652"/>
                <a:ext cx="1341557" cy="362855"/>
              </a:xfrm>
              <a:custGeom>
                <a:avLst/>
                <a:gdLst>
                  <a:gd name="csX0" fmla="*/ 1 w 1341557"/>
                  <a:gd name="csY0" fmla="*/ 1 h 362855"/>
                  <a:gd name="csX1" fmla="*/ 454 w 1341557"/>
                  <a:gd name="csY1" fmla="*/ 362856 h 362855"/>
                  <a:gd name="csX2" fmla="*/ 1341407 w 1341557"/>
                  <a:gd name="csY2" fmla="*/ 362856 h 362855"/>
                  <a:gd name="csX3" fmla="*/ 1341558 w 1341557"/>
                  <a:gd name="csY3" fmla="*/ 191370 h 3628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41557" h="362855">
                    <a:moveTo>
                      <a:pt x="1" y="1"/>
                    </a:moveTo>
                    <a:lnTo>
                      <a:pt x="454" y="362856"/>
                    </a:lnTo>
                    <a:lnTo>
                      <a:pt x="1341407" y="362856"/>
                    </a:lnTo>
                    <a:lnTo>
                      <a:pt x="1341558" y="1913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" name="شكل حر: شكل 152">
                <a:extLst>
                  <a:ext uri="{FF2B5EF4-FFF2-40B4-BE49-F238E27FC236}">
                    <a16:creationId xmlns:a16="http://schemas.microsoft.com/office/drawing/2014/main" id="{A3454672-5D02-BE90-ED95-8133BE0B730C}"/>
                  </a:ext>
                </a:extLst>
              </p:cNvPr>
              <p:cNvSpPr/>
              <p:nvPr/>
            </p:nvSpPr>
            <p:spPr>
              <a:xfrm>
                <a:off x="7191905" y="4664922"/>
                <a:ext cx="52909" cy="50799"/>
              </a:xfrm>
              <a:custGeom>
                <a:avLst/>
                <a:gdLst>
                  <a:gd name="csX0" fmla="*/ 26531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728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531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728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" name="شكل حر: شكل 153">
                <a:extLst>
                  <a:ext uri="{FF2B5EF4-FFF2-40B4-BE49-F238E27FC236}">
                    <a16:creationId xmlns:a16="http://schemas.microsoft.com/office/drawing/2014/main" id="{922BA7EE-3969-496B-BFBD-78B232D08896}"/>
                  </a:ext>
                </a:extLst>
              </p:cNvPr>
              <p:cNvSpPr/>
              <p:nvPr/>
            </p:nvSpPr>
            <p:spPr>
              <a:xfrm>
                <a:off x="5869702" y="4511652"/>
                <a:ext cx="1354991" cy="372280"/>
              </a:xfrm>
              <a:custGeom>
                <a:avLst/>
                <a:gdLst>
                  <a:gd name="csX0" fmla="*/ 7101 w 1354991"/>
                  <a:gd name="csY0" fmla="*/ 1 h 372280"/>
                  <a:gd name="csX1" fmla="*/ 7554 w 1354991"/>
                  <a:gd name="csY1" fmla="*/ 362856 h 372280"/>
                  <a:gd name="csX2" fmla="*/ 7101 w 1354991"/>
                  <a:gd name="csY2" fmla="*/ 1 h 372280"/>
                  <a:gd name="csX3" fmla="*/ 7554 w 1354991"/>
                  <a:gd name="csY3" fmla="*/ 362856 h 372280"/>
                  <a:gd name="csX4" fmla="*/ 7554 w 1354991"/>
                  <a:gd name="csY4" fmla="*/ 362856 h 372280"/>
                  <a:gd name="csX5" fmla="*/ 1348507 w 1354991"/>
                  <a:gd name="csY5" fmla="*/ 362856 h 372280"/>
                  <a:gd name="csX6" fmla="*/ 7554 w 1354991"/>
                  <a:gd name="csY6" fmla="*/ 362856 h 372280"/>
                  <a:gd name="csX7" fmla="*/ 1348507 w 1354991"/>
                  <a:gd name="csY7" fmla="*/ 362856 h 372280"/>
                  <a:gd name="csX8" fmla="*/ 1348507 w 1354991"/>
                  <a:gd name="csY8" fmla="*/ 362856 h 372280"/>
                  <a:gd name="csX9" fmla="*/ 1348658 w 1354991"/>
                  <a:gd name="csY9" fmla="*/ 191370 h 372280"/>
                  <a:gd name="csX10" fmla="*/ 1348507 w 1354991"/>
                  <a:gd name="csY10" fmla="*/ 362856 h 372280"/>
                  <a:gd name="csX11" fmla="*/ 1348658 w 1354991"/>
                  <a:gd name="csY11" fmla="*/ 191370 h 3722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354991" h="372280">
                    <a:moveTo>
                      <a:pt x="7101" y="1"/>
                    </a:moveTo>
                    <a:cubicBezTo>
                      <a:pt x="-5976" y="116767"/>
                      <a:pt x="1961" y="243404"/>
                      <a:pt x="7554" y="362856"/>
                    </a:cubicBezTo>
                    <a:moveTo>
                      <a:pt x="7101" y="1"/>
                    </a:moveTo>
                    <a:cubicBezTo>
                      <a:pt x="-1516" y="80337"/>
                      <a:pt x="-458" y="169236"/>
                      <a:pt x="7554" y="362856"/>
                    </a:cubicBezTo>
                    <a:moveTo>
                      <a:pt x="7554" y="362856"/>
                    </a:moveTo>
                    <a:cubicBezTo>
                      <a:pt x="475954" y="385643"/>
                      <a:pt x="951535" y="359517"/>
                      <a:pt x="1348507" y="362856"/>
                    </a:cubicBezTo>
                    <a:moveTo>
                      <a:pt x="7554" y="362856"/>
                    </a:moveTo>
                    <a:cubicBezTo>
                      <a:pt x="312917" y="352623"/>
                      <a:pt x="609059" y="363654"/>
                      <a:pt x="1348507" y="362856"/>
                    </a:cubicBezTo>
                    <a:moveTo>
                      <a:pt x="1348507" y="362856"/>
                    </a:moveTo>
                    <a:cubicBezTo>
                      <a:pt x="1355461" y="317209"/>
                      <a:pt x="1358635" y="263216"/>
                      <a:pt x="1348658" y="191370"/>
                    </a:cubicBezTo>
                    <a:moveTo>
                      <a:pt x="1348507" y="362856"/>
                    </a:moveTo>
                    <a:cubicBezTo>
                      <a:pt x="1356444" y="306831"/>
                      <a:pt x="1343972" y="238106"/>
                      <a:pt x="1348658" y="1913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3" name="شكل حر: شكل 154">
                <a:extLst>
                  <a:ext uri="{FF2B5EF4-FFF2-40B4-BE49-F238E27FC236}">
                    <a16:creationId xmlns:a16="http://schemas.microsoft.com/office/drawing/2014/main" id="{78940F47-8B0D-6870-E40A-B5736EF51A1C}"/>
                  </a:ext>
                </a:extLst>
              </p:cNvPr>
              <p:cNvSpPr/>
              <p:nvPr/>
            </p:nvSpPr>
            <p:spPr>
              <a:xfrm>
                <a:off x="7191905" y="4664922"/>
                <a:ext cx="52909" cy="50799"/>
              </a:xfrm>
              <a:custGeom>
                <a:avLst/>
                <a:gdLst>
                  <a:gd name="csX0" fmla="*/ 26531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728 h 50799"/>
                  <a:gd name="csX4" fmla="*/ 26531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531" y="1"/>
                    </a:moveTo>
                    <a:cubicBezTo>
                      <a:pt x="32578" y="15894"/>
                      <a:pt x="34316" y="20538"/>
                      <a:pt x="52910" y="50800"/>
                    </a:cubicBezTo>
                    <a:cubicBezTo>
                      <a:pt x="43008" y="49711"/>
                      <a:pt x="36130" y="44559"/>
                      <a:pt x="26455" y="38100"/>
                    </a:cubicBezTo>
                    <a:cubicBezTo>
                      <a:pt x="12926" y="43761"/>
                      <a:pt x="10733" y="44705"/>
                      <a:pt x="1" y="50728"/>
                    </a:cubicBezTo>
                    <a:cubicBezTo>
                      <a:pt x="2193" y="41439"/>
                      <a:pt x="8919" y="23005"/>
                      <a:pt x="26531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4" name="شكل حر: شكل 155">
                <a:extLst>
                  <a:ext uri="{FF2B5EF4-FFF2-40B4-BE49-F238E27FC236}">
                    <a16:creationId xmlns:a16="http://schemas.microsoft.com/office/drawing/2014/main" id="{E531E189-22D4-12F9-CE3A-DD08E702A190}"/>
                  </a:ext>
                </a:extLst>
              </p:cNvPr>
              <p:cNvSpPr/>
              <p:nvPr/>
            </p:nvSpPr>
            <p:spPr>
              <a:xfrm>
                <a:off x="7191905" y="4664922"/>
                <a:ext cx="52909" cy="50799"/>
              </a:xfrm>
              <a:custGeom>
                <a:avLst/>
                <a:gdLst>
                  <a:gd name="csX0" fmla="*/ 26531 w 52909"/>
                  <a:gd name="csY0" fmla="*/ 1 h 50799"/>
                  <a:gd name="csX1" fmla="*/ 52910 w 52909"/>
                  <a:gd name="csY1" fmla="*/ 50800 h 50799"/>
                  <a:gd name="csX2" fmla="*/ 26531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728 h 50799"/>
                  <a:gd name="csX10" fmla="*/ 26455 w 52909"/>
                  <a:gd name="csY10" fmla="*/ 38100 h 50799"/>
                  <a:gd name="csX11" fmla="*/ 1 w 52909"/>
                  <a:gd name="csY11" fmla="*/ 50728 h 50799"/>
                  <a:gd name="csX12" fmla="*/ 1 w 52909"/>
                  <a:gd name="csY12" fmla="*/ 50728 h 50799"/>
                  <a:gd name="csX13" fmla="*/ 26531 w 52909"/>
                  <a:gd name="csY13" fmla="*/ 1 h 50799"/>
                  <a:gd name="csX14" fmla="*/ 1 w 52909"/>
                  <a:gd name="csY14" fmla="*/ 50728 h 50799"/>
                  <a:gd name="csX15" fmla="*/ 26531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531" y="1"/>
                    </a:moveTo>
                    <a:cubicBezTo>
                      <a:pt x="29403" y="16692"/>
                      <a:pt x="40967" y="36939"/>
                      <a:pt x="52910" y="50800"/>
                    </a:cubicBezTo>
                    <a:moveTo>
                      <a:pt x="26531" y="1"/>
                    </a:moveTo>
                    <a:cubicBezTo>
                      <a:pt x="30083" y="9870"/>
                      <a:pt x="36735" y="22933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8696"/>
                      <a:pt x="34316" y="39116"/>
                      <a:pt x="26455" y="38100"/>
                    </a:cubicBezTo>
                    <a:moveTo>
                      <a:pt x="52910" y="50800"/>
                    </a:moveTo>
                    <a:cubicBezTo>
                      <a:pt x="47544" y="46664"/>
                      <a:pt x="40439" y="46011"/>
                      <a:pt x="26455" y="38100"/>
                    </a:cubicBezTo>
                    <a:moveTo>
                      <a:pt x="26455" y="38100"/>
                    </a:moveTo>
                    <a:cubicBezTo>
                      <a:pt x="19350" y="44341"/>
                      <a:pt x="11338" y="48913"/>
                      <a:pt x="1" y="50728"/>
                    </a:cubicBezTo>
                    <a:moveTo>
                      <a:pt x="26455" y="38100"/>
                    </a:moveTo>
                    <a:cubicBezTo>
                      <a:pt x="17990" y="43979"/>
                      <a:pt x="5745" y="47534"/>
                      <a:pt x="1" y="50728"/>
                    </a:cubicBezTo>
                    <a:moveTo>
                      <a:pt x="1" y="50728"/>
                    </a:moveTo>
                    <a:cubicBezTo>
                      <a:pt x="15949" y="28739"/>
                      <a:pt x="15495" y="15168"/>
                      <a:pt x="26531" y="1"/>
                    </a:cubicBezTo>
                    <a:moveTo>
                      <a:pt x="1" y="50728"/>
                    </a:moveTo>
                    <a:cubicBezTo>
                      <a:pt x="4233" y="38318"/>
                      <a:pt x="13001" y="26344"/>
                      <a:pt x="26531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99" name="صورة 156">
              <a:extLst>
                <a:ext uri="{FF2B5EF4-FFF2-40B4-BE49-F238E27FC236}">
                  <a16:creationId xmlns:a16="http://schemas.microsoft.com/office/drawing/2014/main" id="{A0AAEAE2-7EBA-F1E7-FAC7-C2605DDF1E27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258507" y="4827336"/>
              <a:ext cx="408158" cy="114299"/>
            </a:xfrm>
            <a:custGeom>
              <a:avLst/>
              <a:gdLst>
                <a:gd name="csX0" fmla="*/ 0 w 408158"/>
                <a:gd name="csY0" fmla="*/ 0 h 114299"/>
                <a:gd name="csX1" fmla="*/ 408159 w 408158"/>
                <a:gd name="csY1" fmla="*/ 0 h 114299"/>
                <a:gd name="csX2" fmla="*/ 408159 w 408158"/>
                <a:gd name="csY2" fmla="*/ 114299 h 114299"/>
                <a:gd name="csX3" fmla="*/ 0 w 40815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08158" h="114299">
                  <a:moveTo>
                    <a:pt x="0" y="0"/>
                  </a:moveTo>
                  <a:lnTo>
                    <a:pt x="408159" y="0"/>
                  </a:lnTo>
                  <a:lnTo>
                    <a:pt x="408159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05" name="!!رسم 9">
            <a:extLst>
              <a:ext uri="{FF2B5EF4-FFF2-40B4-BE49-F238E27FC236}">
                <a16:creationId xmlns:a16="http://schemas.microsoft.com/office/drawing/2014/main" id="{3FBDDD48-B773-710F-DA01-8229A6072081}"/>
              </a:ext>
            </a:extLst>
          </p:cNvPr>
          <p:cNvGrpSpPr/>
          <p:nvPr/>
        </p:nvGrpSpPr>
        <p:grpSpPr>
          <a:xfrm>
            <a:off x="2573884" y="4918140"/>
            <a:ext cx="770890" cy="304129"/>
            <a:chOff x="5296764" y="4928950"/>
            <a:chExt cx="770890" cy="304129"/>
          </a:xfrm>
        </p:grpSpPr>
        <p:grpSp>
          <p:nvGrpSpPr>
            <p:cNvPr id="1806" name="رسم 9">
              <a:extLst>
                <a:ext uri="{FF2B5EF4-FFF2-40B4-BE49-F238E27FC236}">
                  <a16:creationId xmlns:a16="http://schemas.microsoft.com/office/drawing/2014/main" id="{90DA09E6-3D77-6B93-95FD-FA7B118ECCBF}"/>
                </a:ext>
              </a:extLst>
            </p:cNvPr>
            <p:cNvGrpSpPr/>
            <p:nvPr/>
          </p:nvGrpSpPr>
          <p:grpSpPr>
            <a:xfrm>
              <a:off x="5296764" y="4928950"/>
              <a:ext cx="770890" cy="304129"/>
              <a:chOff x="5296764" y="4928950"/>
              <a:chExt cx="770890" cy="304129"/>
            </a:xfrm>
          </p:grpSpPr>
          <p:sp>
            <p:nvSpPr>
              <p:cNvPr id="1808" name="مستطيل 159">
                <a:extLst>
                  <a:ext uri="{FF2B5EF4-FFF2-40B4-BE49-F238E27FC236}">
                    <a16:creationId xmlns:a16="http://schemas.microsoft.com/office/drawing/2014/main" id="{3FAA5BC8-21A1-AF4F-36B4-2D958724B4EE}"/>
                  </a:ext>
                </a:extLst>
              </p:cNvPr>
              <p:cNvSpPr/>
              <p:nvPr/>
            </p:nvSpPr>
            <p:spPr>
              <a:xfrm>
                <a:off x="5309915" y="4932564"/>
                <a:ext cx="755849" cy="290284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9" name="شكل حر: شكل 160">
                <a:extLst>
                  <a:ext uri="{FF2B5EF4-FFF2-40B4-BE49-F238E27FC236}">
                    <a16:creationId xmlns:a16="http://schemas.microsoft.com/office/drawing/2014/main" id="{FC576D9A-936A-160C-48AA-B18133F05E10}"/>
                  </a:ext>
                </a:extLst>
              </p:cNvPr>
              <p:cNvSpPr/>
              <p:nvPr/>
            </p:nvSpPr>
            <p:spPr>
              <a:xfrm>
                <a:off x="5296764" y="4941345"/>
                <a:ext cx="770890" cy="291735"/>
              </a:xfrm>
              <a:custGeom>
                <a:avLst/>
                <a:gdLst>
                  <a:gd name="csX0" fmla="*/ 20106 w 770890"/>
                  <a:gd name="csY0" fmla="*/ 1 h 291735"/>
                  <a:gd name="csX1" fmla="*/ 770891 w 770890"/>
                  <a:gd name="csY1" fmla="*/ 2830 h 291735"/>
                  <a:gd name="csX2" fmla="*/ 755926 w 770890"/>
                  <a:gd name="csY2" fmla="*/ 291736 h 291735"/>
                  <a:gd name="csX3" fmla="*/ 1 w 770890"/>
                  <a:gd name="csY3" fmla="*/ 274900 h 29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0890" h="291735">
                    <a:moveTo>
                      <a:pt x="20106" y="1"/>
                    </a:moveTo>
                    <a:lnTo>
                      <a:pt x="770891" y="2830"/>
                    </a:lnTo>
                    <a:lnTo>
                      <a:pt x="755926" y="291736"/>
                    </a:lnTo>
                    <a:lnTo>
                      <a:pt x="1" y="274900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0" name="شكل حر: شكل 161">
                <a:extLst>
                  <a:ext uri="{FF2B5EF4-FFF2-40B4-BE49-F238E27FC236}">
                    <a16:creationId xmlns:a16="http://schemas.microsoft.com/office/drawing/2014/main" id="{F85B660A-6D09-3871-B98F-A5D1BD59F996}"/>
                  </a:ext>
                </a:extLst>
              </p:cNvPr>
              <p:cNvSpPr/>
              <p:nvPr/>
            </p:nvSpPr>
            <p:spPr>
              <a:xfrm>
                <a:off x="5309915" y="4928950"/>
                <a:ext cx="755849" cy="296097"/>
              </a:xfrm>
              <a:custGeom>
                <a:avLst/>
                <a:gdLst>
                  <a:gd name="csX0" fmla="*/ 1 w 755849"/>
                  <a:gd name="csY0" fmla="*/ 3614 h 296097"/>
                  <a:gd name="csX1" fmla="*/ 755850 w 755849"/>
                  <a:gd name="csY1" fmla="*/ 3614 h 296097"/>
                  <a:gd name="csX2" fmla="*/ 1 w 755849"/>
                  <a:gd name="csY2" fmla="*/ 3614 h 296097"/>
                  <a:gd name="csX3" fmla="*/ 755850 w 755849"/>
                  <a:gd name="csY3" fmla="*/ 3614 h 296097"/>
                  <a:gd name="csX4" fmla="*/ 755850 w 755849"/>
                  <a:gd name="csY4" fmla="*/ 3614 h 296097"/>
                  <a:gd name="csX5" fmla="*/ 755850 w 755849"/>
                  <a:gd name="csY5" fmla="*/ 293898 h 296097"/>
                  <a:gd name="csX6" fmla="*/ 755850 w 755849"/>
                  <a:gd name="csY6" fmla="*/ 3614 h 296097"/>
                  <a:gd name="csX7" fmla="*/ 755850 w 755849"/>
                  <a:gd name="csY7" fmla="*/ 293898 h 296097"/>
                  <a:gd name="csX8" fmla="*/ 755850 w 755849"/>
                  <a:gd name="csY8" fmla="*/ 293898 h 296097"/>
                  <a:gd name="csX9" fmla="*/ 1 w 755849"/>
                  <a:gd name="csY9" fmla="*/ 293898 h 296097"/>
                  <a:gd name="csX10" fmla="*/ 755850 w 755849"/>
                  <a:gd name="csY10" fmla="*/ 293898 h 296097"/>
                  <a:gd name="csX11" fmla="*/ 1 w 755849"/>
                  <a:gd name="csY11" fmla="*/ 293898 h 296097"/>
                  <a:gd name="csX12" fmla="*/ 1 w 755849"/>
                  <a:gd name="csY12" fmla="*/ 293898 h 296097"/>
                  <a:gd name="csX13" fmla="*/ 1 w 755849"/>
                  <a:gd name="csY13" fmla="*/ 3614 h 296097"/>
                  <a:gd name="csX14" fmla="*/ 1 w 755849"/>
                  <a:gd name="csY14" fmla="*/ 293898 h 296097"/>
                  <a:gd name="csX15" fmla="*/ 1 w 755849"/>
                  <a:gd name="csY15" fmla="*/ 3614 h 2960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55849" h="296097">
                    <a:moveTo>
                      <a:pt x="1" y="3614"/>
                    </a:moveTo>
                    <a:cubicBezTo>
                      <a:pt x="249280" y="-5603"/>
                      <a:pt x="490547" y="6009"/>
                      <a:pt x="755850" y="3614"/>
                    </a:cubicBezTo>
                    <a:moveTo>
                      <a:pt x="1" y="3614"/>
                    </a:moveTo>
                    <a:cubicBezTo>
                      <a:pt x="237262" y="-3063"/>
                      <a:pt x="469081" y="8403"/>
                      <a:pt x="755850" y="3614"/>
                    </a:cubicBezTo>
                    <a:moveTo>
                      <a:pt x="755850" y="3614"/>
                    </a:moveTo>
                    <a:cubicBezTo>
                      <a:pt x="751315" y="115664"/>
                      <a:pt x="746251" y="221254"/>
                      <a:pt x="755850" y="293898"/>
                    </a:cubicBezTo>
                    <a:moveTo>
                      <a:pt x="755850" y="3614"/>
                    </a:moveTo>
                    <a:cubicBezTo>
                      <a:pt x="751013" y="67912"/>
                      <a:pt x="752071" y="121034"/>
                      <a:pt x="755850" y="293898"/>
                    </a:cubicBezTo>
                    <a:moveTo>
                      <a:pt x="755850" y="293898"/>
                    </a:moveTo>
                    <a:cubicBezTo>
                      <a:pt x="541038" y="288092"/>
                      <a:pt x="311033" y="301010"/>
                      <a:pt x="1" y="293898"/>
                    </a:cubicBezTo>
                    <a:moveTo>
                      <a:pt x="755850" y="293898"/>
                    </a:moveTo>
                    <a:cubicBezTo>
                      <a:pt x="598785" y="284754"/>
                      <a:pt x="435748" y="285625"/>
                      <a:pt x="1" y="293898"/>
                    </a:cubicBezTo>
                    <a:moveTo>
                      <a:pt x="1" y="293898"/>
                    </a:moveTo>
                    <a:cubicBezTo>
                      <a:pt x="4082" y="191791"/>
                      <a:pt x="10507" y="94981"/>
                      <a:pt x="1" y="3614"/>
                    </a:cubicBezTo>
                    <a:moveTo>
                      <a:pt x="1" y="293898"/>
                    </a:moveTo>
                    <a:cubicBezTo>
                      <a:pt x="907" y="233737"/>
                      <a:pt x="6576" y="173720"/>
                      <a:pt x="1" y="361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07" name="صورة 162">
              <a:extLst>
                <a:ext uri="{FF2B5EF4-FFF2-40B4-BE49-F238E27FC236}">
                  <a16:creationId xmlns:a16="http://schemas.microsoft.com/office/drawing/2014/main" id="{5FEFBAFC-8764-B26D-B8F6-A8747694490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313695" y="4972478"/>
              <a:ext cx="740732" cy="232227"/>
            </a:xfrm>
            <a:custGeom>
              <a:avLst/>
              <a:gdLst>
                <a:gd name="csX0" fmla="*/ 0 w 740732"/>
                <a:gd name="csY0" fmla="*/ 0 h 232227"/>
                <a:gd name="csX1" fmla="*/ 740733 w 740732"/>
                <a:gd name="csY1" fmla="*/ 0 h 232227"/>
                <a:gd name="csX2" fmla="*/ 740733 w 740732"/>
                <a:gd name="csY2" fmla="*/ 232227 h 232227"/>
                <a:gd name="csX3" fmla="*/ 0 w 740732"/>
                <a:gd name="csY3" fmla="*/ 232227 h 232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0732" h="232227">
                  <a:moveTo>
                    <a:pt x="0" y="0"/>
                  </a:moveTo>
                  <a:lnTo>
                    <a:pt x="740733" y="0"/>
                  </a:lnTo>
                  <a:lnTo>
                    <a:pt x="740733" y="232227"/>
                  </a:lnTo>
                  <a:lnTo>
                    <a:pt x="0" y="232227"/>
                  </a:lnTo>
                  <a:close/>
                </a:path>
              </a:pathLst>
            </a:custGeom>
          </p:spPr>
        </p:pic>
      </p:grpSp>
      <p:grpSp>
        <p:nvGrpSpPr>
          <p:cNvPr id="1811" name="!!رسم 9">
            <a:extLst>
              <a:ext uri="{FF2B5EF4-FFF2-40B4-BE49-F238E27FC236}">
                <a16:creationId xmlns:a16="http://schemas.microsoft.com/office/drawing/2014/main" id="{30128C1E-2162-DDA4-E210-01B5E7BE7393}"/>
              </a:ext>
            </a:extLst>
          </p:cNvPr>
          <p:cNvGrpSpPr/>
          <p:nvPr/>
        </p:nvGrpSpPr>
        <p:grpSpPr>
          <a:xfrm>
            <a:off x="2043117" y="3731589"/>
            <a:ext cx="686622" cy="1785247"/>
            <a:chOff x="4765997" y="3742399"/>
            <a:chExt cx="686622" cy="1785247"/>
          </a:xfrm>
        </p:grpSpPr>
        <p:grpSp>
          <p:nvGrpSpPr>
            <p:cNvPr id="1812" name="رسم 9">
              <a:extLst>
                <a:ext uri="{FF2B5EF4-FFF2-40B4-BE49-F238E27FC236}">
                  <a16:creationId xmlns:a16="http://schemas.microsoft.com/office/drawing/2014/main" id="{E49F5651-89BD-1FE1-3D2A-155AB65C283B}"/>
                </a:ext>
              </a:extLst>
            </p:cNvPr>
            <p:cNvGrpSpPr/>
            <p:nvPr/>
          </p:nvGrpSpPr>
          <p:grpSpPr>
            <a:xfrm>
              <a:off x="4805813" y="3742399"/>
              <a:ext cx="646806" cy="1785247"/>
              <a:chOff x="4805813" y="3742399"/>
              <a:chExt cx="646806" cy="1785247"/>
            </a:xfrm>
          </p:grpSpPr>
          <p:sp>
            <p:nvSpPr>
              <p:cNvPr id="1814" name="شكل حر: شكل 165">
                <a:extLst>
                  <a:ext uri="{FF2B5EF4-FFF2-40B4-BE49-F238E27FC236}">
                    <a16:creationId xmlns:a16="http://schemas.microsoft.com/office/drawing/2014/main" id="{D72986D4-1C91-DD37-00F7-871D1982840E}"/>
                  </a:ext>
                </a:extLst>
              </p:cNvPr>
              <p:cNvSpPr/>
              <p:nvPr/>
            </p:nvSpPr>
            <p:spPr>
              <a:xfrm>
                <a:off x="4818613" y="3767799"/>
                <a:ext cx="594324" cy="1759847"/>
              </a:xfrm>
              <a:custGeom>
                <a:avLst/>
                <a:gdLst>
                  <a:gd name="csX0" fmla="*/ 1 w 594324"/>
                  <a:gd name="csY0" fmla="*/ 1759848 h 1759847"/>
                  <a:gd name="csX1" fmla="*/ 454 w 594324"/>
                  <a:gd name="csY1" fmla="*/ 218 h 1759847"/>
                  <a:gd name="csX2" fmla="*/ 594325 w 594324"/>
                  <a:gd name="csY2" fmla="*/ 1 h 17598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94324" h="1759847">
                    <a:moveTo>
                      <a:pt x="1" y="1759848"/>
                    </a:moveTo>
                    <a:lnTo>
                      <a:pt x="454" y="218"/>
                    </a:lnTo>
                    <a:lnTo>
                      <a:pt x="594325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5" name="شكل حر: شكل 166">
                <a:extLst>
                  <a:ext uri="{FF2B5EF4-FFF2-40B4-BE49-F238E27FC236}">
                    <a16:creationId xmlns:a16="http://schemas.microsoft.com/office/drawing/2014/main" id="{2433BAC8-A6B4-5057-A652-47406B88DB1C}"/>
                  </a:ext>
                </a:extLst>
              </p:cNvPr>
              <p:cNvSpPr/>
              <p:nvPr/>
            </p:nvSpPr>
            <p:spPr>
              <a:xfrm>
                <a:off x="5399710" y="3742399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6" name="شكل حر: شكل 167">
                <a:extLst>
                  <a:ext uri="{FF2B5EF4-FFF2-40B4-BE49-F238E27FC236}">
                    <a16:creationId xmlns:a16="http://schemas.microsoft.com/office/drawing/2014/main" id="{6E5D80BA-2174-6BBF-5280-B0BC2372A6DE}"/>
                  </a:ext>
                </a:extLst>
              </p:cNvPr>
              <p:cNvSpPr/>
              <p:nvPr/>
            </p:nvSpPr>
            <p:spPr>
              <a:xfrm>
                <a:off x="4805813" y="3761248"/>
                <a:ext cx="607124" cy="1766398"/>
              </a:xfrm>
              <a:custGeom>
                <a:avLst/>
                <a:gdLst>
                  <a:gd name="csX0" fmla="*/ 12800 w 607124"/>
                  <a:gd name="csY0" fmla="*/ 1766399 h 1766398"/>
                  <a:gd name="csX1" fmla="*/ 13254 w 607124"/>
                  <a:gd name="csY1" fmla="*/ 6769 h 1766398"/>
                  <a:gd name="csX2" fmla="*/ 12800 w 607124"/>
                  <a:gd name="csY2" fmla="*/ 1766399 h 1766398"/>
                  <a:gd name="csX3" fmla="*/ 13254 w 607124"/>
                  <a:gd name="csY3" fmla="*/ 6769 h 1766398"/>
                  <a:gd name="csX4" fmla="*/ 13254 w 607124"/>
                  <a:gd name="csY4" fmla="*/ 6769 h 1766398"/>
                  <a:gd name="csX5" fmla="*/ 607125 w 607124"/>
                  <a:gd name="csY5" fmla="*/ 6552 h 1766398"/>
                  <a:gd name="csX6" fmla="*/ 13254 w 607124"/>
                  <a:gd name="csY6" fmla="*/ 6769 h 1766398"/>
                  <a:gd name="csX7" fmla="*/ 607125 w 607124"/>
                  <a:gd name="csY7" fmla="*/ 6552 h 1766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07124" h="1766398">
                    <a:moveTo>
                      <a:pt x="12800" y="1766399"/>
                    </a:moveTo>
                    <a:cubicBezTo>
                      <a:pt x="-49" y="1213989"/>
                      <a:pt x="-8212" y="636396"/>
                      <a:pt x="13254" y="6769"/>
                    </a:cubicBezTo>
                    <a:moveTo>
                      <a:pt x="12800" y="1766399"/>
                    </a:moveTo>
                    <a:cubicBezTo>
                      <a:pt x="18091" y="1092505"/>
                      <a:pt x="26254" y="425649"/>
                      <a:pt x="13254" y="6769"/>
                    </a:cubicBezTo>
                    <a:moveTo>
                      <a:pt x="13254" y="6769"/>
                    </a:moveTo>
                    <a:cubicBezTo>
                      <a:pt x="136004" y="-7527"/>
                      <a:pt x="284528" y="5028"/>
                      <a:pt x="607125" y="6552"/>
                    </a:cubicBezTo>
                    <a:moveTo>
                      <a:pt x="13254" y="6769"/>
                    </a:moveTo>
                    <a:cubicBezTo>
                      <a:pt x="243334" y="14825"/>
                      <a:pt x="459205" y="8148"/>
                      <a:pt x="607125" y="655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7" name="شكل حر: شكل 168">
                <a:extLst>
                  <a:ext uri="{FF2B5EF4-FFF2-40B4-BE49-F238E27FC236}">
                    <a16:creationId xmlns:a16="http://schemas.microsoft.com/office/drawing/2014/main" id="{26568CF6-DD9F-E0C9-A489-AAC552C43594}"/>
                  </a:ext>
                </a:extLst>
              </p:cNvPr>
              <p:cNvSpPr/>
              <p:nvPr/>
            </p:nvSpPr>
            <p:spPr>
              <a:xfrm>
                <a:off x="5399710" y="3742399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7339" y="31641"/>
                      <a:pt x="28949" y="46301"/>
                      <a:pt x="1" y="50800"/>
                    </a:cubicBezTo>
                    <a:cubicBezTo>
                      <a:pt x="2873" y="41874"/>
                      <a:pt x="10885" y="31351"/>
                      <a:pt x="13228" y="25400"/>
                    </a:cubicBezTo>
                    <a:cubicBezTo>
                      <a:pt x="12850" y="19522"/>
                      <a:pt x="1" y="11031"/>
                      <a:pt x="1" y="1"/>
                    </a:cubicBezTo>
                    <a:cubicBezTo>
                      <a:pt x="12018" y="12845"/>
                      <a:pt x="23507" y="3847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8" name="شكل حر: شكل 169">
                <a:extLst>
                  <a:ext uri="{FF2B5EF4-FFF2-40B4-BE49-F238E27FC236}">
                    <a16:creationId xmlns:a16="http://schemas.microsoft.com/office/drawing/2014/main" id="{D97D0E79-11EE-3B09-959A-61AFA82687E8}"/>
                  </a:ext>
                </a:extLst>
              </p:cNvPr>
              <p:cNvSpPr/>
              <p:nvPr/>
            </p:nvSpPr>
            <p:spPr>
              <a:xfrm>
                <a:off x="5399710" y="3742399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5450" y="38898"/>
                      <a:pt x="14513" y="40858"/>
                      <a:pt x="1" y="50800"/>
                    </a:cubicBezTo>
                    <a:moveTo>
                      <a:pt x="52910" y="25400"/>
                    </a:moveTo>
                    <a:cubicBezTo>
                      <a:pt x="31444" y="34472"/>
                      <a:pt x="15042" y="46446"/>
                      <a:pt x="1" y="50800"/>
                    </a:cubicBezTo>
                    <a:moveTo>
                      <a:pt x="1" y="50800"/>
                    </a:moveTo>
                    <a:cubicBezTo>
                      <a:pt x="1134" y="42455"/>
                      <a:pt x="7332" y="39261"/>
                      <a:pt x="13228" y="25400"/>
                    </a:cubicBezTo>
                    <a:moveTo>
                      <a:pt x="1" y="50800"/>
                    </a:moveTo>
                    <a:cubicBezTo>
                      <a:pt x="6501" y="42237"/>
                      <a:pt x="10053" y="31351"/>
                      <a:pt x="13228" y="25400"/>
                    </a:cubicBezTo>
                    <a:moveTo>
                      <a:pt x="13228" y="25400"/>
                    </a:moveTo>
                    <a:cubicBezTo>
                      <a:pt x="9524" y="18724"/>
                      <a:pt x="6803" y="11322"/>
                      <a:pt x="1" y="1"/>
                    </a:cubicBezTo>
                    <a:moveTo>
                      <a:pt x="13228" y="25400"/>
                    </a:moveTo>
                    <a:cubicBezTo>
                      <a:pt x="8995" y="17998"/>
                      <a:pt x="6274" y="13063"/>
                      <a:pt x="1" y="1"/>
                    </a:cubicBezTo>
                    <a:moveTo>
                      <a:pt x="1" y="1"/>
                    </a:moveTo>
                    <a:cubicBezTo>
                      <a:pt x="11263" y="4645"/>
                      <a:pt x="29932" y="16982"/>
                      <a:pt x="52910" y="25400"/>
                    </a:cubicBezTo>
                    <a:moveTo>
                      <a:pt x="1" y="1"/>
                    </a:moveTo>
                    <a:cubicBezTo>
                      <a:pt x="20408" y="9507"/>
                      <a:pt x="36584" y="19232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13" name="صورة 170">
              <a:extLst>
                <a:ext uri="{FF2B5EF4-FFF2-40B4-BE49-F238E27FC236}">
                  <a16:creationId xmlns:a16="http://schemas.microsoft.com/office/drawing/2014/main" id="{E6E700F9-5DB6-C207-FB2F-D54B0E581A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-5400000">
              <a:off x="4569476" y="4301477"/>
              <a:ext cx="521536" cy="123370"/>
            </a:xfrm>
            <a:custGeom>
              <a:avLst/>
              <a:gdLst>
                <a:gd name="csX0" fmla="*/ 2 w 521536"/>
                <a:gd name="csY0" fmla="*/ -2 h 123370"/>
                <a:gd name="csX1" fmla="*/ 521538 w 521536"/>
                <a:gd name="csY1" fmla="*/ -2 h 123370"/>
                <a:gd name="csX2" fmla="*/ 521538 w 521536"/>
                <a:gd name="csY2" fmla="*/ 123369 h 123370"/>
                <a:gd name="csX3" fmla="*/ 2 w 521536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1536" h="123370">
                  <a:moveTo>
                    <a:pt x="2" y="-2"/>
                  </a:moveTo>
                  <a:lnTo>
                    <a:pt x="521538" y="-2"/>
                  </a:lnTo>
                  <a:lnTo>
                    <a:pt x="521538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1819" name="!!رسم 9">
            <a:extLst>
              <a:ext uri="{FF2B5EF4-FFF2-40B4-BE49-F238E27FC236}">
                <a16:creationId xmlns:a16="http://schemas.microsoft.com/office/drawing/2014/main" id="{C023A231-58E7-C7E6-EB58-D9F8C3A9E10E}"/>
              </a:ext>
            </a:extLst>
          </p:cNvPr>
          <p:cNvGrpSpPr/>
          <p:nvPr/>
        </p:nvGrpSpPr>
        <p:grpSpPr>
          <a:xfrm>
            <a:off x="1977856" y="5512842"/>
            <a:ext cx="472446" cy="231670"/>
            <a:chOff x="4700736" y="5523652"/>
            <a:chExt cx="472446" cy="231670"/>
          </a:xfrm>
        </p:grpSpPr>
        <p:grpSp>
          <p:nvGrpSpPr>
            <p:cNvPr id="1820" name="رسم 9">
              <a:extLst>
                <a:ext uri="{FF2B5EF4-FFF2-40B4-BE49-F238E27FC236}">
                  <a16:creationId xmlns:a16="http://schemas.microsoft.com/office/drawing/2014/main" id="{152E7AA7-AF45-9004-CBE1-3B1E7B6C9666}"/>
                </a:ext>
              </a:extLst>
            </p:cNvPr>
            <p:cNvGrpSpPr/>
            <p:nvPr/>
          </p:nvGrpSpPr>
          <p:grpSpPr>
            <a:xfrm>
              <a:off x="4700736" y="5523652"/>
              <a:ext cx="472446" cy="231670"/>
              <a:chOff x="4700736" y="5523652"/>
              <a:chExt cx="472446" cy="231670"/>
            </a:xfrm>
          </p:grpSpPr>
          <p:sp>
            <p:nvSpPr>
              <p:cNvPr id="1822" name="مستطيل 173">
                <a:extLst>
                  <a:ext uri="{FF2B5EF4-FFF2-40B4-BE49-F238E27FC236}">
                    <a16:creationId xmlns:a16="http://schemas.microsoft.com/office/drawing/2014/main" id="{BB34C0DE-E10F-EC4A-21A4-B019120673C0}"/>
                  </a:ext>
                </a:extLst>
              </p:cNvPr>
              <p:cNvSpPr/>
              <p:nvPr/>
            </p:nvSpPr>
            <p:spPr>
              <a:xfrm>
                <a:off x="4705236" y="5527646"/>
                <a:ext cx="45350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" name="شكل حر: شكل 174">
                <a:extLst>
                  <a:ext uri="{FF2B5EF4-FFF2-40B4-BE49-F238E27FC236}">
                    <a16:creationId xmlns:a16="http://schemas.microsoft.com/office/drawing/2014/main" id="{96722E62-74AD-8CC5-DB0E-C37D762DB593}"/>
                  </a:ext>
                </a:extLst>
              </p:cNvPr>
              <p:cNvSpPr/>
              <p:nvPr/>
            </p:nvSpPr>
            <p:spPr>
              <a:xfrm>
                <a:off x="4705009" y="5535121"/>
                <a:ext cx="468173" cy="203416"/>
              </a:xfrm>
              <a:custGeom>
                <a:avLst/>
                <a:gdLst>
                  <a:gd name="csX0" fmla="*/ 1 w 468173"/>
                  <a:gd name="csY0" fmla="*/ 4645 h 203416"/>
                  <a:gd name="csX1" fmla="*/ 457365 w 468173"/>
                  <a:gd name="csY1" fmla="*/ 1 h 203416"/>
                  <a:gd name="csX2" fmla="*/ 468174 w 468173"/>
                  <a:gd name="csY2" fmla="*/ 199135 h 203416"/>
                  <a:gd name="csX3" fmla="*/ 11111 w 468173"/>
                  <a:gd name="csY3" fmla="*/ 203417 h 2034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68173" h="203416">
                    <a:moveTo>
                      <a:pt x="1" y="4645"/>
                    </a:moveTo>
                    <a:lnTo>
                      <a:pt x="457365" y="1"/>
                    </a:lnTo>
                    <a:lnTo>
                      <a:pt x="468174" y="199135"/>
                    </a:lnTo>
                    <a:lnTo>
                      <a:pt x="11111" y="203417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" name="شكل حر: شكل 175">
                <a:extLst>
                  <a:ext uri="{FF2B5EF4-FFF2-40B4-BE49-F238E27FC236}">
                    <a16:creationId xmlns:a16="http://schemas.microsoft.com/office/drawing/2014/main" id="{46980144-5B4D-FC64-BBCF-4645DB9A1592}"/>
                  </a:ext>
                </a:extLst>
              </p:cNvPr>
              <p:cNvSpPr/>
              <p:nvPr/>
            </p:nvSpPr>
            <p:spPr>
              <a:xfrm>
                <a:off x="4700736" y="5523652"/>
                <a:ext cx="458009" cy="231670"/>
              </a:xfrm>
              <a:custGeom>
                <a:avLst/>
                <a:gdLst>
                  <a:gd name="csX0" fmla="*/ 4500 w 458009"/>
                  <a:gd name="csY0" fmla="*/ 3994 h 231670"/>
                  <a:gd name="csX1" fmla="*/ 458010 w 458009"/>
                  <a:gd name="csY1" fmla="*/ 3994 h 231670"/>
                  <a:gd name="csX2" fmla="*/ 4500 w 458009"/>
                  <a:gd name="csY2" fmla="*/ 3994 h 231670"/>
                  <a:gd name="csX3" fmla="*/ 458010 w 458009"/>
                  <a:gd name="csY3" fmla="*/ 3994 h 231670"/>
                  <a:gd name="csX4" fmla="*/ 458010 w 458009"/>
                  <a:gd name="csY4" fmla="*/ 3994 h 231670"/>
                  <a:gd name="csX5" fmla="*/ 458010 w 458009"/>
                  <a:gd name="csY5" fmla="*/ 221708 h 231670"/>
                  <a:gd name="csX6" fmla="*/ 458010 w 458009"/>
                  <a:gd name="csY6" fmla="*/ 3994 h 231670"/>
                  <a:gd name="csX7" fmla="*/ 458010 w 458009"/>
                  <a:gd name="csY7" fmla="*/ 221708 h 231670"/>
                  <a:gd name="csX8" fmla="*/ 458010 w 458009"/>
                  <a:gd name="csY8" fmla="*/ 221708 h 231670"/>
                  <a:gd name="csX9" fmla="*/ 4500 w 458009"/>
                  <a:gd name="csY9" fmla="*/ 221708 h 231670"/>
                  <a:gd name="csX10" fmla="*/ 458010 w 458009"/>
                  <a:gd name="csY10" fmla="*/ 221708 h 231670"/>
                  <a:gd name="csX11" fmla="*/ 4500 w 458009"/>
                  <a:gd name="csY11" fmla="*/ 221708 h 231670"/>
                  <a:gd name="csX12" fmla="*/ 4500 w 458009"/>
                  <a:gd name="csY12" fmla="*/ 221708 h 231670"/>
                  <a:gd name="csX13" fmla="*/ 4500 w 458009"/>
                  <a:gd name="csY13" fmla="*/ 3994 h 231670"/>
                  <a:gd name="csX14" fmla="*/ 4500 w 458009"/>
                  <a:gd name="csY14" fmla="*/ 221708 h 231670"/>
                  <a:gd name="csX15" fmla="*/ 4500 w 458009"/>
                  <a:gd name="csY15" fmla="*/ 3994 h 2316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8009" h="231670">
                    <a:moveTo>
                      <a:pt x="4500" y="3994"/>
                    </a:moveTo>
                    <a:cubicBezTo>
                      <a:pt x="139495" y="7841"/>
                      <a:pt x="296258" y="-6673"/>
                      <a:pt x="458010" y="3994"/>
                    </a:cubicBezTo>
                    <a:moveTo>
                      <a:pt x="4500" y="3994"/>
                    </a:moveTo>
                    <a:cubicBezTo>
                      <a:pt x="125738" y="4793"/>
                      <a:pt x="232086" y="4865"/>
                      <a:pt x="458010" y="3994"/>
                    </a:cubicBezTo>
                    <a:moveTo>
                      <a:pt x="458010" y="3994"/>
                    </a:moveTo>
                    <a:cubicBezTo>
                      <a:pt x="444027" y="62197"/>
                      <a:pt x="451963" y="121197"/>
                      <a:pt x="458010" y="221708"/>
                    </a:cubicBezTo>
                    <a:moveTo>
                      <a:pt x="458010" y="3994"/>
                    </a:moveTo>
                    <a:cubicBezTo>
                      <a:pt x="458010" y="83169"/>
                      <a:pt x="457556" y="151386"/>
                      <a:pt x="458010" y="221708"/>
                    </a:cubicBezTo>
                    <a:moveTo>
                      <a:pt x="458010" y="221708"/>
                    </a:moveTo>
                    <a:cubicBezTo>
                      <a:pt x="356046" y="232013"/>
                      <a:pt x="277966" y="237673"/>
                      <a:pt x="4500" y="221708"/>
                    </a:cubicBezTo>
                    <a:moveTo>
                      <a:pt x="458010" y="221708"/>
                    </a:moveTo>
                    <a:cubicBezTo>
                      <a:pt x="330725" y="217426"/>
                      <a:pt x="194294" y="216700"/>
                      <a:pt x="4500" y="221708"/>
                    </a:cubicBezTo>
                    <a:moveTo>
                      <a:pt x="4500" y="221708"/>
                    </a:moveTo>
                    <a:cubicBezTo>
                      <a:pt x="14704" y="169456"/>
                      <a:pt x="-1093" y="119963"/>
                      <a:pt x="4500" y="3994"/>
                    </a:cubicBezTo>
                    <a:moveTo>
                      <a:pt x="4500" y="221708"/>
                    </a:moveTo>
                    <a:cubicBezTo>
                      <a:pt x="-4948" y="153491"/>
                      <a:pt x="3215" y="84331"/>
                      <a:pt x="4500" y="399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21" name="صورة 176">
              <a:extLst>
                <a:ext uri="{FF2B5EF4-FFF2-40B4-BE49-F238E27FC236}">
                  <a16:creationId xmlns:a16="http://schemas.microsoft.com/office/drawing/2014/main" id="{05F9DC02-3831-0F48-22A5-E659D3E2C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709015" y="5585703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825" name="!!رسم 9">
            <a:extLst>
              <a:ext uri="{FF2B5EF4-FFF2-40B4-BE49-F238E27FC236}">
                <a16:creationId xmlns:a16="http://schemas.microsoft.com/office/drawing/2014/main" id="{F3A6CBDD-C426-E4C6-6704-97856634EF12}"/>
              </a:ext>
            </a:extLst>
          </p:cNvPr>
          <p:cNvGrpSpPr/>
          <p:nvPr/>
        </p:nvGrpSpPr>
        <p:grpSpPr>
          <a:xfrm>
            <a:off x="2583102" y="4201123"/>
            <a:ext cx="760761" cy="308948"/>
            <a:chOff x="5305982" y="4211933"/>
            <a:chExt cx="760761" cy="308948"/>
          </a:xfrm>
        </p:grpSpPr>
        <p:grpSp>
          <p:nvGrpSpPr>
            <p:cNvPr id="1826" name="رسم 9">
              <a:extLst>
                <a:ext uri="{FF2B5EF4-FFF2-40B4-BE49-F238E27FC236}">
                  <a16:creationId xmlns:a16="http://schemas.microsoft.com/office/drawing/2014/main" id="{6E618D06-1C7B-2BA6-7FE0-83CD7C0B24B9}"/>
                </a:ext>
              </a:extLst>
            </p:cNvPr>
            <p:cNvGrpSpPr/>
            <p:nvPr/>
          </p:nvGrpSpPr>
          <p:grpSpPr>
            <a:xfrm>
              <a:off x="5305982" y="4211933"/>
              <a:ext cx="760761" cy="308948"/>
              <a:chOff x="5305982" y="4211933"/>
              <a:chExt cx="760761" cy="308948"/>
            </a:xfrm>
          </p:grpSpPr>
          <p:sp>
            <p:nvSpPr>
              <p:cNvPr id="1828" name="مستطيل 179">
                <a:extLst>
                  <a:ext uri="{FF2B5EF4-FFF2-40B4-BE49-F238E27FC236}">
                    <a16:creationId xmlns:a16="http://schemas.microsoft.com/office/drawing/2014/main" id="{30EBA702-69CA-F84E-C298-BC9E6F3FCCB6}"/>
                  </a:ext>
                </a:extLst>
              </p:cNvPr>
              <p:cNvSpPr/>
              <p:nvPr/>
            </p:nvSpPr>
            <p:spPr>
              <a:xfrm>
                <a:off x="5309915" y="4221368"/>
                <a:ext cx="755849" cy="290284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9" name="شكل حر: شكل 180">
                <a:extLst>
                  <a:ext uri="{FF2B5EF4-FFF2-40B4-BE49-F238E27FC236}">
                    <a16:creationId xmlns:a16="http://schemas.microsoft.com/office/drawing/2014/main" id="{86D5C996-155C-2D07-0BED-B3D632BB8673}"/>
                  </a:ext>
                </a:extLst>
              </p:cNvPr>
              <p:cNvSpPr/>
              <p:nvPr/>
            </p:nvSpPr>
            <p:spPr>
              <a:xfrm>
                <a:off x="5313392" y="4211933"/>
                <a:ext cx="744587" cy="290429"/>
              </a:xfrm>
              <a:custGeom>
                <a:avLst/>
                <a:gdLst>
                  <a:gd name="csX0" fmla="*/ 8164 w 744587"/>
                  <a:gd name="csY0" fmla="*/ 1 h 290429"/>
                  <a:gd name="csX1" fmla="*/ 744588 w 744587"/>
                  <a:gd name="csY1" fmla="*/ 1 h 290429"/>
                  <a:gd name="csX2" fmla="*/ 737634 w 744587"/>
                  <a:gd name="csY2" fmla="*/ 285785 h 290429"/>
                  <a:gd name="csX3" fmla="*/ 1 w 744587"/>
                  <a:gd name="csY3" fmla="*/ 290430 h 2904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4587" h="290429">
                    <a:moveTo>
                      <a:pt x="8164" y="1"/>
                    </a:moveTo>
                    <a:lnTo>
                      <a:pt x="744588" y="1"/>
                    </a:lnTo>
                    <a:lnTo>
                      <a:pt x="737634" y="285785"/>
                    </a:lnTo>
                    <a:lnTo>
                      <a:pt x="1" y="290430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0" name="شكل حر: شكل 181">
                <a:extLst>
                  <a:ext uri="{FF2B5EF4-FFF2-40B4-BE49-F238E27FC236}">
                    <a16:creationId xmlns:a16="http://schemas.microsoft.com/office/drawing/2014/main" id="{80391D1F-AC28-A64B-9474-E147961568BF}"/>
                  </a:ext>
                </a:extLst>
              </p:cNvPr>
              <p:cNvSpPr/>
              <p:nvPr/>
            </p:nvSpPr>
            <p:spPr>
              <a:xfrm>
                <a:off x="5305982" y="4216192"/>
                <a:ext cx="760761" cy="304689"/>
              </a:xfrm>
              <a:custGeom>
                <a:avLst/>
                <a:gdLst>
                  <a:gd name="csX0" fmla="*/ 3933 w 760761"/>
                  <a:gd name="csY0" fmla="*/ 5176 h 304689"/>
                  <a:gd name="csX1" fmla="*/ 759783 w 760761"/>
                  <a:gd name="csY1" fmla="*/ 5176 h 304689"/>
                  <a:gd name="csX2" fmla="*/ 3933 w 760761"/>
                  <a:gd name="csY2" fmla="*/ 5176 h 304689"/>
                  <a:gd name="csX3" fmla="*/ 759783 w 760761"/>
                  <a:gd name="csY3" fmla="*/ 5176 h 304689"/>
                  <a:gd name="csX4" fmla="*/ 759783 w 760761"/>
                  <a:gd name="csY4" fmla="*/ 5176 h 304689"/>
                  <a:gd name="csX5" fmla="*/ 759783 w 760761"/>
                  <a:gd name="csY5" fmla="*/ 295460 h 304689"/>
                  <a:gd name="csX6" fmla="*/ 759783 w 760761"/>
                  <a:gd name="csY6" fmla="*/ 5176 h 304689"/>
                  <a:gd name="csX7" fmla="*/ 759783 w 760761"/>
                  <a:gd name="csY7" fmla="*/ 295460 h 304689"/>
                  <a:gd name="csX8" fmla="*/ 759783 w 760761"/>
                  <a:gd name="csY8" fmla="*/ 295460 h 304689"/>
                  <a:gd name="csX9" fmla="*/ 3933 w 760761"/>
                  <a:gd name="csY9" fmla="*/ 295460 h 304689"/>
                  <a:gd name="csX10" fmla="*/ 759783 w 760761"/>
                  <a:gd name="csY10" fmla="*/ 295460 h 304689"/>
                  <a:gd name="csX11" fmla="*/ 3933 w 760761"/>
                  <a:gd name="csY11" fmla="*/ 295460 h 304689"/>
                  <a:gd name="csX12" fmla="*/ 3933 w 760761"/>
                  <a:gd name="csY12" fmla="*/ 295460 h 304689"/>
                  <a:gd name="csX13" fmla="*/ 3933 w 760761"/>
                  <a:gd name="csY13" fmla="*/ 5176 h 304689"/>
                  <a:gd name="csX14" fmla="*/ 3933 w 760761"/>
                  <a:gd name="csY14" fmla="*/ 295460 h 304689"/>
                  <a:gd name="csX15" fmla="*/ 3933 w 760761"/>
                  <a:gd name="csY15" fmla="*/ 5176 h 3046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60761" h="304689">
                    <a:moveTo>
                      <a:pt x="3933" y="5176"/>
                    </a:moveTo>
                    <a:cubicBezTo>
                      <a:pt x="257597" y="-2081"/>
                      <a:pt x="497125" y="15263"/>
                      <a:pt x="759783" y="5176"/>
                    </a:cubicBezTo>
                    <a:moveTo>
                      <a:pt x="3933" y="5176"/>
                    </a:moveTo>
                    <a:cubicBezTo>
                      <a:pt x="176948" y="3217"/>
                      <a:pt x="367875" y="-5419"/>
                      <a:pt x="759783" y="5176"/>
                    </a:cubicBezTo>
                    <a:moveTo>
                      <a:pt x="759783" y="5176"/>
                    </a:moveTo>
                    <a:cubicBezTo>
                      <a:pt x="749201" y="72740"/>
                      <a:pt x="749050" y="132828"/>
                      <a:pt x="759783" y="295460"/>
                    </a:cubicBezTo>
                    <a:moveTo>
                      <a:pt x="759783" y="5176"/>
                    </a:moveTo>
                    <a:cubicBezTo>
                      <a:pt x="751544" y="60112"/>
                      <a:pt x="764243" y="120636"/>
                      <a:pt x="759783" y="295460"/>
                    </a:cubicBezTo>
                    <a:moveTo>
                      <a:pt x="759783" y="295460"/>
                    </a:moveTo>
                    <a:cubicBezTo>
                      <a:pt x="497654" y="314692"/>
                      <a:pt x="205896" y="298363"/>
                      <a:pt x="3933" y="295460"/>
                    </a:cubicBezTo>
                    <a:moveTo>
                      <a:pt x="759783" y="295460"/>
                    </a:moveTo>
                    <a:cubicBezTo>
                      <a:pt x="463792" y="302064"/>
                      <a:pt x="167651" y="297855"/>
                      <a:pt x="3933" y="295460"/>
                    </a:cubicBezTo>
                    <a:moveTo>
                      <a:pt x="3933" y="295460"/>
                    </a:moveTo>
                    <a:cubicBezTo>
                      <a:pt x="10661" y="196401"/>
                      <a:pt x="-7631" y="102058"/>
                      <a:pt x="3933" y="5176"/>
                    </a:cubicBezTo>
                    <a:moveTo>
                      <a:pt x="3933" y="295460"/>
                    </a:moveTo>
                    <a:cubicBezTo>
                      <a:pt x="8544" y="224994"/>
                      <a:pt x="-904" y="155688"/>
                      <a:pt x="3933" y="517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27" name="صورة 182">
              <a:extLst>
                <a:ext uri="{FF2B5EF4-FFF2-40B4-BE49-F238E27FC236}">
                  <a16:creationId xmlns:a16="http://schemas.microsoft.com/office/drawing/2014/main" id="{C25BA1E8-1A64-4EED-4F6E-9E72361A4DBF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313695" y="4261282"/>
              <a:ext cx="740732" cy="232227"/>
            </a:xfrm>
            <a:custGeom>
              <a:avLst/>
              <a:gdLst>
                <a:gd name="csX0" fmla="*/ 0 w 740732"/>
                <a:gd name="csY0" fmla="*/ 0 h 232227"/>
                <a:gd name="csX1" fmla="*/ 740733 w 740732"/>
                <a:gd name="csY1" fmla="*/ 0 h 232227"/>
                <a:gd name="csX2" fmla="*/ 740733 w 740732"/>
                <a:gd name="csY2" fmla="*/ 232227 h 232227"/>
                <a:gd name="csX3" fmla="*/ 0 w 740732"/>
                <a:gd name="csY3" fmla="*/ 232227 h 232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0732" h="232227">
                  <a:moveTo>
                    <a:pt x="0" y="0"/>
                  </a:moveTo>
                  <a:lnTo>
                    <a:pt x="740733" y="0"/>
                  </a:lnTo>
                  <a:lnTo>
                    <a:pt x="740733" y="232227"/>
                  </a:lnTo>
                  <a:lnTo>
                    <a:pt x="0" y="232227"/>
                  </a:lnTo>
                  <a:close/>
                </a:path>
              </a:pathLst>
            </a:custGeom>
          </p:spPr>
        </p:pic>
      </p:grpSp>
      <p:grpSp>
        <p:nvGrpSpPr>
          <p:cNvPr id="1831" name="!!رسم 9">
            <a:extLst>
              <a:ext uri="{FF2B5EF4-FFF2-40B4-BE49-F238E27FC236}">
                <a16:creationId xmlns:a16="http://schemas.microsoft.com/office/drawing/2014/main" id="{17E8F520-3271-F916-41B1-58ED016FA464}"/>
              </a:ext>
            </a:extLst>
          </p:cNvPr>
          <p:cNvGrpSpPr/>
          <p:nvPr/>
        </p:nvGrpSpPr>
        <p:grpSpPr>
          <a:xfrm>
            <a:off x="3351350" y="3713446"/>
            <a:ext cx="1257809" cy="279398"/>
            <a:chOff x="6074230" y="3724256"/>
            <a:chExt cx="1257809" cy="279398"/>
          </a:xfrm>
        </p:grpSpPr>
        <p:grpSp>
          <p:nvGrpSpPr>
            <p:cNvPr id="1832" name="رسم 9">
              <a:extLst>
                <a:ext uri="{FF2B5EF4-FFF2-40B4-BE49-F238E27FC236}">
                  <a16:creationId xmlns:a16="http://schemas.microsoft.com/office/drawing/2014/main" id="{9F7FF05D-C542-905B-1C14-01CE2AC7AE70}"/>
                </a:ext>
              </a:extLst>
            </p:cNvPr>
            <p:cNvGrpSpPr/>
            <p:nvPr/>
          </p:nvGrpSpPr>
          <p:grpSpPr>
            <a:xfrm>
              <a:off x="6074230" y="3742399"/>
              <a:ext cx="1257809" cy="261255"/>
              <a:chOff x="6074230" y="3742399"/>
              <a:chExt cx="1257809" cy="261255"/>
            </a:xfrm>
          </p:grpSpPr>
          <p:sp>
            <p:nvSpPr>
              <p:cNvPr id="1834" name="شكل حر: شكل 185">
                <a:extLst>
                  <a:ext uri="{FF2B5EF4-FFF2-40B4-BE49-F238E27FC236}">
                    <a16:creationId xmlns:a16="http://schemas.microsoft.com/office/drawing/2014/main" id="{AF330DD7-414D-AF94-27F5-9CF959D55772}"/>
                  </a:ext>
                </a:extLst>
              </p:cNvPr>
              <p:cNvSpPr/>
              <p:nvPr/>
            </p:nvSpPr>
            <p:spPr>
              <a:xfrm>
                <a:off x="6113913" y="3767799"/>
                <a:ext cx="1218127" cy="235855"/>
              </a:xfrm>
              <a:custGeom>
                <a:avLst/>
                <a:gdLst>
                  <a:gd name="csX0" fmla="*/ 1217901 w 1218127"/>
                  <a:gd name="csY0" fmla="*/ 235856 h 235855"/>
                  <a:gd name="csX1" fmla="*/ 1218128 w 1218127"/>
                  <a:gd name="csY1" fmla="*/ 218 h 235855"/>
                  <a:gd name="csX2" fmla="*/ 1 w 1218127"/>
                  <a:gd name="csY2" fmla="*/ 1 h 2358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18127" h="235855">
                    <a:moveTo>
                      <a:pt x="1217901" y="235856"/>
                    </a:moveTo>
                    <a:lnTo>
                      <a:pt x="1218128" y="218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5" name="شكل حر: شكل 186">
                <a:extLst>
                  <a:ext uri="{FF2B5EF4-FFF2-40B4-BE49-F238E27FC236}">
                    <a16:creationId xmlns:a16="http://schemas.microsoft.com/office/drawing/2014/main" id="{5F487DE2-45EA-6E2F-C0E4-185E95D8EBB7}"/>
                  </a:ext>
                </a:extLst>
              </p:cNvPr>
              <p:cNvSpPr/>
              <p:nvPr/>
            </p:nvSpPr>
            <p:spPr>
              <a:xfrm>
                <a:off x="6074230" y="3742399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6" name="شكل حر: شكل 187">
                <a:extLst>
                  <a:ext uri="{FF2B5EF4-FFF2-40B4-BE49-F238E27FC236}">
                    <a16:creationId xmlns:a16="http://schemas.microsoft.com/office/drawing/2014/main" id="{72D1AC59-FD2D-37DE-88FC-F7F5ED6A3D28}"/>
                  </a:ext>
                </a:extLst>
              </p:cNvPr>
              <p:cNvSpPr/>
              <p:nvPr/>
            </p:nvSpPr>
            <p:spPr>
              <a:xfrm>
                <a:off x="6113913" y="3766855"/>
                <a:ext cx="1218127" cy="236799"/>
              </a:xfrm>
              <a:custGeom>
                <a:avLst/>
                <a:gdLst>
                  <a:gd name="csX0" fmla="*/ 1217901 w 1218127"/>
                  <a:gd name="csY0" fmla="*/ 236800 h 236799"/>
                  <a:gd name="csX1" fmla="*/ 1218128 w 1218127"/>
                  <a:gd name="csY1" fmla="*/ 1162 h 236799"/>
                  <a:gd name="csX2" fmla="*/ 1217901 w 1218127"/>
                  <a:gd name="csY2" fmla="*/ 236800 h 236799"/>
                  <a:gd name="csX3" fmla="*/ 1218128 w 1218127"/>
                  <a:gd name="csY3" fmla="*/ 1162 h 236799"/>
                  <a:gd name="csX4" fmla="*/ 1218128 w 1218127"/>
                  <a:gd name="csY4" fmla="*/ 1162 h 236799"/>
                  <a:gd name="csX5" fmla="*/ 1 w 1218127"/>
                  <a:gd name="csY5" fmla="*/ 944 h 236799"/>
                  <a:gd name="csX6" fmla="*/ 1218128 w 1218127"/>
                  <a:gd name="csY6" fmla="*/ 1162 h 236799"/>
                  <a:gd name="csX7" fmla="*/ 1 w 1218127"/>
                  <a:gd name="csY7" fmla="*/ 944 h 236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218127" h="236799">
                    <a:moveTo>
                      <a:pt x="1217901" y="236800"/>
                    </a:moveTo>
                    <a:cubicBezTo>
                      <a:pt x="1218430" y="169309"/>
                      <a:pt x="1206639" y="83457"/>
                      <a:pt x="1218128" y="1162"/>
                    </a:cubicBezTo>
                    <a:moveTo>
                      <a:pt x="1217901" y="236800"/>
                    </a:moveTo>
                    <a:cubicBezTo>
                      <a:pt x="1218657" y="169236"/>
                      <a:pt x="1211779" y="96520"/>
                      <a:pt x="1218128" y="1162"/>
                    </a:cubicBezTo>
                    <a:moveTo>
                      <a:pt x="1218128" y="1162"/>
                    </a:moveTo>
                    <a:cubicBezTo>
                      <a:pt x="908532" y="-3701"/>
                      <a:pt x="576412" y="8782"/>
                      <a:pt x="1" y="944"/>
                    </a:cubicBezTo>
                    <a:moveTo>
                      <a:pt x="1218128" y="1162"/>
                    </a:moveTo>
                    <a:cubicBezTo>
                      <a:pt x="755321" y="-2612"/>
                      <a:pt x="293875" y="10596"/>
                      <a:pt x="1" y="94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7" name="شكل حر: شكل 188">
                <a:extLst>
                  <a:ext uri="{FF2B5EF4-FFF2-40B4-BE49-F238E27FC236}">
                    <a16:creationId xmlns:a16="http://schemas.microsoft.com/office/drawing/2014/main" id="{2BF746E1-66FE-8E71-91EC-4000749E9BDD}"/>
                  </a:ext>
                </a:extLst>
              </p:cNvPr>
              <p:cNvSpPr/>
              <p:nvPr/>
            </p:nvSpPr>
            <p:spPr>
              <a:xfrm>
                <a:off x="6074230" y="3742399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  <a:gd name="csX4" fmla="*/ 1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5344" y="18724"/>
                      <a:pt x="29781" y="13208"/>
                      <a:pt x="52910" y="1"/>
                    </a:cubicBezTo>
                    <a:cubicBezTo>
                      <a:pt x="50945" y="5734"/>
                      <a:pt x="47997" y="12410"/>
                      <a:pt x="39683" y="25400"/>
                    </a:cubicBezTo>
                    <a:cubicBezTo>
                      <a:pt x="39758" y="38100"/>
                      <a:pt x="51020" y="44269"/>
                      <a:pt x="52910" y="50800"/>
                    </a:cubicBezTo>
                    <a:cubicBezTo>
                      <a:pt x="23054" y="48478"/>
                      <a:pt x="2797" y="26997"/>
                      <a:pt x="1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8" name="شكل حر: شكل 189">
                <a:extLst>
                  <a:ext uri="{FF2B5EF4-FFF2-40B4-BE49-F238E27FC236}">
                    <a16:creationId xmlns:a16="http://schemas.microsoft.com/office/drawing/2014/main" id="{ED244B12-F11A-49E6-E4DF-FC4220ED956E}"/>
                  </a:ext>
                </a:extLst>
              </p:cNvPr>
              <p:cNvSpPr/>
              <p:nvPr/>
            </p:nvSpPr>
            <p:spPr>
              <a:xfrm>
                <a:off x="6074230" y="3742399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7763" y="20248"/>
                      <a:pt x="30083" y="8056"/>
                      <a:pt x="52910" y="1"/>
                    </a:cubicBezTo>
                    <a:moveTo>
                      <a:pt x="1" y="25400"/>
                    </a:moveTo>
                    <a:cubicBezTo>
                      <a:pt x="17158" y="19958"/>
                      <a:pt x="30839" y="12192"/>
                      <a:pt x="52910" y="1"/>
                    </a:cubicBezTo>
                    <a:moveTo>
                      <a:pt x="52910" y="1"/>
                    </a:moveTo>
                    <a:cubicBezTo>
                      <a:pt x="52154" y="4355"/>
                      <a:pt x="46939" y="13571"/>
                      <a:pt x="39683" y="25400"/>
                    </a:cubicBezTo>
                    <a:moveTo>
                      <a:pt x="52910" y="1"/>
                    </a:moveTo>
                    <a:cubicBezTo>
                      <a:pt x="48299" y="8419"/>
                      <a:pt x="44142" y="20756"/>
                      <a:pt x="39683" y="25400"/>
                    </a:cubicBezTo>
                    <a:moveTo>
                      <a:pt x="39683" y="25400"/>
                    </a:moveTo>
                    <a:cubicBezTo>
                      <a:pt x="45654" y="32149"/>
                      <a:pt x="49736" y="39334"/>
                      <a:pt x="52910" y="50800"/>
                    </a:cubicBezTo>
                    <a:moveTo>
                      <a:pt x="39683" y="25400"/>
                    </a:moveTo>
                    <a:cubicBezTo>
                      <a:pt x="41345" y="32077"/>
                      <a:pt x="45805" y="38391"/>
                      <a:pt x="52910" y="50800"/>
                    </a:cubicBezTo>
                    <a:moveTo>
                      <a:pt x="52910" y="50800"/>
                    </a:moveTo>
                    <a:cubicBezTo>
                      <a:pt x="38171" y="41293"/>
                      <a:pt x="31066" y="38463"/>
                      <a:pt x="1" y="25400"/>
                    </a:cubicBezTo>
                    <a:moveTo>
                      <a:pt x="52910" y="50800"/>
                    </a:moveTo>
                    <a:cubicBezTo>
                      <a:pt x="40892" y="46664"/>
                      <a:pt x="32880" y="42455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33" name="صورة 190">
              <a:extLst>
                <a:ext uri="{FF2B5EF4-FFF2-40B4-BE49-F238E27FC236}">
                  <a16:creationId xmlns:a16="http://schemas.microsoft.com/office/drawing/2014/main" id="{57AC052F-10E5-E018-83B7-2E89A112E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473924" y="3724256"/>
              <a:ext cx="687823" cy="114299"/>
            </a:xfrm>
            <a:custGeom>
              <a:avLst/>
              <a:gdLst>
                <a:gd name="csX0" fmla="*/ 0 w 687823"/>
                <a:gd name="csY0" fmla="*/ 0 h 114299"/>
                <a:gd name="csX1" fmla="*/ 687823 w 687823"/>
                <a:gd name="csY1" fmla="*/ 0 h 114299"/>
                <a:gd name="csX2" fmla="*/ 687823 w 687823"/>
                <a:gd name="csY2" fmla="*/ 114299 h 114299"/>
                <a:gd name="csX3" fmla="*/ 0 w 68782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87823" h="114299">
                  <a:moveTo>
                    <a:pt x="0" y="0"/>
                  </a:moveTo>
                  <a:lnTo>
                    <a:pt x="687823" y="0"/>
                  </a:lnTo>
                  <a:lnTo>
                    <a:pt x="687823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39" name="!!رسم 9">
            <a:extLst>
              <a:ext uri="{FF2B5EF4-FFF2-40B4-BE49-F238E27FC236}">
                <a16:creationId xmlns:a16="http://schemas.microsoft.com/office/drawing/2014/main" id="{5D0AD796-A0CD-9D68-7C48-FAC6EC2A521E}"/>
              </a:ext>
            </a:extLst>
          </p:cNvPr>
          <p:cNvGrpSpPr/>
          <p:nvPr/>
        </p:nvGrpSpPr>
        <p:grpSpPr>
          <a:xfrm>
            <a:off x="3567750" y="3980982"/>
            <a:ext cx="702108" cy="672258"/>
            <a:chOff x="6290630" y="3991792"/>
            <a:chExt cx="702108" cy="672258"/>
          </a:xfrm>
        </p:grpSpPr>
        <p:grpSp>
          <p:nvGrpSpPr>
            <p:cNvPr id="1840" name="رسم 9">
              <a:extLst>
                <a:ext uri="{FF2B5EF4-FFF2-40B4-BE49-F238E27FC236}">
                  <a16:creationId xmlns:a16="http://schemas.microsoft.com/office/drawing/2014/main" id="{FD502CB5-A1EA-2CBC-8B4D-C951E2F62971}"/>
                </a:ext>
              </a:extLst>
            </p:cNvPr>
            <p:cNvGrpSpPr/>
            <p:nvPr/>
          </p:nvGrpSpPr>
          <p:grpSpPr>
            <a:xfrm>
              <a:off x="6290630" y="3991792"/>
              <a:ext cx="693972" cy="672258"/>
              <a:chOff x="6290630" y="3991792"/>
              <a:chExt cx="693972" cy="672258"/>
            </a:xfrm>
            <a:noFill/>
          </p:grpSpPr>
          <p:grpSp>
            <p:nvGrpSpPr>
              <p:cNvPr id="1861" name="رسم 9">
                <a:extLst>
                  <a:ext uri="{FF2B5EF4-FFF2-40B4-BE49-F238E27FC236}">
                    <a16:creationId xmlns:a16="http://schemas.microsoft.com/office/drawing/2014/main" id="{FE5CD6F9-FE24-2E50-BB33-A58E0C97D90A}"/>
                  </a:ext>
                </a:extLst>
              </p:cNvPr>
              <p:cNvGrpSpPr/>
              <p:nvPr/>
            </p:nvGrpSpPr>
            <p:grpSpPr>
              <a:xfrm>
                <a:off x="6290630" y="3991792"/>
                <a:ext cx="693972" cy="672113"/>
                <a:chOff x="6290630" y="3991792"/>
                <a:chExt cx="693972" cy="672113"/>
              </a:xfrm>
              <a:noFill/>
            </p:grpSpPr>
            <p:sp>
              <p:nvSpPr>
                <p:cNvPr id="1863" name="مستطيل 194">
                  <a:extLst>
                    <a:ext uri="{FF2B5EF4-FFF2-40B4-BE49-F238E27FC236}">
                      <a16:creationId xmlns:a16="http://schemas.microsoft.com/office/drawing/2014/main" id="{EE3D47F4-362A-DBDD-D711-DEC86AD2B984}"/>
                    </a:ext>
                  </a:extLst>
                </p:cNvPr>
                <p:cNvSpPr/>
                <p:nvPr/>
              </p:nvSpPr>
              <p:spPr>
                <a:xfrm>
                  <a:off x="6292520" y="4003655"/>
                  <a:ext cx="680264" cy="653139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4" name="شكل حر: شكل 195">
                  <a:extLst>
                    <a:ext uri="{FF2B5EF4-FFF2-40B4-BE49-F238E27FC236}">
                      <a16:creationId xmlns:a16="http://schemas.microsoft.com/office/drawing/2014/main" id="{E9F4C987-2888-0641-3B74-DCDC974A5C31}"/>
                    </a:ext>
                  </a:extLst>
                </p:cNvPr>
                <p:cNvSpPr/>
                <p:nvPr/>
              </p:nvSpPr>
              <p:spPr>
                <a:xfrm>
                  <a:off x="6290630" y="4001042"/>
                  <a:ext cx="684497" cy="662863"/>
                </a:xfrm>
                <a:custGeom>
                  <a:avLst/>
                  <a:gdLst>
                    <a:gd name="csX0" fmla="*/ 983 w 684497"/>
                    <a:gd name="csY0" fmla="*/ 3629 h 662863"/>
                    <a:gd name="csX1" fmla="*/ 983 w 684497"/>
                    <a:gd name="csY1" fmla="*/ 3629 h 662863"/>
                    <a:gd name="csX2" fmla="*/ 983 w 684497"/>
                    <a:gd name="csY2" fmla="*/ 3629 h 662863"/>
                    <a:gd name="csX3" fmla="*/ 983 w 684497"/>
                    <a:gd name="csY3" fmla="*/ 3629 h 662863"/>
                    <a:gd name="csX4" fmla="*/ 3931 w 684497"/>
                    <a:gd name="csY4" fmla="*/ 44559 h 662863"/>
                    <a:gd name="csX5" fmla="*/ 43613 w 684497"/>
                    <a:gd name="csY5" fmla="*/ 799 h 662863"/>
                    <a:gd name="csX6" fmla="*/ 3931 w 684497"/>
                    <a:gd name="csY6" fmla="*/ 44559 h 662863"/>
                    <a:gd name="csX7" fmla="*/ 43613 w 684497"/>
                    <a:gd name="csY7" fmla="*/ 799 h 662863"/>
                    <a:gd name="csX8" fmla="*/ 1966 w 684497"/>
                    <a:gd name="csY8" fmla="*/ 91004 h 662863"/>
                    <a:gd name="csX9" fmla="*/ 81330 w 684497"/>
                    <a:gd name="csY9" fmla="*/ 3411 h 662863"/>
                    <a:gd name="csX10" fmla="*/ 1966 w 684497"/>
                    <a:gd name="csY10" fmla="*/ 91004 h 662863"/>
                    <a:gd name="csX11" fmla="*/ 81330 w 684497"/>
                    <a:gd name="csY11" fmla="*/ 3411 h 662863"/>
                    <a:gd name="csX12" fmla="*/ 1 w 684497"/>
                    <a:gd name="csY12" fmla="*/ 137450 h 662863"/>
                    <a:gd name="csX13" fmla="*/ 123960 w 684497"/>
                    <a:gd name="csY13" fmla="*/ 508 h 662863"/>
                    <a:gd name="csX14" fmla="*/ 1 w 684497"/>
                    <a:gd name="csY14" fmla="*/ 137450 h 662863"/>
                    <a:gd name="csX15" fmla="*/ 123960 w 684497"/>
                    <a:gd name="csY15" fmla="*/ 508 h 662863"/>
                    <a:gd name="csX16" fmla="*/ 2948 w 684497"/>
                    <a:gd name="csY16" fmla="*/ 178380 h 662863"/>
                    <a:gd name="csX17" fmla="*/ 161677 w 684497"/>
                    <a:gd name="csY17" fmla="*/ 3121 h 662863"/>
                    <a:gd name="csX18" fmla="*/ 2948 w 684497"/>
                    <a:gd name="csY18" fmla="*/ 178380 h 662863"/>
                    <a:gd name="csX19" fmla="*/ 161677 w 684497"/>
                    <a:gd name="csY19" fmla="*/ 3121 h 662863"/>
                    <a:gd name="csX20" fmla="*/ 983 w 684497"/>
                    <a:gd name="csY20" fmla="*/ 224825 h 662863"/>
                    <a:gd name="csX21" fmla="*/ 204307 w 684497"/>
                    <a:gd name="csY21" fmla="*/ 291 h 662863"/>
                    <a:gd name="csX22" fmla="*/ 983 w 684497"/>
                    <a:gd name="csY22" fmla="*/ 224825 h 662863"/>
                    <a:gd name="csX23" fmla="*/ 204307 w 684497"/>
                    <a:gd name="csY23" fmla="*/ 291 h 662863"/>
                    <a:gd name="csX24" fmla="*/ 4006 w 684497"/>
                    <a:gd name="csY24" fmla="*/ 265756 h 662863"/>
                    <a:gd name="csX25" fmla="*/ 242023 w 684497"/>
                    <a:gd name="csY25" fmla="*/ 2903 h 662863"/>
                    <a:gd name="csX26" fmla="*/ 4006 w 684497"/>
                    <a:gd name="csY26" fmla="*/ 265756 h 662863"/>
                    <a:gd name="csX27" fmla="*/ 242023 w 684497"/>
                    <a:gd name="csY27" fmla="*/ 2903 h 662863"/>
                    <a:gd name="csX28" fmla="*/ 2041 w 684497"/>
                    <a:gd name="csY28" fmla="*/ 312201 h 662863"/>
                    <a:gd name="csX29" fmla="*/ 284653 w 684497"/>
                    <a:gd name="csY29" fmla="*/ 1 h 662863"/>
                    <a:gd name="csX30" fmla="*/ 2041 w 684497"/>
                    <a:gd name="csY30" fmla="*/ 312201 h 662863"/>
                    <a:gd name="csX31" fmla="*/ 284653 w 684497"/>
                    <a:gd name="csY31" fmla="*/ 1 h 662863"/>
                    <a:gd name="csX32" fmla="*/ 1 w 684497"/>
                    <a:gd name="csY32" fmla="*/ 358646 h 662863"/>
                    <a:gd name="csX33" fmla="*/ 322370 w 684497"/>
                    <a:gd name="csY33" fmla="*/ 2613 h 662863"/>
                    <a:gd name="csX34" fmla="*/ 1 w 684497"/>
                    <a:gd name="csY34" fmla="*/ 358646 h 662863"/>
                    <a:gd name="csX35" fmla="*/ 322370 w 684497"/>
                    <a:gd name="csY35" fmla="*/ 2613 h 662863"/>
                    <a:gd name="csX36" fmla="*/ 3024 w 684497"/>
                    <a:gd name="csY36" fmla="*/ 399577 h 662863"/>
                    <a:gd name="csX37" fmla="*/ 360012 w 684497"/>
                    <a:gd name="csY37" fmla="*/ 5225 h 662863"/>
                    <a:gd name="csX38" fmla="*/ 3024 w 684497"/>
                    <a:gd name="csY38" fmla="*/ 399577 h 662863"/>
                    <a:gd name="csX39" fmla="*/ 360012 w 684497"/>
                    <a:gd name="csY39" fmla="*/ 5225 h 662863"/>
                    <a:gd name="csX40" fmla="*/ 1059 w 684497"/>
                    <a:gd name="csY40" fmla="*/ 446022 h 662863"/>
                    <a:gd name="csX41" fmla="*/ 402717 w 684497"/>
                    <a:gd name="csY41" fmla="*/ 2395 h 662863"/>
                    <a:gd name="csX42" fmla="*/ 1059 w 684497"/>
                    <a:gd name="csY42" fmla="*/ 446022 h 662863"/>
                    <a:gd name="csX43" fmla="*/ 402717 w 684497"/>
                    <a:gd name="csY43" fmla="*/ 2395 h 662863"/>
                    <a:gd name="csX44" fmla="*/ 4006 w 684497"/>
                    <a:gd name="csY44" fmla="*/ 486952 h 662863"/>
                    <a:gd name="csX45" fmla="*/ 440359 w 684497"/>
                    <a:gd name="csY45" fmla="*/ 5008 h 662863"/>
                    <a:gd name="csX46" fmla="*/ 4006 w 684497"/>
                    <a:gd name="csY46" fmla="*/ 486952 h 662863"/>
                    <a:gd name="csX47" fmla="*/ 440359 w 684497"/>
                    <a:gd name="csY47" fmla="*/ 5008 h 662863"/>
                    <a:gd name="csX48" fmla="*/ 2041 w 684497"/>
                    <a:gd name="csY48" fmla="*/ 533398 h 662863"/>
                    <a:gd name="csX49" fmla="*/ 483064 w 684497"/>
                    <a:gd name="csY49" fmla="*/ 2105 h 662863"/>
                    <a:gd name="csX50" fmla="*/ 2041 w 684497"/>
                    <a:gd name="csY50" fmla="*/ 533398 h 662863"/>
                    <a:gd name="csX51" fmla="*/ 483064 w 684497"/>
                    <a:gd name="csY51" fmla="*/ 2105 h 662863"/>
                    <a:gd name="csX52" fmla="*/ 76 w 684497"/>
                    <a:gd name="csY52" fmla="*/ 579843 h 662863"/>
                    <a:gd name="csX53" fmla="*/ 520781 w 684497"/>
                    <a:gd name="csY53" fmla="*/ 4718 h 662863"/>
                    <a:gd name="csX54" fmla="*/ 76 w 684497"/>
                    <a:gd name="csY54" fmla="*/ 579843 h 662863"/>
                    <a:gd name="csX55" fmla="*/ 520781 w 684497"/>
                    <a:gd name="csY55" fmla="*/ 4718 h 662863"/>
                    <a:gd name="csX56" fmla="*/ 3024 w 684497"/>
                    <a:gd name="csY56" fmla="*/ 620773 h 662863"/>
                    <a:gd name="csX57" fmla="*/ 563411 w 684497"/>
                    <a:gd name="csY57" fmla="*/ 1887 h 662863"/>
                    <a:gd name="csX58" fmla="*/ 3024 w 684497"/>
                    <a:gd name="csY58" fmla="*/ 620773 h 662863"/>
                    <a:gd name="csX59" fmla="*/ 563411 w 684497"/>
                    <a:gd name="csY59" fmla="*/ 1887 h 662863"/>
                    <a:gd name="csX60" fmla="*/ 6047 w 684497"/>
                    <a:gd name="csY60" fmla="*/ 661703 h 662863"/>
                    <a:gd name="csX61" fmla="*/ 601128 w 684497"/>
                    <a:gd name="csY61" fmla="*/ 4500 h 662863"/>
                    <a:gd name="csX62" fmla="*/ 6047 w 684497"/>
                    <a:gd name="csY62" fmla="*/ 661703 h 662863"/>
                    <a:gd name="csX63" fmla="*/ 601128 w 684497"/>
                    <a:gd name="csY63" fmla="*/ 4500 h 662863"/>
                    <a:gd name="csX64" fmla="*/ 48677 w 684497"/>
                    <a:gd name="csY64" fmla="*/ 658873 h 662863"/>
                    <a:gd name="csX65" fmla="*/ 643757 w 684497"/>
                    <a:gd name="csY65" fmla="*/ 1669 h 662863"/>
                    <a:gd name="csX66" fmla="*/ 48677 w 684497"/>
                    <a:gd name="csY66" fmla="*/ 658873 h 662863"/>
                    <a:gd name="csX67" fmla="*/ 643757 w 684497"/>
                    <a:gd name="csY67" fmla="*/ 1669 h 662863"/>
                    <a:gd name="csX68" fmla="*/ 86394 w 684497"/>
                    <a:gd name="csY68" fmla="*/ 661485 h 662863"/>
                    <a:gd name="csX69" fmla="*/ 681474 w 684497"/>
                    <a:gd name="csY69" fmla="*/ 4282 h 662863"/>
                    <a:gd name="csX70" fmla="*/ 86394 w 684497"/>
                    <a:gd name="csY70" fmla="*/ 661485 h 662863"/>
                    <a:gd name="csX71" fmla="*/ 681474 w 684497"/>
                    <a:gd name="csY71" fmla="*/ 4282 h 662863"/>
                    <a:gd name="csX72" fmla="*/ 129024 w 684497"/>
                    <a:gd name="csY72" fmla="*/ 658655 h 662863"/>
                    <a:gd name="csX73" fmla="*/ 684422 w 684497"/>
                    <a:gd name="csY73" fmla="*/ 45212 h 662863"/>
                    <a:gd name="csX74" fmla="*/ 129024 w 684497"/>
                    <a:gd name="csY74" fmla="*/ 658655 h 662863"/>
                    <a:gd name="csX75" fmla="*/ 684422 w 684497"/>
                    <a:gd name="csY75" fmla="*/ 45212 h 662863"/>
                    <a:gd name="csX76" fmla="*/ 166741 w 684497"/>
                    <a:gd name="csY76" fmla="*/ 661268 h 662863"/>
                    <a:gd name="csX77" fmla="*/ 682457 w 684497"/>
                    <a:gd name="csY77" fmla="*/ 91658 h 662863"/>
                    <a:gd name="csX78" fmla="*/ 166741 w 684497"/>
                    <a:gd name="csY78" fmla="*/ 661268 h 662863"/>
                    <a:gd name="csX79" fmla="*/ 682457 w 684497"/>
                    <a:gd name="csY79" fmla="*/ 91658 h 662863"/>
                    <a:gd name="csX80" fmla="*/ 209371 w 684497"/>
                    <a:gd name="csY80" fmla="*/ 658365 h 662863"/>
                    <a:gd name="csX81" fmla="*/ 680492 w 684497"/>
                    <a:gd name="csY81" fmla="*/ 138031 h 662863"/>
                    <a:gd name="csX82" fmla="*/ 209371 w 684497"/>
                    <a:gd name="csY82" fmla="*/ 658365 h 662863"/>
                    <a:gd name="csX83" fmla="*/ 680492 w 684497"/>
                    <a:gd name="csY83" fmla="*/ 138031 h 662863"/>
                    <a:gd name="csX84" fmla="*/ 247088 w 684497"/>
                    <a:gd name="csY84" fmla="*/ 660977 h 662863"/>
                    <a:gd name="csX85" fmla="*/ 683440 w 684497"/>
                    <a:gd name="csY85" fmla="*/ 179033 h 662863"/>
                    <a:gd name="csX86" fmla="*/ 247088 w 684497"/>
                    <a:gd name="csY86" fmla="*/ 660977 h 662863"/>
                    <a:gd name="csX87" fmla="*/ 683440 w 684497"/>
                    <a:gd name="csY87" fmla="*/ 179033 h 662863"/>
                    <a:gd name="csX88" fmla="*/ 289718 w 684497"/>
                    <a:gd name="csY88" fmla="*/ 658147 h 662863"/>
                    <a:gd name="csX89" fmla="*/ 681474 w 684497"/>
                    <a:gd name="csY89" fmla="*/ 225406 h 662863"/>
                    <a:gd name="csX90" fmla="*/ 289718 w 684497"/>
                    <a:gd name="csY90" fmla="*/ 658147 h 662863"/>
                    <a:gd name="csX91" fmla="*/ 681474 w 684497"/>
                    <a:gd name="csY91" fmla="*/ 225406 h 662863"/>
                    <a:gd name="csX92" fmla="*/ 327435 w 684497"/>
                    <a:gd name="csY92" fmla="*/ 660760 h 662863"/>
                    <a:gd name="csX93" fmla="*/ 684422 w 684497"/>
                    <a:gd name="csY93" fmla="*/ 266409 h 662863"/>
                    <a:gd name="csX94" fmla="*/ 327435 w 684497"/>
                    <a:gd name="csY94" fmla="*/ 660760 h 662863"/>
                    <a:gd name="csX95" fmla="*/ 684422 w 684497"/>
                    <a:gd name="csY95" fmla="*/ 266409 h 662863"/>
                    <a:gd name="csX96" fmla="*/ 370064 w 684497"/>
                    <a:gd name="csY96" fmla="*/ 657857 h 662863"/>
                    <a:gd name="csX97" fmla="*/ 682457 w 684497"/>
                    <a:gd name="csY97" fmla="*/ 312854 h 662863"/>
                    <a:gd name="csX98" fmla="*/ 370064 w 684497"/>
                    <a:gd name="csY98" fmla="*/ 657857 h 662863"/>
                    <a:gd name="csX99" fmla="*/ 682457 w 684497"/>
                    <a:gd name="csY99" fmla="*/ 312854 h 662863"/>
                    <a:gd name="csX100" fmla="*/ 407781 w 684497"/>
                    <a:gd name="csY100" fmla="*/ 660470 h 662863"/>
                    <a:gd name="csX101" fmla="*/ 680492 w 684497"/>
                    <a:gd name="csY101" fmla="*/ 359227 h 662863"/>
                    <a:gd name="csX102" fmla="*/ 407781 w 684497"/>
                    <a:gd name="csY102" fmla="*/ 660470 h 662863"/>
                    <a:gd name="csX103" fmla="*/ 680492 w 684497"/>
                    <a:gd name="csY103" fmla="*/ 359227 h 662863"/>
                    <a:gd name="csX104" fmla="*/ 450411 w 684497"/>
                    <a:gd name="csY104" fmla="*/ 657639 h 662863"/>
                    <a:gd name="csX105" fmla="*/ 683515 w 684497"/>
                    <a:gd name="csY105" fmla="*/ 400230 h 662863"/>
                    <a:gd name="csX106" fmla="*/ 450411 w 684497"/>
                    <a:gd name="csY106" fmla="*/ 657639 h 662863"/>
                    <a:gd name="csX107" fmla="*/ 683515 w 684497"/>
                    <a:gd name="csY107" fmla="*/ 400230 h 662863"/>
                    <a:gd name="csX108" fmla="*/ 488128 w 684497"/>
                    <a:gd name="csY108" fmla="*/ 660252 h 662863"/>
                    <a:gd name="csX109" fmla="*/ 681474 w 684497"/>
                    <a:gd name="csY109" fmla="*/ 446602 h 662863"/>
                    <a:gd name="csX110" fmla="*/ 488128 w 684497"/>
                    <a:gd name="csY110" fmla="*/ 660252 h 662863"/>
                    <a:gd name="csX111" fmla="*/ 681474 w 684497"/>
                    <a:gd name="csY111" fmla="*/ 446602 h 662863"/>
                    <a:gd name="csX112" fmla="*/ 525845 w 684497"/>
                    <a:gd name="csY112" fmla="*/ 662864 h 662863"/>
                    <a:gd name="csX113" fmla="*/ 684498 w 684497"/>
                    <a:gd name="csY113" fmla="*/ 487605 h 662863"/>
                    <a:gd name="csX114" fmla="*/ 525845 w 684497"/>
                    <a:gd name="csY114" fmla="*/ 662864 h 662863"/>
                    <a:gd name="csX115" fmla="*/ 684498 w 684497"/>
                    <a:gd name="csY115" fmla="*/ 487605 h 662863"/>
                    <a:gd name="csX116" fmla="*/ 568475 w 684497"/>
                    <a:gd name="csY116" fmla="*/ 659962 h 662863"/>
                    <a:gd name="csX117" fmla="*/ 682533 w 684497"/>
                    <a:gd name="csY117" fmla="*/ 533978 h 662863"/>
                    <a:gd name="csX118" fmla="*/ 568475 w 684497"/>
                    <a:gd name="csY118" fmla="*/ 659962 h 662863"/>
                    <a:gd name="csX119" fmla="*/ 682533 w 684497"/>
                    <a:gd name="csY119" fmla="*/ 533978 h 662863"/>
                    <a:gd name="csX120" fmla="*/ 606192 w 684497"/>
                    <a:gd name="csY120" fmla="*/ 662574 h 662863"/>
                    <a:gd name="csX121" fmla="*/ 680567 w 684497"/>
                    <a:gd name="csY121" fmla="*/ 580424 h 662863"/>
                    <a:gd name="csX122" fmla="*/ 606192 w 684497"/>
                    <a:gd name="csY122" fmla="*/ 662574 h 662863"/>
                    <a:gd name="csX123" fmla="*/ 680567 w 684497"/>
                    <a:gd name="csY123" fmla="*/ 580424 h 662863"/>
                    <a:gd name="csX124" fmla="*/ 648822 w 684497"/>
                    <a:gd name="csY124" fmla="*/ 659744 h 662863"/>
                    <a:gd name="csX125" fmla="*/ 683515 w 684497"/>
                    <a:gd name="csY125" fmla="*/ 621426 h 662863"/>
                    <a:gd name="csX126" fmla="*/ 648822 w 684497"/>
                    <a:gd name="csY126" fmla="*/ 659744 h 662863"/>
                    <a:gd name="csX127" fmla="*/ 683515 w 684497"/>
                    <a:gd name="csY127" fmla="*/ 621426 h 6628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</a:cxnLst>
                  <a:rect l="l" t="t" r="r" b="b"/>
                  <a:pathLst>
                    <a:path w="684497" h="662863"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3931" y="44559"/>
                      </a:moveTo>
                      <a:cubicBezTo>
                        <a:pt x="23507" y="32440"/>
                        <a:pt x="38246" y="11249"/>
                        <a:pt x="43613" y="799"/>
                      </a:cubicBezTo>
                      <a:moveTo>
                        <a:pt x="3931" y="44559"/>
                      </a:moveTo>
                      <a:cubicBezTo>
                        <a:pt x="17385" y="31206"/>
                        <a:pt x="27060" y="19595"/>
                        <a:pt x="43613" y="799"/>
                      </a:cubicBezTo>
                      <a:moveTo>
                        <a:pt x="1966" y="91004"/>
                      </a:moveTo>
                      <a:cubicBezTo>
                        <a:pt x="30310" y="54719"/>
                        <a:pt x="53061" y="35778"/>
                        <a:pt x="81330" y="3411"/>
                      </a:cubicBezTo>
                      <a:moveTo>
                        <a:pt x="1966" y="91004"/>
                      </a:moveTo>
                      <a:cubicBezTo>
                        <a:pt x="31293" y="58130"/>
                        <a:pt x="58201" y="28956"/>
                        <a:pt x="81330" y="3411"/>
                      </a:cubicBezTo>
                      <a:moveTo>
                        <a:pt x="1" y="137450"/>
                      </a:moveTo>
                      <a:cubicBezTo>
                        <a:pt x="49509" y="96157"/>
                        <a:pt x="81254" y="49784"/>
                        <a:pt x="123960" y="508"/>
                      </a:cubicBezTo>
                      <a:moveTo>
                        <a:pt x="1" y="137450"/>
                      </a:moveTo>
                      <a:cubicBezTo>
                        <a:pt x="48828" y="89916"/>
                        <a:pt x="95918" y="32077"/>
                        <a:pt x="123960" y="508"/>
                      </a:cubicBezTo>
                      <a:moveTo>
                        <a:pt x="2948" y="178380"/>
                      </a:moveTo>
                      <a:cubicBezTo>
                        <a:pt x="52230" y="130193"/>
                        <a:pt x="98412" y="78958"/>
                        <a:pt x="161677" y="3121"/>
                      </a:cubicBezTo>
                      <a:moveTo>
                        <a:pt x="2948" y="178380"/>
                      </a:moveTo>
                      <a:cubicBezTo>
                        <a:pt x="53590" y="120614"/>
                        <a:pt x="94028" y="67419"/>
                        <a:pt x="161677" y="3121"/>
                      </a:cubicBezTo>
                      <a:moveTo>
                        <a:pt x="983" y="224825"/>
                      </a:moveTo>
                      <a:cubicBezTo>
                        <a:pt x="57974" y="157262"/>
                        <a:pt x="129855" y="77942"/>
                        <a:pt x="204307" y="291"/>
                      </a:cubicBezTo>
                      <a:moveTo>
                        <a:pt x="983" y="224825"/>
                      </a:moveTo>
                      <a:cubicBezTo>
                        <a:pt x="68329" y="150948"/>
                        <a:pt x="118669" y="97318"/>
                        <a:pt x="204307" y="291"/>
                      </a:cubicBezTo>
                      <a:moveTo>
                        <a:pt x="4006" y="265756"/>
                      </a:moveTo>
                      <a:cubicBezTo>
                        <a:pt x="87830" y="180702"/>
                        <a:pt x="171956" y="89118"/>
                        <a:pt x="242023" y="2903"/>
                      </a:cubicBezTo>
                      <a:moveTo>
                        <a:pt x="4006" y="265756"/>
                      </a:moveTo>
                      <a:cubicBezTo>
                        <a:pt x="76568" y="194418"/>
                        <a:pt x="137943" y="107115"/>
                        <a:pt x="242023" y="2903"/>
                      </a:cubicBezTo>
                      <a:moveTo>
                        <a:pt x="2041" y="312201"/>
                      </a:moveTo>
                      <a:cubicBezTo>
                        <a:pt x="60166" y="244492"/>
                        <a:pt x="133408" y="160818"/>
                        <a:pt x="284653" y="1"/>
                      </a:cubicBezTo>
                      <a:moveTo>
                        <a:pt x="2041" y="312201"/>
                      </a:moveTo>
                      <a:cubicBezTo>
                        <a:pt x="53439" y="246814"/>
                        <a:pt x="121617" y="179686"/>
                        <a:pt x="284653" y="1"/>
                      </a:cubicBezTo>
                      <a:moveTo>
                        <a:pt x="1" y="358646"/>
                      </a:moveTo>
                      <a:cubicBezTo>
                        <a:pt x="97127" y="249064"/>
                        <a:pt x="159258" y="171994"/>
                        <a:pt x="322370" y="2613"/>
                      </a:cubicBezTo>
                      <a:moveTo>
                        <a:pt x="1" y="358646"/>
                      </a:moveTo>
                      <a:cubicBezTo>
                        <a:pt x="132954" y="223447"/>
                        <a:pt x="253815" y="79538"/>
                        <a:pt x="322370" y="2613"/>
                      </a:cubicBezTo>
                      <a:moveTo>
                        <a:pt x="3024" y="399577"/>
                      </a:moveTo>
                      <a:cubicBezTo>
                        <a:pt x="105290" y="285930"/>
                        <a:pt x="194707" y="207844"/>
                        <a:pt x="360012" y="5225"/>
                      </a:cubicBezTo>
                      <a:moveTo>
                        <a:pt x="3024" y="399577"/>
                      </a:moveTo>
                      <a:cubicBezTo>
                        <a:pt x="90098" y="302549"/>
                        <a:pt x="172712" y="208860"/>
                        <a:pt x="360012" y="5225"/>
                      </a:cubicBezTo>
                      <a:moveTo>
                        <a:pt x="1059" y="446022"/>
                      </a:moveTo>
                      <a:cubicBezTo>
                        <a:pt x="141571" y="310532"/>
                        <a:pt x="274223" y="157625"/>
                        <a:pt x="402717" y="2395"/>
                      </a:cubicBezTo>
                      <a:moveTo>
                        <a:pt x="1059" y="446022"/>
                      </a:moveTo>
                      <a:cubicBezTo>
                        <a:pt x="97883" y="336077"/>
                        <a:pt x="202568" y="221124"/>
                        <a:pt x="402717" y="2395"/>
                      </a:cubicBezTo>
                      <a:moveTo>
                        <a:pt x="4006" y="486952"/>
                      </a:moveTo>
                      <a:cubicBezTo>
                        <a:pt x="125849" y="363364"/>
                        <a:pt x="229174" y="245944"/>
                        <a:pt x="440359" y="5008"/>
                      </a:cubicBezTo>
                      <a:moveTo>
                        <a:pt x="4006" y="486952"/>
                      </a:moveTo>
                      <a:cubicBezTo>
                        <a:pt x="168706" y="315685"/>
                        <a:pt x="315643" y="139119"/>
                        <a:pt x="440359" y="5008"/>
                      </a:cubicBezTo>
                      <a:moveTo>
                        <a:pt x="2041" y="533398"/>
                      </a:moveTo>
                      <a:cubicBezTo>
                        <a:pt x="161072" y="342899"/>
                        <a:pt x="344214" y="180702"/>
                        <a:pt x="483064" y="2105"/>
                      </a:cubicBezTo>
                      <a:moveTo>
                        <a:pt x="2041" y="533398"/>
                      </a:moveTo>
                      <a:cubicBezTo>
                        <a:pt x="166136" y="352333"/>
                        <a:pt x="338848" y="166043"/>
                        <a:pt x="483064" y="2105"/>
                      </a:cubicBezTo>
                      <a:moveTo>
                        <a:pt x="76" y="579843"/>
                      </a:moveTo>
                      <a:cubicBezTo>
                        <a:pt x="167724" y="400447"/>
                        <a:pt x="335824" y="209368"/>
                        <a:pt x="520781" y="4718"/>
                      </a:cubicBezTo>
                      <a:moveTo>
                        <a:pt x="76" y="579843"/>
                      </a:moveTo>
                      <a:cubicBezTo>
                        <a:pt x="142403" y="415470"/>
                        <a:pt x="290927" y="263433"/>
                        <a:pt x="520781" y="4718"/>
                      </a:cubicBezTo>
                      <a:moveTo>
                        <a:pt x="3024" y="620773"/>
                      </a:moveTo>
                      <a:cubicBezTo>
                        <a:pt x="124942" y="462278"/>
                        <a:pt x="267647" y="325264"/>
                        <a:pt x="563411" y="1887"/>
                      </a:cubicBezTo>
                      <a:moveTo>
                        <a:pt x="3024" y="620773"/>
                      </a:moveTo>
                      <a:cubicBezTo>
                        <a:pt x="179061" y="431653"/>
                        <a:pt x="337714" y="251677"/>
                        <a:pt x="563411" y="1887"/>
                      </a:cubicBezTo>
                      <a:moveTo>
                        <a:pt x="6047" y="661703"/>
                      </a:moveTo>
                      <a:cubicBezTo>
                        <a:pt x="140891" y="510247"/>
                        <a:pt x="289944" y="339996"/>
                        <a:pt x="601128" y="4500"/>
                      </a:cubicBezTo>
                      <a:moveTo>
                        <a:pt x="6047" y="661703"/>
                      </a:moveTo>
                      <a:cubicBezTo>
                        <a:pt x="205970" y="448199"/>
                        <a:pt x="404531" y="237743"/>
                        <a:pt x="601128" y="4500"/>
                      </a:cubicBezTo>
                      <a:moveTo>
                        <a:pt x="48677" y="658873"/>
                      </a:moveTo>
                      <a:cubicBezTo>
                        <a:pt x="267949" y="428024"/>
                        <a:pt x="486617" y="167639"/>
                        <a:pt x="643757" y="1669"/>
                      </a:cubicBezTo>
                      <a:moveTo>
                        <a:pt x="48677" y="658873"/>
                      </a:moveTo>
                      <a:cubicBezTo>
                        <a:pt x="293497" y="398052"/>
                        <a:pt x="524560" y="129612"/>
                        <a:pt x="643757" y="1669"/>
                      </a:cubicBezTo>
                      <a:moveTo>
                        <a:pt x="86394" y="661485"/>
                      </a:moveTo>
                      <a:cubicBezTo>
                        <a:pt x="217005" y="489347"/>
                        <a:pt x="370745" y="355889"/>
                        <a:pt x="681474" y="4282"/>
                      </a:cubicBezTo>
                      <a:moveTo>
                        <a:pt x="86394" y="661485"/>
                      </a:moveTo>
                      <a:cubicBezTo>
                        <a:pt x="219121" y="521931"/>
                        <a:pt x="347389" y="380853"/>
                        <a:pt x="681474" y="4282"/>
                      </a:cubicBezTo>
                      <a:moveTo>
                        <a:pt x="129024" y="658655"/>
                      </a:moveTo>
                      <a:cubicBezTo>
                        <a:pt x="355401" y="434048"/>
                        <a:pt x="572103" y="184476"/>
                        <a:pt x="684422" y="45212"/>
                      </a:cubicBezTo>
                      <a:moveTo>
                        <a:pt x="129024" y="658655"/>
                      </a:moveTo>
                      <a:cubicBezTo>
                        <a:pt x="264624" y="519391"/>
                        <a:pt x="386920" y="384627"/>
                        <a:pt x="684422" y="45212"/>
                      </a:cubicBezTo>
                      <a:moveTo>
                        <a:pt x="166741" y="661268"/>
                      </a:moveTo>
                      <a:cubicBezTo>
                        <a:pt x="267723" y="552121"/>
                        <a:pt x="378076" y="414816"/>
                        <a:pt x="682457" y="91658"/>
                      </a:cubicBezTo>
                      <a:moveTo>
                        <a:pt x="166741" y="661268"/>
                      </a:moveTo>
                      <a:cubicBezTo>
                        <a:pt x="278985" y="524544"/>
                        <a:pt x="414357" y="388401"/>
                        <a:pt x="682457" y="91658"/>
                      </a:cubicBezTo>
                      <a:moveTo>
                        <a:pt x="209371" y="658365"/>
                      </a:moveTo>
                      <a:cubicBezTo>
                        <a:pt x="367646" y="482308"/>
                        <a:pt x="550486" y="281213"/>
                        <a:pt x="680492" y="138031"/>
                      </a:cubicBezTo>
                      <a:moveTo>
                        <a:pt x="209371" y="658365"/>
                      </a:moveTo>
                      <a:cubicBezTo>
                        <a:pt x="338848" y="523455"/>
                        <a:pt x="462051" y="389126"/>
                        <a:pt x="680492" y="138031"/>
                      </a:cubicBezTo>
                      <a:moveTo>
                        <a:pt x="247088" y="660977"/>
                      </a:moveTo>
                      <a:cubicBezTo>
                        <a:pt x="370594" y="505603"/>
                        <a:pt x="512693" y="377442"/>
                        <a:pt x="683440" y="179033"/>
                      </a:cubicBezTo>
                      <a:moveTo>
                        <a:pt x="247088" y="660977"/>
                      </a:moveTo>
                      <a:cubicBezTo>
                        <a:pt x="369535" y="524979"/>
                        <a:pt x="512996" y="375846"/>
                        <a:pt x="683440" y="179033"/>
                      </a:cubicBezTo>
                      <a:moveTo>
                        <a:pt x="289718" y="658147"/>
                      </a:moveTo>
                      <a:cubicBezTo>
                        <a:pt x="402113" y="523746"/>
                        <a:pt x="515490" y="418663"/>
                        <a:pt x="681474" y="225406"/>
                      </a:cubicBezTo>
                      <a:moveTo>
                        <a:pt x="289718" y="658147"/>
                      </a:moveTo>
                      <a:cubicBezTo>
                        <a:pt x="392664" y="546025"/>
                        <a:pt x="485105" y="441668"/>
                        <a:pt x="681474" y="225406"/>
                      </a:cubicBezTo>
                      <a:moveTo>
                        <a:pt x="327435" y="660760"/>
                      </a:moveTo>
                      <a:cubicBezTo>
                        <a:pt x="452830" y="544065"/>
                        <a:pt x="562353" y="422581"/>
                        <a:pt x="684422" y="266409"/>
                      </a:cubicBezTo>
                      <a:moveTo>
                        <a:pt x="327435" y="660760"/>
                      </a:moveTo>
                      <a:cubicBezTo>
                        <a:pt x="430155" y="555532"/>
                        <a:pt x="533630" y="439200"/>
                        <a:pt x="684422" y="266409"/>
                      </a:cubicBezTo>
                      <a:moveTo>
                        <a:pt x="370064" y="657857"/>
                      </a:moveTo>
                      <a:cubicBezTo>
                        <a:pt x="465679" y="546750"/>
                        <a:pt x="574824" y="432524"/>
                        <a:pt x="682457" y="312854"/>
                      </a:cubicBezTo>
                      <a:moveTo>
                        <a:pt x="370064" y="657857"/>
                      </a:moveTo>
                      <a:cubicBezTo>
                        <a:pt x="453208" y="566780"/>
                        <a:pt x="541793" y="471204"/>
                        <a:pt x="682457" y="312854"/>
                      </a:cubicBezTo>
                      <a:moveTo>
                        <a:pt x="407781" y="660470"/>
                      </a:moveTo>
                      <a:cubicBezTo>
                        <a:pt x="489489" y="576360"/>
                        <a:pt x="569760" y="457996"/>
                        <a:pt x="680492" y="359227"/>
                      </a:cubicBezTo>
                      <a:moveTo>
                        <a:pt x="407781" y="660470"/>
                      </a:moveTo>
                      <a:cubicBezTo>
                        <a:pt x="473843" y="585213"/>
                        <a:pt x="551317" y="505458"/>
                        <a:pt x="680492" y="359227"/>
                      </a:cubicBezTo>
                      <a:moveTo>
                        <a:pt x="450411" y="657639"/>
                      </a:moveTo>
                      <a:cubicBezTo>
                        <a:pt x="541264" y="562571"/>
                        <a:pt x="630757" y="457996"/>
                        <a:pt x="683515" y="400230"/>
                      </a:cubicBezTo>
                      <a:moveTo>
                        <a:pt x="450411" y="657639"/>
                      </a:moveTo>
                      <a:cubicBezTo>
                        <a:pt x="512164" y="600235"/>
                        <a:pt x="572934" y="523673"/>
                        <a:pt x="683515" y="400230"/>
                      </a:cubicBezTo>
                      <a:moveTo>
                        <a:pt x="488128" y="660252"/>
                      </a:moveTo>
                      <a:cubicBezTo>
                        <a:pt x="548974" y="604227"/>
                        <a:pt x="581551" y="547694"/>
                        <a:pt x="681474" y="446602"/>
                      </a:cubicBezTo>
                      <a:moveTo>
                        <a:pt x="488128" y="660252"/>
                      </a:moveTo>
                      <a:cubicBezTo>
                        <a:pt x="533706" y="604662"/>
                        <a:pt x="601732" y="540655"/>
                        <a:pt x="681474" y="446602"/>
                      </a:cubicBezTo>
                      <a:moveTo>
                        <a:pt x="525845" y="662864"/>
                      </a:moveTo>
                      <a:cubicBezTo>
                        <a:pt x="594552" y="599582"/>
                        <a:pt x="634385" y="522802"/>
                        <a:pt x="684498" y="487605"/>
                      </a:cubicBezTo>
                      <a:moveTo>
                        <a:pt x="525845" y="662864"/>
                      </a:moveTo>
                      <a:cubicBezTo>
                        <a:pt x="561295" y="623023"/>
                        <a:pt x="589941" y="578174"/>
                        <a:pt x="684498" y="487605"/>
                      </a:cubicBezTo>
                      <a:moveTo>
                        <a:pt x="568475" y="659962"/>
                      </a:moveTo>
                      <a:cubicBezTo>
                        <a:pt x="598407" y="622370"/>
                        <a:pt x="636728" y="593486"/>
                        <a:pt x="682533" y="533978"/>
                      </a:cubicBezTo>
                      <a:moveTo>
                        <a:pt x="568475" y="659962"/>
                      </a:moveTo>
                      <a:cubicBezTo>
                        <a:pt x="600220" y="632094"/>
                        <a:pt x="621687" y="599002"/>
                        <a:pt x="682533" y="533978"/>
                      </a:cubicBezTo>
                      <a:moveTo>
                        <a:pt x="606192" y="662574"/>
                      </a:moveTo>
                      <a:cubicBezTo>
                        <a:pt x="625920" y="632167"/>
                        <a:pt x="656683" y="599800"/>
                        <a:pt x="680567" y="580424"/>
                      </a:cubicBezTo>
                      <a:moveTo>
                        <a:pt x="606192" y="662574"/>
                      </a:moveTo>
                      <a:cubicBezTo>
                        <a:pt x="636048" y="639424"/>
                        <a:pt x="661293" y="603574"/>
                        <a:pt x="680567" y="580424"/>
                      </a:cubicBezTo>
                      <a:moveTo>
                        <a:pt x="648822" y="659744"/>
                      </a:moveTo>
                      <a:cubicBezTo>
                        <a:pt x="659933" y="649801"/>
                        <a:pt x="663863" y="640513"/>
                        <a:pt x="683515" y="621426"/>
                      </a:cubicBezTo>
                      <a:moveTo>
                        <a:pt x="648822" y="659744"/>
                      </a:moveTo>
                      <a:cubicBezTo>
                        <a:pt x="659479" y="647406"/>
                        <a:pt x="671271" y="635577"/>
                        <a:pt x="683515" y="621426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5" name="شكل حر: شكل 196">
                  <a:extLst>
                    <a:ext uri="{FF2B5EF4-FFF2-40B4-BE49-F238E27FC236}">
                      <a16:creationId xmlns:a16="http://schemas.microsoft.com/office/drawing/2014/main" id="{1EF3D954-770D-A512-C0F7-A80B33820533}"/>
                    </a:ext>
                  </a:extLst>
                </p:cNvPr>
                <p:cNvSpPr/>
                <p:nvPr/>
              </p:nvSpPr>
              <p:spPr>
                <a:xfrm>
                  <a:off x="6291148" y="3991792"/>
                  <a:ext cx="693453" cy="666025"/>
                </a:xfrm>
                <a:custGeom>
                  <a:avLst/>
                  <a:gdLst>
                    <a:gd name="csX0" fmla="*/ 1372 w 693453"/>
                    <a:gd name="csY0" fmla="*/ 11863 h 666025"/>
                    <a:gd name="csX1" fmla="*/ 681637 w 693453"/>
                    <a:gd name="csY1" fmla="*/ 11863 h 666025"/>
                    <a:gd name="csX2" fmla="*/ 1372 w 693453"/>
                    <a:gd name="csY2" fmla="*/ 11863 h 666025"/>
                    <a:gd name="csX3" fmla="*/ 681637 w 693453"/>
                    <a:gd name="csY3" fmla="*/ 11863 h 666025"/>
                    <a:gd name="csX4" fmla="*/ 681637 w 693453"/>
                    <a:gd name="csY4" fmla="*/ 11863 h 666025"/>
                    <a:gd name="csX5" fmla="*/ 681637 w 693453"/>
                    <a:gd name="csY5" fmla="*/ 665002 h 666025"/>
                    <a:gd name="csX6" fmla="*/ 681637 w 693453"/>
                    <a:gd name="csY6" fmla="*/ 11863 h 666025"/>
                    <a:gd name="csX7" fmla="*/ 681637 w 693453"/>
                    <a:gd name="csY7" fmla="*/ 665002 h 666025"/>
                    <a:gd name="csX8" fmla="*/ 681637 w 693453"/>
                    <a:gd name="csY8" fmla="*/ 665002 h 666025"/>
                    <a:gd name="csX9" fmla="*/ 1372 w 693453"/>
                    <a:gd name="csY9" fmla="*/ 665002 h 666025"/>
                    <a:gd name="csX10" fmla="*/ 681637 w 693453"/>
                    <a:gd name="csY10" fmla="*/ 665002 h 666025"/>
                    <a:gd name="csX11" fmla="*/ 1372 w 693453"/>
                    <a:gd name="csY11" fmla="*/ 665002 h 666025"/>
                    <a:gd name="csX12" fmla="*/ 1372 w 693453"/>
                    <a:gd name="csY12" fmla="*/ 665002 h 666025"/>
                    <a:gd name="csX13" fmla="*/ 1372 w 693453"/>
                    <a:gd name="csY13" fmla="*/ 11863 h 666025"/>
                    <a:gd name="csX14" fmla="*/ 1372 w 693453"/>
                    <a:gd name="csY14" fmla="*/ 665002 h 666025"/>
                    <a:gd name="csX15" fmla="*/ 1372 w 693453"/>
                    <a:gd name="csY15" fmla="*/ 11863 h 6660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93453" h="666025">
                      <a:moveTo>
                        <a:pt x="1372" y="11863"/>
                      </a:moveTo>
                      <a:cubicBezTo>
                        <a:pt x="204922" y="-39"/>
                        <a:pt x="423665" y="-7441"/>
                        <a:pt x="681637" y="11863"/>
                      </a:cubicBezTo>
                      <a:moveTo>
                        <a:pt x="1372" y="11863"/>
                      </a:moveTo>
                      <a:cubicBezTo>
                        <a:pt x="179299" y="1848"/>
                        <a:pt x="353522" y="5259"/>
                        <a:pt x="681637" y="11863"/>
                      </a:cubicBezTo>
                      <a:moveTo>
                        <a:pt x="681637" y="11863"/>
                      </a:moveTo>
                      <a:cubicBezTo>
                        <a:pt x="695166" y="221158"/>
                        <a:pt x="699475" y="462674"/>
                        <a:pt x="681637" y="665002"/>
                      </a:cubicBezTo>
                      <a:moveTo>
                        <a:pt x="681637" y="11863"/>
                      </a:moveTo>
                      <a:cubicBezTo>
                        <a:pt x="687230" y="233640"/>
                        <a:pt x="674834" y="446709"/>
                        <a:pt x="681637" y="665002"/>
                      </a:cubicBezTo>
                      <a:moveTo>
                        <a:pt x="681637" y="665002"/>
                      </a:moveTo>
                      <a:cubicBezTo>
                        <a:pt x="511797" y="669574"/>
                        <a:pt x="340673" y="656874"/>
                        <a:pt x="1372" y="665002"/>
                      </a:cubicBezTo>
                      <a:moveTo>
                        <a:pt x="681637" y="665002"/>
                      </a:moveTo>
                      <a:cubicBezTo>
                        <a:pt x="465690" y="665220"/>
                        <a:pt x="259797" y="665800"/>
                        <a:pt x="1372" y="665002"/>
                      </a:cubicBezTo>
                      <a:moveTo>
                        <a:pt x="1372" y="665002"/>
                      </a:moveTo>
                      <a:cubicBezTo>
                        <a:pt x="3639" y="438000"/>
                        <a:pt x="-2634" y="226455"/>
                        <a:pt x="1372" y="11863"/>
                      </a:cubicBezTo>
                      <a:moveTo>
                        <a:pt x="1372" y="665002"/>
                      </a:moveTo>
                      <a:cubicBezTo>
                        <a:pt x="11198" y="466085"/>
                        <a:pt x="5529" y="266587"/>
                        <a:pt x="1372" y="11863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62" name="صورة 197">
                <a:extLst>
                  <a:ext uri="{FF2B5EF4-FFF2-40B4-BE49-F238E27FC236}">
                    <a16:creationId xmlns:a16="http://schemas.microsoft.com/office/drawing/2014/main" id="{0053E0CD-F38F-86FA-9E3A-414289B20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96299" y="4018169"/>
                <a:ext cx="665147" cy="645882"/>
              </a:xfrm>
              <a:custGeom>
                <a:avLst/>
                <a:gdLst>
                  <a:gd name="csX0" fmla="*/ 0 w 665147"/>
                  <a:gd name="csY0" fmla="*/ 0 h 645882"/>
                  <a:gd name="csX1" fmla="*/ 665148 w 665147"/>
                  <a:gd name="csY1" fmla="*/ 0 h 645882"/>
                  <a:gd name="csX2" fmla="*/ 665148 w 665147"/>
                  <a:gd name="csY2" fmla="*/ 645882 h 645882"/>
                  <a:gd name="csX3" fmla="*/ 0 w 665147"/>
                  <a:gd name="csY3" fmla="*/ 645882 h 645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5147" h="645882">
                    <a:moveTo>
                      <a:pt x="0" y="0"/>
                    </a:moveTo>
                    <a:lnTo>
                      <a:pt x="665148" y="0"/>
                    </a:lnTo>
                    <a:lnTo>
                      <a:pt x="665148" y="645882"/>
                    </a:lnTo>
                    <a:lnTo>
                      <a:pt x="0" y="64588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41" name="رسم 9">
              <a:extLst>
                <a:ext uri="{FF2B5EF4-FFF2-40B4-BE49-F238E27FC236}">
                  <a16:creationId xmlns:a16="http://schemas.microsoft.com/office/drawing/2014/main" id="{1C385E80-A88E-4B6A-0CE9-865EE2E718C0}"/>
                </a:ext>
              </a:extLst>
            </p:cNvPr>
            <p:cNvGrpSpPr/>
            <p:nvPr/>
          </p:nvGrpSpPr>
          <p:grpSpPr>
            <a:xfrm>
              <a:off x="6534392" y="4156924"/>
              <a:ext cx="340132" cy="209585"/>
              <a:chOff x="6534392" y="4156924"/>
              <a:chExt cx="340132" cy="209585"/>
            </a:xfrm>
          </p:grpSpPr>
          <p:grpSp>
            <p:nvGrpSpPr>
              <p:cNvPr id="1854" name="رسم 9">
                <a:extLst>
                  <a:ext uri="{FF2B5EF4-FFF2-40B4-BE49-F238E27FC236}">
                    <a16:creationId xmlns:a16="http://schemas.microsoft.com/office/drawing/2014/main" id="{C3519CF5-4F96-DFE4-C7D9-1C6849D71AF3}"/>
                  </a:ext>
                </a:extLst>
              </p:cNvPr>
              <p:cNvGrpSpPr/>
              <p:nvPr/>
            </p:nvGrpSpPr>
            <p:grpSpPr>
              <a:xfrm>
                <a:off x="6681934" y="4156924"/>
                <a:ext cx="52909" cy="209585"/>
                <a:chOff x="6681934" y="4156924"/>
                <a:chExt cx="52909" cy="209585"/>
              </a:xfrm>
            </p:grpSpPr>
            <p:sp>
              <p:nvSpPr>
                <p:cNvPr id="1856" name="شكل حر: شكل 200">
                  <a:extLst>
                    <a:ext uri="{FF2B5EF4-FFF2-40B4-BE49-F238E27FC236}">
                      <a16:creationId xmlns:a16="http://schemas.microsoft.com/office/drawing/2014/main" id="{E2D34737-827E-F6DC-C850-3D9008E1A9E8}"/>
                    </a:ext>
                  </a:extLst>
                </p:cNvPr>
                <p:cNvSpPr/>
                <p:nvPr/>
              </p:nvSpPr>
              <p:spPr>
                <a:xfrm>
                  <a:off x="6708313" y="4195024"/>
                  <a:ext cx="377" cy="171485"/>
                </a:xfrm>
                <a:custGeom>
                  <a:avLst/>
                  <a:gdLst>
                    <a:gd name="csX0" fmla="*/ 1 w 377"/>
                    <a:gd name="csY0" fmla="*/ 1 h 171485"/>
                    <a:gd name="csX1" fmla="*/ 378 w 377"/>
                    <a:gd name="csY1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" h="171485">
                      <a:moveTo>
                        <a:pt x="1" y="1"/>
                      </a:moveTo>
                      <a:lnTo>
                        <a:pt x="378" y="171486"/>
                      </a:lnTo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" name="شكل حر: شكل 201">
                  <a:extLst>
                    <a:ext uri="{FF2B5EF4-FFF2-40B4-BE49-F238E27FC236}">
                      <a16:creationId xmlns:a16="http://schemas.microsoft.com/office/drawing/2014/main" id="{77BE29BB-6EB8-C72C-B9C5-130AC0E58400}"/>
                    </a:ext>
                  </a:extLst>
                </p:cNvPr>
                <p:cNvSpPr/>
                <p:nvPr/>
              </p:nvSpPr>
              <p:spPr>
                <a:xfrm>
                  <a:off x="6681934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lnTo>
                        <a:pt x="52910" y="50728"/>
                      </a:lnTo>
                      <a:lnTo>
                        <a:pt x="26380" y="38100"/>
                      </a:lnTo>
                      <a:lnTo>
                        <a:pt x="1" y="50800"/>
                      </a:lnTo>
                      <a:close/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8" name="شكل حر: شكل 202">
                  <a:extLst>
                    <a:ext uri="{FF2B5EF4-FFF2-40B4-BE49-F238E27FC236}">
                      <a16:creationId xmlns:a16="http://schemas.microsoft.com/office/drawing/2014/main" id="{C3B88A56-F941-CAAF-1EAA-9E2AA112E0F9}"/>
                    </a:ext>
                  </a:extLst>
                </p:cNvPr>
                <p:cNvSpPr/>
                <p:nvPr/>
              </p:nvSpPr>
              <p:spPr>
                <a:xfrm>
                  <a:off x="6706334" y="4195024"/>
                  <a:ext cx="4112" cy="171485"/>
                </a:xfrm>
                <a:custGeom>
                  <a:avLst/>
                  <a:gdLst>
                    <a:gd name="csX0" fmla="*/ 1979 w 4112"/>
                    <a:gd name="csY0" fmla="*/ 1 h 171485"/>
                    <a:gd name="csX1" fmla="*/ 2357 w 4112"/>
                    <a:gd name="csY1" fmla="*/ 171486 h 171485"/>
                    <a:gd name="csX2" fmla="*/ 1979 w 4112"/>
                    <a:gd name="csY2" fmla="*/ 1 h 171485"/>
                    <a:gd name="csX3" fmla="*/ 2357 w 4112"/>
                    <a:gd name="csY3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112" h="171485">
                      <a:moveTo>
                        <a:pt x="1979" y="1"/>
                      </a:moveTo>
                      <a:cubicBezTo>
                        <a:pt x="7799" y="40568"/>
                        <a:pt x="-440" y="118727"/>
                        <a:pt x="2357" y="171486"/>
                      </a:cubicBezTo>
                      <a:moveTo>
                        <a:pt x="1979" y="1"/>
                      </a:moveTo>
                      <a:cubicBezTo>
                        <a:pt x="-62" y="51308"/>
                        <a:pt x="-1347" y="104866"/>
                        <a:pt x="2357" y="171486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9" name="شكل حر: شكل 203">
                  <a:extLst>
                    <a:ext uri="{FF2B5EF4-FFF2-40B4-BE49-F238E27FC236}">
                      <a16:creationId xmlns:a16="http://schemas.microsoft.com/office/drawing/2014/main" id="{FA9C012D-19E3-9849-DEA0-7668FFF5D80A}"/>
                    </a:ext>
                  </a:extLst>
                </p:cNvPr>
                <p:cNvSpPr/>
                <p:nvPr/>
              </p:nvSpPr>
              <p:spPr>
                <a:xfrm>
                  <a:off x="6681934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  <a:gd name="csX4" fmla="*/ 26304 w 52909"/>
                    <a:gd name="csY4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41875" y="21336"/>
                        <a:pt x="42101" y="22788"/>
                        <a:pt x="52910" y="50728"/>
                      </a:cubicBezTo>
                      <a:cubicBezTo>
                        <a:pt x="41799" y="50655"/>
                        <a:pt x="38171" y="39407"/>
                        <a:pt x="26380" y="38100"/>
                      </a:cubicBezTo>
                      <a:cubicBezTo>
                        <a:pt x="16932" y="40785"/>
                        <a:pt x="14513" y="39915"/>
                        <a:pt x="1" y="50800"/>
                      </a:cubicBezTo>
                      <a:cubicBezTo>
                        <a:pt x="15949" y="43761"/>
                        <a:pt x="12548" y="28811"/>
                        <a:pt x="26304" y="1"/>
                      </a:cubicBezTo>
                    </a:path>
                  </a:pathLst>
                </a:custGeom>
                <a:solidFill>
                  <a:srgbClr val="000000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" name="شكل حر: شكل 204">
                  <a:extLst>
                    <a:ext uri="{FF2B5EF4-FFF2-40B4-BE49-F238E27FC236}">
                      <a16:creationId xmlns:a16="http://schemas.microsoft.com/office/drawing/2014/main" id="{027C5E58-140B-6CC8-A798-47227500F774}"/>
                    </a:ext>
                  </a:extLst>
                </p:cNvPr>
                <p:cNvSpPr/>
                <p:nvPr/>
              </p:nvSpPr>
              <p:spPr>
                <a:xfrm>
                  <a:off x="6681934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04 w 52909"/>
                    <a:gd name="csY2" fmla="*/ 1 h 50799"/>
                    <a:gd name="csX3" fmla="*/ 52910 w 52909"/>
                    <a:gd name="csY3" fmla="*/ 50728 h 50799"/>
                    <a:gd name="csX4" fmla="*/ 52910 w 52909"/>
                    <a:gd name="csY4" fmla="*/ 50728 h 50799"/>
                    <a:gd name="csX5" fmla="*/ 26380 w 52909"/>
                    <a:gd name="csY5" fmla="*/ 38100 h 50799"/>
                    <a:gd name="csX6" fmla="*/ 52910 w 52909"/>
                    <a:gd name="csY6" fmla="*/ 50728 h 50799"/>
                    <a:gd name="csX7" fmla="*/ 26380 w 52909"/>
                    <a:gd name="csY7" fmla="*/ 38100 h 50799"/>
                    <a:gd name="csX8" fmla="*/ 26380 w 52909"/>
                    <a:gd name="csY8" fmla="*/ 38100 h 50799"/>
                    <a:gd name="csX9" fmla="*/ 1 w 52909"/>
                    <a:gd name="csY9" fmla="*/ 50800 h 50799"/>
                    <a:gd name="csX10" fmla="*/ 26380 w 52909"/>
                    <a:gd name="csY10" fmla="*/ 38100 h 50799"/>
                    <a:gd name="csX11" fmla="*/ 1 w 52909"/>
                    <a:gd name="csY11" fmla="*/ 50800 h 50799"/>
                    <a:gd name="csX12" fmla="*/ 1 w 52909"/>
                    <a:gd name="csY12" fmla="*/ 50800 h 50799"/>
                    <a:gd name="csX13" fmla="*/ 26304 w 52909"/>
                    <a:gd name="csY13" fmla="*/ 1 h 50799"/>
                    <a:gd name="csX14" fmla="*/ 1 w 52909"/>
                    <a:gd name="csY14" fmla="*/ 50800 h 50799"/>
                    <a:gd name="csX15" fmla="*/ 26304 w 52909"/>
                    <a:gd name="csY15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7188" y="10596"/>
                        <a:pt x="42479" y="35923"/>
                        <a:pt x="52910" y="50728"/>
                      </a:cubicBezTo>
                      <a:moveTo>
                        <a:pt x="26304" y="1"/>
                      </a:moveTo>
                      <a:cubicBezTo>
                        <a:pt x="34240" y="14950"/>
                        <a:pt x="42404" y="30553"/>
                        <a:pt x="52910" y="50728"/>
                      </a:cubicBezTo>
                      <a:moveTo>
                        <a:pt x="52910" y="50728"/>
                      </a:moveTo>
                      <a:cubicBezTo>
                        <a:pt x="44142" y="47389"/>
                        <a:pt x="33409" y="39479"/>
                        <a:pt x="26380" y="38100"/>
                      </a:cubicBezTo>
                      <a:moveTo>
                        <a:pt x="52910" y="50728"/>
                      </a:moveTo>
                      <a:cubicBezTo>
                        <a:pt x="44823" y="47317"/>
                        <a:pt x="35601" y="42237"/>
                        <a:pt x="26380" y="38100"/>
                      </a:cubicBezTo>
                      <a:moveTo>
                        <a:pt x="26380" y="38100"/>
                      </a:moveTo>
                      <a:cubicBezTo>
                        <a:pt x="19804" y="38173"/>
                        <a:pt x="16780" y="46156"/>
                        <a:pt x="1" y="50800"/>
                      </a:cubicBezTo>
                      <a:moveTo>
                        <a:pt x="26380" y="38100"/>
                      </a:moveTo>
                      <a:cubicBezTo>
                        <a:pt x="18217" y="41076"/>
                        <a:pt x="8920" y="46954"/>
                        <a:pt x="1" y="50800"/>
                      </a:cubicBezTo>
                      <a:moveTo>
                        <a:pt x="1" y="50800"/>
                      </a:moveTo>
                      <a:cubicBezTo>
                        <a:pt x="4687" y="33528"/>
                        <a:pt x="10960" y="27215"/>
                        <a:pt x="26304" y="1"/>
                      </a:cubicBezTo>
                      <a:moveTo>
                        <a:pt x="1" y="50800"/>
                      </a:moveTo>
                      <a:cubicBezTo>
                        <a:pt x="4914" y="37955"/>
                        <a:pt x="15798" y="24530"/>
                        <a:pt x="26304" y="1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55" name="صورة 205">
                <a:extLst>
                  <a:ext uri="{FF2B5EF4-FFF2-40B4-BE49-F238E27FC236}">
                    <a16:creationId xmlns:a16="http://schemas.microsoft.com/office/drawing/2014/main" id="{CA9370AD-728D-5554-6022-2436AC669E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534392" y="4210482"/>
                <a:ext cx="340132" cy="114299"/>
              </a:xfrm>
              <a:custGeom>
                <a:avLst/>
                <a:gdLst>
                  <a:gd name="csX0" fmla="*/ 0 w 340132"/>
                  <a:gd name="csY0" fmla="*/ 0 h 114299"/>
                  <a:gd name="csX1" fmla="*/ 340132 w 340132"/>
                  <a:gd name="csY1" fmla="*/ 0 h 114299"/>
                  <a:gd name="csX2" fmla="*/ 340132 w 340132"/>
                  <a:gd name="csY2" fmla="*/ 114299 h 114299"/>
                  <a:gd name="csX3" fmla="*/ 0 w 340132"/>
                  <a:gd name="csY3" fmla="*/ 114299 h 114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132" h="114299">
                    <a:moveTo>
                      <a:pt x="0" y="0"/>
                    </a:moveTo>
                    <a:lnTo>
                      <a:pt x="340132" y="0"/>
                    </a:lnTo>
                    <a:lnTo>
                      <a:pt x="340132" y="114299"/>
                    </a:lnTo>
                    <a:lnTo>
                      <a:pt x="0" y="114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42" name="رسم 9">
              <a:extLst>
                <a:ext uri="{FF2B5EF4-FFF2-40B4-BE49-F238E27FC236}">
                  <a16:creationId xmlns:a16="http://schemas.microsoft.com/office/drawing/2014/main" id="{A6236783-575C-84EF-BAD7-3AED0D59EE4E}"/>
                </a:ext>
              </a:extLst>
            </p:cNvPr>
            <p:cNvGrpSpPr/>
            <p:nvPr/>
          </p:nvGrpSpPr>
          <p:grpSpPr>
            <a:xfrm>
              <a:off x="6442178" y="4000969"/>
              <a:ext cx="550561" cy="164082"/>
              <a:chOff x="6442178" y="4000969"/>
              <a:chExt cx="550561" cy="164082"/>
            </a:xfrm>
            <a:noFill/>
          </p:grpSpPr>
          <p:grpSp>
            <p:nvGrpSpPr>
              <p:cNvPr id="1849" name="رسم 9">
                <a:extLst>
                  <a:ext uri="{FF2B5EF4-FFF2-40B4-BE49-F238E27FC236}">
                    <a16:creationId xmlns:a16="http://schemas.microsoft.com/office/drawing/2014/main" id="{01036FA7-3EF4-A76E-EA16-3C2CF8D65047}"/>
                  </a:ext>
                </a:extLst>
              </p:cNvPr>
              <p:cNvGrpSpPr/>
              <p:nvPr/>
            </p:nvGrpSpPr>
            <p:grpSpPr>
              <a:xfrm>
                <a:off x="6442178" y="4000969"/>
                <a:ext cx="550561" cy="164082"/>
                <a:chOff x="6442178" y="4000969"/>
                <a:chExt cx="550561" cy="164082"/>
              </a:xfrm>
              <a:noFill/>
            </p:grpSpPr>
            <p:sp>
              <p:nvSpPr>
                <p:cNvPr id="1851" name="مستطيل 208">
                  <a:extLst>
                    <a:ext uri="{FF2B5EF4-FFF2-40B4-BE49-F238E27FC236}">
                      <a16:creationId xmlns:a16="http://schemas.microsoft.com/office/drawing/2014/main" id="{2C4566BC-88C7-FAEC-9DBA-F858D6ACF0D6}"/>
                    </a:ext>
                  </a:extLst>
                </p:cNvPr>
                <p:cNvSpPr/>
                <p:nvPr/>
              </p:nvSpPr>
              <p:spPr>
                <a:xfrm>
                  <a:off x="6443690" y="4003655"/>
                  <a:ext cx="52909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" name="شكل حر: شكل 209">
                  <a:extLst>
                    <a:ext uri="{FF2B5EF4-FFF2-40B4-BE49-F238E27FC236}">
                      <a16:creationId xmlns:a16="http://schemas.microsoft.com/office/drawing/2014/main" id="{DAC2A637-E6A4-5A21-199E-25188135CD21}"/>
                    </a:ext>
                  </a:extLst>
                </p:cNvPr>
                <p:cNvSpPr/>
                <p:nvPr/>
              </p:nvSpPr>
              <p:spPr>
                <a:xfrm>
                  <a:off x="6442178" y="4000969"/>
                  <a:ext cx="550561" cy="164082"/>
                </a:xfrm>
                <a:custGeom>
                  <a:avLst/>
                  <a:gdLst>
                    <a:gd name="csX0" fmla="*/ 1 w 550561"/>
                    <a:gd name="csY0" fmla="*/ 4355 h 164082"/>
                    <a:gd name="csX1" fmla="*/ 1 w 550561"/>
                    <a:gd name="csY1" fmla="*/ 4355 h 164082"/>
                    <a:gd name="csX2" fmla="*/ 1 w 550561"/>
                    <a:gd name="csY2" fmla="*/ 4355 h 164082"/>
                    <a:gd name="csX3" fmla="*/ 1 w 550561"/>
                    <a:gd name="csY3" fmla="*/ 4355 h 164082"/>
                    <a:gd name="csX4" fmla="*/ 2948 w 550561"/>
                    <a:gd name="csY4" fmla="*/ 45357 h 164082"/>
                    <a:gd name="csX5" fmla="*/ 42631 w 550561"/>
                    <a:gd name="csY5" fmla="*/ 1524 h 164082"/>
                    <a:gd name="csX6" fmla="*/ 2948 w 550561"/>
                    <a:gd name="csY6" fmla="*/ 45357 h 164082"/>
                    <a:gd name="csX7" fmla="*/ 42631 w 550561"/>
                    <a:gd name="csY7" fmla="*/ 1524 h 164082"/>
                    <a:gd name="csX8" fmla="*/ 983 w 550561"/>
                    <a:gd name="csY8" fmla="*/ 91730 h 164082"/>
                    <a:gd name="csX9" fmla="*/ 80347 w 550561"/>
                    <a:gd name="csY9" fmla="*/ 4137 h 164082"/>
                    <a:gd name="csX10" fmla="*/ 983 w 550561"/>
                    <a:gd name="csY10" fmla="*/ 91730 h 164082"/>
                    <a:gd name="csX11" fmla="*/ 80347 w 550561"/>
                    <a:gd name="csY11" fmla="*/ 4137 h 164082"/>
                    <a:gd name="csX12" fmla="*/ 4006 w 550561"/>
                    <a:gd name="csY12" fmla="*/ 132733 h 164082"/>
                    <a:gd name="csX13" fmla="*/ 122977 w 550561"/>
                    <a:gd name="csY13" fmla="*/ 1234 h 164082"/>
                    <a:gd name="csX14" fmla="*/ 4006 w 550561"/>
                    <a:gd name="csY14" fmla="*/ 132733 h 164082"/>
                    <a:gd name="csX15" fmla="*/ 122977 w 550561"/>
                    <a:gd name="csY15" fmla="*/ 1234 h 164082"/>
                    <a:gd name="csX16" fmla="*/ 16856 w 550561"/>
                    <a:gd name="csY16" fmla="*/ 162705 h 164082"/>
                    <a:gd name="csX17" fmla="*/ 160694 w 550561"/>
                    <a:gd name="csY17" fmla="*/ 3847 h 164082"/>
                    <a:gd name="csX18" fmla="*/ 16856 w 550561"/>
                    <a:gd name="csY18" fmla="*/ 162705 h 164082"/>
                    <a:gd name="csX19" fmla="*/ 160694 w 550561"/>
                    <a:gd name="csY19" fmla="*/ 3847 h 164082"/>
                    <a:gd name="csX20" fmla="*/ 59561 w 550561"/>
                    <a:gd name="csY20" fmla="*/ 159874 h 164082"/>
                    <a:gd name="csX21" fmla="*/ 203324 w 550561"/>
                    <a:gd name="csY21" fmla="*/ 1016 h 164082"/>
                    <a:gd name="csX22" fmla="*/ 59561 w 550561"/>
                    <a:gd name="csY22" fmla="*/ 159874 h 164082"/>
                    <a:gd name="csX23" fmla="*/ 203324 w 550561"/>
                    <a:gd name="csY23" fmla="*/ 1016 h 164082"/>
                    <a:gd name="csX24" fmla="*/ 97203 w 550561"/>
                    <a:gd name="csY24" fmla="*/ 162487 h 164082"/>
                    <a:gd name="csX25" fmla="*/ 241041 w 550561"/>
                    <a:gd name="csY25" fmla="*/ 3629 h 164082"/>
                    <a:gd name="csX26" fmla="*/ 97203 w 550561"/>
                    <a:gd name="csY26" fmla="*/ 162487 h 164082"/>
                    <a:gd name="csX27" fmla="*/ 241041 w 550561"/>
                    <a:gd name="csY27" fmla="*/ 3629 h 164082"/>
                    <a:gd name="csX28" fmla="*/ 139908 w 550561"/>
                    <a:gd name="csY28" fmla="*/ 159584 h 164082"/>
                    <a:gd name="csX29" fmla="*/ 283671 w 550561"/>
                    <a:gd name="csY29" fmla="*/ 726 h 164082"/>
                    <a:gd name="csX30" fmla="*/ 139908 w 550561"/>
                    <a:gd name="csY30" fmla="*/ 159584 h 164082"/>
                    <a:gd name="csX31" fmla="*/ 283671 w 550561"/>
                    <a:gd name="csY31" fmla="*/ 726 h 164082"/>
                    <a:gd name="csX32" fmla="*/ 177550 w 550561"/>
                    <a:gd name="csY32" fmla="*/ 162197 h 164082"/>
                    <a:gd name="csX33" fmla="*/ 321388 w 550561"/>
                    <a:gd name="csY33" fmla="*/ 3339 h 164082"/>
                    <a:gd name="csX34" fmla="*/ 177550 w 550561"/>
                    <a:gd name="csY34" fmla="*/ 162197 h 164082"/>
                    <a:gd name="csX35" fmla="*/ 321388 w 550561"/>
                    <a:gd name="csY35" fmla="*/ 3339 h 164082"/>
                    <a:gd name="csX36" fmla="*/ 220255 w 550561"/>
                    <a:gd name="csY36" fmla="*/ 159366 h 164082"/>
                    <a:gd name="csX37" fmla="*/ 364018 w 550561"/>
                    <a:gd name="csY37" fmla="*/ 509 h 164082"/>
                    <a:gd name="csX38" fmla="*/ 220255 w 550561"/>
                    <a:gd name="csY38" fmla="*/ 159366 h 164082"/>
                    <a:gd name="csX39" fmla="*/ 364018 w 550561"/>
                    <a:gd name="csY39" fmla="*/ 509 h 164082"/>
                    <a:gd name="csX40" fmla="*/ 257897 w 550561"/>
                    <a:gd name="csY40" fmla="*/ 161979 h 164082"/>
                    <a:gd name="csX41" fmla="*/ 401735 w 550561"/>
                    <a:gd name="csY41" fmla="*/ 3121 h 164082"/>
                    <a:gd name="csX42" fmla="*/ 257897 w 550561"/>
                    <a:gd name="csY42" fmla="*/ 161979 h 164082"/>
                    <a:gd name="csX43" fmla="*/ 401735 w 550561"/>
                    <a:gd name="csY43" fmla="*/ 3121 h 164082"/>
                    <a:gd name="csX44" fmla="*/ 300602 w 550561"/>
                    <a:gd name="csY44" fmla="*/ 159076 h 164082"/>
                    <a:gd name="csX45" fmla="*/ 444365 w 550561"/>
                    <a:gd name="csY45" fmla="*/ 291 h 164082"/>
                    <a:gd name="csX46" fmla="*/ 300602 w 550561"/>
                    <a:gd name="csY46" fmla="*/ 159076 h 164082"/>
                    <a:gd name="csX47" fmla="*/ 444365 w 550561"/>
                    <a:gd name="csY47" fmla="*/ 291 h 164082"/>
                    <a:gd name="csX48" fmla="*/ 338243 w 550561"/>
                    <a:gd name="csY48" fmla="*/ 161689 h 164082"/>
                    <a:gd name="csX49" fmla="*/ 482082 w 550561"/>
                    <a:gd name="csY49" fmla="*/ 2903 h 164082"/>
                    <a:gd name="csX50" fmla="*/ 338243 w 550561"/>
                    <a:gd name="csY50" fmla="*/ 161689 h 164082"/>
                    <a:gd name="csX51" fmla="*/ 482082 w 550561"/>
                    <a:gd name="csY51" fmla="*/ 2903 h 164082"/>
                    <a:gd name="csX52" fmla="*/ 380949 w 550561"/>
                    <a:gd name="csY52" fmla="*/ 158858 h 164082"/>
                    <a:gd name="csX53" fmla="*/ 524711 w 550561"/>
                    <a:gd name="csY53" fmla="*/ 1 h 164082"/>
                    <a:gd name="csX54" fmla="*/ 380949 w 550561"/>
                    <a:gd name="csY54" fmla="*/ 158858 h 164082"/>
                    <a:gd name="csX55" fmla="*/ 524711 w 550561"/>
                    <a:gd name="csY55" fmla="*/ 1 h 164082"/>
                    <a:gd name="csX56" fmla="*/ 418590 w 550561"/>
                    <a:gd name="csY56" fmla="*/ 161471 h 164082"/>
                    <a:gd name="csX57" fmla="*/ 547538 w 550561"/>
                    <a:gd name="csY57" fmla="*/ 19087 h 164082"/>
                    <a:gd name="csX58" fmla="*/ 418590 w 550561"/>
                    <a:gd name="csY58" fmla="*/ 161471 h 164082"/>
                    <a:gd name="csX59" fmla="*/ 547538 w 550561"/>
                    <a:gd name="csY59" fmla="*/ 19087 h 164082"/>
                    <a:gd name="csX60" fmla="*/ 456307 w 550561"/>
                    <a:gd name="csY60" fmla="*/ 164084 h 164082"/>
                    <a:gd name="csX61" fmla="*/ 550562 w 550561"/>
                    <a:gd name="csY61" fmla="*/ 60017 h 164082"/>
                    <a:gd name="csX62" fmla="*/ 456307 w 550561"/>
                    <a:gd name="csY62" fmla="*/ 164084 h 164082"/>
                    <a:gd name="csX63" fmla="*/ 550562 w 550561"/>
                    <a:gd name="csY63" fmla="*/ 60017 h 164082"/>
                    <a:gd name="csX64" fmla="*/ 498937 w 550561"/>
                    <a:gd name="csY64" fmla="*/ 161181 h 164082"/>
                    <a:gd name="csX65" fmla="*/ 548521 w 550561"/>
                    <a:gd name="csY65" fmla="*/ 106462 h 164082"/>
                    <a:gd name="csX66" fmla="*/ 498937 w 550561"/>
                    <a:gd name="csY66" fmla="*/ 161181 h 164082"/>
                    <a:gd name="csX67" fmla="*/ 548521 w 550561"/>
                    <a:gd name="csY67" fmla="*/ 106462 h 1640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</a:cxnLst>
                  <a:rect l="l" t="t" r="r" b="b"/>
                  <a:pathLst>
                    <a:path w="550561" h="164082"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2948" y="45357"/>
                      </a:moveTo>
                      <a:cubicBezTo>
                        <a:pt x="21391" y="28448"/>
                        <a:pt x="24792" y="14442"/>
                        <a:pt x="42631" y="1524"/>
                      </a:cubicBezTo>
                      <a:moveTo>
                        <a:pt x="2948" y="45357"/>
                      </a:moveTo>
                      <a:cubicBezTo>
                        <a:pt x="13001" y="36431"/>
                        <a:pt x="21769" y="25328"/>
                        <a:pt x="42631" y="1524"/>
                      </a:cubicBezTo>
                      <a:moveTo>
                        <a:pt x="983" y="91730"/>
                      </a:moveTo>
                      <a:cubicBezTo>
                        <a:pt x="20938" y="64516"/>
                        <a:pt x="37188" y="65895"/>
                        <a:pt x="80347" y="4137"/>
                      </a:cubicBezTo>
                      <a:moveTo>
                        <a:pt x="983" y="91730"/>
                      </a:moveTo>
                      <a:cubicBezTo>
                        <a:pt x="31066" y="58783"/>
                        <a:pt x="52154" y="24384"/>
                        <a:pt x="80347" y="4137"/>
                      </a:cubicBezTo>
                      <a:moveTo>
                        <a:pt x="4006" y="132733"/>
                      </a:moveTo>
                      <a:cubicBezTo>
                        <a:pt x="21920" y="114880"/>
                        <a:pt x="52608" y="79176"/>
                        <a:pt x="122977" y="1234"/>
                      </a:cubicBezTo>
                      <a:moveTo>
                        <a:pt x="4006" y="132733"/>
                      </a:moveTo>
                      <a:cubicBezTo>
                        <a:pt x="27665" y="92964"/>
                        <a:pt x="59561" y="70902"/>
                        <a:pt x="122977" y="1234"/>
                      </a:cubicBezTo>
                      <a:moveTo>
                        <a:pt x="16856" y="162705"/>
                      </a:moveTo>
                      <a:cubicBezTo>
                        <a:pt x="60847" y="120251"/>
                        <a:pt x="88662" y="66838"/>
                        <a:pt x="160694" y="3847"/>
                      </a:cubicBezTo>
                      <a:moveTo>
                        <a:pt x="16856" y="162705"/>
                      </a:moveTo>
                      <a:cubicBezTo>
                        <a:pt x="48753" y="127363"/>
                        <a:pt x="86319" y="88900"/>
                        <a:pt x="160694" y="3847"/>
                      </a:cubicBezTo>
                      <a:moveTo>
                        <a:pt x="59561" y="159874"/>
                      </a:moveTo>
                      <a:cubicBezTo>
                        <a:pt x="114965" y="114227"/>
                        <a:pt x="145426" y="71410"/>
                        <a:pt x="203324" y="1016"/>
                      </a:cubicBezTo>
                      <a:moveTo>
                        <a:pt x="59561" y="159874"/>
                      </a:moveTo>
                      <a:cubicBezTo>
                        <a:pt x="116175" y="95722"/>
                        <a:pt x="168631" y="40640"/>
                        <a:pt x="203324" y="1016"/>
                      </a:cubicBezTo>
                      <a:moveTo>
                        <a:pt x="97203" y="162487"/>
                      </a:moveTo>
                      <a:cubicBezTo>
                        <a:pt x="134920" y="120904"/>
                        <a:pt x="171730" y="85054"/>
                        <a:pt x="241041" y="3629"/>
                      </a:cubicBezTo>
                      <a:moveTo>
                        <a:pt x="97203" y="162487"/>
                      </a:moveTo>
                      <a:cubicBezTo>
                        <a:pt x="144595" y="106752"/>
                        <a:pt x="183672" y="65677"/>
                        <a:pt x="241041" y="3629"/>
                      </a:cubicBezTo>
                      <a:moveTo>
                        <a:pt x="139908" y="159584"/>
                      </a:moveTo>
                      <a:cubicBezTo>
                        <a:pt x="202342" y="112994"/>
                        <a:pt x="255478" y="32803"/>
                        <a:pt x="283671" y="726"/>
                      </a:cubicBezTo>
                      <a:moveTo>
                        <a:pt x="139908" y="159584"/>
                      </a:moveTo>
                      <a:cubicBezTo>
                        <a:pt x="176189" y="108349"/>
                        <a:pt x="214889" y="69378"/>
                        <a:pt x="283671" y="726"/>
                      </a:cubicBezTo>
                      <a:moveTo>
                        <a:pt x="177550" y="162197"/>
                      </a:moveTo>
                      <a:cubicBezTo>
                        <a:pt x="228192" y="111252"/>
                        <a:pt x="294404" y="37375"/>
                        <a:pt x="321388" y="3339"/>
                      </a:cubicBezTo>
                      <a:moveTo>
                        <a:pt x="177550" y="162197"/>
                      </a:moveTo>
                      <a:cubicBezTo>
                        <a:pt x="218895" y="107551"/>
                        <a:pt x="277473" y="54356"/>
                        <a:pt x="321388" y="3339"/>
                      </a:cubicBezTo>
                      <a:moveTo>
                        <a:pt x="220255" y="159366"/>
                      </a:moveTo>
                      <a:cubicBezTo>
                        <a:pt x="262280" y="99640"/>
                        <a:pt x="315794" y="39261"/>
                        <a:pt x="364018" y="509"/>
                      </a:cubicBezTo>
                      <a:moveTo>
                        <a:pt x="220255" y="159366"/>
                      </a:moveTo>
                      <a:cubicBezTo>
                        <a:pt x="248977" y="117638"/>
                        <a:pt x="286921" y="84183"/>
                        <a:pt x="364018" y="509"/>
                      </a:cubicBezTo>
                      <a:moveTo>
                        <a:pt x="257897" y="161979"/>
                      </a:moveTo>
                      <a:cubicBezTo>
                        <a:pt x="297503" y="111324"/>
                        <a:pt x="333330" y="74604"/>
                        <a:pt x="401735" y="3121"/>
                      </a:cubicBezTo>
                      <a:moveTo>
                        <a:pt x="257897" y="161979"/>
                      </a:moveTo>
                      <a:cubicBezTo>
                        <a:pt x="310428" y="106970"/>
                        <a:pt x="346407" y="52832"/>
                        <a:pt x="401735" y="3121"/>
                      </a:cubicBezTo>
                      <a:moveTo>
                        <a:pt x="300602" y="159076"/>
                      </a:moveTo>
                      <a:cubicBezTo>
                        <a:pt x="347918" y="120831"/>
                        <a:pt x="382763" y="59944"/>
                        <a:pt x="444365" y="291"/>
                      </a:cubicBezTo>
                      <a:moveTo>
                        <a:pt x="300602" y="159076"/>
                      </a:moveTo>
                      <a:cubicBezTo>
                        <a:pt x="333557" y="126855"/>
                        <a:pt x="357593" y="92819"/>
                        <a:pt x="444365" y="291"/>
                      </a:cubicBezTo>
                      <a:moveTo>
                        <a:pt x="338243" y="161689"/>
                      </a:moveTo>
                      <a:cubicBezTo>
                        <a:pt x="376111" y="113139"/>
                        <a:pt x="440132" y="50655"/>
                        <a:pt x="482082" y="2903"/>
                      </a:cubicBezTo>
                      <a:moveTo>
                        <a:pt x="338243" y="161689"/>
                      </a:moveTo>
                      <a:cubicBezTo>
                        <a:pt x="383594" y="101818"/>
                        <a:pt x="436579" y="43761"/>
                        <a:pt x="482082" y="2903"/>
                      </a:cubicBezTo>
                      <a:moveTo>
                        <a:pt x="380949" y="158858"/>
                      </a:moveTo>
                      <a:cubicBezTo>
                        <a:pt x="424637" y="108422"/>
                        <a:pt x="480116" y="71120"/>
                        <a:pt x="524711" y="1"/>
                      </a:cubicBezTo>
                      <a:moveTo>
                        <a:pt x="380949" y="158858"/>
                      </a:moveTo>
                      <a:cubicBezTo>
                        <a:pt x="430684" y="102906"/>
                        <a:pt x="480948" y="43616"/>
                        <a:pt x="524711" y="1"/>
                      </a:cubicBezTo>
                      <a:moveTo>
                        <a:pt x="418590" y="161471"/>
                      </a:moveTo>
                      <a:cubicBezTo>
                        <a:pt x="447691" y="111832"/>
                        <a:pt x="501431" y="76345"/>
                        <a:pt x="547538" y="19087"/>
                      </a:cubicBezTo>
                      <a:moveTo>
                        <a:pt x="418590" y="161471"/>
                      </a:moveTo>
                      <a:cubicBezTo>
                        <a:pt x="464848" y="110308"/>
                        <a:pt x="507251" y="76490"/>
                        <a:pt x="547538" y="19087"/>
                      </a:cubicBezTo>
                      <a:moveTo>
                        <a:pt x="456307" y="164084"/>
                      </a:moveTo>
                      <a:cubicBezTo>
                        <a:pt x="477168" y="129104"/>
                        <a:pt x="486012" y="116259"/>
                        <a:pt x="550562" y="60017"/>
                      </a:cubicBezTo>
                      <a:moveTo>
                        <a:pt x="456307" y="164084"/>
                      </a:moveTo>
                      <a:cubicBezTo>
                        <a:pt x="476413" y="131136"/>
                        <a:pt x="506647" y="107188"/>
                        <a:pt x="550562" y="60017"/>
                      </a:cubicBezTo>
                      <a:moveTo>
                        <a:pt x="498937" y="161181"/>
                      </a:moveTo>
                      <a:cubicBezTo>
                        <a:pt x="508385" y="142530"/>
                        <a:pt x="520857" y="131354"/>
                        <a:pt x="548521" y="106462"/>
                      </a:cubicBezTo>
                      <a:moveTo>
                        <a:pt x="498937" y="161181"/>
                      </a:moveTo>
                      <a:cubicBezTo>
                        <a:pt x="514432" y="144852"/>
                        <a:pt x="531892" y="127072"/>
                        <a:pt x="548521" y="106462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" name="شكل حر: شكل 210">
                  <a:extLst>
                    <a:ext uri="{FF2B5EF4-FFF2-40B4-BE49-F238E27FC236}">
                      <a16:creationId xmlns:a16="http://schemas.microsoft.com/office/drawing/2014/main" id="{321B9186-7311-9F8A-42CC-1330FC4D596C}"/>
                    </a:ext>
                  </a:extLst>
                </p:cNvPr>
                <p:cNvSpPr/>
                <p:nvPr/>
              </p:nvSpPr>
              <p:spPr>
                <a:xfrm>
                  <a:off x="6443232" y="4003255"/>
                  <a:ext cx="529677" cy="146400"/>
                </a:xfrm>
                <a:custGeom>
                  <a:avLst/>
                  <a:gdLst>
                    <a:gd name="csX0" fmla="*/ 459 w 529677"/>
                    <a:gd name="csY0" fmla="*/ 401 h 146400"/>
                    <a:gd name="csX1" fmla="*/ 529553 w 529677"/>
                    <a:gd name="csY1" fmla="*/ 401 h 146400"/>
                    <a:gd name="csX2" fmla="*/ 459 w 529677"/>
                    <a:gd name="csY2" fmla="*/ 401 h 146400"/>
                    <a:gd name="csX3" fmla="*/ 529553 w 529677"/>
                    <a:gd name="csY3" fmla="*/ 401 h 146400"/>
                    <a:gd name="csX4" fmla="*/ 529553 w 529677"/>
                    <a:gd name="csY4" fmla="*/ 401 h 146400"/>
                    <a:gd name="csX5" fmla="*/ 529553 w 529677"/>
                    <a:gd name="csY5" fmla="*/ 145543 h 146400"/>
                    <a:gd name="csX6" fmla="*/ 529553 w 529677"/>
                    <a:gd name="csY6" fmla="*/ 401 h 146400"/>
                    <a:gd name="csX7" fmla="*/ 529553 w 529677"/>
                    <a:gd name="csY7" fmla="*/ 145543 h 146400"/>
                    <a:gd name="csX8" fmla="*/ 529553 w 529677"/>
                    <a:gd name="csY8" fmla="*/ 145543 h 146400"/>
                    <a:gd name="csX9" fmla="*/ 459 w 529677"/>
                    <a:gd name="csY9" fmla="*/ 145543 h 146400"/>
                    <a:gd name="csX10" fmla="*/ 529553 w 529677"/>
                    <a:gd name="csY10" fmla="*/ 145543 h 146400"/>
                    <a:gd name="csX11" fmla="*/ 459 w 529677"/>
                    <a:gd name="csY11" fmla="*/ 145543 h 146400"/>
                    <a:gd name="csX12" fmla="*/ 459 w 529677"/>
                    <a:gd name="csY12" fmla="*/ 145543 h 146400"/>
                    <a:gd name="csX13" fmla="*/ 459 w 529677"/>
                    <a:gd name="csY13" fmla="*/ 401 h 146400"/>
                    <a:gd name="csX14" fmla="*/ 459 w 529677"/>
                    <a:gd name="csY14" fmla="*/ 145543 h 146400"/>
                    <a:gd name="csX15" fmla="*/ 459 w 529677"/>
                    <a:gd name="csY15" fmla="*/ 401 h 1464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677" h="146400">
                      <a:moveTo>
                        <a:pt x="459" y="401"/>
                      </a:moveTo>
                      <a:cubicBezTo>
                        <a:pt x="168408" y="11649"/>
                        <a:pt x="351173" y="7222"/>
                        <a:pt x="529553" y="401"/>
                      </a:cubicBezTo>
                      <a:moveTo>
                        <a:pt x="459" y="401"/>
                      </a:moveTo>
                      <a:cubicBezTo>
                        <a:pt x="204085" y="-1631"/>
                        <a:pt x="424868" y="4973"/>
                        <a:pt x="529553" y="401"/>
                      </a:cubicBezTo>
                      <a:moveTo>
                        <a:pt x="529553" y="401"/>
                      </a:moveTo>
                      <a:cubicBezTo>
                        <a:pt x="531065" y="22752"/>
                        <a:pt x="518140" y="55555"/>
                        <a:pt x="529553" y="145543"/>
                      </a:cubicBezTo>
                      <a:moveTo>
                        <a:pt x="529553" y="401"/>
                      </a:moveTo>
                      <a:cubicBezTo>
                        <a:pt x="524716" y="42492"/>
                        <a:pt x="525926" y="76092"/>
                        <a:pt x="529553" y="145543"/>
                      </a:cubicBezTo>
                      <a:moveTo>
                        <a:pt x="529553" y="145543"/>
                      </a:moveTo>
                      <a:cubicBezTo>
                        <a:pt x="323055" y="140100"/>
                        <a:pt x="124191" y="149098"/>
                        <a:pt x="459" y="145543"/>
                      </a:cubicBezTo>
                      <a:moveTo>
                        <a:pt x="529553" y="145543"/>
                      </a:moveTo>
                      <a:cubicBezTo>
                        <a:pt x="321468" y="136689"/>
                        <a:pt x="104917" y="135673"/>
                        <a:pt x="459" y="145543"/>
                      </a:cubicBezTo>
                      <a:moveTo>
                        <a:pt x="459" y="145543"/>
                      </a:moveTo>
                      <a:cubicBezTo>
                        <a:pt x="10965" y="104975"/>
                        <a:pt x="12779" y="77398"/>
                        <a:pt x="459" y="401"/>
                      </a:cubicBezTo>
                      <a:moveTo>
                        <a:pt x="459" y="145543"/>
                      </a:moveTo>
                      <a:cubicBezTo>
                        <a:pt x="2046" y="114700"/>
                        <a:pt x="-1129" y="82188"/>
                        <a:pt x="459" y="401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50" name="صورة 211">
                <a:extLst>
                  <a:ext uri="{FF2B5EF4-FFF2-40B4-BE49-F238E27FC236}">
                    <a16:creationId xmlns:a16="http://schemas.microsoft.com/office/drawing/2014/main" id="{B7371140-E714-1219-38E3-587CD01A26C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47469" y="4025426"/>
                <a:ext cx="513977" cy="123370"/>
              </a:xfrm>
              <a:custGeom>
                <a:avLst/>
                <a:gdLst>
                  <a:gd name="csX0" fmla="*/ 0 w 513977"/>
                  <a:gd name="csY0" fmla="*/ 0 h 123370"/>
                  <a:gd name="csX1" fmla="*/ 513978 w 513977"/>
                  <a:gd name="csY1" fmla="*/ 0 h 123370"/>
                  <a:gd name="csX2" fmla="*/ 513978 w 513977"/>
                  <a:gd name="csY2" fmla="*/ 123371 h 123370"/>
                  <a:gd name="csX3" fmla="*/ 0 w 51397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977" h="123370">
                    <a:moveTo>
                      <a:pt x="0" y="0"/>
                    </a:moveTo>
                    <a:lnTo>
                      <a:pt x="513978" y="0"/>
                    </a:lnTo>
                    <a:lnTo>
                      <a:pt x="51397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843" name="رسم 9">
              <a:extLst>
                <a:ext uri="{FF2B5EF4-FFF2-40B4-BE49-F238E27FC236}">
                  <a16:creationId xmlns:a16="http://schemas.microsoft.com/office/drawing/2014/main" id="{5E0FF6C9-FBC1-2238-5EBD-130A88219192}"/>
                </a:ext>
              </a:extLst>
            </p:cNvPr>
            <p:cNvGrpSpPr/>
            <p:nvPr/>
          </p:nvGrpSpPr>
          <p:grpSpPr>
            <a:xfrm>
              <a:off x="6592441" y="4364282"/>
              <a:ext cx="233443" cy="153393"/>
              <a:chOff x="6592441" y="4364282"/>
              <a:chExt cx="233443" cy="153393"/>
            </a:xfrm>
            <a:noFill/>
          </p:grpSpPr>
          <p:grpSp>
            <p:nvGrpSpPr>
              <p:cNvPr id="1844" name="رسم 9">
                <a:extLst>
                  <a:ext uri="{FF2B5EF4-FFF2-40B4-BE49-F238E27FC236}">
                    <a16:creationId xmlns:a16="http://schemas.microsoft.com/office/drawing/2014/main" id="{87303282-3545-094E-F58A-15B8A4341D35}"/>
                  </a:ext>
                </a:extLst>
              </p:cNvPr>
              <p:cNvGrpSpPr/>
              <p:nvPr/>
            </p:nvGrpSpPr>
            <p:grpSpPr>
              <a:xfrm>
                <a:off x="6592441" y="4364282"/>
                <a:ext cx="233443" cy="153393"/>
                <a:chOff x="6592441" y="4364282"/>
                <a:chExt cx="233443" cy="153393"/>
              </a:xfrm>
              <a:noFill/>
            </p:grpSpPr>
            <p:sp>
              <p:nvSpPr>
                <p:cNvPr id="1846" name="مستطيل 214">
                  <a:extLst>
                    <a:ext uri="{FF2B5EF4-FFF2-40B4-BE49-F238E27FC236}">
                      <a16:creationId xmlns:a16="http://schemas.microsoft.com/office/drawing/2014/main" id="{9425014B-388F-AB4E-5E76-B9DB5F5C5622}"/>
                    </a:ext>
                  </a:extLst>
                </p:cNvPr>
                <p:cNvSpPr/>
                <p:nvPr/>
              </p:nvSpPr>
              <p:spPr>
                <a:xfrm>
                  <a:off x="6594860" y="4366510"/>
                  <a:ext cx="22675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7" name="شكل حر: شكل 215">
                  <a:extLst>
                    <a:ext uri="{FF2B5EF4-FFF2-40B4-BE49-F238E27FC236}">
                      <a16:creationId xmlns:a16="http://schemas.microsoft.com/office/drawing/2014/main" id="{97D852F3-0CF7-5876-CCA5-1711A8E4F711}"/>
                    </a:ext>
                  </a:extLst>
                </p:cNvPr>
                <p:cNvSpPr/>
                <p:nvPr/>
              </p:nvSpPr>
              <p:spPr>
                <a:xfrm>
                  <a:off x="6592441" y="4364333"/>
                  <a:ext cx="233104" cy="153342"/>
                </a:xfrm>
                <a:custGeom>
                  <a:avLst/>
                  <a:gdLst>
                    <a:gd name="csX0" fmla="*/ 3931 w 233104"/>
                    <a:gd name="csY0" fmla="*/ 508 h 153342"/>
                    <a:gd name="csX1" fmla="*/ 3931 w 233104"/>
                    <a:gd name="csY1" fmla="*/ 508 h 153342"/>
                    <a:gd name="csX2" fmla="*/ 3931 w 233104"/>
                    <a:gd name="csY2" fmla="*/ 508 h 153342"/>
                    <a:gd name="csX3" fmla="*/ 3931 w 233104"/>
                    <a:gd name="csY3" fmla="*/ 508 h 153342"/>
                    <a:gd name="csX4" fmla="*/ 1966 w 233104"/>
                    <a:gd name="csY4" fmla="*/ 46954 h 153342"/>
                    <a:gd name="csX5" fmla="*/ 41648 w 233104"/>
                    <a:gd name="csY5" fmla="*/ 3121 h 153342"/>
                    <a:gd name="csX6" fmla="*/ 1966 w 233104"/>
                    <a:gd name="csY6" fmla="*/ 46954 h 153342"/>
                    <a:gd name="csX7" fmla="*/ 41648 w 233104"/>
                    <a:gd name="csY7" fmla="*/ 3121 h 153342"/>
                    <a:gd name="csX8" fmla="*/ 1 w 233104"/>
                    <a:gd name="csY8" fmla="*/ 93327 h 153342"/>
                    <a:gd name="csX9" fmla="*/ 84278 w 233104"/>
                    <a:gd name="csY9" fmla="*/ 218 h 153342"/>
                    <a:gd name="csX10" fmla="*/ 1 w 233104"/>
                    <a:gd name="csY10" fmla="*/ 93327 h 153342"/>
                    <a:gd name="csX11" fmla="*/ 84278 w 233104"/>
                    <a:gd name="csY11" fmla="*/ 218 h 153342"/>
                    <a:gd name="csX12" fmla="*/ 2948 w 233104"/>
                    <a:gd name="csY12" fmla="*/ 134329 h 153342"/>
                    <a:gd name="csX13" fmla="*/ 121995 w 233104"/>
                    <a:gd name="csY13" fmla="*/ 2831 h 153342"/>
                    <a:gd name="csX14" fmla="*/ 2948 w 233104"/>
                    <a:gd name="csY14" fmla="*/ 134329 h 153342"/>
                    <a:gd name="csX15" fmla="*/ 121995 w 233104"/>
                    <a:gd name="csY15" fmla="*/ 2831 h 153342"/>
                    <a:gd name="csX16" fmla="*/ 25775 w 233104"/>
                    <a:gd name="csY16" fmla="*/ 153343 h 153342"/>
                    <a:gd name="csX17" fmla="*/ 164625 w 233104"/>
                    <a:gd name="csY17" fmla="*/ 1 h 153342"/>
                    <a:gd name="csX18" fmla="*/ 25775 w 233104"/>
                    <a:gd name="csY18" fmla="*/ 153343 h 153342"/>
                    <a:gd name="csX19" fmla="*/ 164625 w 233104"/>
                    <a:gd name="csY19" fmla="*/ 1 h 153342"/>
                    <a:gd name="csX20" fmla="*/ 68405 w 233104"/>
                    <a:gd name="csY20" fmla="*/ 150513 h 153342"/>
                    <a:gd name="csX21" fmla="*/ 202342 w 233104"/>
                    <a:gd name="csY21" fmla="*/ 2613 h 153342"/>
                    <a:gd name="csX22" fmla="*/ 68405 w 233104"/>
                    <a:gd name="csY22" fmla="*/ 150513 h 153342"/>
                    <a:gd name="csX23" fmla="*/ 202342 w 233104"/>
                    <a:gd name="csY23" fmla="*/ 2613 h 153342"/>
                    <a:gd name="csX24" fmla="*/ 106122 w 233104"/>
                    <a:gd name="csY24" fmla="*/ 153125 h 153342"/>
                    <a:gd name="csX25" fmla="*/ 230081 w 233104"/>
                    <a:gd name="csY25" fmla="*/ 16184 h 153342"/>
                    <a:gd name="csX26" fmla="*/ 106122 w 233104"/>
                    <a:gd name="csY26" fmla="*/ 153125 h 153342"/>
                    <a:gd name="csX27" fmla="*/ 230081 w 233104"/>
                    <a:gd name="csY27" fmla="*/ 16184 h 153342"/>
                    <a:gd name="csX28" fmla="*/ 148752 w 233104"/>
                    <a:gd name="csY28" fmla="*/ 150222 h 153342"/>
                    <a:gd name="csX29" fmla="*/ 233105 w 233104"/>
                    <a:gd name="csY29" fmla="*/ 57114 h 153342"/>
                    <a:gd name="csX30" fmla="*/ 148752 w 233104"/>
                    <a:gd name="csY30" fmla="*/ 150222 h 153342"/>
                    <a:gd name="csX31" fmla="*/ 233105 w 233104"/>
                    <a:gd name="csY31" fmla="*/ 57114 h 153342"/>
                    <a:gd name="csX32" fmla="*/ 186468 w 233104"/>
                    <a:gd name="csY32" fmla="*/ 152835 h 153342"/>
                    <a:gd name="csX33" fmla="*/ 231139 w 233104"/>
                    <a:gd name="csY33" fmla="*/ 103559 h 153342"/>
                    <a:gd name="csX34" fmla="*/ 186468 w 233104"/>
                    <a:gd name="csY34" fmla="*/ 152835 h 153342"/>
                    <a:gd name="csX35" fmla="*/ 231139 w 233104"/>
                    <a:gd name="csY35" fmla="*/ 103559 h 153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233104" h="153342">
                      <a:moveTo>
                        <a:pt x="3931" y="508"/>
                      </a:moveTo>
                      <a:cubicBezTo>
                        <a:pt x="3931" y="508"/>
                        <a:pt x="3931" y="508"/>
                        <a:pt x="3931" y="508"/>
                      </a:cubicBezTo>
                      <a:moveTo>
                        <a:pt x="3931" y="508"/>
                      </a:moveTo>
                      <a:cubicBezTo>
                        <a:pt x="3931" y="508"/>
                        <a:pt x="3931" y="508"/>
                        <a:pt x="3931" y="508"/>
                      </a:cubicBezTo>
                      <a:moveTo>
                        <a:pt x="1966" y="46954"/>
                      </a:moveTo>
                      <a:cubicBezTo>
                        <a:pt x="13304" y="38898"/>
                        <a:pt x="23129" y="16909"/>
                        <a:pt x="41648" y="3121"/>
                      </a:cubicBezTo>
                      <a:moveTo>
                        <a:pt x="1966" y="46954"/>
                      </a:moveTo>
                      <a:cubicBezTo>
                        <a:pt x="18292" y="31932"/>
                        <a:pt x="28496" y="15240"/>
                        <a:pt x="41648" y="3121"/>
                      </a:cubicBezTo>
                      <a:moveTo>
                        <a:pt x="1" y="93327"/>
                      </a:moveTo>
                      <a:cubicBezTo>
                        <a:pt x="25095" y="70685"/>
                        <a:pt x="34543" y="61250"/>
                        <a:pt x="84278" y="218"/>
                      </a:cubicBezTo>
                      <a:moveTo>
                        <a:pt x="1" y="93327"/>
                      </a:moveTo>
                      <a:cubicBezTo>
                        <a:pt x="22978" y="68435"/>
                        <a:pt x="46712" y="38463"/>
                        <a:pt x="84278" y="218"/>
                      </a:cubicBezTo>
                      <a:moveTo>
                        <a:pt x="2948" y="134329"/>
                      </a:moveTo>
                      <a:cubicBezTo>
                        <a:pt x="43538" y="86432"/>
                        <a:pt x="83295" y="43253"/>
                        <a:pt x="121995" y="2831"/>
                      </a:cubicBezTo>
                      <a:moveTo>
                        <a:pt x="2948" y="134329"/>
                      </a:moveTo>
                      <a:cubicBezTo>
                        <a:pt x="34543" y="99931"/>
                        <a:pt x="64021" y="52615"/>
                        <a:pt x="121995" y="2831"/>
                      </a:cubicBezTo>
                      <a:moveTo>
                        <a:pt x="25775" y="153343"/>
                      </a:moveTo>
                      <a:cubicBezTo>
                        <a:pt x="40212" y="128596"/>
                        <a:pt x="75585" y="103414"/>
                        <a:pt x="164625" y="1"/>
                      </a:cubicBezTo>
                      <a:moveTo>
                        <a:pt x="25775" y="153343"/>
                      </a:moveTo>
                      <a:cubicBezTo>
                        <a:pt x="55329" y="126419"/>
                        <a:pt x="85260" y="86650"/>
                        <a:pt x="164625" y="1"/>
                      </a:cubicBezTo>
                      <a:moveTo>
                        <a:pt x="68405" y="150513"/>
                      </a:moveTo>
                      <a:cubicBezTo>
                        <a:pt x="101738" y="92383"/>
                        <a:pt x="148752" y="74676"/>
                        <a:pt x="202342" y="2613"/>
                      </a:cubicBezTo>
                      <a:moveTo>
                        <a:pt x="68405" y="150513"/>
                      </a:moveTo>
                      <a:cubicBezTo>
                        <a:pt x="97732" y="108567"/>
                        <a:pt x="136507" y="84618"/>
                        <a:pt x="202342" y="2613"/>
                      </a:cubicBezTo>
                      <a:moveTo>
                        <a:pt x="106122" y="153125"/>
                      </a:moveTo>
                      <a:cubicBezTo>
                        <a:pt x="143839" y="108639"/>
                        <a:pt x="208540" y="45793"/>
                        <a:pt x="230081" y="16184"/>
                      </a:cubicBezTo>
                      <a:moveTo>
                        <a:pt x="106122" y="153125"/>
                      </a:moveTo>
                      <a:cubicBezTo>
                        <a:pt x="128268" y="124387"/>
                        <a:pt x="158880" y="90134"/>
                        <a:pt x="230081" y="16184"/>
                      </a:cubicBezTo>
                      <a:moveTo>
                        <a:pt x="148752" y="150222"/>
                      </a:moveTo>
                      <a:cubicBezTo>
                        <a:pt x="171049" y="129322"/>
                        <a:pt x="200225" y="97318"/>
                        <a:pt x="233105" y="57114"/>
                      </a:cubicBezTo>
                      <a:moveTo>
                        <a:pt x="148752" y="150222"/>
                      </a:moveTo>
                      <a:cubicBezTo>
                        <a:pt x="173241" y="128669"/>
                        <a:pt x="191004" y="111324"/>
                        <a:pt x="233105" y="57114"/>
                      </a:cubicBezTo>
                      <a:moveTo>
                        <a:pt x="186468" y="152835"/>
                      </a:moveTo>
                      <a:cubicBezTo>
                        <a:pt x="192818" y="137305"/>
                        <a:pt x="209673" y="132152"/>
                        <a:pt x="231139" y="103559"/>
                      </a:cubicBezTo>
                      <a:moveTo>
                        <a:pt x="186468" y="152835"/>
                      </a:moveTo>
                      <a:cubicBezTo>
                        <a:pt x="205214" y="130846"/>
                        <a:pt x="221767" y="114663"/>
                        <a:pt x="231139" y="103559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8" name="شكل حر: شكل 216">
                  <a:extLst>
                    <a:ext uri="{FF2B5EF4-FFF2-40B4-BE49-F238E27FC236}">
                      <a16:creationId xmlns:a16="http://schemas.microsoft.com/office/drawing/2014/main" id="{EF76E76F-6B9B-F16C-C686-1886F4D24A51}"/>
                    </a:ext>
                  </a:extLst>
                </p:cNvPr>
                <p:cNvSpPr/>
                <p:nvPr/>
              </p:nvSpPr>
              <p:spPr>
                <a:xfrm>
                  <a:off x="6594860" y="4364282"/>
                  <a:ext cx="231024" cy="148217"/>
                </a:xfrm>
                <a:custGeom>
                  <a:avLst/>
                  <a:gdLst>
                    <a:gd name="csX0" fmla="*/ 1 w 231024"/>
                    <a:gd name="csY0" fmla="*/ 2228 h 148217"/>
                    <a:gd name="csX1" fmla="*/ 226755 w 231024"/>
                    <a:gd name="csY1" fmla="*/ 2228 h 148217"/>
                    <a:gd name="csX2" fmla="*/ 1 w 231024"/>
                    <a:gd name="csY2" fmla="*/ 2228 h 148217"/>
                    <a:gd name="csX3" fmla="*/ 226755 w 231024"/>
                    <a:gd name="csY3" fmla="*/ 2228 h 148217"/>
                    <a:gd name="csX4" fmla="*/ 226755 w 231024"/>
                    <a:gd name="csY4" fmla="*/ 2228 h 148217"/>
                    <a:gd name="csX5" fmla="*/ 226755 w 231024"/>
                    <a:gd name="csY5" fmla="*/ 147370 h 148217"/>
                    <a:gd name="csX6" fmla="*/ 226755 w 231024"/>
                    <a:gd name="csY6" fmla="*/ 2228 h 148217"/>
                    <a:gd name="csX7" fmla="*/ 226755 w 231024"/>
                    <a:gd name="csY7" fmla="*/ 147370 h 148217"/>
                    <a:gd name="csX8" fmla="*/ 226755 w 231024"/>
                    <a:gd name="csY8" fmla="*/ 147370 h 148217"/>
                    <a:gd name="csX9" fmla="*/ 1 w 231024"/>
                    <a:gd name="csY9" fmla="*/ 147370 h 148217"/>
                    <a:gd name="csX10" fmla="*/ 226755 w 231024"/>
                    <a:gd name="csY10" fmla="*/ 147370 h 148217"/>
                    <a:gd name="csX11" fmla="*/ 1 w 231024"/>
                    <a:gd name="csY11" fmla="*/ 147370 h 148217"/>
                    <a:gd name="csX12" fmla="*/ 1 w 231024"/>
                    <a:gd name="csY12" fmla="*/ 147370 h 148217"/>
                    <a:gd name="csX13" fmla="*/ 1 w 231024"/>
                    <a:gd name="csY13" fmla="*/ 2228 h 148217"/>
                    <a:gd name="csX14" fmla="*/ 1 w 231024"/>
                    <a:gd name="csY14" fmla="*/ 147370 h 148217"/>
                    <a:gd name="csX15" fmla="*/ 1 w 231024"/>
                    <a:gd name="csY15" fmla="*/ 2228 h 1482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31024" h="148217">
                      <a:moveTo>
                        <a:pt x="1" y="2228"/>
                      </a:moveTo>
                      <a:cubicBezTo>
                        <a:pt x="62358" y="922"/>
                        <a:pt x="139152" y="-2053"/>
                        <a:pt x="226755" y="2228"/>
                      </a:cubicBezTo>
                      <a:moveTo>
                        <a:pt x="1" y="2228"/>
                      </a:moveTo>
                      <a:cubicBezTo>
                        <a:pt x="63416" y="-94"/>
                        <a:pt x="116704" y="777"/>
                        <a:pt x="226755" y="2228"/>
                      </a:cubicBezTo>
                      <a:moveTo>
                        <a:pt x="226755" y="2228"/>
                      </a:moveTo>
                      <a:cubicBezTo>
                        <a:pt x="227360" y="45480"/>
                        <a:pt x="236052" y="73711"/>
                        <a:pt x="226755" y="147370"/>
                      </a:cubicBezTo>
                      <a:moveTo>
                        <a:pt x="226755" y="2228"/>
                      </a:moveTo>
                      <a:cubicBezTo>
                        <a:pt x="231442" y="39022"/>
                        <a:pt x="224337" y="81984"/>
                        <a:pt x="226755" y="147370"/>
                      </a:cubicBezTo>
                      <a:moveTo>
                        <a:pt x="226755" y="147370"/>
                      </a:moveTo>
                      <a:cubicBezTo>
                        <a:pt x="136885" y="150926"/>
                        <a:pt x="74225" y="141782"/>
                        <a:pt x="1" y="147370"/>
                      </a:cubicBezTo>
                      <a:moveTo>
                        <a:pt x="226755" y="147370"/>
                      </a:moveTo>
                      <a:cubicBezTo>
                        <a:pt x="168631" y="141637"/>
                        <a:pt x="115494" y="147080"/>
                        <a:pt x="1" y="147370"/>
                      </a:cubicBezTo>
                      <a:moveTo>
                        <a:pt x="1" y="147370"/>
                      </a:moveTo>
                      <a:cubicBezTo>
                        <a:pt x="303" y="86265"/>
                        <a:pt x="6123" y="51359"/>
                        <a:pt x="1" y="2228"/>
                      </a:cubicBezTo>
                      <a:moveTo>
                        <a:pt x="1" y="147370"/>
                      </a:moveTo>
                      <a:cubicBezTo>
                        <a:pt x="4989" y="93958"/>
                        <a:pt x="3100" y="38296"/>
                        <a:pt x="1" y="2228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45" name="صورة 217">
                <a:extLst>
                  <a:ext uri="{FF2B5EF4-FFF2-40B4-BE49-F238E27FC236}">
                    <a16:creationId xmlns:a16="http://schemas.microsoft.com/office/drawing/2014/main" id="{38A74BF3-5B1D-64AA-0988-610E5AF1E5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598639" y="4388281"/>
                <a:ext cx="211637" cy="123370"/>
              </a:xfrm>
              <a:custGeom>
                <a:avLst/>
                <a:gdLst>
                  <a:gd name="csX0" fmla="*/ 0 w 211637"/>
                  <a:gd name="csY0" fmla="*/ 0 h 123370"/>
                  <a:gd name="csX1" fmla="*/ 211638 w 211637"/>
                  <a:gd name="csY1" fmla="*/ 0 h 123370"/>
                  <a:gd name="csX2" fmla="*/ 211638 w 211637"/>
                  <a:gd name="csY2" fmla="*/ 123371 h 123370"/>
                  <a:gd name="csX3" fmla="*/ 0 w 21163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637" h="123370">
                    <a:moveTo>
                      <a:pt x="0" y="0"/>
                    </a:moveTo>
                    <a:lnTo>
                      <a:pt x="211638" y="0"/>
                    </a:lnTo>
                    <a:lnTo>
                      <a:pt x="21163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866" name="!!رسم 9">
            <a:extLst>
              <a:ext uri="{FF2B5EF4-FFF2-40B4-BE49-F238E27FC236}">
                <a16:creationId xmlns:a16="http://schemas.microsoft.com/office/drawing/2014/main" id="{13204912-0ECD-ADE9-942C-FAAADAC69071}"/>
              </a:ext>
            </a:extLst>
          </p:cNvPr>
          <p:cNvGrpSpPr/>
          <p:nvPr/>
        </p:nvGrpSpPr>
        <p:grpSpPr>
          <a:xfrm>
            <a:off x="4525790" y="4658394"/>
            <a:ext cx="328794" cy="799514"/>
            <a:chOff x="7248670" y="4669204"/>
            <a:chExt cx="328794" cy="799514"/>
          </a:xfrm>
        </p:grpSpPr>
        <p:grpSp>
          <p:nvGrpSpPr>
            <p:cNvPr id="1867" name="رسم 9">
              <a:extLst>
                <a:ext uri="{FF2B5EF4-FFF2-40B4-BE49-F238E27FC236}">
                  <a16:creationId xmlns:a16="http://schemas.microsoft.com/office/drawing/2014/main" id="{87612C43-89D7-E23D-729C-E1DB884A144C}"/>
                </a:ext>
              </a:extLst>
            </p:cNvPr>
            <p:cNvGrpSpPr/>
            <p:nvPr/>
          </p:nvGrpSpPr>
          <p:grpSpPr>
            <a:xfrm>
              <a:off x="7248670" y="4669204"/>
              <a:ext cx="317413" cy="799514"/>
              <a:chOff x="7248670" y="4669204"/>
              <a:chExt cx="317413" cy="799514"/>
            </a:xfrm>
          </p:grpSpPr>
          <p:sp>
            <p:nvSpPr>
              <p:cNvPr id="1869" name="شكل حر: شكل 220">
                <a:extLst>
                  <a:ext uri="{FF2B5EF4-FFF2-40B4-BE49-F238E27FC236}">
                    <a16:creationId xmlns:a16="http://schemas.microsoft.com/office/drawing/2014/main" id="{2BF335DF-8464-1775-F94B-14AB4D949732}"/>
                  </a:ext>
                </a:extLst>
              </p:cNvPr>
              <p:cNvSpPr/>
              <p:nvPr/>
            </p:nvSpPr>
            <p:spPr>
              <a:xfrm>
                <a:off x="7275124" y="4669204"/>
                <a:ext cx="284804" cy="761415"/>
              </a:xfrm>
              <a:custGeom>
                <a:avLst/>
                <a:gdLst>
                  <a:gd name="csX0" fmla="*/ 284805 w 284804"/>
                  <a:gd name="csY0" fmla="*/ 1 h 761415"/>
                  <a:gd name="csX1" fmla="*/ 284578 w 284804"/>
                  <a:gd name="csY1" fmla="*/ 423017 h 761415"/>
                  <a:gd name="csX2" fmla="*/ 1 w 284804"/>
                  <a:gd name="csY2" fmla="*/ 423017 h 761415"/>
                  <a:gd name="csX3" fmla="*/ 1 w 284804"/>
                  <a:gd name="csY3" fmla="*/ 761416 h 761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4804" h="761415">
                    <a:moveTo>
                      <a:pt x="284805" y="1"/>
                    </a:moveTo>
                    <a:lnTo>
                      <a:pt x="284578" y="423017"/>
                    </a:lnTo>
                    <a:lnTo>
                      <a:pt x="1" y="423017"/>
                    </a:lnTo>
                    <a:lnTo>
                      <a:pt x="1" y="761416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" name="شكل حر: شكل 221">
                <a:extLst>
                  <a:ext uri="{FF2B5EF4-FFF2-40B4-BE49-F238E27FC236}">
                    <a16:creationId xmlns:a16="http://schemas.microsoft.com/office/drawing/2014/main" id="{83A95FC6-C6EC-204A-656C-01375E4AB23C}"/>
                  </a:ext>
                </a:extLst>
              </p:cNvPr>
              <p:cNvSpPr/>
              <p:nvPr/>
            </p:nvSpPr>
            <p:spPr>
              <a:xfrm>
                <a:off x="724867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" name="شكل حر: شكل 222">
                <a:extLst>
                  <a:ext uri="{FF2B5EF4-FFF2-40B4-BE49-F238E27FC236}">
                    <a16:creationId xmlns:a16="http://schemas.microsoft.com/office/drawing/2014/main" id="{4FF2172D-602C-5C76-05E0-55CD94D485F3}"/>
                  </a:ext>
                </a:extLst>
              </p:cNvPr>
              <p:cNvSpPr/>
              <p:nvPr/>
            </p:nvSpPr>
            <p:spPr>
              <a:xfrm>
                <a:off x="7275124" y="4669204"/>
                <a:ext cx="290958" cy="761415"/>
              </a:xfrm>
              <a:custGeom>
                <a:avLst/>
                <a:gdLst>
                  <a:gd name="csX0" fmla="*/ 284805 w 290958"/>
                  <a:gd name="csY0" fmla="*/ 1 h 761415"/>
                  <a:gd name="csX1" fmla="*/ 284578 w 290958"/>
                  <a:gd name="csY1" fmla="*/ 423017 h 761415"/>
                  <a:gd name="csX2" fmla="*/ 284805 w 290958"/>
                  <a:gd name="csY2" fmla="*/ 1 h 761415"/>
                  <a:gd name="csX3" fmla="*/ 284578 w 290958"/>
                  <a:gd name="csY3" fmla="*/ 423017 h 761415"/>
                  <a:gd name="csX4" fmla="*/ 284578 w 290958"/>
                  <a:gd name="csY4" fmla="*/ 423017 h 761415"/>
                  <a:gd name="csX5" fmla="*/ 1 w 290958"/>
                  <a:gd name="csY5" fmla="*/ 423017 h 761415"/>
                  <a:gd name="csX6" fmla="*/ 284578 w 290958"/>
                  <a:gd name="csY6" fmla="*/ 423017 h 761415"/>
                  <a:gd name="csX7" fmla="*/ 1 w 290958"/>
                  <a:gd name="csY7" fmla="*/ 423017 h 761415"/>
                  <a:gd name="csX8" fmla="*/ 1 w 290958"/>
                  <a:gd name="csY8" fmla="*/ 423017 h 761415"/>
                  <a:gd name="csX9" fmla="*/ 1 w 290958"/>
                  <a:gd name="csY9" fmla="*/ 761416 h 761415"/>
                  <a:gd name="csX10" fmla="*/ 1 w 290958"/>
                  <a:gd name="csY10" fmla="*/ 423017 h 761415"/>
                  <a:gd name="csX11" fmla="*/ 1 w 290958"/>
                  <a:gd name="csY11" fmla="*/ 761416 h 761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90958" h="761415">
                    <a:moveTo>
                      <a:pt x="284805" y="1"/>
                    </a:moveTo>
                    <a:cubicBezTo>
                      <a:pt x="295311" y="127725"/>
                      <a:pt x="290398" y="261909"/>
                      <a:pt x="284578" y="423017"/>
                    </a:cubicBezTo>
                    <a:moveTo>
                      <a:pt x="284805" y="1"/>
                    </a:moveTo>
                    <a:cubicBezTo>
                      <a:pt x="279060" y="144635"/>
                      <a:pt x="283066" y="284261"/>
                      <a:pt x="284578" y="423017"/>
                    </a:cubicBezTo>
                    <a:moveTo>
                      <a:pt x="284578" y="423017"/>
                    </a:moveTo>
                    <a:cubicBezTo>
                      <a:pt x="202871" y="416050"/>
                      <a:pt x="124338" y="428605"/>
                      <a:pt x="1" y="423017"/>
                    </a:cubicBezTo>
                    <a:moveTo>
                      <a:pt x="284578" y="423017"/>
                    </a:moveTo>
                    <a:cubicBezTo>
                      <a:pt x="216249" y="419243"/>
                      <a:pt x="149281" y="423017"/>
                      <a:pt x="1" y="423017"/>
                    </a:cubicBezTo>
                    <a:moveTo>
                      <a:pt x="1" y="423017"/>
                    </a:moveTo>
                    <a:cubicBezTo>
                      <a:pt x="8239" y="534631"/>
                      <a:pt x="5896" y="636231"/>
                      <a:pt x="1" y="761416"/>
                    </a:cubicBezTo>
                    <a:moveTo>
                      <a:pt x="1" y="423017"/>
                    </a:moveTo>
                    <a:cubicBezTo>
                      <a:pt x="8164" y="512933"/>
                      <a:pt x="1285" y="604227"/>
                      <a:pt x="1" y="76141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" name="شكل حر: شكل 223">
                <a:extLst>
                  <a:ext uri="{FF2B5EF4-FFF2-40B4-BE49-F238E27FC236}">
                    <a16:creationId xmlns:a16="http://schemas.microsoft.com/office/drawing/2014/main" id="{73187788-FDF2-7152-F518-0BFB50794B01}"/>
                  </a:ext>
                </a:extLst>
              </p:cNvPr>
              <p:cNvSpPr/>
              <p:nvPr/>
            </p:nvSpPr>
            <p:spPr>
              <a:xfrm>
                <a:off x="724867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2094" y="28884"/>
                      <a:pt x="9600" y="27360"/>
                      <a:pt x="1" y="1"/>
                    </a:cubicBezTo>
                    <a:cubicBezTo>
                      <a:pt x="6954" y="3194"/>
                      <a:pt x="19350" y="13063"/>
                      <a:pt x="26455" y="12700"/>
                    </a:cubicBezTo>
                    <a:cubicBezTo>
                      <a:pt x="32880" y="4645"/>
                      <a:pt x="42631" y="6677"/>
                      <a:pt x="52910" y="1"/>
                    </a:cubicBezTo>
                    <a:cubicBezTo>
                      <a:pt x="48072" y="25400"/>
                      <a:pt x="38700" y="33020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" name="شكل حر: شكل 224">
                <a:extLst>
                  <a:ext uri="{FF2B5EF4-FFF2-40B4-BE49-F238E27FC236}">
                    <a16:creationId xmlns:a16="http://schemas.microsoft.com/office/drawing/2014/main" id="{92A9D697-E05A-A9E0-B19B-6768259746E3}"/>
                  </a:ext>
                </a:extLst>
              </p:cNvPr>
              <p:cNvSpPr/>
              <p:nvPr/>
            </p:nvSpPr>
            <p:spPr>
              <a:xfrm>
                <a:off x="724867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2449" y="31279"/>
                      <a:pt x="12019" y="14369"/>
                      <a:pt x="1" y="1"/>
                    </a:cubicBezTo>
                    <a:moveTo>
                      <a:pt x="26455" y="50800"/>
                    </a:moveTo>
                    <a:cubicBezTo>
                      <a:pt x="16176" y="33238"/>
                      <a:pt x="8768" y="14079"/>
                      <a:pt x="1" y="1"/>
                    </a:cubicBezTo>
                    <a:moveTo>
                      <a:pt x="1" y="1"/>
                    </a:moveTo>
                    <a:cubicBezTo>
                      <a:pt x="6652" y="2686"/>
                      <a:pt x="13984" y="8636"/>
                      <a:pt x="26455" y="12700"/>
                    </a:cubicBezTo>
                    <a:moveTo>
                      <a:pt x="1" y="1"/>
                    </a:moveTo>
                    <a:cubicBezTo>
                      <a:pt x="5896" y="2613"/>
                      <a:pt x="12019" y="6314"/>
                      <a:pt x="26455" y="12700"/>
                    </a:cubicBezTo>
                    <a:moveTo>
                      <a:pt x="26455" y="12700"/>
                    </a:moveTo>
                    <a:cubicBezTo>
                      <a:pt x="36584" y="11176"/>
                      <a:pt x="43991" y="7766"/>
                      <a:pt x="52910" y="1"/>
                    </a:cubicBezTo>
                    <a:moveTo>
                      <a:pt x="26455" y="12700"/>
                    </a:moveTo>
                    <a:cubicBezTo>
                      <a:pt x="34619" y="8419"/>
                      <a:pt x="40590" y="4427"/>
                      <a:pt x="52910" y="1"/>
                    </a:cubicBezTo>
                    <a:moveTo>
                      <a:pt x="52910" y="1"/>
                    </a:moveTo>
                    <a:cubicBezTo>
                      <a:pt x="40817" y="11176"/>
                      <a:pt x="36810" y="26561"/>
                      <a:pt x="26455" y="50800"/>
                    </a:cubicBezTo>
                    <a:moveTo>
                      <a:pt x="52910" y="1"/>
                    </a:moveTo>
                    <a:cubicBezTo>
                      <a:pt x="42177" y="15023"/>
                      <a:pt x="33636" y="29029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68" name="صورة 225">
              <a:extLst>
                <a:ext uri="{FF2B5EF4-FFF2-40B4-BE49-F238E27FC236}">
                  <a16:creationId xmlns:a16="http://schemas.microsoft.com/office/drawing/2014/main" id="{687458DC-BCBE-C552-21FE-AFFC5227C4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282683" y="5045049"/>
              <a:ext cx="294781" cy="114299"/>
            </a:xfrm>
            <a:custGeom>
              <a:avLst/>
              <a:gdLst>
                <a:gd name="csX0" fmla="*/ 0 w 294781"/>
                <a:gd name="csY0" fmla="*/ 0 h 114299"/>
                <a:gd name="csX1" fmla="*/ 294781 w 294781"/>
                <a:gd name="csY1" fmla="*/ 0 h 114299"/>
                <a:gd name="csX2" fmla="*/ 294781 w 294781"/>
                <a:gd name="csY2" fmla="*/ 114299 h 114299"/>
                <a:gd name="csX3" fmla="*/ 0 w 29478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4781" h="114299">
                  <a:moveTo>
                    <a:pt x="0" y="0"/>
                  </a:moveTo>
                  <a:lnTo>
                    <a:pt x="294781" y="0"/>
                  </a:lnTo>
                  <a:lnTo>
                    <a:pt x="29478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74" name="!!رسم 9">
            <a:extLst>
              <a:ext uri="{FF2B5EF4-FFF2-40B4-BE49-F238E27FC236}">
                <a16:creationId xmlns:a16="http://schemas.microsoft.com/office/drawing/2014/main" id="{A7506692-A1D9-0B43-CD59-832EA958A2FE}"/>
              </a:ext>
            </a:extLst>
          </p:cNvPr>
          <p:cNvGrpSpPr/>
          <p:nvPr/>
        </p:nvGrpSpPr>
        <p:grpSpPr>
          <a:xfrm>
            <a:off x="3569640" y="2276540"/>
            <a:ext cx="1954022" cy="764753"/>
            <a:chOff x="6292520" y="2287350"/>
            <a:chExt cx="1954022" cy="764753"/>
          </a:xfrm>
        </p:grpSpPr>
        <p:grpSp>
          <p:nvGrpSpPr>
            <p:cNvPr id="1875" name="رسم 9">
              <a:extLst>
                <a:ext uri="{FF2B5EF4-FFF2-40B4-BE49-F238E27FC236}">
                  <a16:creationId xmlns:a16="http://schemas.microsoft.com/office/drawing/2014/main" id="{FB8EAA67-448B-855A-B72D-20942A4C235C}"/>
                </a:ext>
              </a:extLst>
            </p:cNvPr>
            <p:cNvGrpSpPr/>
            <p:nvPr/>
          </p:nvGrpSpPr>
          <p:grpSpPr>
            <a:xfrm>
              <a:off x="6292520" y="2334521"/>
              <a:ext cx="1954022" cy="717582"/>
              <a:chOff x="6292520" y="2334521"/>
              <a:chExt cx="1954022" cy="717582"/>
            </a:xfrm>
          </p:grpSpPr>
          <p:sp>
            <p:nvSpPr>
              <p:cNvPr id="1877" name="شكل حر: شكل 228">
                <a:extLst>
                  <a:ext uri="{FF2B5EF4-FFF2-40B4-BE49-F238E27FC236}">
                    <a16:creationId xmlns:a16="http://schemas.microsoft.com/office/drawing/2014/main" id="{B34A2911-ABBF-CF61-7095-3CFA3A197C3E}"/>
                  </a:ext>
                </a:extLst>
              </p:cNvPr>
              <p:cNvSpPr/>
              <p:nvPr/>
            </p:nvSpPr>
            <p:spPr>
              <a:xfrm>
                <a:off x="6292520" y="2334521"/>
                <a:ext cx="1927869" cy="679482"/>
              </a:xfrm>
              <a:custGeom>
                <a:avLst/>
                <a:gdLst>
                  <a:gd name="csX0" fmla="*/ 1 w 1927869"/>
                  <a:gd name="csY0" fmla="*/ 1 h 679482"/>
                  <a:gd name="csX1" fmla="*/ 1058190 w 1927869"/>
                  <a:gd name="csY1" fmla="*/ 1 h 679482"/>
                  <a:gd name="csX2" fmla="*/ 1058190 w 1927869"/>
                  <a:gd name="csY2" fmla="*/ 580569 h 679482"/>
                  <a:gd name="csX3" fmla="*/ 1927871 w 1927869"/>
                  <a:gd name="csY3" fmla="*/ 580569 h 679482"/>
                  <a:gd name="csX4" fmla="*/ 1927568 w 1927869"/>
                  <a:gd name="csY4" fmla="*/ 679483 h 679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927869" h="679482">
                    <a:moveTo>
                      <a:pt x="1" y="1"/>
                    </a:moveTo>
                    <a:lnTo>
                      <a:pt x="1058190" y="1"/>
                    </a:lnTo>
                    <a:lnTo>
                      <a:pt x="1058190" y="580569"/>
                    </a:lnTo>
                    <a:lnTo>
                      <a:pt x="1927871" y="580569"/>
                    </a:lnTo>
                    <a:lnTo>
                      <a:pt x="1927568" y="679483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" name="شكل حر: شكل 229">
                <a:extLst>
                  <a:ext uri="{FF2B5EF4-FFF2-40B4-BE49-F238E27FC236}">
                    <a16:creationId xmlns:a16="http://schemas.microsoft.com/office/drawing/2014/main" id="{60F5F957-C391-384A-2812-057CC60AFA0A}"/>
                  </a:ext>
                </a:extLst>
              </p:cNvPr>
              <p:cNvSpPr/>
              <p:nvPr/>
            </p:nvSpPr>
            <p:spPr>
              <a:xfrm>
                <a:off x="8193633" y="3001231"/>
                <a:ext cx="52909" cy="50872"/>
              </a:xfrm>
              <a:custGeom>
                <a:avLst/>
                <a:gdLst>
                  <a:gd name="csX0" fmla="*/ 26304 w 52909"/>
                  <a:gd name="csY0" fmla="*/ 50873 h 50872"/>
                  <a:gd name="csX1" fmla="*/ 1 w 52909"/>
                  <a:gd name="csY1" fmla="*/ 1 h 50872"/>
                  <a:gd name="csX2" fmla="*/ 26455 w 52909"/>
                  <a:gd name="csY2" fmla="*/ 12773 h 50872"/>
                  <a:gd name="csX3" fmla="*/ 52910 w 52909"/>
                  <a:gd name="csY3" fmla="*/ 146 h 50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872">
                    <a:moveTo>
                      <a:pt x="26304" y="50873"/>
                    </a:moveTo>
                    <a:lnTo>
                      <a:pt x="1" y="1"/>
                    </a:lnTo>
                    <a:lnTo>
                      <a:pt x="26455" y="12773"/>
                    </a:lnTo>
                    <a:lnTo>
                      <a:pt x="52910" y="146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" name="شكل حر: شكل 230">
                <a:extLst>
                  <a:ext uri="{FF2B5EF4-FFF2-40B4-BE49-F238E27FC236}">
                    <a16:creationId xmlns:a16="http://schemas.microsoft.com/office/drawing/2014/main" id="{CC7D6EB8-CD11-1097-C029-04B3DEC67CBA}"/>
                  </a:ext>
                </a:extLst>
              </p:cNvPr>
              <p:cNvSpPr/>
              <p:nvPr/>
            </p:nvSpPr>
            <p:spPr>
              <a:xfrm>
                <a:off x="6292520" y="2334521"/>
                <a:ext cx="1929113" cy="679482"/>
              </a:xfrm>
              <a:custGeom>
                <a:avLst/>
                <a:gdLst>
                  <a:gd name="csX0" fmla="*/ 1 w 1929113"/>
                  <a:gd name="csY0" fmla="*/ 1 h 679482"/>
                  <a:gd name="csX1" fmla="*/ 1058190 w 1929113"/>
                  <a:gd name="csY1" fmla="*/ 1 h 679482"/>
                  <a:gd name="csX2" fmla="*/ 1 w 1929113"/>
                  <a:gd name="csY2" fmla="*/ 1 h 679482"/>
                  <a:gd name="csX3" fmla="*/ 1058190 w 1929113"/>
                  <a:gd name="csY3" fmla="*/ 1 h 679482"/>
                  <a:gd name="csX4" fmla="*/ 1058190 w 1929113"/>
                  <a:gd name="csY4" fmla="*/ 1 h 679482"/>
                  <a:gd name="csX5" fmla="*/ 1058190 w 1929113"/>
                  <a:gd name="csY5" fmla="*/ 580569 h 679482"/>
                  <a:gd name="csX6" fmla="*/ 1058190 w 1929113"/>
                  <a:gd name="csY6" fmla="*/ 1 h 679482"/>
                  <a:gd name="csX7" fmla="*/ 1058190 w 1929113"/>
                  <a:gd name="csY7" fmla="*/ 580569 h 679482"/>
                  <a:gd name="csX8" fmla="*/ 1058190 w 1929113"/>
                  <a:gd name="csY8" fmla="*/ 580569 h 679482"/>
                  <a:gd name="csX9" fmla="*/ 1927871 w 1929113"/>
                  <a:gd name="csY9" fmla="*/ 580569 h 679482"/>
                  <a:gd name="csX10" fmla="*/ 1058190 w 1929113"/>
                  <a:gd name="csY10" fmla="*/ 580569 h 679482"/>
                  <a:gd name="csX11" fmla="*/ 1927871 w 1929113"/>
                  <a:gd name="csY11" fmla="*/ 580569 h 679482"/>
                  <a:gd name="csX12" fmla="*/ 1927871 w 1929113"/>
                  <a:gd name="csY12" fmla="*/ 580569 h 679482"/>
                  <a:gd name="csX13" fmla="*/ 1927568 w 1929113"/>
                  <a:gd name="csY13" fmla="*/ 679483 h 679482"/>
                  <a:gd name="csX14" fmla="*/ 1927871 w 1929113"/>
                  <a:gd name="csY14" fmla="*/ 580569 h 679482"/>
                  <a:gd name="csX15" fmla="*/ 1927568 w 1929113"/>
                  <a:gd name="csY15" fmla="*/ 679483 h 679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929113" h="679482">
                    <a:moveTo>
                      <a:pt x="1" y="1"/>
                    </a:moveTo>
                    <a:cubicBezTo>
                      <a:pt x="342098" y="5661"/>
                      <a:pt x="667945" y="5516"/>
                      <a:pt x="1058190" y="1"/>
                    </a:cubicBezTo>
                    <a:moveTo>
                      <a:pt x="1" y="1"/>
                    </a:moveTo>
                    <a:cubicBezTo>
                      <a:pt x="231215" y="5516"/>
                      <a:pt x="457970" y="9580"/>
                      <a:pt x="1058190" y="1"/>
                    </a:cubicBezTo>
                    <a:moveTo>
                      <a:pt x="1058190" y="1"/>
                    </a:moveTo>
                    <a:cubicBezTo>
                      <a:pt x="1046852" y="191588"/>
                      <a:pt x="1038387" y="375265"/>
                      <a:pt x="1058190" y="580569"/>
                    </a:cubicBezTo>
                    <a:moveTo>
                      <a:pt x="1058190" y="1"/>
                    </a:moveTo>
                    <a:cubicBezTo>
                      <a:pt x="1070208" y="117420"/>
                      <a:pt x="1061516" y="241154"/>
                      <a:pt x="1058190" y="580569"/>
                    </a:cubicBezTo>
                    <a:moveTo>
                      <a:pt x="1058190" y="580569"/>
                    </a:moveTo>
                    <a:cubicBezTo>
                      <a:pt x="1288195" y="568232"/>
                      <a:pt x="1493786" y="580859"/>
                      <a:pt x="1927871" y="580569"/>
                    </a:cubicBezTo>
                    <a:moveTo>
                      <a:pt x="1058190" y="580569"/>
                    </a:moveTo>
                    <a:cubicBezTo>
                      <a:pt x="1334226" y="577303"/>
                      <a:pt x="1611925" y="581149"/>
                      <a:pt x="1927871" y="580569"/>
                    </a:cubicBezTo>
                    <a:moveTo>
                      <a:pt x="1927871" y="580569"/>
                    </a:moveTo>
                    <a:cubicBezTo>
                      <a:pt x="1932708" y="597333"/>
                      <a:pt x="1921446" y="630352"/>
                      <a:pt x="1927568" y="679483"/>
                    </a:cubicBezTo>
                    <a:moveTo>
                      <a:pt x="1927871" y="580569"/>
                    </a:moveTo>
                    <a:cubicBezTo>
                      <a:pt x="1927493" y="604953"/>
                      <a:pt x="1927795" y="637029"/>
                      <a:pt x="1927568" y="67948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" name="شكل حر: شكل 231">
                <a:extLst>
                  <a:ext uri="{FF2B5EF4-FFF2-40B4-BE49-F238E27FC236}">
                    <a16:creationId xmlns:a16="http://schemas.microsoft.com/office/drawing/2014/main" id="{29D6FFAC-7ABA-980B-6878-7F66598CC05F}"/>
                  </a:ext>
                </a:extLst>
              </p:cNvPr>
              <p:cNvSpPr/>
              <p:nvPr/>
            </p:nvSpPr>
            <p:spPr>
              <a:xfrm>
                <a:off x="8193270" y="3001231"/>
                <a:ext cx="53272" cy="50872"/>
              </a:xfrm>
              <a:custGeom>
                <a:avLst/>
                <a:gdLst>
                  <a:gd name="csX0" fmla="*/ 26667 w 53272"/>
                  <a:gd name="csY0" fmla="*/ 50873 h 50872"/>
                  <a:gd name="csX1" fmla="*/ 364 w 53272"/>
                  <a:gd name="csY1" fmla="*/ 1 h 50872"/>
                  <a:gd name="csX2" fmla="*/ 26819 w 53272"/>
                  <a:gd name="csY2" fmla="*/ 12773 h 50872"/>
                  <a:gd name="csX3" fmla="*/ 53273 w 53272"/>
                  <a:gd name="csY3" fmla="*/ 146 h 50872"/>
                  <a:gd name="csX4" fmla="*/ 26667 w 53272"/>
                  <a:gd name="csY4" fmla="*/ 50873 h 50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3272" h="50872">
                    <a:moveTo>
                      <a:pt x="26667" y="50873"/>
                    </a:moveTo>
                    <a:cubicBezTo>
                      <a:pt x="18353" y="34399"/>
                      <a:pt x="-3038" y="17563"/>
                      <a:pt x="364" y="1"/>
                    </a:cubicBezTo>
                    <a:cubicBezTo>
                      <a:pt x="9207" y="944"/>
                      <a:pt x="8754" y="4064"/>
                      <a:pt x="26819" y="12773"/>
                    </a:cubicBezTo>
                    <a:cubicBezTo>
                      <a:pt x="39214" y="9072"/>
                      <a:pt x="43372" y="6532"/>
                      <a:pt x="53273" y="146"/>
                    </a:cubicBezTo>
                    <a:cubicBezTo>
                      <a:pt x="40650" y="23804"/>
                      <a:pt x="42918" y="33093"/>
                      <a:pt x="26667" y="50873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" name="شكل حر: شكل 232">
                <a:extLst>
                  <a:ext uri="{FF2B5EF4-FFF2-40B4-BE49-F238E27FC236}">
                    <a16:creationId xmlns:a16="http://schemas.microsoft.com/office/drawing/2014/main" id="{280E9AFF-3379-DB65-FC19-8715D2BCFBFB}"/>
                  </a:ext>
                </a:extLst>
              </p:cNvPr>
              <p:cNvSpPr/>
              <p:nvPr/>
            </p:nvSpPr>
            <p:spPr>
              <a:xfrm>
                <a:off x="8193633" y="3001231"/>
                <a:ext cx="52909" cy="50872"/>
              </a:xfrm>
              <a:custGeom>
                <a:avLst/>
                <a:gdLst>
                  <a:gd name="csX0" fmla="*/ 26304 w 52909"/>
                  <a:gd name="csY0" fmla="*/ 50873 h 50872"/>
                  <a:gd name="csX1" fmla="*/ 1 w 52909"/>
                  <a:gd name="csY1" fmla="*/ 1 h 50872"/>
                  <a:gd name="csX2" fmla="*/ 26304 w 52909"/>
                  <a:gd name="csY2" fmla="*/ 50873 h 50872"/>
                  <a:gd name="csX3" fmla="*/ 1 w 52909"/>
                  <a:gd name="csY3" fmla="*/ 1 h 50872"/>
                  <a:gd name="csX4" fmla="*/ 1 w 52909"/>
                  <a:gd name="csY4" fmla="*/ 1 h 50872"/>
                  <a:gd name="csX5" fmla="*/ 26455 w 52909"/>
                  <a:gd name="csY5" fmla="*/ 12773 h 50872"/>
                  <a:gd name="csX6" fmla="*/ 1 w 52909"/>
                  <a:gd name="csY6" fmla="*/ 1 h 50872"/>
                  <a:gd name="csX7" fmla="*/ 26455 w 52909"/>
                  <a:gd name="csY7" fmla="*/ 12773 h 50872"/>
                  <a:gd name="csX8" fmla="*/ 26455 w 52909"/>
                  <a:gd name="csY8" fmla="*/ 12773 h 50872"/>
                  <a:gd name="csX9" fmla="*/ 52910 w 52909"/>
                  <a:gd name="csY9" fmla="*/ 146 h 50872"/>
                  <a:gd name="csX10" fmla="*/ 26455 w 52909"/>
                  <a:gd name="csY10" fmla="*/ 12773 h 50872"/>
                  <a:gd name="csX11" fmla="*/ 52910 w 52909"/>
                  <a:gd name="csY11" fmla="*/ 146 h 50872"/>
                  <a:gd name="csX12" fmla="*/ 52910 w 52909"/>
                  <a:gd name="csY12" fmla="*/ 146 h 50872"/>
                  <a:gd name="csX13" fmla="*/ 26304 w 52909"/>
                  <a:gd name="csY13" fmla="*/ 50873 h 50872"/>
                  <a:gd name="csX14" fmla="*/ 52910 w 52909"/>
                  <a:gd name="csY14" fmla="*/ 146 h 50872"/>
                  <a:gd name="csX15" fmla="*/ 26304 w 52909"/>
                  <a:gd name="csY15" fmla="*/ 50873 h 50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872">
                    <a:moveTo>
                      <a:pt x="26304" y="50873"/>
                    </a:moveTo>
                    <a:cubicBezTo>
                      <a:pt x="18821" y="40060"/>
                      <a:pt x="5065" y="23659"/>
                      <a:pt x="1" y="1"/>
                    </a:cubicBezTo>
                    <a:moveTo>
                      <a:pt x="26304" y="50873"/>
                    </a:moveTo>
                    <a:cubicBezTo>
                      <a:pt x="22903" y="40568"/>
                      <a:pt x="17687" y="31279"/>
                      <a:pt x="1" y="1"/>
                    </a:cubicBezTo>
                    <a:moveTo>
                      <a:pt x="1" y="1"/>
                    </a:moveTo>
                    <a:cubicBezTo>
                      <a:pt x="6954" y="5879"/>
                      <a:pt x="13530" y="10451"/>
                      <a:pt x="26455" y="12773"/>
                    </a:cubicBezTo>
                    <a:moveTo>
                      <a:pt x="1" y="1"/>
                    </a:moveTo>
                    <a:cubicBezTo>
                      <a:pt x="7106" y="1887"/>
                      <a:pt x="10960" y="4935"/>
                      <a:pt x="26455" y="12773"/>
                    </a:cubicBezTo>
                    <a:moveTo>
                      <a:pt x="26455" y="12773"/>
                    </a:moveTo>
                    <a:cubicBezTo>
                      <a:pt x="34467" y="7621"/>
                      <a:pt x="37793" y="6895"/>
                      <a:pt x="52910" y="146"/>
                    </a:cubicBezTo>
                    <a:moveTo>
                      <a:pt x="26455" y="12773"/>
                    </a:moveTo>
                    <a:cubicBezTo>
                      <a:pt x="34694" y="8201"/>
                      <a:pt x="43311" y="4863"/>
                      <a:pt x="52910" y="146"/>
                    </a:cubicBezTo>
                    <a:moveTo>
                      <a:pt x="52910" y="146"/>
                    </a:moveTo>
                    <a:cubicBezTo>
                      <a:pt x="49509" y="8274"/>
                      <a:pt x="36735" y="25763"/>
                      <a:pt x="26304" y="50873"/>
                    </a:cubicBezTo>
                    <a:moveTo>
                      <a:pt x="52910" y="146"/>
                    </a:moveTo>
                    <a:cubicBezTo>
                      <a:pt x="45729" y="12483"/>
                      <a:pt x="39002" y="29247"/>
                      <a:pt x="26304" y="5087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76" name="صورة 233">
              <a:extLst>
                <a:ext uri="{FF2B5EF4-FFF2-40B4-BE49-F238E27FC236}">
                  <a16:creationId xmlns:a16="http://schemas.microsoft.com/office/drawing/2014/main" id="{0AF7752D-634C-30C0-4C70-B8667FFAF7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6651548" y="2287350"/>
              <a:ext cx="468626" cy="114299"/>
            </a:xfrm>
            <a:custGeom>
              <a:avLst/>
              <a:gdLst>
                <a:gd name="csX0" fmla="*/ 0 w 468626"/>
                <a:gd name="csY0" fmla="*/ 0 h 114299"/>
                <a:gd name="csX1" fmla="*/ 468627 w 468626"/>
                <a:gd name="csY1" fmla="*/ 0 h 114299"/>
                <a:gd name="csX2" fmla="*/ 468627 w 468626"/>
                <a:gd name="csY2" fmla="*/ 114299 h 114299"/>
                <a:gd name="csX3" fmla="*/ 0 w 468626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8626" h="114299">
                  <a:moveTo>
                    <a:pt x="0" y="0"/>
                  </a:moveTo>
                  <a:lnTo>
                    <a:pt x="468627" y="0"/>
                  </a:lnTo>
                  <a:lnTo>
                    <a:pt x="468627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82" name="!!رسم 9">
            <a:extLst>
              <a:ext uri="{FF2B5EF4-FFF2-40B4-BE49-F238E27FC236}">
                <a16:creationId xmlns:a16="http://schemas.microsoft.com/office/drawing/2014/main" id="{8C4352FF-AF7D-F22E-0EE3-401A9A701F1E}"/>
              </a:ext>
            </a:extLst>
          </p:cNvPr>
          <p:cNvGrpSpPr/>
          <p:nvPr/>
        </p:nvGrpSpPr>
        <p:grpSpPr>
          <a:xfrm>
            <a:off x="3108554" y="2237424"/>
            <a:ext cx="462772" cy="164808"/>
            <a:chOff x="5831434" y="2248234"/>
            <a:chExt cx="462772" cy="164808"/>
          </a:xfrm>
        </p:grpSpPr>
        <p:grpSp>
          <p:nvGrpSpPr>
            <p:cNvPr id="1883" name="رسم 9">
              <a:extLst>
                <a:ext uri="{FF2B5EF4-FFF2-40B4-BE49-F238E27FC236}">
                  <a16:creationId xmlns:a16="http://schemas.microsoft.com/office/drawing/2014/main" id="{DE67F94E-EA28-502E-A2E7-38A611FC259B}"/>
                </a:ext>
              </a:extLst>
            </p:cNvPr>
            <p:cNvGrpSpPr/>
            <p:nvPr/>
          </p:nvGrpSpPr>
          <p:grpSpPr>
            <a:xfrm>
              <a:off x="5831434" y="2248234"/>
              <a:ext cx="462772" cy="164808"/>
              <a:chOff x="5831434" y="2248234"/>
              <a:chExt cx="462772" cy="164808"/>
            </a:xfrm>
          </p:grpSpPr>
          <p:sp>
            <p:nvSpPr>
              <p:cNvPr id="1885" name="مستطيل 236">
                <a:extLst>
                  <a:ext uri="{FF2B5EF4-FFF2-40B4-BE49-F238E27FC236}">
                    <a16:creationId xmlns:a16="http://schemas.microsoft.com/office/drawing/2014/main" id="{A82D9C3F-E8FA-87F4-12F3-BF452E822B04}"/>
                  </a:ext>
                </a:extLst>
              </p:cNvPr>
              <p:cNvSpPr/>
              <p:nvPr/>
            </p:nvSpPr>
            <p:spPr>
              <a:xfrm>
                <a:off x="5839010" y="2261950"/>
                <a:ext cx="453509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" name="شكل حر: شكل 237">
                <a:extLst>
                  <a:ext uri="{FF2B5EF4-FFF2-40B4-BE49-F238E27FC236}">
                    <a16:creationId xmlns:a16="http://schemas.microsoft.com/office/drawing/2014/main" id="{DC6894CA-3142-9EA6-247D-83DA16207114}"/>
                  </a:ext>
                </a:extLst>
              </p:cNvPr>
              <p:cNvSpPr/>
              <p:nvPr/>
            </p:nvSpPr>
            <p:spPr>
              <a:xfrm>
                <a:off x="5833492" y="2248234"/>
                <a:ext cx="458876" cy="164808"/>
              </a:xfrm>
              <a:custGeom>
                <a:avLst/>
                <a:gdLst>
                  <a:gd name="csX0" fmla="*/ 1 w 458876"/>
                  <a:gd name="csY0" fmla="*/ 4718 h 164808"/>
                  <a:gd name="csX1" fmla="*/ 458877 w 458876"/>
                  <a:gd name="csY1" fmla="*/ 1 h 164808"/>
                  <a:gd name="csX2" fmla="*/ 447464 w 458876"/>
                  <a:gd name="csY2" fmla="*/ 164809 h 164808"/>
                  <a:gd name="csX3" fmla="*/ 11490 w 458876"/>
                  <a:gd name="csY3" fmla="*/ 163068 h 1648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8876" h="164808">
                    <a:moveTo>
                      <a:pt x="1" y="4718"/>
                    </a:moveTo>
                    <a:lnTo>
                      <a:pt x="458877" y="1"/>
                    </a:lnTo>
                    <a:lnTo>
                      <a:pt x="447464" y="164809"/>
                    </a:lnTo>
                    <a:lnTo>
                      <a:pt x="11490" y="16306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" name="شكل حر: شكل 238">
                <a:extLst>
                  <a:ext uri="{FF2B5EF4-FFF2-40B4-BE49-F238E27FC236}">
                    <a16:creationId xmlns:a16="http://schemas.microsoft.com/office/drawing/2014/main" id="{B5CDB9AC-8CDC-EC9E-4917-C872D5CB78DD}"/>
                  </a:ext>
                </a:extLst>
              </p:cNvPr>
              <p:cNvSpPr/>
              <p:nvPr/>
            </p:nvSpPr>
            <p:spPr>
              <a:xfrm>
                <a:off x="5831434" y="2261950"/>
                <a:ext cx="462772" cy="145415"/>
              </a:xfrm>
              <a:custGeom>
                <a:avLst/>
                <a:gdLst>
                  <a:gd name="csX0" fmla="*/ 7576 w 462772"/>
                  <a:gd name="csY0" fmla="*/ 1 h 145415"/>
                  <a:gd name="csX1" fmla="*/ 461086 w 462772"/>
                  <a:gd name="csY1" fmla="*/ 1 h 145415"/>
                  <a:gd name="csX2" fmla="*/ 7576 w 462772"/>
                  <a:gd name="csY2" fmla="*/ 1 h 145415"/>
                  <a:gd name="csX3" fmla="*/ 461086 w 462772"/>
                  <a:gd name="csY3" fmla="*/ 1 h 145415"/>
                  <a:gd name="csX4" fmla="*/ 461086 w 462772"/>
                  <a:gd name="csY4" fmla="*/ 1 h 145415"/>
                  <a:gd name="csX5" fmla="*/ 461086 w 462772"/>
                  <a:gd name="csY5" fmla="*/ 145143 h 145415"/>
                  <a:gd name="csX6" fmla="*/ 461086 w 462772"/>
                  <a:gd name="csY6" fmla="*/ 1 h 145415"/>
                  <a:gd name="csX7" fmla="*/ 461086 w 462772"/>
                  <a:gd name="csY7" fmla="*/ 145143 h 145415"/>
                  <a:gd name="csX8" fmla="*/ 461086 w 462772"/>
                  <a:gd name="csY8" fmla="*/ 145143 h 145415"/>
                  <a:gd name="csX9" fmla="*/ 7576 w 462772"/>
                  <a:gd name="csY9" fmla="*/ 145143 h 145415"/>
                  <a:gd name="csX10" fmla="*/ 461086 w 462772"/>
                  <a:gd name="csY10" fmla="*/ 145143 h 145415"/>
                  <a:gd name="csX11" fmla="*/ 7576 w 462772"/>
                  <a:gd name="csY11" fmla="*/ 145143 h 145415"/>
                  <a:gd name="csX12" fmla="*/ 7576 w 462772"/>
                  <a:gd name="csY12" fmla="*/ 145143 h 145415"/>
                  <a:gd name="csX13" fmla="*/ 7576 w 462772"/>
                  <a:gd name="csY13" fmla="*/ 1 h 145415"/>
                  <a:gd name="csX14" fmla="*/ 7576 w 462772"/>
                  <a:gd name="csY14" fmla="*/ 145143 h 145415"/>
                  <a:gd name="csX15" fmla="*/ 7576 w 462772"/>
                  <a:gd name="csY15" fmla="*/ 1 h 145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62772" h="145415">
                    <a:moveTo>
                      <a:pt x="7576" y="1"/>
                    </a:moveTo>
                    <a:cubicBezTo>
                      <a:pt x="147031" y="6096"/>
                      <a:pt x="300166" y="7403"/>
                      <a:pt x="461086" y="1"/>
                    </a:cubicBezTo>
                    <a:moveTo>
                      <a:pt x="7576" y="1"/>
                    </a:moveTo>
                    <a:cubicBezTo>
                      <a:pt x="136297" y="2250"/>
                      <a:pt x="263431" y="654"/>
                      <a:pt x="461086" y="1"/>
                    </a:cubicBezTo>
                    <a:moveTo>
                      <a:pt x="461086" y="1"/>
                    </a:moveTo>
                    <a:cubicBezTo>
                      <a:pt x="452923" y="47825"/>
                      <a:pt x="465999" y="91295"/>
                      <a:pt x="461086" y="145143"/>
                    </a:cubicBezTo>
                    <a:moveTo>
                      <a:pt x="461086" y="1"/>
                    </a:moveTo>
                    <a:cubicBezTo>
                      <a:pt x="464185" y="50002"/>
                      <a:pt x="462295" y="106462"/>
                      <a:pt x="461086" y="145143"/>
                    </a:cubicBezTo>
                    <a:moveTo>
                      <a:pt x="461086" y="145143"/>
                    </a:moveTo>
                    <a:cubicBezTo>
                      <a:pt x="364337" y="146667"/>
                      <a:pt x="262751" y="141151"/>
                      <a:pt x="7576" y="145143"/>
                    </a:cubicBezTo>
                    <a:moveTo>
                      <a:pt x="461086" y="145143"/>
                    </a:moveTo>
                    <a:cubicBezTo>
                      <a:pt x="291549" y="144272"/>
                      <a:pt x="137280" y="139990"/>
                      <a:pt x="7576" y="145143"/>
                    </a:cubicBezTo>
                    <a:moveTo>
                      <a:pt x="7576" y="145143"/>
                    </a:moveTo>
                    <a:cubicBezTo>
                      <a:pt x="4553" y="80337"/>
                      <a:pt x="-7843" y="23586"/>
                      <a:pt x="7576" y="1"/>
                    </a:cubicBezTo>
                    <a:moveTo>
                      <a:pt x="7576" y="145143"/>
                    </a:moveTo>
                    <a:cubicBezTo>
                      <a:pt x="10675" y="111034"/>
                      <a:pt x="12565" y="87521"/>
                      <a:pt x="7576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84" name="صورة 239">
              <a:extLst>
                <a:ext uri="{FF2B5EF4-FFF2-40B4-BE49-F238E27FC236}">
                  <a16:creationId xmlns:a16="http://schemas.microsoft.com/office/drawing/2014/main" id="{6FB09F2E-8643-C633-0115-6888DFC76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842789" y="2283721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888" name="!!رسم 9">
            <a:extLst>
              <a:ext uri="{FF2B5EF4-FFF2-40B4-BE49-F238E27FC236}">
                <a16:creationId xmlns:a16="http://schemas.microsoft.com/office/drawing/2014/main" id="{462A84E3-E3D4-F93B-1CDC-4511DAF8A980}"/>
              </a:ext>
            </a:extLst>
          </p:cNvPr>
          <p:cNvGrpSpPr/>
          <p:nvPr/>
        </p:nvGrpSpPr>
        <p:grpSpPr>
          <a:xfrm>
            <a:off x="1426806" y="1826599"/>
            <a:ext cx="1160229" cy="1171151"/>
            <a:chOff x="4149686" y="1837409"/>
            <a:chExt cx="1160229" cy="1171151"/>
          </a:xfrm>
        </p:grpSpPr>
        <p:grpSp>
          <p:nvGrpSpPr>
            <p:cNvPr id="1889" name="رسم 9">
              <a:extLst>
                <a:ext uri="{FF2B5EF4-FFF2-40B4-BE49-F238E27FC236}">
                  <a16:creationId xmlns:a16="http://schemas.microsoft.com/office/drawing/2014/main" id="{AE5EE9BE-1310-09C7-E170-9DB2B21CDF86}"/>
                </a:ext>
              </a:extLst>
            </p:cNvPr>
            <p:cNvGrpSpPr/>
            <p:nvPr/>
          </p:nvGrpSpPr>
          <p:grpSpPr>
            <a:xfrm>
              <a:off x="4149686" y="1873779"/>
              <a:ext cx="1160229" cy="1134781"/>
              <a:chOff x="4149686" y="1873779"/>
              <a:chExt cx="1160229" cy="1134781"/>
            </a:xfrm>
          </p:grpSpPr>
          <p:sp>
            <p:nvSpPr>
              <p:cNvPr id="1891" name="شكل حر: شكل 242">
                <a:extLst>
                  <a:ext uri="{FF2B5EF4-FFF2-40B4-BE49-F238E27FC236}">
                    <a16:creationId xmlns:a16="http://schemas.microsoft.com/office/drawing/2014/main" id="{A63C93F2-5B85-A403-8030-362D7556CF51}"/>
                  </a:ext>
                </a:extLst>
              </p:cNvPr>
              <p:cNvSpPr/>
              <p:nvPr/>
            </p:nvSpPr>
            <p:spPr>
              <a:xfrm>
                <a:off x="4176141" y="1880952"/>
                <a:ext cx="1133774" cy="1089508"/>
              </a:xfrm>
              <a:custGeom>
                <a:avLst/>
                <a:gdLst>
                  <a:gd name="csX0" fmla="*/ 1133775 w 1133774"/>
                  <a:gd name="csY0" fmla="*/ 1 h 1089508"/>
                  <a:gd name="csX1" fmla="*/ 1 w 1133774"/>
                  <a:gd name="csY1" fmla="*/ 218 h 1089508"/>
                  <a:gd name="csX2" fmla="*/ 1 w 1133774"/>
                  <a:gd name="csY2" fmla="*/ 1089510 h 10895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133774" h="1089508">
                    <a:moveTo>
                      <a:pt x="1133775" y="1"/>
                    </a:moveTo>
                    <a:lnTo>
                      <a:pt x="1" y="218"/>
                    </a:lnTo>
                    <a:lnTo>
                      <a:pt x="1" y="108951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" name="شكل حر: شكل 243">
                <a:extLst>
                  <a:ext uri="{FF2B5EF4-FFF2-40B4-BE49-F238E27FC236}">
                    <a16:creationId xmlns:a16="http://schemas.microsoft.com/office/drawing/2014/main" id="{33FF8CCB-3FEC-8D37-3D39-43DF42CBFB4E}"/>
                  </a:ext>
                </a:extLst>
              </p:cNvPr>
              <p:cNvSpPr/>
              <p:nvPr/>
            </p:nvSpPr>
            <p:spPr>
              <a:xfrm>
                <a:off x="4149686" y="295776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" name="شكل حر: شكل 244">
                <a:extLst>
                  <a:ext uri="{FF2B5EF4-FFF2-40B4-BE49-F238E27FC236}">
                    <a16:creationId xmlns:a16="http://schemas.microsoft.com/office/drawing/2014/main" id="{650433CE-1B1F-906F-0492-9E234C9A8159}"/>
                  </a:ext>
                </a:extLst>
              </p:cNvPr>
              <p:cNvSpPr/>
              <p:nvPr/>
            </p:nvSpPr>
            <p:spPr>
              <a:xfrm>
                <a:off x="4171809" y="1873779"/>
                <a:ext cx="1138106" cy="1096681"/>
              </a:xfrm>
              <a:custGeom>
                <a:avLst/>
                <a:gdLst>
                  <a:gd name="csX0" fmla="*/ 1138107 w 1138106"/>
                  <a:gd name="csY0" fmla="*/ 7173 h 1096681"/>
                  <a:gd name="csX1" fmla="*/ 4332 w 1138106"/>
                  <a:gd name="csY1" fmla="*/ 7391 h 1096681"/>
                  <a:gd name="csX2" fmla="*/ 1138107 w 1138106"/>
                  <a:gd name="csY2" fmla="*/ 7173 h 1096681"/>
                  <a:gd name="csX3" fmla="*/ 4332 w 1138106"/>
                  <a:gd name="csY3" fmla="*/ 7391 h 1096681"/>
                  <a:gd name="csX4" fmla="*/ 4332 w 1138106"/>
                  <a:gd name="csY4" fmla="*/ 7391 h 1096681"/>
                  <a:gd name="csX5" fmla="*/ 4332 w 1138106"/>
                  <a:gd name="csY5" fmla="*/ 1096682 h 1096681"/>
                  <a:gd name="csX6" fmla="*/ 4332 w 1138106"/>
                  <a:gd name="csY6" fmla="*/ 7391 h 1096681"/>
                  <a:gd name="csX7" fmla="*/ 4332 w 1138106"/>
                  <a:gd name="csY7" fmla="*/ 1096682 h 10966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138106" h="1096681">
                    <a:moveTo>
                      <a:pt x="1138107" y="7173"/>
                    </a:moveTo>
                    <a:cubicBezTo>
                      <a:pt x="759502" y="-2261"/>
                      <a:pt x="419067" y="1875"/>
                      <a:pt x="4332" y="7391"/>
                    </a:cubicBezTo>
                    <a:moveTo>
                      <a:pt x="1138107" y="7173"/>
                    </a:moveTo>
                    <a:cubicBezTo>
                      <a:pt x="834331" y="-4439"/>
                      <a:pt x="531689" y="-157"/>
                      <a:pt x="4332" y="7391"/>
                    </a:cubicBezTo>
                    <a:moveTo>
                      <a:pt x="4332" y="7391"/>
                    </a:moveTo>
                    <a:cubicBezTo>
                      <a:pt x="-3680" y="351450"/>
                      <a:pt x="1309" y="711983"/>
                      <a:pt x="4332" y="1096682"/>
                    </a:cubicBezTo>
                    <a:moveTo>
                      <a:pt x="4332" y="7391"/>
                    </a:moveTo>
                    <a:cubicBezTo>
                      <a:pt x="7356" y="270461"/>
                      <a:pt x="18542" y="527507"/>
                      <a:pt x="4332" y="109668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" name="شكل حر: شكل 245">
                <a:extLst>
                  <a:ext uri="{FF2B5EF4-FFF2-40B4-BE49-F238E27FC236}">
                    <a16:creationId xmlns:a16="http://schemas.microsoft.com/office/drawing/2014/main" id="{6A964B3E-E9D2-7920-85DC-E99070A2E964}"/>
                  </a:ext>
                </a:extLst>
              </p:cNvPr>
              <p:cNvSpPr/>
              <p:nvPr/>
            </p:nvSpPr>
            <p:spPr>
              <a:xfrm>
                <a:off x="4149686" y="295776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6402" y="25908"/>
                      <a:pt x="10734" y="14732"/>
                      <a:pt x="1" y="1"/>
                    </a:cubicBezTo>
                    <a:cubicBezTo>
                      <a:pt x="11036" y="436"/>
                      <a:pt x="21164" y="9798"/>
                      <a:pt x="26455" y="12700"/>
                    </a:cubicBezTo>
                    <a:cubicBezTo>
                      <a:pt x="36055" y="4790"/>
                      <a:pt x="40816" y="2831"/>
                      <a:pt x="52910" y="1"/>
                    </a:cubicBezTo>
                    <a:cubicBezTo>
                      <a:pt x="40514" y="21336"/>
                      <a:pt x="34618" y="28956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" name="شكل حر: شكل 246">
                <a:extLst>
                  <a:ext uri="{FF2B5EF4-FFF2-40B4-BE49-F238E27FC236}">
                    <a16:creationId xmlns:a16="http://schemas.microsoft.com/office/drawing/2014/main" id="{C806DE76-6DFA-2EED-0064-5453CFD6B8F5}"/>
                  </a:ext>
                </a:extLst>
              </p:cNvPr>
              <p:cNvSpPr/>
              <p:nvPr/>
            </p:nvSpPr>
            <p:spPr>
              <a:xfrm>
                <a:off x="4149686" y="295776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2245" y="29029"/>
                      <a:pt x="12926" y="14297"/>
                      <a:pt x="1" y="1"/>
                    </a:cubicBezTo>
                    <a:moveTo>
                      <a:pt x="26455" y="50800"/>
                    </a:moveTo>
                    <a:cubicBezTo>
                      <a:pt x="19577" y="34544"/>
                      <a:pt x="13455" y="22498"/>
                      <a:pt x="1" y="1"/>
                    </a:cubicBezTo>
                    <a:moveTo>
                      <a:pt x="1" y="1"/>
                    </a:moveTo>
                    <a:cubicBezTo>
                      <a:pt x="6501" y="3339"/>
                      <a:pt x="15949" y="9798"/>
                      <a:pt x="26455" y="12700"/>
                    </a:cubicBezTo>
                    <a:moveTo>
                      <a:pt x="1" y="1"/>
                    </a:moveTo>
                    <a:cubicBezTo>
                      <a:pt x="5367" y="3121"/>
                      <a:pt x="13908" y="5153"/>
                      <a:pt x="26455" y="12700"/>
                    </a:cubicBezTo>
                    <a:moveTo>
                      <a:pt x="26455" y="12700"/>
                    </a:moveTo>
                    <a:cubicBezTo>
                      <a:pt x="34543" y="8927"/>
                      <a:pt x="43160" y="4500"/>
                      <a:pt x="52910" y="1"/>
                    </a:cubicBezTo>
                    <a:moveTo>
                      <a:pt x="26455" y="12700"/>
                    </a:moveTo>
                    <a:cubicBezTo>
                      <a:pt x="33938" y="10378"/>
                      <a:pt x="40363" y="5588"/>
                      <a:pt x="52910" y="1"/>
                    </a:cubicBezTo>
                    <a:moveTo>
                      <a:pt x="52910" y="1"/>
                    </a:moveTo>
                    <a:cubicBezTo>
                      <a:pt x="43311" y="8419"/>
                      <a:pt x="42101" y="32294"/>
                      <a:pt x="26455" y="50800"/>
                    </a:cubicBezTo>
                    <a:moveTo>
                      <a:pt x="52910" y="1"/>
                    </a:moveTo>
                    <a:cubicBezTo>
                      <a:pt x="45503" y="16909"/>
                      <a:pt x="36055" y="33311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90" name="صورة 247">
              <a:extLst>
                <a:ext uri="{FF2B5EF4-FFF2-40B4-BE49-F238E27FC236}">
                  <a16:creationId xmlns:a16="http://schemas.microsoft.com/office/drawing/2014/main" id="{8D5ABC56-D9B9-16CA-A5D9-BCB93AB218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93898" y="1837409"/>
              <a:ext cx="498860" cy="114299"/>
            </a:xfrm>
            <a:custGeom>
              <a:avLst/>
              <a:gdLst>
                <a:gd name="csX0" fmla="*/ 0 w 498860"/>
                <a:gd name="csY0" fmla="*/ 0 h 114299"/>
                <a:gd name="csX1" fmla="*/ 498861 w 498860"/>
                <a:gd name="csY1" fmla="*/ 0 h 114299"/>
                <a:gd name="csX2" fmla="*/ 498861 w 498860"/>
                <a:gd name="csY2" fmla="*/ 114299 h 114299"/>
                <a:gd name="csX3" fmla="*/ 0 w 498860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8860" h="114299">
                  <a:moveTo>
                    <a:pt x="0" y="0"/>
                  </a:moveTo>
                  <a:lnTo>
                    <a:pt x="498861" y="0"/>
                  </a:lnTo>
                  <a:lnTo>
                    <a:pt x="49886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96" name="!!رسم 9">
            <a:extLst>
              <a:ext uri="{FF2B5EF4-FFF2-40B4-BE49-F238E27FC236}">
                <a16:creationId xmlns:a16="http://schemas.microsoft.com/office/drawing/2014/main" id="{9D99C61E-A457-98CC-12E9-EA32A53D467F}"/>
              </a:ext>
            </a:extLst>
          </p:cNvPr>
          <p:cNvGrpSpPr/>
          <p:nvPr/>
        </p:nvGrpSpPr>
        <p:grpSpPr>
          <a:xfrm>
            <a:off x="2574639" y="1801417"/>
            <a:ext cx="395759" cy="239106"/>
            <a:chOff x="5297519" y="1812227"/>
            <a:chExt cx="395759" cy="239106"/>
          </a:xfrm>
        </p:grpSpPr>
        <p:grpSp>
          <p:nvGrpSpPr>
            <p:cNvPr id="1897" name="رسم 9">
              <a:extLst>
                <a:ext uri="{FF2B5EF4-FFF2-40B4-BE49-F238E27FC236}">
                  <a16:creationId xmlns:a16="http://schemas.microsoft.com/office/drawing/2014/main" id="{097A11A7-F199-FF9E-EC30-FB28E2F42CAC}"/>
                </a:ext>
              </a:extLst>
            </p:cNvPr>
            <p:cNvGrpSpPr/>
            <p:nvPr/>
          </p:nvGrpSpPr>
          <p:grpSpPr>
            <a:xfrm>
              <a:off x="5297519" y="1812227"/>
              <a:ext cx="395759" cy="239106"/>
              <a:chOff x="5297519" y="1812227"/>
              <a:chExt cx="395759" cy="239106"/>
            </a:xfrm>
          </p:grpSpPr>
          <p:sp>
            <p:nvSpPr>
              <p:cNvPr id="1899" name="مستطيل 250">
                <a:extLst>
                  <a:ext uri="{FF2B5EF4-FFF2-40B4-BE49-F238E27FC236}">
                    <a16:creationId xmlns:a16="http://schemas.microsoft.com/office/drawing/2014/main" id="{2BD8C5D2-88EA-7944-2034-F04BB6CAB900}"/>
                  </a:ext>
                </a:extLst>
              </p:cNvPr>
              <p:cNvSpPr/>
              <p:nvPr/>
            </p:nvSpPr>
            <p:spPr>
              <a:xfrm>
                <a:off x="5309915" y="1826524"/>
                <a:ext cx="377924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" name="شكل حر: شكل 251">
                <a:extLst>
                  <a:ext uri="{FF2B5EF4-FFF2-40B4-BE49-F238E27FC236}">
                    <a16:creationId xmlns:a16="http://schemas.microsoft.com/office/drawing/2014/main" id="{F43B6F5F-366A-7D86-3939-FF3091072CA0}"/>
                  </a:ext>
                </a:extLst>
              </p:cNvPr>
              <p:cNvSpPr/>
              <p:nvPr/>
            </p:nvSpPr>
            <p:spPr>
              <a:xfrm>
                <a:off x="5297519" y="1812227"/>
                <a:ext cx="393495" cy="224462"/>
              </a:xfrm>
              <a:custGeom>
                <a:avLst/>
                <a:gdLst>
                  <a:gd name="csX0" fmla="*/ 1 w 393495"/>
                  <a:gd name="csY0" fmla="*/ 1 h 224462"/>
                  <a:gd name="csX1" fmla="*/ 379664 w 393495"/>
                  <a:gd name="csY1" fmla="*/ 25183 h 224462"/>
                  <a:gd name="csX2" fmla="*/ 393496 w 393495"/>
                  <a:gd name="csY2" fmla="*/ 224463 h 224462"/>
                  <a:gd name="csX3" fmla="*/ 7861 w 393495"/>
                  <a:gd name="csY3" fmla="*/ 219165 h 2244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3495" h="224462">
                    <a:moveTo>
                      <a:pt x="1" y="1"/>
                    </a:moveTo>
                    <a:lnTo>
                      <a:pt x="379664" y="25183"/>
                    </a:lnTo>
                    <a:lnTo>
                      <a:pt x="393496" y="224463"/>
                    </a:lnTo>
                    <a:lnTo>
                      <a:pt x="7861" y="219165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" name="شكل حر: شكل 252">
                <a:extLst>
                  <a:ext uri="{FF2B5EF4-FFF2-40B4-BE49-F238E27FC236}">
                    <a16:creationId xmlns:a16="http://schemas.microsoft.com/office/drawing/2014/main" id="{CAF182B8-AFAB-506D-609C-E03D20B50C4A}"/>
                  </a:ext>
                </a:extLst>
              </p:cNvPr>
              <p:cNvSpPr/>
              <p:nvPr/>
            </p:nvSpPr>
            <p:spPr>
              <a:xfrm>
                <a:off x="5305717" y="1822178"/>
                <a:ext cx="387561" cy="229155"/>
              </a:xfrm>
              <a:custGeom>
                <a:avLst/>
                <a:gdLst>
                  <a:gd name="csX0" fmla="*/ 4199 w 387561"/>
                  <a:gd name="csY0" fmla="*/ 4346 h 229155"/>
                  <a:gd name="csX1" fmla="*/ 382123 w 387561"/>
                  <a:gd name="csY1" fmla="*/ 4346 h 229155"/>
                  <a:gd name="csX2" fmla="*/ 4199 w 387561"/>
                  <a:gd name="csY2" fmla="*/ 4346 h 229155"/>
                  <a:gd name="csX3" fmla="*/ 382123 w 387561"/>
                  <a:gd name="csY3" fmla="*/ 4346 h 229155"/>
                  <a:gd name="csX4" fmla="*/ 382123 w 387561"/>
                  <a:gd name="csY4" fmla="*/ 4346 h 229155"/>
                  <a:gd name="csX5" fmla="*/ 382123 w 387561"/>
                  <a:gd name="csY5" fmla="*/ 222059 h 229155"/>
                  <a:gd name="csX6" fmla="*/ 382123 w 387561"/>
                  <a:gd name="csY6" fmla="*/ 4346 h 229155"/>
                  <a:gd name="csX7" fmla="*/ 382123 w 387561"/>
                  <a:gd name="csY7" fmla="*/ 222059 h 229155"/>
                  <a:gd name="csX8" fmla="*/ 382123 w 387561"/>
                  <a:gd name="csY8" fmla="*/ 222059 h 229155"/>
                  <a:gd name="csX9" fmla="*/ 4199 w 387561"/>
                  <a:gd name="csY9" fmla="*/ 222059 h 229155"/>
                  <a:gd name="csX10" fmla="*/ 382123 w 387561"/>
                  <a:gd name="csY10" fmla="*/ 222059 h 229155"/>
                  <a:gd name="csX11" fmla="*/ 4199 w 387561"/>
                  <a:gd name="csY11" fmla="*/ 222059 h 229155"/>
                  <a:gd name="csX12" fmla="*/ 4199 w 387561"/>
                  <a:gd name="csY12" fmla="*/ 222059 h 229155"/>
                  <a:gd name="csX13" fmla="*/ 4199 w 387561"/>
                  <a:gd name="csY13" fmla="*/ 4346 h 229155"/>
                  <a:gd name="csX14" fmla="*/ 4199 w 387561"/>
                  <a:gd name="csY14" fmla="*/ 222059 h 229155"/>
                  <a:gd name="csX15" fmla="*/ 4199 w 387561"/>
                  <a:gd name="csY15" fmla="*/ 4346 h 22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87561" h="229155">
                    <a:moveTo>
                      <a:pt x="4199" y="4346"/>
                    </a:moveTo>
                    <a:cubicBezTo>
                      <a:pt x="132391" y="12910"/>
                      <a:pt x="238134" y="18425"/>
                      <a:pt x="382123" y="4346"/>
                    </a:cubicBezTo>
                    <a:moveTo>
                      <a:pt x="4199" y="4346"/>
                    </a:moveTo>
                    <a:cubicBezTo>
                      <a:pt x="128763" y="-661"/>
                      <a:pt x="257181" y="-2185"/>
                      <a:pt x="382123" y="4346"/>
                    </a:cubicBezTo>
                    <a:moveTo>
                      <a:pt x="382123" y="4346"/>
                    </a:moveTo>
                    <a:cubicBezTo>
                      <a:pt x="367913" y="93391"/>
                      <a:pt x="394519" y="144408"/>
                      <a:pt x="382123" y="222059"/>
                    </a:cubicBezTo>
                    <a:moveTo>
                      <a:pt x="382123" y="4346"/>
                    </a:moveTo>
                    <a:cubicBezTo>
                      <a:pt x="387868" y="50501"/>
                      <a:pt x="390740" y="105147"/>
                      <a:pt x="382123" y="222059"/>
                    </a:cubicBezTo>
                    <a:moveTo>
                      <a:pt x="382123" y="222059"/>
                    </a:moveTo>
                    <a:cubicBezTo>
                      <a:pt x="243274" y="238243"/>
                      <a:pt x="125890" y="221624"/>
                      <a:pt x="4199" y="222059"/>
                    </a:cubicBezTo>
                    <a:moveTo>
                      <a:pt x="382123" y="222059"/>
                    </a:moveTo>
                    <a:cubicBezTo>
                      <a:pt x="266403" y="232074"/>
                      <a:pt x="158089" y="230768"/>
                      <a:pt x="4199" y="222059"/>
                    </a:cubicBezTo>
                    <a:moveTo>
                      <a:pt x="4199" y="222059"/>
                    </a:moveTo>
                    <a:cubicBezTo>
                      <a:pt x="18106" y="161971"/>
                      <a:pt x="7222" y="125032"/>
                      <a:pt x="4199" y="4346"/>
                    </a:cubicBezTo>
                    <a:moveTo>
                      <a:pt x="4199" y="222059"/>
                    </a:moveTo>
                    <a:cubicBezTo>
                      <a:pt x="-1697" y="154713"/>
                      <a:pt x="-1092" y="85118"/>
                      <a:pt x="4199" y="434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98" name="صورة 253">
              <a:extLst>
                <a:ext uri="{FF2B5EF4-FFF2-40B4-BE49-F238E27FC236}">
                  <a16:creationId xmlns:a16="http://schemas.microsoft.com/office/drawing/2014/main" id="{F8A025A7-8BDC-4C55-E741-89314CA9A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5313695" y="1884580"/>
              <a:ext cx="362807" cy="123370"/>
            </a:xfrm>
            <a:custGeom>
              <a:avLst/>
              <a:gdLst>
                <a:gd name="csX0" fmla="*/ 0 w 362807"/>
                <a:gd name="csY0" fmla="*/ 0 h 123370"/>
                <a:gd name="csX1" fmla="*/ 362808 w 362807"/>
                <a:gd name="csY1" fmla="*/ 0 h 123370"/>
                <a:gd name="csX2" fmla="*/ 362808 w 362807"/>
                <a:gd name="csY2" fmla="*/ 123371 h 123370"/>
                <a:gd name="csX3" fmla="*/ 0 w 362807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807" h="123370">
                  <a:moveTo>
                    <a:pt x="0" y="0"/>
                  </a:moveTo>
                  <a:lnTo>
                    <a:pt x="362808" y="0"/>
                  </a:lnTo>
                  <a:lnTo>
                    <a:pt x="362808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902" name="!!رسم 9">
            <a:extLst>
              <a:ext uri="{FF2B5EF4-FFF2-40B4-BE49-F238E27FC236}">
                <a16:creationId xmlns:a16="http://schemas.microsoft.com/office/drawing/2014/main" id="{A01D1E4F-A5D0-E864-E560-31D35CF61245}"/>
              </a:ext>
            </a:extLst>
          </p:cNvPr>
          <p:cNvGrpSpPr/>
          <p:nvPr/>
        </p:nvGrpSpPr>
        <p:grpSpPr>
          <a:xfrm>
            <a:off x="3471379" y="2613995"/>
            <a:ext cx="869227" cy="434990"/>
            <a:chOff x="6194259" y="2624805"/>
            <a:chExt cx="869227" cy="434990"/>
          </a:xfrm>
        </p:grpSpPr>
        <p:grpSp>
          <p:nvGrpSpPr>
            <p:cNvPr id="1903" name="رسم 9">
              <a:extLst>
                <a:ext uri="{FF2B5EF4-FFF2-40B4-BE49-F238E27FC236}">
                  <a16:creationId xmlns:a16="http://schemas.microsoft.com/office/drawing/2014/main" id="{61F948EF-54C7-BAF9-5A5E-2595323301DD}"/>
                </a:ext>
              </a:extLst>
            </p:cNvPr>
            <p:cNvGrpSpPr/>
            <p:nvPr/>
          </p:nvGrpSpPr>
          <p:grpSpPr>
            <a:xfrm>
              <a:off x="6606575" y="2624805"/>
              <a:ext cx="52909" cy="434990"/>
              <a:chOff x="6606575" y="2624805"/>
              <a:chExt cx="52909" cy="434990"/>
            </a:xfrm>
          </p:grpSpPr>
          <p:sp>
            <p:nvSpPr>
              <p:cNvPr id="1905" name="شكل حر: شكل 256">
                <a:extLst>
                  <a:ext uri="{FF2B5EF4-FFF2-40B4-BE49-F238E27FC236}">
                    <a16:creationId xmlns:a16="http://schemas.microsoft.com/office/drawing/2014/main" id="{FEFD3E36-AC29-925E-833E-3B44AD0A0660}"/>
                  </a:ext>
                </a:extLst>
              </p:cNvPr>
              <p:cNvSpPr/>
              <p:nvPr/>
            </p:nvSpPr>
            <p:spPr>
              <a:xfrm>
                <a:off x="6632652" y="2624805"/>
                <a:ext cx="377" cy="396890"/>
              </a:xfrm>
              <a:custGeom>
                <a:avLst/>
                <a:gdLst>
                  <a:gd name="csX0" fmla="*/ 1 w 377"/>
                  <a:gd name="csY0" fmla="*/ 1 h 396890"/>
                  <a:gd name="csX1" fmla="*/ 378 w 377"/>
                  <a:gd name="csY1" fmla="*/ 396892 h 3968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7" h="396890">
                    <a:moveTo>
                      <a:pt x="1" y="1"/>
                    </a:moveTo>
                    <a:lnTo>
                      <a:pt x="378" y="39689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" name="شكل حر: شكل 257">
                <a:extLst>
                  <a:ext uri="{FF2B5EF4-FFF2-40B4-BE49-F238E27FC236}">
                    <a16:creationId xmlns:a16="http://schemas.microsoft.com/office/drawing/2014/main" id="{82E218A3-BB5E-F822-EE72-2DE659F43508}"/>
                  </a:ext>
                </a:extLst>
              </p:cNvPr>
              <p:cNvSpPr/>
              <p:nvPr/>
            </p:nvSpPr>
            <p:spPr>
              <a:xfrm>
                <a:off x="6606575" y="3008996"/>
                <a:ext cx="52909" cy="50799"/>
              </a:xfrm>
              <a:custGeom>
                <a:avLst/>
                <a:gdLst>
                  <a:gd name="csX0" fmla="*/ 26531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531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" name="شكل حر: شكل 258">
                <a:extLst>
                  <a:ext uri="{FF2B5EF4-FFF2-40B4-BE49-F238E27FC236}">
                    <a16:creationId xmlns:a16="http://schemas.microsoft.com/office/drawing/2014/main" id="{669702D9-4F08-2A70-AE65-64757C0337B9}"/>
                  </a:ext>
                </a:extLst>
              </p:cNvPr>
              <p:cNvSpPr/>
              <p:nvPr/>
            </p:nvSpPr>
            <p:spPr>
              <a:xfrm>
                <a:off x="6631654" y="2624805"/>
                <a:ext cx="3409" cy="396890"/>
              </a:xfrm>
              <a:custGeom>
                <a:avLst/>
                <a:gdLst>
                  <a:gd name="csX0" fmla="*/ 999 w 3409"/>
                  <a:gd name="csY0" fmla="*/ 1 h 396890"/>
                  <a:gd name="csX1" fmla="*/ 1377 w 3409"/>
                  <a:gd name="csY1" fmla="*/ 396892 h 396890"/>
                  <a:gd name="csX2" fmla="*/ 999 w 3409"/>
                  <a:gd name="csY2" fmla="*/ 1 h 396890"/>
                  <a:gd name="csX3" fmla="*/ 1377 w 3409"/>
                  <a:gd name="csY3" fmla="*/ 396892 h 3968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9" h="396890">
                    <a:moveTo>
                      <a:pt x="999" y="1"/>
                    </a:moveTo>
                    <a:cubicBezTo>
                      <a:pt x="545" y="127072"/>
                      <a:pt x="6365" y="261547"/>
                      <a:pt x="1377" y="396892"/>
                    </a:cubicBezTo>
                    <a:moveTo>
                      <a:pt x="999" y="1"/>
                    </a:moveTo>
                    <a:cubicBezTo>
                      <a:pt x="1755" y="81570"/>
                      <a:pt x="-1873" y="173591"/>
                      <a:pt x="1377" y="39689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" name="شكل حر: شكل 259">
                <a:extLst>
                  <a:ext uri="{FF2B5EF4-FFF2-40B4-BE49-F238E27FC236}">
                    <a16:creationId xmlns:a16="http://schemas.microsoft.com/office/drawing/2014/main" id="{01780243-2F65-433E-D45C-9D33A0751410}"/>
                  </a:ext>
                </a:extLst>
              </p:cNvPr>
              <p:cNvSpPr/>
              <p:nvPr/>
            </p:nvSpPr>
            <p:spPr>
              <a:xfrm>
                <a:off x="6606575" y="3008996"/>
                <a:ext cx="52909" cy="50799"/>
              </a:xfrm>
              <a:custGeom>
                <a:avLst/>
                <a:gdLst>
                  <a:gd name="csX0" fmla="*/ 26531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531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531" y="50800"/>
                    </a:moveTo>
                    <a:cubicBezTo>
                      <a:pt x="14437" y="26562"/>
                      <a:pt x="18746" y="15458"/>
                      <a:pt x="1" y="1"/>
                    </a:cubicBezTo>
                    <a:cubicBezTo>
                      <a:pt x="9524" y="7838"/>
                      <a:pt x="20409" y="6024"/>
                      <a:pt x="26455" y="12700"/>
                    </a:cubicBezTo>
                    <a:cubicBezTo>
                      <a:pt x="32956" y="5879"/>
                      <a:pt x="42706" y="7403"/>
                      <a:pt x="52910" y="1"/>
                    </a:cubicBezTo>
                    <a:cubicBezTo>
                      <a:pt x="48299" y="17055"/>
                      <a:pt x="44444" y="28085"/>
                      <a:pt x="26531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" name="شكل حر: شكل 260">
                <a:extLst>
                  <a:ext uri="{FF2B5EF4-FFF2-40B4-BE49-F238E27FC236}">
                    <a16:creationId xmlns:a16="http://schemas.microsoft.com/office/drawing/2014/main" id="{321D5D31-3642-E170-A005-4D081CD19066}"/>
                  </a:ext>
                </a:extLst>
              </p:cNvPr>
              <p:cNvSpPr/>
              <p:nvPr/>
            </p:nvSpPr>
            <p:spPr>
              <a:xfrm>
                <a:off x="6606575" y="3008996"/>
                <a:ext cx="52909" cy="50799"/>
              </a:xfrm>
              <a:custGeom>
                <a:avLst/>
                <a:gdLst>
                  <a:gd name="csX0" fmla="*/ 26531 w 52909"/>
                  <a:gd name="csY0" fmla="*/ 50800 h 50799"/>
                  <a:gd name="csX1" fmla="*/ 1 w 52909"/>
                  <a:gd name="csY1" fmla="*/ 1 h 50799"/>
                  <a:gd name="csX2" fmla="*/ 26531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531 w 52909"/>
                  <a:gd name="csY13" fmla="*/ 50800 h 50799"/>
                  <a:gd name="csX14" fmla="*/ 52910 w 52909"/>
                  <a:gd name="csY14" fmla="*/ 1 h 50799"/>
                  <a:gd name="csX15" fmla="*/ 26531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531" y="50800"/>
                    </a:moveTo>
                    <a:cubicBezTo>
                      <a:pt x="17158" y="34617"/>
                      <a:pt x="10885" y="21046"/>
                      <a:pt x="1" y="1"/>
                    </a:cubicBezTo>
                    <a:moveTo>
                      <a:pt x="26531" y="50800"/>
                    </a:moveTo>
                    <a:cubicBezTo>
                      <a:pt x="23129" y="38898"/>
                      <a:pt x="16025" y="30988"/>
                      <a:pt x="1" y="1"/>
                    </a:cubicBezTo>
                    <a:moveTo>
                      <a:pt x="1" y="1"/>
                    </a:moveTo>
                    <a:cubicBezTo>
                      <a:pt x="13228" y="4500"/>
                      <a:pt x="21164" y="8128"/>
                      <a:pt x="26455" y="12700"/>
                    </a:cubicBezTo>
                    <a:moveTo>
                      <a:pt x="1" y="1"/>
                    </a:moveTo>
                    <a:cubicBezTo>
                      <a:pt x="9827" y="4573"/>
                      <a:pt x="22071" y="10741"/>
                      <a:pt x="26455" y="12700"/>
                    </a:cubicBezTo>
                    <a:moveTo>
                      <a:pt x="26455" y="12700"/>
                    </a:moveTo>
                    <a:cubicBezTo>
                      <a:pt x="36659" y="7330"/>
                      <a:pt x="43160" y="2468"/>
                      <a:pt x="52910" y="1"/>
                    </a:cubicBezTo>
                    <a:moveTo>
                      <a:pt x="26455" y="12700"/>
                    </a:moveTo>
                    <a:cubicBezTo>
                      <a:pt x="36811" y="7330"/>
                      <a:pt x="45351" y="3992"/>
                      <a:pt x="52910" y="1"/>
                    </a:cubicBezTo>
                    <a:moveTo>
                      <a:pt x="52910" y="1"/>
                    </a:moveTo>
                    <a:cubicBezTo>
                      <a:pt x="44596" y="12555"/>
                      <a:pt x="32578" y="39407"/>
                      <a:pt x="26531" y="50800"/>
                    </a:cubicBezTo>
                    <a:moveTo>
                      <a:pt x="52910" y="1"/>
                    </a:moveTo>
                    <a:cubicBezTo>
                      <a:pt x="45805" y="11612"/>
                      <a:pt x="39909" y="27868"/>
                      <a:pt x="26531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04" name="صورة 261">
              <a:extLst>
                <a:ext uri="{FF2B5EF4-FFF2-40B4-BE49-F238E27FC236}">
                  <a16:creationId xmlns:a16="http://schemas.microsoft.com/office/drawing/2014/main" id="{19FE642D-4645-0D7B-BA6D-EB4A8D594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6194259" y="2642948"/>
              <a:ext cx="869227" cy="114299"/>
            </a:xfrm>
            <a:custGeom>
              <a:avLst/>
              <a:gdLst>
                <a:gd name="csX0" fmla="*/ 0 w 869227"/>
                <a:gd name="csY0" fmla="*/ 0 h 114299"/>
                <a:gd name="csX1" fmla="*/ 869227 w 869227"/>
                <a:gd name="csY1" fmla="*/ 0 h 114299"/>
                <a:gd name="csX2" fmla="*/ 869227 w 869227"/>
                <a:gd name="csY2" fmla="*/ 114299 h 114299"/>
                <a:gd name="csX3" fmla="*/ 0 w 86922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9227" h="114299">
                  <a:moveTo>
                    <a:pt x="0" y="0"/>
                  </a:moveTo>
                  <a:lnTo>
                    <a:pt x="869227" y="0"/>
                  </a:lnTo>
                  <a:lnTo>
                    <a:pt x="869227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910" name="!!رسم 9">
            <a:extLst>
              <a:ext uri="{FF2B5EF4-FFF2-40B4-BE49-F238E27FC236}">
                <a16:creationId xmlns:a16="http://schemas.microsoft.com/office/drawing/2014/main" id="{8F8A687B-F364-3B46-55D7-2BA9912F53B6}"/>
              </a:ext>
            </a:extLst>
          </p:cNvPr>
          <p:cNvGrpSpPr/>
          <p:nvPr/>
        </p:nvGrpSpPr>
        <p:grpSpPr>
          <a:xfrm>
            <a:off x="3638271" y="2457895"/>
            <a:ext cx="535873" cy="156414"/>
            <a:chOff x="6361151" y="2468705"/>
            <a:chExt cx="535873" cy="156414"/>
          </a:xfrm>
        </p:grpSpPr>
        <p:grpSp>
          <p:nvGrpSpPr>
            <p:cNvPr id="1911" name="رسم 9">
              <a:extLst>
                <a:ext uri="{FF2B5EF4-FFF2-40B4-BE49-F238E27FC236}">
                  <a16:creationId xmlns:a16="http://schemas.microsoft.com/office/drawing/2014/main" id="{1B81012E-8B0A-4DF2-AA29-54C43F5734B5}"/>
                </a:ext>
              </a:extLst>
            </p:cNvPr>
            <p:cNvGrpSpPr/>
            <p:nvPr/>
          </p:nvGrpSpPr>
          <p:grpSpPr>
            <a:xfrm>
              <a:off x="6361151" y="2468705"/>
              <a:ext cx="535873" cy="156414"/>
              <a:chOff x="6361151" y="2468705"/>
              <a:chExt cx="535873" cy="156414"/>
            </a:xfrm>
          </p:grpSpPr>
          <p:sp>
            <p:nvSpPr>
              <p:cNvPr id="1913" name="مستطيل 264">
                <a:extLst>
                  <a:ext uri="{FF2B5EF4-FFF2-40B4-BE49-F238E27FC236}">
                    <a16:creationId xmlns:a16="http://schemas.microsoft.com/office/drawing/2014/main" id="{E8A578CD-37B1-A79E-A265-5FCFA489CCB1}"/>
                  </a:ext>
                </a:extLst>
              </p:cNvPr>
              <p:cNvSpPr/>
              <p:nvPr/>
            </p:nvSpPr>
            <p:spPr>
              <a:xfrm>
                <a:off x="6371884" y="2479663"/>
                <a:ext cx="521536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" name="شكل حر: شكل 265">
                <a:extLst>
                  <a:ext uri="{FF2B5EF4-FFF2-40B4-BE49-F238E27FC236}">
                    <a16:creationId xmlns:a16="http://schemas.microsoft.com/office/drawing/2014/main" id="{85054E06-AB7A-B546-0A81-9251B7418829}"/>
                  </a:ext>
                </a:extLst>
              </p:cNvPr>
              <p:cNvSpPr/>
              <p:nvPr/>
            </p:nvSpPr>
            <p:spPr>
              <a:xfrm>
                <a:off x="6361151" y="2468705"/>
                <a:ext cx="532798" cy="156245"/>
              </a:xfrm>
              <a:custGeom>
                <a:avLst/>
                <a:gdLst>
                  <a:gd name="csX0" fmla="*/ 21467 w 532798"/>
                  <a:gd name="csY0" fmla="*/ 1 h 156245"/>
                  <a:gd name="csX1" fmla="*/ 523275 w 532798"/>
                  <a:gd name="csY1" fmla="*/ 17708 h 156245"/>
                  <a:gd name="csX2" fmla="*/ 532799 w 532798"/>
                  <a:gd name="csY2" fmla="*/ 156246 h 156245"/>
                  <a:gd name="csX3" fmla="*/ 1 w 532798"/>
                  <a:gd name="csY3" fmla="*/ 143038 h 1562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2798" h="156245">
                    <a:moveTo>
                      <a:pt x="21467" y="1"/>
                    </a:moveTo>
                    <a:lnTo>
                      <a:pt x="523275" y="17708"/>
                    </a:lnTo>
                    <a:lnTo>
                      <a:pt x="532799" y="156246"/>
                    </a:lnTo>
                    <a:lnTo>
                      <a:pt x="1" y="14303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" name="شكل حر: شكل 266">
                <a:extLst>
                  <a:ext uri="{FF2B5EF4-FFF2-40B4-BE49-F238E27FC236}">
                    <a16:creationId xmlns:a16="http://schemas.microsoft.com/office/drawing/2014/main" id="{E5C608D4-EFAA-49FA-D7D1-966E1281338F}"/>
                  </a:ext>
                </a:extLst>
              </p:cNvPr>
              <p:cNvSpPr/>
              <p:nvPr/>
            </p:nvSpPr>
            <p:spPr>
              <a:xfrm>
                <a:off x="6363373" y="2476177"/>
                <a:ext cx="533651" cy="148941"/>
              </a:xfrm>
              <a:custGeom>
                <a:avLst/>
                <a:gdLst>
                  <a:gd name="csX0" fmla="*/ 8511 w 533651"/>
                  <a:gd name="csY0" fmla="*/ 3486 h 148941"/>
                  <a:gd name="csX1" fmla="*/ 530047 w 533651"/>
                  <a:gd name="csY1" fmla="*/ 3486 h 148941"/>
                  <a:gd name="csX2" fmla="*/ 8511 w 533651"/>
                  <a:gd name="csY2" fmla="*/ 3486 h 148941"/>
                  <a:gd name="csX3" fmla="*/ 530047 w 533651"/>
                  <a:gd name="csY3" fmla="*/ 3486 h 148941"/>
                  <a:gd name="csX4" fmla="*/ 530047 w 533651"/>
                  <a:gd name="csY4" fmla="*/ 3486 h 148941"/>
                  <a:gd name="csX5" fmla="*/ 530047 w 533651"/>
                  <a:gd name="csY5" fmla="*/ 148628 h 148941"/>
                  <a:gd name="csX6" fmla="*/ 530047 w 533651"/>
                  <a:gd name="csY6" fmla="*/ 3486 h 148941"/>
                  <a:gd name="csX7" fmla="*/ 530047 w 533651"/>
                  <a:gd name="csY7" fmla="*/ 148628 h 148941"/>
                  <a:gd name="csX8" fmla="*/ 530047 w 533651"/>
                  <a:gd name="csY8" fmla="*/ 148628 h 148941"/>
                  <a:gd name="csX9" fmla="*/ 8511 w 533651"/>
                  <a:gd name="csY9" fmla="*/ 148628 h 148941"/>
                  <a:gd name="csX10" fmla="*/ 530047 w 533651"/>
                  <a:gd name="csY10" fmla="*/ 148628 h 148941"/>
                  <a:gd name="csX11" fmla="*/ 8511 w 533651"/>
                  <a:gd name="csY11" fmla="*/ 148628 h 148941"/>
                  <a:gd name="csX12" fmla="*/ 8511 w 533651"/>
                  <a:gd name="csY12" fmla="*/ 148628 h 148941"/>
                  <a:gd name="csX13" fmla="*/ 8511 w 533651"/>
                  <a:gd name="csY13" fmla="*/ 3486 h 148941"/>
                  <a:gd name="csX14" fmla="*/ 8511 w 533651"/>
                  <a:gd name="csY14" fmla="*/ 148628 h 148941"/>
                  <a:gd name="csX15" fmla="*/ 8511 w 533651"/>
                  <a:gd name="csY15" fmla="*/ 3486 h 148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33651" h="148941">
                    <a:moveTo>
                      <a:pt x="8511" y="3486"/>
                    </a:moveTo>
                    <a:cubicBezTo>
                      <a:pt x="165501" y="-4570"/>
                      <a:pt x="329823" y="3921"/>
                      <a:pt x="530047" y="3486"/>
                    </a:cubicBezTo>
                    <a:moveTo>
                      <a:pt x="8511" y="3486"/>
                    </a:moveTo>
                    <a:cubicBezTo>
                      <a:pt x="155826" y="5373"/>
                      <a:pt x="312816" y="7114"/>
                      <a:pt x="530047" y="3486"/>
                    </a:cubicBezTo>
                    <a:moveTo>
                      <a:pt x="530047" y="3486"/>
                    </a:moveTo>
                    <a:cubicBezTo>
                      <a:pt x="541612" y="50439"/>
                      <a:pt x="520826" y="66550"/>
                      <a:pt x="530047" y="148628"/>
                    </a:cubicBezTo>
                    <a:moveTo>
                      <a:pt x="530047" y="3486"/>
                    </a:moveTo>
                    <a:cubicBezTo>
                      <a:pt x="536018" y="52399"/>
                      <a:pt x="522262" y="110093"/>
                      <a:pt x="530047" y="148628"/>
                    </a:cubicBezTo>
                    <a:moveTo>
                      <a:pt x="530047" y="148628"/>
                    </a:moveTo>
                    <a:cubicBezTo>
                      <a:pt x="404501" y="144927"/>
                      <a:pt x="248947" y="150079"/>
                      <a:pt x="8511" y="148628"/>
                    </a:cubicBezTo>
                    <a:moveTo>
                      <a:pt x="530047" y="148628"/>
                    </a:moveTo>
                    <a:cubicBezTo>
                      <a:pt x="332166" y="139339"/>
                      <a:pt x="138442" y="150950"/>
                      <a:pt x="8511" y="148628"/>
                    </a:cubicBezTo>
                    <a:moveTo>
                      <a:pt x="8511" y="148628"/>
                    </a:moveTo>
                    <a:cubicBezTo>
                      <a:pt x="-1315" y="91950"/>
                      <a:pt x="-4263" y="55882"/>
                      <a:pt x="8511" y="3486"/>
                    </a:cubicBezTo>
                    <a:moveTo>
                      <a:pt x="8511" y="148628"/>
                    </a:moveTo>
                    <a:cubicBezTo>
                      <a:pt x="12215" y="115898"/>
                      <a:pt x="15314" y="94345"/>
                      <a:pt x="8511" y="348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12" name="صورة 267">
              <a:extLst>
                <a:ext uri="{FF2B5EF4-FFF2-40B4-BE49-F238E27FC236}">
                  <a16:creationId xmlns:a16="http://schemas.microsoft.com/office/drawing/2014/main" id="{7595B496-CBB2-8C2E-3C5F-FC300703F4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6379443" y="2501434"/>
              <a:ext cx="506419" cy="123370"/>
            </a:xfrm>
            <a:custGeom>
              <a:avLst/>
              <a:gdLst>
                <a:gd name="csX0" fmla="*/ 0 w 506419"/>
                <a:gd name="csY0" fmla="*/ 0 h 123370"/>
                <a:gd name="csX1" fmla="*/ 506419 w 506419"/>
                <a:gd name="csY1" fmla="*/ 0 h 123370"/>
                <a:gd name="csX2" fmla="*/ 506419 w 506419"/>
                <a:gd name="csY2" fmla="*/ 123371 h 123370"/>
                <a:gd name="csX3" fmla="*/ 0 w 506419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6419" h="123370">
                  <a:moveTo>
                    <a:pt x="0" y="0"/>
                  </a:moveTo>
                  <a:lnTo>
                    <a:pt x="506419" y="0"/>
                  </a:lnTo>
                  <a:lnTo>
                    <a:pt x="506419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916" name="!!رسم 9">
            <a:extLst>
              <a:ext uri="{FF2B5EF4-FFF2-40B4-BE49-F238E27FC236}">
                <a16:creationId xmlns:a16="http://schemas.microsoft.com/office/drawing/2014/main" id="{839AC650-EE3D-67FB-7F87-E1F0DE93657C}"/>
              </a:ext>
            </a:extLst>
          </p:cNvPr>
          <p:cNvGrpSpPr/>
          <p:nvPr/>
        </p:nvGrpSpPr>
        <p:grpSpPr>
          <a:xfrm>
            <a:off x="2889375" y="2516024"/>
            <a:ext cx="751163" cy="191447"/>
            <a:chOff x="5612255" y="2526834"/>
            <a:chExt cx="751163" cy="191447"/>
          </a:xfrm>
        </p:grpSpPr>
        <p:grpSp>
          <p:nvGrpSpPr>
            <p:cNvPr id="1917" name="رسم 9">
              <a:extLst>
                <a:ext uri="{FF2B5EF4-FFF2-40B4-BE49-F238E27FC236}">
                  <a16:creationId xmlns:a16="http://schemas.microsoft.com/office/drawing/2014/main" id="{1C7A1A76-CC4D-FE66-0A80-299C837068EF}"/>
                </a:ext>
              </a:extLst>
            </p:cNvPr>
            <p:cNvGrpSpPr/>
            <p:nvPr/>
          </p:nvGrpSpPr>
          <p:grpSpPr>
            <a:xfrm>
              <a:off x="5612255" y="2526834"/>
              <a:ext cx="751163" cy="191447"/>
              <a:chOff x="5612255" y="2526834"/>
              <a:chExt cx="751163" cy="191447"/>
            </a:xfrm>
          </p:grpSpPr>
          <p:sp>
            <p:nvSpPr>
              <p:cNvPr id="1919" name="شكل حر: شكل 270">
                <a:extLst>
                  <a:ext uri="{FF2B5EF4-FFF2-40B4-BE49-F238E27FC236}">
                    <a16:creationId xmlns:a16="http://schemas.microsoft.com/office/drawing/2014/main" id="{E3D352DD-86DE-F7CC-9E89-6980D1730E49}"/>
                  </a:ext>
                </a:extLst>
              </p:cNvPr>
              <p:cNvSpPr/>
              <p:nvPr/>
            </p:nvSpPr>
            <p:spPr>
              <a:xfrm>
                <a:off x="5612255" y="2552234"/>
                <a:ext cx="711481" cy="159656"/>
              </a:xfrm>
              <a:custGeom>
                <a:avLst/>
                <a:gdLst>
                  <a:gd name="csX0" fmla="*/ 1 w 711481"/>
                  <a:gd name="csY0" fmla="*/ 159657 h 159656"/>
                  <a:gd name="csX1" fmla="*/ 302340 w 711481"/>
                  <a:gd name="csY1" fmla="*/ 159657 h 159656"/>
                  <a:gd name="csX2" fmla="*/ 302340 w 711481"/>
                  <a:gd name="csY2" fmla="*/ 1 h 159656"/>
                  <a:gd name="csX3" fmla="*/ 711482 w 711481"/>
                  <a:gd name="csY3" fmla="*/ 1 h 1596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11481" h="159656">
                    <a:moveTo>
                      <a:pt x="1" y="159657"/>
                    </a:moveTo>
                    <a:lnTo>
                      <a:pt x="302340" y="159657"/>
                    </a:lnTo>
                    <a:lnTo>
                      <a:pt x="302340" y="1"/>
                    </a:lnTo>
                    <a:lnTo>
                      <a:pt x="711482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0" name="شكل حر: شكل 271">
                <a:extLst>
                  <a:ext uri="{FF2B5EF4-FFF2-40B4-BE49-F238E27FC236}">
                    <a16:creationId xmlns:a16="http://schemas.microsoft.com/office/drawing/2014/main" id="{CA134FC4-B73A-1540-A016-38F87D3B3AE4}"/>
                  </a:ext>
                </a:extLst>
              </p:cNvPr>
              <p:cNvSpPr/>
              <p:nvPr/>
            </p:nvSpPr>
            <p:spPr>
              <a:xfrm>
                <a:off x="6310509" y="2526834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1" name="شكل حر: شكل 272">
                <a:extLst>
                  <a:ext uri="{FF2B5EF4-FFF2-40B4-BE49-F238E27FC236}">
                    <a16:creationId xmlns:a16="http://schemas.microsoft.com/office/drawing/2014/main" id="{4359B8AF-488D-E548-2368-E1C499427A97}"/>
                  </a:ext>
                </a:extLst>
              </p:cNvPr>
              <p:cNvSpPr/>
              <p:nvPr/>
            </p:nvSpPr>
            <p:spPr>
              <a:xfrm>
                <a:off x="5612255" y="2551374"/>
                <a:ext cx="711481" cy="166907"/>
              </a:xfrm>
              <a:custGeom>
                <a:avLst/>
                <a:gdLst>
                  <a:gd name="csX0" fmla="*/ 1 w 711481"/>
                  <a:gd name="csY0" fmla="*/ 160517 h 166907"/>
                  <a:gd name="csX1" fmla="*/ 302340 w 711481"/>
                  <a:gd name="csY1" fmla="*/ 160517 h 166907"/>
                  <a:gd name="csX2" fmla="*/ 1 w 711481"/>
                  <a:gd name="csY2" fmla="*/ 160517 h 166907"/>
                  <a:gd name="csX3" fmla="*/ 302340 w 711481"/>
                  <a:gd name="csY3" fmla="*/ 160517 h 166907"/>
                  <a:gd name="csX4" fmla="*/ 302340 w 711481"/>
                  <a:gd name="csY4" fmla="*/ 160517 h 166907"/>
                  <a:gd name="csX5" fmla="*/ 302340 w 711481"/>
                  <a:gd name="csY5" fmla="*/ 861 h 166907"/>
                  <a:gd name="csX6" fmla="*/ 302340 w 711481"/>
                  <a:gd name="csY6" fmla="*/ 160517 h 166907"/>
                  <a:gd name="csX7" fmla="*/ 302340 w 711481"/>
                  <a:gd name="csY7" fmla="*/ 861 h 166907"/>
                  <a:gd name="csX8" fmla="*/ 302340 w 711481"/>
                  <a:gd name="csY8" fmla="*/ 861 h 166907"/>
                  <a:gd name="csX9" fmla="*/ 711482 w 711481"/>
                  <a:gd name="csY9" fmla="*/ 861 h 166907"/>
                  <a:gd name="csX10" fmla="*/ 302340 w 711481"/>
                  <a:gd name="csY10" fmla="*/ 861 h 166907"/>
                  <a:gd name="csX11" fmla="*/ 711482 w 711481"/>
                  <a:gd name="csY11" fmla="*/ 861 h 1669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711481" h="166907">
                    <a:moveTo>
                      <a:pt x="1" y="160517"/>
                    </a:moveTo>
                    <a:cubicBezTo>
                      <a:pt x="108238" y="176410"/>
                      <a:pt x="193271" y="157251"/>
                      <a:pt x="302340" y="160517"/>
                    </a:cubicBezTo>
                    <a:moveTo>
                      <a:pt x="1" y="160517"/>
                    </a:moveTo>
                    <a:cubicBezTo>
                      <a:pt x="115570" y="160807"/>
                      <a:pt x="213452" y="156743"/>
                      <a:pt x="302340" y="160517"/>
                    </a:cubicBezTo>
                    <a:moveTo>
                      <a:pt x="302340" y="160517"/>
                    </a:moveTo>
                    <a:cubicBezTo>
                      <a:pt x="312393" y="120095"/>
                      <a:pt x="313225" y="81414"/>
                      <a:pt x="302340" y="861"/>
                    </a:cubicBezTo>
                    <a:moveTo>
                      <a:pt x="302340" y="160517"/>
                    </a:moveTo>
                    <a:cubicBezTo>
                      <a:pt x="304381" y="99920"/>
                      <a:pt x="297427" y="48177"/>
                      <a:pt x="302340" y="861"/>
                    </a:cubicBezTo>
                    <a:moveTo>
                      <a:pt x="302340" y="861"/>
                    </a:moveTo>
                    <a:cubicBezTo>
                      <a:pt x="394705" y="13052"/>
                      <a:pt x="476564" y="135"/>
                      <a:pt x="711482" y="861"/>
                    </a:cubicBezTo>
                    <a:moveTo>
                      <a:pt x="302340" y="861"/>
                    </a:moveTo>
                    <a:cubicBezTo>
                      <a:pt x="389187" y="-1534"/>
                      <a:pt x="478453" y="1949"/>
                      <a:pt x="711482" y="86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2" name="شكل حر: شكل 273">
                <a:extLst>
                  <a:ext uri="{FF2B5EF4-FFF2-40B4-BE49-F238E27FC236}">
                    <a16:creationId xmlns:a16="http://schemas.microsoft.com/office/drawing/2014/main" id="{16763736-564C-8042-CAA3-5E1991C0A027}"/>
                  </a:ext>
                </a:extLst>
              </p:cNvPr>
              <p:cNvSpPr/>
              <p:nvPr/>
            </p:nvSpPr>
            <p:spPr>
              <a:xfrm>
                <a:off x="6310509" y="2526834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2804" y="40858"/>
                      <a:pt x="19199" y="28158"/>
                      <a:pt x="1" y="50800"/>
                    </a:cubicBezTo>
                    <a:cubicBezTo>
                      <a:pt x="3931" y="43833"/>
                      <a:pt x="11414" y="39552"/>
                      <a:pt x="13228" y="25400"/>
                    </a:cubicBezTo>
                    <a:cubicBezTo>
                      <a:pt x="4762" y="15894"/>
                      <a:pt x="7332" y="6822"/>
                      <a:pt x="1" y="1"/>
                    </a:cubicBezTo>
                    <a:cubicBezTo>
                      <a:pt x="23885" y="15168"/>
                      <a:pt x="44520" y="10451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3" name="شكل حر: شكل 274">
                <a:extLst>
                  <a:ext uri="{FF2B5EF4-FFF2-40B4-BE49-F238E27FC236}">
                    <a16:creationId xmlns:a16="http://schemas.microsoft.com/office/drawing/2014/main" id="{079ABA31-2255-B5DE-321F-DFCA9D208B00}"/>
                  </a:ext>
                </a:extLst>
              </p:cNvPr>
              <p:cNvSpPr/>
              <p:nvPr/>
            </p:nvSpPr>
            <p:spPr>
              <a:xfrm>
                <a:off x="6310509" y="2526834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40439" y="38536"/>
                      <a:pt x="18745" y="39189"/>
                      <a:pt x="1" y="50800"/>
                    </a:cubicBezTo>
                    <a:moveTo>
                      <a:pt x="52910" y="25400"/>
                    </a:moveTo>
                    <a:cubicBezTo>
                      <a:pt x="36810" y="34399"/>
                      <a:pt x="13908" y="41947"/>
                      <a:pt x="1" y="50800"/>
                    </a:cubicBezTo>
                    <a:moveTo>
                      <a:pt x="1" y="50800"/>
                    </a:moveTo>
                    <a:cubicBezTo>
                      <a:pt x="5367" y="44487"/>
                      <a:pt x="8919" y="38391"/>
                      <a:pt x="13228" y="25400"/>
                    </a:cubicBezTo>
                    <a:moveTo>
                      <a:pt x="1" y="50800"/>
                    </a:moveTo>
                    <a:cubicBezTo>
                      <a:pt x="4913" y="40858"/>
                      <a:pt x="8088" y="32730"/>
                      <a:pt x="13228" y="25400"/>
                    </a:cubicBezTo>
                    <a:moveTo>
                      <a:pt x="13228" y="25400"/>
                    </a:moveTo>
                    <a:cubicBezTo>
                      <a:pt x="10960" y="21554"/>
                      <a:pt x="6727" y="13499"/>
                      <a:pt x="1" y="1"/>
                    </a:cubicBezTo>
                    <a:moveTo>
                      <a:pt x="13228" y="25400"/>
                    </a:moveTo>
                    <a:cubicBezTo>
                      <a:pt x="9600" y="18796"/>
                      <a:pt x="6274" y="13789"/>
                      <a:pt x="1" y="1"/>
                    </a:cubicBezTo>
                    <a:moveTo>
                      <a:pt x="1" y="1"/>
                    </a:moveTo>
                    <a:cubicBezTo>
                      <a:pt x="16100" y="581"/>
                      <a:pt x="28949" y="14297"/>
                      <a:pt x="52910" y="25400"/>
                    </a:cubicBezTo>
                    <a:moveTo>
                      <a:pt x="1" y="1"/>
                    </a:moveTo>
                    <a:cubicBezTo>
                      <a:pt x="15873" y="7548"/>
                      <a:pt x="36357" y="19087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18" name="صورة 275">
              <a:extLst>
                <a:ext uri="{FF2B5EF4-FFF2-40B4-BE49-F238E27FC236}">
                  <a16:creationId xmlns:a16="http://schemas.microsoft.com/office/drawing/2014/main" id="{069D206A-D3FB-0D34-BBA7-911F7092BD88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668944" y="2577634"/>
              <a:ext cx="483743" cy="114299"/>
            </a:xfrm>
            <a:custGeom>
              <a:avLst/>
              <a:gdLst>
                <a:gd name="csX0" fmla="*/ 0 w 483743"/>
                <a:gd name="csY0" fmla="*/ 0 h 114299"/>
                <a:gd name="csX1" fmla="*/ 483744 w 483743"/>
                <a:gd name="csY1" fmla="*/ 0 h 114299"/>
                <a:gd name="csX2" fmla="*/ 483744 w 483743"/>
                <a:gd name="csY2" fmla="*/ 114299 h 114299"/>
                <a:gd name="csX3" fmla="*/ 0 w 48374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3743" h="114299">
                  <a:moveTo>
                    <a:pt x="0" y="0"/>
                  </a:moveTo>
                  <a:lnTo>
                    <a:pt x="483744" y="0"/>
                  </a:lnTo>
                  <a:lnTo>
                    <a:pt x="483744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924" name="!!رسم 9">
            <a:extLst>
              <a:ext uri="{FF2B5EF4-FFF2-40B4-BE49-F238E27FC236}">
                <a16:creationId xmlns:a16="http://schemas.microsoft.com/office/drawing/2014/main" id="{B678EF74-B5A4-382E-DC13-D44517A59B78}"/>
              </a:ext>
            </a:extLst>
          </p:cNvPr>
          <p:cNvGrpSpPr/>
          <p:nvPr/>
        </p:nvGrpSpPr>
        <p:grpSpPr>
          <a:xfrm>
            <a:off x="2434886" y="2620817"/>
            <a:ext cx="457257" cy="160599"/>
            <a:chOff x="5157766" y="2631627"/>
            <a:chExt cx="457257" cy="160599"/>
          </a:xfrm>
        </p:grpSpPr>
        <p:grpSp>
          <p:nvGrpSpPr>
            <p:cNvPr id="1925" name="رسم 9">
              <a:extLst>
                <a:ext uri="{FF2B5EF4-FFF2-40B4-BE49-F238E27FC236}">
                  <a16:creationId xmlns:a16="http://schemas.microsoft.com/office/drawing/2014/main" id="{ED35A667-FB04-3B13-90F6-E512BBC8737B}"/>
                </a:ext>
              </a:extLst>
            </p:cNvPr>
            <p:cNvGrpSpPr/>
            <p:nvPr/>
          </p:nvGrpSpPr>
          <p:grpSpPr>
            <a:xfrm>
              <a:off x="5157766" y="2631627"/>
              <a:ext cx="457257" cy="160599"/>
              <a:chOff x="5157766" y="2631627"/>
              <a:chExt cx="457257" cy="160599"/>
            </a:xfrm>
          </p:grpSpPr>
          <p:sp>
            <p:nvSpPr>
              <p:cNvPr id="1927" name="مستطيل 278">
                <a:extLst>
                  <a:ext uri="{FF2B5EF4-FFF2-40B4-BE49-F238E27FC236}">
                    <a16:creationId xmlns:a16="http://schemas.microsoft.com/office/drawing/2014/main" id="{21CC06C8-47BD-0585-46DA-5C6AAFC2E79B}"/>
                  </a:ext>
                </a:extLst>
              </p:cNvPr>
              <p:cNvSpPr/>
              <p:nvPr/>
            </p:nvSpPr>
            <p:spPr>
              <a:xfrm>
                <a:off x="5158746" y="2639319"/>
                <a:ext cx="453509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8" name="شكل حر: شكل 279">
                <a:extLst>
                  <a:ext uri="{FF2B5EF4-FFF2-40B4-BE49-F238E27FC236}">
                    <a16:creationId xmlns:a16="http://schemas.microsoft.com/office/drawing/2014/main" id="{695C654C-2A50-F632-B50D-ADF980FAEC8E}"/>
                  </a:ext>
                </a:extLst>
              </p:cNvPr>
              <p:cNvSpPr/>
              <p:nvPr/>
            </p:nvSpPr>
            <p:spPr>
              <a:xfrm>
                <a:off x="5162298" y="2631627"/>
                <a:ext cx="447840" cy="160599"/>
              </a:xfrm>
              <a:custGeom>
                <a:avLst/>
                <a:gdLst>
                  <a:gd name="csX0" fmla="*/ 1 w 447840"/>
                  <a:gd name="csY0" fmla="*/ 1 h 160599"/>
                  <a:gd name="csX1" fmla="*/ 442702 w 447840"/>
                  <a:gd name="csY1" fmla="*/ 10233 h 160599"/>
                  <a:gd name="csX2" fmla="*/ 447841 w 447840"/>
                  <a:gd name="csY2" fmla="*/ 160600 h 160599"/>
                  <a:gd name="csX3" fmla="*/ 9826 w 447840"/>
                  <a:gd name="csY3" fmla="*/ 139555 h 160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47840" h="160599">
                    <a:moveTo>
                      <a:pt x="1" y="1"/>
                    </a:moveTo>
                    <a:lnTo>
                      <a:pt x="442702" y="10233"/>
                    </a:lnTo>
                    <a:lnTo>
                      <a:pt x="447841" y="160600"/>
                    </a:lnTo>
                    <a:lnTo>
                      <a:pt x="9826" y="139555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9" name="شكل حر: شكل 280">
                <a:extLst>
                  <a:ext uri="{FF2B5EF4-FFF2-40B4-BE49-F238E27FC236}">
                    <a16:creationId xmlns:a16="http://schemas.microsoft.com/office/drawing/2014/main" id="{1A29B5FB-12EB-01CB-74BB-94B30835C0FF}"/>
                  </a:ext>
                </a:extLst>
              </p:cNvPr>
              <p:cNvSpPr/>
              <p:nvPr/>
            </p:nvSpPr>
            <p:spPr>
              <a:xfrm>
                <a:off x="5157766" y="2634184"/>
                <a:ext cx="457257" cy="151693"/>
              </a:xfrm>
              <a:custGeom>
                <a:avLst/>
                <a:gdLst>
                  <a:gd name="csX0" fmla="*/ 980 w 457257"/>
                  <a:gd name="csY0" fmla="*/ 5136 h 151693"/>
                  <a:gd name="csX1" fmla="*/ 454490 w 457257"/>
                  <a:gd name="csY1" fmla="*/ 5136 h 151693"/>
                  <a:gd name="csX2" fmla="*/ 980 w 457257"/>
                  <a:gd name="csY2" fmla="*/ 5136 h 151693"/>
                  <a:gd name="csX3" fmla="*/ 454490 w 457257"/>
                  <a:gd name="csY3" fmla="*/ 5136 h 151693"/>
                  <a:gd name="csX4" fmla="*/ 454490 w 457257"/>
                  <a:gd name="csY4" fmla="*/ 5136 h 151693"/>
                  <a:gd name="csX5" fmla="*/ 454490 w 457257"/>
                  <a:gd name="csY5" fmla="*/ 150278 h 151693"/>
                  <a:gd name="csX6" fmla="*/ 454490 w 457257"/>
                  <a:gd name="csY6" fmla="*/ 5136 h 151693"/>
                  <a:gd name="csX7" fmla="*/ 454490 w 457257"/>
                  <a:gd name="csY7" fmla="*/ 150278 h 151693"/>
                  <a:gd name="csX8" fmla="*/ 454490 w 457257"/>
                  <a:gd name="csY8" fmla="*/ 150278 h 151693"/>
                  <a:gd name="csX9" fmla="*/ 980 w 457257"/>
                  <a:gd name="csY9" fmla="*/ 150278 h 151693"/>
                  <a:gd name="csX10" fmla="*/ 454490 w 457257"/>
                  <a:gd name="csY10" fmla="*/ 150278 h 151693"/>
                  <a:gd name="csX11" fmla="*/ 980 w 457257"/>
                  <a:gd name="csY11" fmla="*/ 150278 h 151693"/>
                  <a:gd name="csX12" fmla="*/ 980 w 457257"/>
                  <a:gd name="csY12" fmla="*/ 150278 h 151693"/>
                  <a:gd name="csX13" fmla="*/ 980 w 457257"/>
                  <a:gd name="csY13" fmla="*/ 5136 h 151693"/>
                  <a:gd name="csX14" fmla="*/ 980 w 457257"/>
                  <a:gd name="csY14" fmla="*/ 150278 h 151693"/>
                  <a:gd name="csX15" fmla="*/ 980 w 457257"/>
                  <a:gd name="csY15" fmla="*/ 5136 h 151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7257" h="151693">
                    <a:moveTo>
                      <a:pt x="980" y="5136"/>
                    </a:moveTo>
                    <a:cubicBezTo>
                      <a:pt x="149126" y="9345"/>
                      <a:pt x="304000" y="-8290"/>
                      <a:pt x="454490" y="5136"/>
                    </a:cubicBezTo>
                    <a:moveTo>
                      <a:pt x="980" y="5136"/>
                    </a:moveTo>
                    <a:cubicBezTo>
                      <a:pt x="106421" y="4482"/>
                      <a:pt x="212164" y="9272"/>
                      <a:pt x="454490" y="5136"/>
                    </a:cubicBezTo>
                    <a:moveTo>
                      <a:pt x="454490" y="5136"/>
                    </a:moveTo>
                    <a:cubicBezTo>
                      <a:pt x="461217" y="35760"/>
                      <a:pt x="453431" y="100784"/>
                      <a:pt x="454490" y="150278"/>
                    </a:cubicBezTo>
                    <a:moveTo>
                      <a:pt x="454490" y="5136"/>
                    </a:moveTo>
                    <a:cubicBezTo>
                      <a:pt x="449274" y="58040"/>
                      <a:pt x="449123" y="90842"/>
                      <a:pt x="454490" y="150278"/>
                    </a:cubicBezTo>
                    <a:moveTo>
                      <a:pt x="454490" y="150278"/>
                    </a:moveTo>
                    <a:cubicBezTo>
                      <a:pt x="281400" y="136126"/>
                      <a:pt x="117305" y="134022"/>
                      <a:pt x="980" y="150278"/>
                    </a:cubicBezTo>
                    <a:moveTo>
                      <a:pt x="454490" y="150278"/>
                    </a:moveTo>
                    <a:cubicBezTo>
                      <a:pt x="339903" y="145270"/>
                      <a:pt x="210955" y="155212"/>
                      <a:pt x="980" y="150278"/>
                    </a:cubicBezTo>
                    <a:moveTo>
                      <a:pt x="980" y="150278"/>
                    </a:moveTo>
                    <a:cubicBezTo>
                      <a:pt x="-2043" y="81480"/>
                      <a:pt x="3096" y="30826"/>
                      <a:pt x="980" y="5136"/>
                    </a:cubicBezTo>
                    <a:moveTo>
                      <a:pt x="980" y="150278"/>
                    </a:moveTo>
                    <a:cubicBezTo>
                      <a:pt x="-607" y="101437"/>
                      <a:pt x="4986" y="62539"/>
                      <a:pt x="980" y="513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26" name="صورة 281">
              <a:extLst>
                <a:ext uri="{FF2B5EF4-FFF2-40B4-BE49-F238E27FC236}">
                  <a16:creationId xmlns:a16="http://schemas.microsoft.com/office/drawing/2014/main" id="{AC1202E7-FF95-2CDB-D1CD-459A5EF995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5162525" y="2661090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930" name="!!رسم 9">
            <a:extLst>
              <a:ext uri="{FF2B5EF4-FFF2-40B4-BE49-F238E27FC236}">
                <a16:creationId xmlns:a16="http://schemas.microsoft.com/office/drawing/2014/main" id="{DA9AA90E-1860-F646-1134-1A87B3A13AA8}"/>
              </a:ext>
            </a:extLst>
          </p:cNvPr>
          <p:cNvGrpSpPr/>
          <p:nvPr/>
        </p:nvGrpSpPr>
        <p:grpSpPr>
          <a:xfrm>
            <a:off x="1799591" y="2933099"/>
            <a:ext cx="579585" cy="286864"/>
            <a:chOff x="4522471" y="2943909"/>
            <a:chExt cx="579585" cy="286864"/>
          </a:xfrm>
        </p:grpSpPr>
        <p:grpSp>
          <p:nvGrpSpPr>
            <p:cNvPr id="1931" name="رسم 9">
              <a:extLst>
                <a:ext uri="{FF2B5EF4-FFF2-40B4-BE49-F238E27FC236}">
                  <a16:creationId xmlns:a16="http://schemas.microsoft.com/office/drawing/2014/main" id="{155B314E-8FB3-B582-77C6-ED0C751F5C99}"/>
                </a:ext>
              </a:extLst>
            </p:cNvPr>
            <p:cNvGrpSpPr/>
            <p:nvPr/>
          </p:nvGrpSpPr>
          <p:grpSpPr>
            <a:xfrm>
              <a:off x="4522471" y="2943909"/>
              <a:ext cx="530455" cy="286864"/>
              <a:chOff x="4522471" y="2943909"/>
              <a:chExt cx="530455" cy="286864"/>
            </a:xfrm>
          </p:grpSpPr>
          <p:sp>
            <p:nvSpPr>
              <p:cNvPr id="1933" name="شكل حر: شكل 284">
                <a:extLst>
                  <a:ext uri="{FF2B5EF4-FFF2-40B4-BE49-F238E27FC236}">
                    <a16:creationId xmlns:a16="http://schemas.microsoft.com/office/drawing/2014/main" id="{D6E1B349-DA06-B723-6745-39A4B041457D}"/>
                  </a:ext>
                </a:extLst>
              </p:cNvPr>
              <p:cNvSpPr/>
              <p:nvPr/>
            </p:nvSpPr>
            <p:spPr>
              <a:xfrm>
                <a:off x="4562153" y="2944117"/>
                <a:ext cx="490773" cy="261255"/>
              </a:xfrm>
              <a:custGeom>
                <a:avLst/>
                <a:gdLst>
                  <a:gd name="csX0" fmla="*/ 490774 w 490773"/>
                  <a:gd name="csY0" fmla="*/ 1 h 261255"/>
                  <a:gd name="csX1" fmla="*/ 294253 w 490773"/>
                  <a:gd name="csY1" fmla="*/ 1 h 261255"/>
                  <a:gd name="csX2" fmla="*/ 294253 w 490773"/>
                  <a:gd name="csY2" fmla="*/ 261256 h 261255"/>
                  <a:gd name="csX3" fmla="*/ 1 w 490773"/>
                  <a:gd name="csY3" fmla="*/ 261256 h 2612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90773" h="261255">
                    <a:moveTo>
                      <a:pt x="490774" y="1"/>
                    </a:moveTo>
                    <a:lnTo>
                      <a:pt x="294253" y="1"/>
                    </a:lnTo>
                    <a:lnTo>
                      <a:pt x="294253" y="261256"/>
                    </a:lnTo>
                    <a:lnTo>
                      <a:pt x="1" y="261256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4" name="شكل حر: شكل 285">
                <a:extLst>
                  <a:ext uri="{FF2B5EF4-FFF2-40B4-BE49-F238E27FC236}">
                    <a16:creationId xmlns:a16="http://schemas.microsoft.com/office/drawing/2014/main" id="{4776EB0B-5B85-510A-5C96-CC060D3DECCD}"/>
                  </a:ext>
                </a:extLst>
              </p:cNvPr>
              <p:cNvSpPr/>
              <p:nvPr/>
            </p:nvSpPr>
            <p:spPr>
              <a:xfrm>
                <a:off x="4522471" y="317997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5" name="شكل حر: شكل 286">
                <a:extLst>
                  <a:ext uri="{FF2B5EF4-FFF2-40B4-BE49-F238E27FC236}">
                    <a16:creationId xmlns:a16="http://schemas.microsoft.com/office/drawing/2014/main" id="{FB1C739F-14CE-42D7-AEB1-5F372331DDAD}"/>
                  </a:ext>
                </a:extLst>
              </p:cNvPr>
              <p:cNvSpPr/>
              <p:nvPr/>
            </p:nvSpPr>
            <p:spPr>
              <a:xfrm>
                <a:off x="4562153" y="2943909"/>
                <a:ext cx="490773" cy="262649"/>
              </a:xfrm>
              <a:custGeom>
                <a:avLst/>
                <a:gdLst>
                  <a:gd name="csX0" fmla="*/ 490774 w 490773"/>
                  <a:gd name="csY0" fmla="*/ 209 h 262649"/>
                  <a:gd name="csX1" fmla="*/ 294253 w 490773"/>
                  <a:gd name="csY1" fmla="*/ 209 h 262649"/>
                  <a:gd name="csX2" fmla="*/ 490774 w 490773"/>
                  <a:gd name="csY2" fmla="*/ 209 h 262649"/>
                  <a:gd name="csX3" fmla="*/ 294253 w 490773"/>
                  <a:gd name="csY3" fmla="*/ 209 h 262649"/>
                  <a:gd name="csX4" fmla="*/ 294253 w 490773"/>
                  <a:gd name="csY4" fmla="*/ 209 h 262649"/>
                  <a:gd name="csX5" fmla="*/ 294253 w 490773"/>
                  <a:gd name="csY5" fmla="*/ 261465 h 262649"/>
                  <a:gd name="csX6" fmla="*/ 294253 w 490773"/>
                  <a:gd name="csY6" fmla="*/ 209 h 262649"/>
                  <a:gd name="csX7" fmla="*/ 294253 w 490773"/>
                  <a:gd name="csY7" fmla="*/ 261465 h 262649"/>
                  <a:gd name="csX8" fmla="*/ 294253 w 490773"/>
                  <a:gd name="csY8" fmla="*/ 261465 h 262649"/>
                  <a:gd name="csX9" fmla="*/ 1 w 490773"/>
                  <a:gd name="csY9" fmla="*/ 261465 h 262649"/>
                  <a:gd name="csX10" fmla="*/ 294253 w 490773"/>
                  <a:gd name="csY10" fmla="*/ 261465 h 262649"/>
                  <a:gd name="csX11" fmla="*/ 1 w 490773"/>
                  <a:gd name="csY11" fmla="*/ 261465 h 2626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90773" h="262649">
                    <a:moveTo>
                      <a:pt x="490774" y="209"/>
                    </a:moveTo>
                    <a:cubicBezTo>
                      <a:pt x="421613" y="-1750"/>
                      <a:pt x="358953" y="11022"/>
                      <a:pt x="294253" y="209"/>
                    </a:cubicBezTo>
                    <a:moveTo>
                      <a:pt x="490774" y="209"/>
                    </a:moveTo>
                    <a:cubicBezTo>
                      <a:pt x="426980" y="1661"/>
                      <a:pt x="366285" y="789"/>
                      <a:pt x="294253" y="209"/>
                    </a:cubicBezTo>
                    <a:moveTo>
                      <a:pt x="294253" y="209"/>
                    </a:moveTo>
                    <a:cubicBezTo>
                      <a:pt x="296823" y="90052"/>
                      <a:pt x="280421" y="159865"/>
                      <a:pt x="294253" y="261465"/>
                    </a:cubicBezTo>
                    <a:moveTo>
                      <a:pt x="294253" y="209"/>
                    </a:moveTo>
                    <a:cubicBezTo>
                      <a:pt x="298410" y="81851"/>
                      <a:pt x="289869" y="157906"/>
                      <a:pt x="294253" y="261465"/>
                    </a:cubicBezTo>
                    <a:moveTo>
                      <a:pt x="294253" y="261465"/>
                    </a:moveTo>
                    <a:cubicBezTo>
                      <a:pt x="188207" y="256965"/>
                      <a:pt x="80574" y="265674"/>
                      <a:pt x="1" y="261465"/>
                    </a:cubicBezTo>
                    <a:moveTo>
                      <a:pt x="294253" y="261465"/>
                    </a:moveTo>
                    <a:cubicBezTo>
                      <a:pt x="203853" y="258562"/>
                      <a:pt x="112698" y="260449"/>
                      <a:pt x="1" y="261465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6" name="شكل حر: شكل 287">
                <a:extLst>
                  <a:ext uri="{FF2B5EF4-FFF2-40B4-BE49-F238E27FC236}">
                    <a16:creationId xmlns:a16="http://schemas.microsoft.com/office/drawing/2014/main" id="{141EBAEA-7829-411D-0732-6925265C60A2}"/>
                  </a:ext>
                </a:extLst>
              </p:cNvPr>
              <p:cNvSpPr/>
              <p:nvPr/>
            </p:nvSpPr>
            <p:spPr>
              <a:xfrm>
                <a:off x="4522471" y="317997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  <a:gd name="csX4" fmla="*/ 1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0582" y="23513"/>
                      <a:pt x="39909" y="12410"/>
                      <a:pt x="52910" y="1"/>
                    </a:cubicBezTo>
                    <a:cubicBezTo>
                      <a:pt x="47241" y="5588"/>
                      <a:pt x="47317" y="16184"/>
                      <a:pt x="39683" y="25400"/>
                    </a:cubicBezTo>
                    <a:cubicBezTo>
                      <a:pt x="46712" y="31424"/>
                      <a:pt x="52003" y="40277"/>
                      <a:pt x="52910" y="50800"/>
                    </a:cubicBezTo>
                    <a:cubicBezTo>
                      <a:pt x="48148" y="50292"/>
                      <a:pt x="14513" y="36794"/>
                      <a:pt x="1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7" name="شكل حر: شكل 288">
                <a:extLst>
                  <a:ext uri="{FF2B5EF4-FFF2-40B4-BE49-F238E27FC236}">
                    <a16:creationId xmlns:a16="http://schemas.microsoft.com/office/drawing/2014/main" id="{C637E3B6-33A9-A9EF-C48E-778FDBEA6C5E}"/>
                  </a:ext>
                </a:extLst>
              </p:cNvPr>
              <p:cNvSpPr/>
              <p:nvPr/>
            </p:nvSpPr>
            <p:spPr>
              <a:xfrm>
                <a:off x="4522471" y="317997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4362" y="16909"/>
                      <a:pt x="31519" y="13789"/>
                      <a:pt x="52910" y="1"/>
                    </a:cubicBezTo>
                    <a:moveTo>
                      <a:pt x="1" y="25400"/>
                    </a:moveTo>
                    <a:cubicBezTo>
                      <a:pt x="14210" y="19377"/>
                      <a:pt x="29630" y="11467"/>
                      <a:pt x="52910" y="1"/>
                    </a:cubicBezTo>
                    <a:moveTo>
                      <a:pt x="52910" y="1"/>
                    </a:moveTo>
                    <a:cubicBezTo>
                      <a:pt x="49131" y="9145"/>
                      <a:pt x="41497" y="14297"/>
                      <a:pt x="39683" y="25400"/>
                    </a:cubicBezTo>
                    <a:moveTo>
                      <a:pt x="52910" y="1"/>
                    </a:moveTo>
                    <a:cubicBezTo>
                      <a:pt x="49887" y="8419"/>
                      <a:pt x="44369" y="15749"/>
                      <a:pt x="39683" y="25400"/>
                    </a:cubicBezTo>
                    <a:moveTo>
                      <a:pt x="39683" y="25400"/>
                    </a:moveTo>
                    <a:cubicBezTo>
                      <a:pt x="43008" y="33456"/>
                      <a:pt x="46107" y="43833"/>
                      <a:pt x="52910" y="50800"/>
                    </a:cubicBezTo>
                    <a:moveTo>
                      <a:pt x="39683" y="25400"/>
                    </a:moveTo>
                    <a:cubicBezTo>
                      <a:pt x="43537" y="32657"/>
                      <a:pt x="47241" y="40785"/>
                      <a:pt x="52910" y="50800"/>
                    </a:cubicBezTo>
                    <a:moveTo>
                      <a:pt x="52910" y="50800"/>
                    </a:moveTo>
                    <a:cubicBezTo>
                      <a:pt x="31066" y="37229"/>
                      <a:pt x="17838" y="35923"/>
                      <a:pt x="1" y="25400"/>
                    </a:cubicBezTo>
                    <a:moveTo>
                      <a:pt x="52910" y="50800"/>
                    </a:moveTo>
                    <a:cubicBezTo>
                      <a:pt x="40060" y="42382"/>
                      <a:pt x="23205" y="37592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32" name="صورة 289">
              <a:extLst>
                <a:ext uri="{FF2B5EF4-FFF2-40B4-BE49-F238E27FC236}">
                  <a16:creationId xmlns:a16="http://schemas.microsoft.com/office/drawing/2014/main" id="{422FFC84-3D97-9A8B-EA52-80A1CC592E0C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603196" y="3005803"/>
              <a:ext cx="498860" cy="114299"/>
            </a:xfrm>
            <a:custGeom>
              <a:avLst/>
              <a:gdLst>
                <a:gd name="csX0" fmla="*/ 0 w 498860"/>
                <a:gd name="csY0" fmla="*/ 0 h 114299"/>
                <a:gd name="csX1" fmla="*/ 498861 w 498860"/>
                <a:gd name="csY1" fmla="*/ 0 h 114299"/>
                <a:gd name="csX2" fmla="*/ 498861 w 498860"/>
                <a:gd name="csY2" fmla="*/ 114299 h 114299"/>
                <a:gd name="csX3" fmla="*/ 0 w 498860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8860" h="114299">
                  <a:moveTo>
                    <a:pt x="0" y="0"/>
                  </a:moveTo>
                  <a:lnTo>
                    <a:pt x="498861" y="0"/>
                  </a:lnTo>
                  <a:lnTo>
                    <a:pt x="49886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938" name="!!رسم 9">
            <a:extLst>
              <a:ext uri="{FF2B5EF4-FFF2-40B4-BE49-F238E27FC236}">
                <a16:creationId xmlns:a16="http://schemas.microsoft.com/office/drawing/2014/main" id="{002ACA9B-AA58-7F49-60A6-F3EB72040A7C}"/>
              </a:ext>
            </a:extLst>
          </p:cNvPr>
          <p:cNvGrpSpPr/>
          <p:nvPr/>
        </p:nvGrpSpPr>
        <p:grpSpPr>
          <a:xfrm>
            <a:off x="2326418" y="2855509"/>
            <a:ext cx="458724" cy="153241"/>
            <a:chOff x="5049298" y="2866319"/>
            <a:chExt cx="458724" cy="153241"/>
          </a:xfrm>
        </p:grpSpPr>
        <p:grpSp>
          <p:nvGrpSpPr>
            <p:cNvPr id="1939" name="رسم 9">
              <a:extLst>
                <a:ext uri="{FF2B5EF4-FFF2-40B4-BE49-F238E27FC236}">
                  <a16:creationId xmlns:a16="http://schemas.microsoft.com/office/drawing/2014/main" id="{856A3547-910D-E6F7-41F6-170A7B3B8F08}"/>
                </a:ext>
              </a:extLst>
            </p:cNvPr>
            <p:cNvGrpSpPr/>
            <p:nvPr/>
          </p:nvGrpSpPr>
          <p:grpSpPr>
            <a:xfrm>
              <a:off x="5049298" y="2866319"/>
              <a:ext cx="458724" cy="153241"/>
              <a:chOff x="5049298" y="2866319"/>
              <a:chExt cx="458724" cy="153241"/>
            </a:xfrm>
          </p:grpSpPr>
          <p:sp>
            <p:nvSpPr>
              <p:cNvPr id="1941" name="مستطيل 292">
                <a:extLst>
                  <a:ext uri="{FF2B5EF4-FFF2-40B4-BE49-F238E27FC236}">
                    <a16:creationId xmlns:a16="http://schemas.microsoft.com/office/drawing/2014/main" id="{8A329F3B-F9CA-FB51-053B-1D8AAAAA6B44}"/>
                  </a:ext>
                </a:extLst>
              </p:cNvPr>
              <p:cNvSpPr/>
              <p:nvPr/>
            </p:nvSpPr>
            <p:spPr>
              <a:xfrm>
                <a:off x="5052927" y="2871546"/>
                <a:ext cx="453509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2" name="شكل حر: شكل 293">
                <a:extLst>
                  <a:ext uri="{FF2B5EF4-FFF2-40B4-BE49-F238E27FC236}">
                    <a16:creationId xmlns:a16="http://schemas.microsoft.com/office/drawing/2014/main" id="{9532D5FB-F233-7AAC-4524-7E571BB0D723}"/>
                  </a:ext>
                </a:extLst>
              </p:cNvPr>
              <p:cNvSpPr/>
              <p:nvPr/>
            </p:nvSpPr>
            <p:spPr>
              <a:xfrm>
                <a:off x="5049298" y="2867192"/>
                <a:ext cx="452376" cy="135998"/>
              </a:xfrm>
              <a:custGeom>
                <a:avLst/>
                <a:gdLst>
                  <a:gd name="csX0" fmla="*/ 1 w 452376"/>
                  <a:gd name="csY0" fmla="*/ 1 h 135998"/>
                  <a:gd name="csX1" fmla="*/ 451621 w 452376"/>
                  <a:gd name="csY1" fmla="*/ 2758 h 135998"/>
                  <a:gd name="csX2" fmla="*/ 452377 w 452376"/>
                  <a:gd name="csY2" fmla="*/ 135926 h 135998"/>
                  <a:gd name="csX3" fmla="*/ 10809 w 452376"/>
                  <a:gd name="csY3" fmla="*/ 135999 h 1359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2376" h="135998">
                    <a:moveTo>
                      <a:pt x="1" y="1"/>
                    </a:moveTo>
                    <a:lnTo>
                      <a:pt x="451621" y="2758"/>
                    </a:lnTo>
                    <a:lnTo>
                      <a:pt x="452377" y="135926"/>
                    </a:lnTo>
                    <a:lnTo>
                      <a:pt x="10809" y="135999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3" name="شكل حر: شكل 294">
                <a:extLst>
                  <a:ext uri="{FF2B5EF4-FFF2-40B4-BE49-F238E27FC236}">
                    <a16:creationId xmlns:a16="http://schemas.microsoft.com/office/drawing/2014/main" id="{1FC851F1-C01F-BF11-4871-A6B64A44AA3D}"/>
                  </a:ext>
                </a:extLst>
              </p:cNvPr>
              <p:cNvSpPr/>
              <p:nvPr/>
            </p:nvSpPr>
            <p:spPr>
              <a:xfrm>
                <a:off x="5049545" y="2866319"/>
                <a:ext cx="458478" cy="153241"/>
              </a:xfrm>
              <a:custGeom>
                <a:avLst/>
                <a:gdLst>
                  <a:gd name="csX0" fmla="*/ 3383 w 458478"/>
                  <a:gd name="csY0" fmla="*/ 5228 h 153241"/>
                  <a:gd name="csX1" fmla="*/ 456892 w 458478"/>
                  <a:gd name="csY1" fmla="*/ 5228 h 153241"/>
                  <a:gd name="csX2" fmla="*/ 3383 w 458478"/>
                  <a:gd name="csY2" fmla="*/ 5228 h 153241"/>
                  <a:gd name="csX3" fmla="*/ 456892 w 458478"/>
                  <a:gd name="csY3" fmla="*/ 5228 h 153241"/>
                  <a:gd name="csX4" fmla="*/ 456892 w 458478"/>
                  <a:gd name="csY4" fmla="*/ 5228 h 153241"/>
                  <a:gd name="csX5" fmla="*/ 456892 w 458478"/>
                  <a:gd name="csY5" fmla="*/ 150370 h 153241"/>
                  <a:gd name="csX6" fmla="*/ 456892 w 458478"/>
                  <a:gd name="csY6" fmla="*/ 5228 h 153241"/>
                  <a:gd name="csX7" fmla="*/ 456892 w 458478"/>
                  <a:gd name="csY7" fmla="*/ 150370 h 153241"/>
                  <a:gd name="csX8" fmla="*/ 456892 w 458478"/>
                  <a:gd name="csY8" fmla="*/ 150370 h 153241"/>
                  <a:gd name="csX9" fmla="*/ 3383 w 458478"/>
                  <a:gd name="csY9" fmla="*/ 150370 h 153241"/>
                  <a:gd name="csX10" fmla="*/ 456892 w 458478"/>
                  <a:gd name="csY10" fmla="*/ 150370 h 153241"/>
                  <a:gd name="csX11" fmla="*/ 3383 w 458478"/>
                  <a:gd name="csY11" fmla="*/ 150370 h 153241"/>
                  <a:gd name="csX12" fmla="*/ 3383 w 458478"/>
                  <a:gd name="csY12" fmla="*/ 150370 h 153241"/>
                  <a:gd name="csX13" fmla="*/ 3383 w 458478"/>
                  <a:gd name="csY13" fmla="*/ 5228 h 153241"/>
                  <a:gd name="csX14" fmla="*/ 3383 w 458478"/>
                  <a:gd name="csY14" fmla="*/ 150370 h 153241"/>
                  <a:gd name="csX15" fmla="*/ 3383 w 458478"/>
                  <a:gd name="csY15" fmla="*/ 5228 h 1532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8478" h="153241">
                    <a:moveTo>
                      <a:pt x="3383" y="5228"/>
                    </a:moveTo>
                    <a:cubicBezTo>
                      <a:pt x="134220" y="-7327"/>
                      <a:pt x="301565" y="6897"/>
                      <a:pt x="456892" y="5228"/>
                    </a:cubicBezTo>
                    <a:moveTo>
                      <a:pt x="3383" y="5228"/>
                    </a:moveTo>
                    <a:cubicBezTo>
                      <a:pt x="177077" y="11106"/>
                      <a:pt x="341776" y="4574"/>
                      <a:pt x="456892" y="5228"/>
                    </a:cubicBezTo>
                    <a:moveTo>
                      <a:pt x="456892" y="5228"/>
                    </a:moveTo>
                    <a:cubicBezTo>
                      <a:pt x="455759" y="48552"/>
                      <a:pt x="460974" y="104432"/>
                      <a:pt x="456892" y="150370"/>
                    </a:cubicBezTo>
                    <a:moveTo>
                      <a:pt x="456892" y="5228"/>
                    </a:moveTo>
                    <a:cubicBezTo>
                      <a:pt x="455683" y="47609"/>
                      <a:pt x="453944" y="84548"/>
                      <a:pt x="456892" y="150370"/>
                    </a:cubicBezTo>
                    <a:moveTo>
                      <a:pt x="456892" y="150370"/>
                    </a:moveTo>
                    <a:cubicBezTo>
                      <a:pt x="309502" y="154216"/>
                      <a:pt x="179949" y="144854"/>
                      <a:pt x="3383" y="150370"/>
                    </a:cubicBezTo>
                    <a:moveTo>
                      <a:pt x="456892" y="150370"/>
                    </a:moveTo>
                    <a:cubicBezTo>
                      <a:pt x="293704" y="149136"/>
                      <a:pt x="143139" y="157409"/>
                      <a:pt x="3383" y="150370"/>
                    </a:cubicBezTo>
                    <a:moveTo>
                      <a:pt x="3383" y="150370"/>
                    </a:moveTo>
                    <a:cubicBezTo>
                      <a:pt x="10185" y="98481"/>
                      <a:pt x="-6897" y="62268"/>
                      <a:pt x="3383" y="5228"/>
                    </a:cubicBezTo>
                    <a:moveTo>
                      <a:pt x="3383" y="150370"/>
                    </a:moveTo>
                    <a:cubicBezTo>
                      <a:pt x="11621" y="114447"/>
                      <a:pt x="4668" y="87305"/>
                      <a:pt x="3383" y="5228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40" name="صورة 295">
              <a:extLst>
                <a:ext uri="{FF2B5EF4-FFF2-40B4-BE49-F238E27FC236}">
                  <a16:creationId xmlns:a16="http://schemas.microsoft.com/office/drawing/2014/main" id="{BFD08435-7562-34E9-4825-908F035CB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5056706" y="2893318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944" name="!!رسم 9">
            <a:extLst>
              <a:ext uri="{FF2B5EF4-FFF2-40B4-BE49-F238E27FC236}">
                <a16:creationId xmlns:a16="http://schemas.microsoft.com/office/drawing/2014/main" id="{B2231E08-00F9-3BCA-0DE5-A2FAD9AE1A3A}"/>
              </a:ext>
            </a:extLst>
          </p:cNvPr>
          <p:cNvGrpSpPr/>
          <p:nvPr/>
        </p:nvGrpSpPr>
        <p:grpSpPr>
          <a:xfrm>
            <a:off x="2642768" y="3014006"/>
            <a:ext cx="52958" cy="470840"/>
            <a:chOff x="5365648" y="3024816"/>
            <a:chExt cx="52958" cy="470840"/>
          </a:xfrm>
        </p:grpSpPr>
        <p:sp>
          <p:nvSpPr>
            <p:cNvPr id="1945" name="شكل حر: شكل 297">
              <a:extLst>
                <a:ext uri="{FF2B5EF4-FFF2-40B4-BE49-F238E27FC236}">
                  <a16:creationId xmlns:a16="http://schemas.microsoft.com/office/drawing/2014/main" id="{A53DBBB0-A2F6-DBB6-F8AB-927C4CED45EA}"/>
                </a:ext>
              </a:extLst>
            </p:cNvPr>
            <p:cNvSpPr/>
            <p:nvPr/>
          </p:nvSpPr>
          <p:spPr>
            <a:xfrm>
              <a:off x="5385500" y="3062916"/>
              <a:ext cx="6802" cy="432741"/>
            </a:xfrm>
            <a:custGeom>
              <a:avLst/>
              <a:gdLst>
                <a:gd name="csX0" fmla="*/ 1 w 6802"/>
                <a:gd name="csY0" fmla="*/ 432742 h 432741"/>
                <a:gd name="csX1" fmla="*/ 6803 w 6802"/>
                <a:gd name="csY1" fmla="*/ 1 h 432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02" h="432741">
                  <a:moveTo>
                    <a:pt x="1" y="432742"/>
                  </a:moveTo>
                  <a:lnTo>
                    <a:pt x="6803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" name="شكل حر: شكل 298">
              <a:extLst>
                <a:ext uri="{FF2B5EF4-FFF2-40B4-BE49-F238E27FC236}">
                  <a16:creationId xmlns:a16="http://schemas.microsoft.com/office/drawing/2014/main" id="{A14A7D89-4242-2C53-72AE-146BA7D02006}"/>
                </a:ext>
              </a:extLst>
            </p:cNvPr>
            <p:cNvSpPr/>
            <p:nvPr/>
          </p:nvSpPr>
          <p:spPr>
            <a:xfrm>
              <a:off x="5365697" y="3024816"/>
              <a:ext cx="52909" cy="51162"/>
            </a:xfrm>
            <a:custGeom>
              <a:avLst/>
              <a:gdLst>
                <a:gd name="csX0" fmla="*/ 27211 w 52909"/>
                <a:gd name="csY0" fmla="*/ 1 h 51162"/>
                <a:gd name="csX1" fmla="*/ 52910 w 52909"/>
                <a:gd name="csY1" fmla="*/ 51163 h 51162"/>
                <a:gd name="csX2" fmla="*/ 26606 w 52909"/>
                <a:gd name="csY2" fmla="*/ 38100 h 51162"/>
                <a:gd name="csX3" fmla="*/ 1 w 52909"/>
                <a:gd name="csY3" fmla="*/ 50365 h 51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1162">
                  <a:moveTo>
                    <a:pt x="27211" y="1"/>
                  </a:moveTo>
                  <a:lnTo>
                    <a:pt x="52910" y="51163"/>
                  </a:lnTo>
                  <a:lnTo>
                    <a:pt x="26606" y="38100"/>
                  </a:lnTo>
                  <a:lnTo>
                    <a:pt x="1" y="50365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" name="شكل حر: شكل 299">
              <a:extLst>
                <a:ext uri="{FF2B5EF4-FFF2-40B4-BE49-F238E27FC236}">
                  <a16:creationId xmlns:a16="http://schemas.microsoft.com/office/drawing/2014/main" id="{0285E20B-6575-809D-65C8-26DE6E101D4F}"/>
                </a:ext>
              </a:extLst>
            </p:cNvPr>
            <p:cNvSpPr/>
            <p:nvPr/>
          </p:nvSpPr>
          <p:spPr>
            <a:xfrm>
              <a:off x="5385500" y="3062916"/>
              <a:ext cx="7317" cy="432741"/>
            </a:xfrm>
            <a:custGeom>
              <a:avLst/>
              <a:gdLst>
                <a:gd name="csX0" fmla="*/ 1 w 7317"/>
                <a:gd name="csY0" fmla="*/ 432742 h 432741"/>
                <a:gd name="csX1" fmla="*/ 6803 w 7317"/>
                <a:gd name="csY1" fmla="*/ 1 h 432741"/>
                <a:gd name="csX2" fmla="*/ 1 w 7317"/>
                <a:gd name="csY2" fmla="*/ 432742 h 432741"/>
                <a:gd name="csX3" fmla="*/ 6803 w 7317"/>
                <a:gd name="csY3" fmla="*/ 1 h 432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317" h="432741">
                  <a:moveTo>
                    <a:pt x="1" y="432742"/>
                  </a:moveTo>
                  <a:cubicBezTo>
                    <a:pt x="12245" y="306468"/>
                    <a:pt x="-2947" y="154214"/>
                    <a:pt x="6803" y="1"/>
                  </a:cubicBezTo>
                  <a:moveTo>
                    <a:pt x="1" y="432742"/>
                  </a:moveTo>
                  <a:cubicBezTo>
                    <a:pt x="605" y="332811"/>
                    <a:pt x="9524" y="214448"/>
                    <a:pt x="6803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" name="شكل حر: شكل 300">
              <a:extLst>
                <a:ext uri="{FF2B5EF4-FFF2-40B4-BE49-F238E27FC236}">
                  <a16:creationId xmlns:a16="http://schemas.microsoft.com/office/drawing/2014/main" id="{E9040A93-DF66-FDDE-60FB-AE9DA8AAEA54}"/>
                </a:ext>
              </a:extLst>
            </p:cNvPr>
            <p:cNvSpPr/>
            <p:nvPr/>
          </p:nvSpPr>
          <p:spPr>
            <a:xfrm>
              <a:off x="5365648" y="3024816"/>
              <a:ext cx="52958" cy="51162"/>
            </a:xfrm>
            <a:custGeom>
              <a:avLst/>
              <a:gdLst>
                <a:gd name="csX0" fmla="*/ 27260 w 52958"/>
                <a:gd name="csY0" fmla="*/ 1 h 51162"/>
                <a:gd name="csX1" fmla="*/ 52959 w 52958"/>
                <a:gd name="csY1" fmla="*/ 51163 h 51162"/>
                <a:gd name="csX2" fmla="*/ 26655 w 52958"/>
                <a:gd name="csY2" fmla="*/ 38100 h 51162"/>
                <a:gd name="csX3" fmla="*/ 50 w 52958"/>
                <a:gd name="csY3" fmla="*/ 50365 h 51162"/>
                <a:gd name="csX4" fmla="*/ 27260 w 52958"/>
                <a:gd name="csY4" fmla="*/ 1 h 51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58" h="51162">
                  <a:moveTo>
                    <a:pt x="27260" y="1"/>
                  </a:moveTo>
                  <a:cubicBezTo>
                    <a:pt x="45022" y="24239"/>
                    <a:pt x="49633" y="38971"/>
                    <a:pt x="52959" y="51163"/>
                  </a:cubicBezTo>
                  <a:cubicBezTo>
                    <a:pt x="41999" y="42019"/>
                    <a:pt x="38825" y="39915"/>
                    <a:pt x="26655" y="38100"/>
                  </a:cubicBezTo>
                  <a:cubicBezTo>
                    <a:pt x="20684" y="40785"/>
                    <a:pt x="10631" y="48768"/>
                    <a:pt x="50" y="50365"/>
                  </a:cubicBezTo>
                  <a:cubicBezTo>
                    <a:pt x="-706" y="46519"/>
                    <a:pt x="7230" y="36867"/>
                    <a:pt x="27260" y="1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" name="شكل حر: شكل 301">
              <a:extLst>
                <a:ext uri="{FF2B5EF4-FFF2-40B4-BE49-F238E27FC236}">
                  <a16:creationId xmlns:a16="http://schemas.microsoft.com/office/drawing/2014/main" id="{9497759B-932E-B751-387F-A4B4C674F3EC}"/>
                </a:ext>
              </a:extLst>
            </p:cNvPr>
            <p:cNvSpPr/>
            <p:nvPr/>
          </p:nvSpPr>
          <p:spPr>
            <a:xfrm>
              <a:off x="5365697" y="3024816"/>
              <a:ext cx="52909" cy="51162"/>
            </a:xfrm>
            <a:custGeom>
              <a:avLst/>
              <a:gdLst>
                <a:gd name="csX0" fmla="*/ 27211 w 52909"/>
                <a:gd name="csY0" fmla="*/ 1 h 51162"/>
                <a:gd name="csX1" fmla="*/ 52910 w 52909"/>
                <a:gd name="csY1" fmla="*/ 51163 h 51162"/>
                <a:gd name="csX2" fmla="*/ 27211 w 52909"/>
                <a:gd name="csY2" fmla="*/ 1 h 51162"/>
                <a:gd name="csX3" fmla="*/ 52910 w 52909"/>
                <a:gd name="csY3" fmla="*/ 51163 h 51162"/>
                <a:gd name="csX4" fmla="*/ 52910 w 52909"/>
                <a:gd name="csY4" fmla="*/ 51163 h 51162"/>
                <a:gd name="csX5" fmla="*/ 26606 w 52909"/>
                <a:gd name="csY5" fmla="*/ 38100 h 51162"/>
                <a:gd name="csX6" fmla="*/ 52910 w 52909"/>
                <a:gd name="csY6" fmla="*/ 51163 h 51162"/>
                <a:gd name="csX7" fmla="*/ 26606 w 52909"/>
                <a:gd name="csY7" fmla="*/ 38100 h 51162"/>
                <a:gd name="csX8" fmla="*/ 26606 w 52909"/>
                <a:gd name="csY8" fmla="*/ 38100 h 51162"/>
                <a:gd name="csX9" fmla="*/ 1 w 52909"/>
                <a:gd name="csY9" fmla="*/ 50365 h 51162"/>
                <a:gd name="csX10" fmla="*/ 26606 w 52909"/>
                <a:gd name="csY10" fmla="*/ 38100 h 51162"/>
                <a:gd name="csX11" fmla="*/ 1 w 52909"/>
                <a:gd name="csY11" fmla="*/ 50365 h 51162"/>
                <a:gd name="csX12" fmla="*/ 1 w 52909"/>
                <a:gd name="csY12" fmla="*/ 50365 h 51162"/>
                <a:gd name="csX13" fmla="*/ 27211 w 52909"/>
                <a:gd name="csY13" fmla="*/ 1 h 51162"/>
                <a:gd name="csX14" fmla="*/ 1 w 52909"/>
                <a:gd name="csY14" fmla="*/ 50365 h 51162"/>
                <a:gd name="csX15" fmla="*/ 27211 w 52909"/>
                <a:gd name="csY15" fmla="*/ 1 h 51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1162">
                  <a:moveTo>
                    <a:pt x="27211" y="1"/>
                  </a:moveTo>
                  <a:cubicBezTo>
                    <a:pt x="37793" y="21336"/>
                    <a:pt x="39229" y="32585"/>
                    <a:pt x="52910" y="51163"/>
                  </a:cubicBezTo>
                  <a:moveTo>
                    <a:pt x="27211" y="1"/>
                  </a:moveTo>
                  <a:cubicBezTo>
                    <a:pt x="32804" y="14878"/>
                    <a:pt x="41950" y="22715"/>
                    <a:pt x="52910" y="51163"/>
                  </a:cubicBezTo>
                  <a:moveTo>
                    <a:pt x="52910" y="51163"/>
                  </a:moveTo>
                  <a:cubicBezTo>
                    <a:pt x="47090" y="49567"/>
                    <a:pt x="41194" y="45648"/>
                    <a:pt x="26606" y="38100"/>
                  </a:cubicBezTo>
                  <a:moveTo>
                    <a:pt x="52910" y="51163"/>
                  </a:moveTo>
                  <a:cubicBezTo>
                    <a:pt x="45125" y="48551"/>
                    <a:pt x="39683" y="44632"/>
                    <a:pt x="26606" y="38100"/>
                  </a:cubicBezTo>
                  <a:moveTo>
                    <a:pt x="26606" y="38100"/>
                  </a:moveTo>
                  <a:cubicBezTo>
                    <a:pt x="16629" y="43833"/>
                    <a:pt x="13984" y="41729"/>
                    <a:pt x="1" y="50365"/>
                  </a:cubicBezTo>
                  <a:moveTo>
                    <a:pt x="26606" y="38100"/>
                  </a:moveTo>
                  <a:cubicBezTo>
                    <a:pt x="16931" y="42817"/>
                    <a:pt x="6425" y="47607"/>
                    <a:pt x="1" y="50365"/>
                  </a:cubicBezTo>
                  <a:moveTo>
                    <a:pt x="1" y="50365"/>
                  </a:moveTo>
                  <a:cubicBezTo>
                    <a:pt x="8390" y="35778"/>
                    <a:pt x="25926" y="9943"/>
                    <a:pt x="27211" y="1"/>
                  </a:cubicBezTo>
                  <a:moveTo>
                    <a:pt x="1" y="50365"/>
                  </a:moveTo>
                  <a:cubicBezTo>
                    <a:pt x="8466" y="29610"/>
                    <a:pt x="21920" y="12265"/>
                    <a:pt x="27211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" name="!!رسم 9">
            <a:extLst>
              <a:ext uri="{FF2B5EF4-FFF2-40B4-BE49-F238E27FC236}">
                <a16:creationId xmlns:a16="http://schemas.microsoft.com/office/drawing/2014/main" id="{6D98C93D-C84B-A6F4-8584-08496056CC51}"/>
              </a:ext>
            </a:extLst>
          </p:cNvPr>
          <p:cNvGrpSpPr/>
          <p:nvPr/>
        </p:nvGrpSpPr>
        <p:grpSpPr>
          <a:xfrm>
            <a:off x="2662620" y="2976850"/>
            <a:ext cx="453509" cy="145142"/>
            <a:chOff x="5385500" y="2987660"/>
            <a:chExt cx="453509" cy="145142"/>
          </a:xfrm>
          <a:noFill/>
        </p:grpSpPr>
        <p:sp>
          <p:nvSpPr>
            <p:cNvPr id="1951" name="مستطيل 303">
              <a:extLst>
                <a:ext uri="{FF2B5EF4-FFF2-40B4-BE49-F238E27FC236}">
                  <a16:creationId xmlns:a16="http://schemas.microsoft.com/office/drawing/2014/main" id="{FFD74E13-14E2-494A-556F-F1FF17063510}"/>
                </a:ext>
              </a:extLst>
            </p:cNvPr>
            <p:cNvSpPr/>
            <p:nvPr/>
          </p:nvSpPr>
          <p:spPr>
            <a:xfrm>
              <a:off x="5385500" y="298766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52" name="صورة 304">
              <a:extLst>
                <a:ext uri="{FF2B5EF4-FFF2-40B4-BE49-F238E27FC236}">
                  <a16:creationId xmlns:a16="http://schemas.microsoft.com/office/drawing/2014/main" id="{A55BEC8C-DA4D-6CD3-A5EE-C80B99C5F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389280" y="3023946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1953" name="!!رسم 9">
            <a:extLst>
              <a:ext uri="{FF2B5EF4-FFF2-40B4-BE49-F238E27FC236}">
                <a16:creationId xmlns:a16="http://schemas.microsoft.com/office/drawing/2014/main" id="{0375404B-1DD1-17A1-E1EB-0AFE0BCA7ECC}"/>
              </a:ext>
            </a:extLst>
          </p:cNvPr>
          <p:cNvGrpSpPr/>
          <p:nvPr/>
        </p:nvGrpSpPr>
        <p:grpSpPr>
          <a:xfrm>
            <a:off x="2390515" y="3920273"/>
            <a:ext cx="650030" cy="156027"/>
            <a:chOff x="5113395" y="3931083"/>
            <a:chExt cx="650030" cy="156027"/>
          </a:xfrm>
          <a:noFill/>
        </p:grpSpPr>
        <p:sp>
          <p:nvSpPr>
            <p:cNvPr id="1954" name="مستطيل 306">
              <a:extLst>
                <a:ext uri="{FF2B5EF4-FFF2-40B4-BE49-F238E27FC236}">
                  <a16:creationId xmlns:a16="http://schemas.microsoft.com/office/drawing/2014/main" id="{77FDA14B-1D7E-C042-088A-E3FA8085683C}"/>
                </a:ext>
              </a:extLst>
            </p:cNvPr>
            <p:cNvSpPr/>
            <p:nvPr/>
          </p:nvSpPr>
          <p:spPr>
            <a:xfrm>
              <a:off x="5113395" y="3931083"/>
              <a:ext cx="650030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55" name="صورة 307">
              <a:extLst>
                <a:ext uri="{FF2B5EF4-FFF2-40B4-BE49-F238E27FC236}">
                  <a16:creationId xmlns:a16="http://schemas.microsoft.com/office/drawing/2014/main" id="{8B37511D-F089-4438-3C60-8F13DE3F50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5124732" y="3934712"/>
              <a:ext cx="634913" cy="152399"/>
            </a:xfrm>
            <a:custGeom>
              <a:avLst/>
              <a:gdLst>
                <a:gd name="csX0" fmla="*/ 0 w 634913"/>
                <a:gd name="csY0" fmla="*/ 0 h 152399"/>
                <a:gd name="csX1" fmla="*/ 634914 w 634913"/>
                <a:gd name="csY1" fmla="*/ 0 h 152399"/>
                <a:gd name="csX2" fmla="*/ 634914 w 634913"/>
                <a:gd name="csY2" fmla="*/ 152399 h 152399"/>
                <a:gd name="csX3" fmla="*/ 0 w 634913"/>
                <a:gd name="csY3" fmla="*/ 152399 h 152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4913" h="152399">
                  <a:moveTo>
                    <a:pt x="0" y="0"/>
                  </a:moveTo>
                  <a:lnTo>
                    <a:pt x="634914" y="0"/>
                  </a:lnTo>
                  <a:lnTo>
                    <a:pt x="634914" y="152399"/>
                  </a:lnTo>
                  <a:lnTo>
                    <a:pt x="0" y="152399"/>
                  </a:lnTo>
                  <a:close/>
                </a:path>
              </a:pathLst>
            </a:custGeom>
          </p:spPr>
        </p:pic>
      </p:grpSp>
      <p:grpSp>
        <p:nvGrpSpPr>
          <p:cNvPr id="1956" name="!!رسم 9">
            <a:extLst>
              <a:ext uri="{FF2B5EF4-FFF2-40B4-BE49-F238E27FC236}">
                <a16:creationId xmlns:a16="http://schemas.microsoft.com/office/drawing/2014/main" id="{F4F984EC-22CD-C169-30C5-A41C88CC5801}"/>
              </a:ext>
            </a:extLst>
          </p:cNvPr>
          <p:cNvGrpSpPr/>
          <p:nvPr/>
        </p:nvGrpSpPr>
        <p:grpSpPr>
          <a:xfrm>
            <a:off x="2258241" y="3484847"/>
            <a:ext cx="410256" cy="2023861"/>
            <a:chOff x="4981121" y="3495657"/>
            <a:chExt cx="410256" cy="2023861"/>
          </a:xfrm>
        </p:grpSpPr>
        <p:sp>
          <p:nvSpPr>
            <p:cNvPr id="1957" name="شكل حر: شكل 309">
              <a:extLst>
                <a:ext uri="{FF2B5EF4-FFF2-40B4-BE49-F238E27FC236}">
                  <a16:creationId xmlns:a16="http://schemas.microsoft.com/office/drawing/2014/main" id="{7A0439D4-4F3D-6D61-A0EC-D525C25701BC}"/>
                </a:ext>
              </a:extLst>
            </p:cNvPr>
            <p:cNvSpPr/>
            <p:nvPr/>
          </p:nvSpPr>
          <p:spPr>
            <a:xfrm>
              <a:off x="5007576" y="3495657"/>
              <a:ext cx="377924" cy="1985761"/>
            </a:xfrm>
            <a:custGeom>
              <a:avLst/>
              <a:gdLst>
                <a:gd name="csX0" fmla="*/ 1 w 377924"/>
                <a:gd name="csY0" fmla="*/ 1985762 h 1985761"/>
                <a:gd name="csX1" fmla="*/ 1 w 377924"/>
                <a:gd name="csY1" fmla="*/ 145143 h 1985761"/>
                <a:gd name="csX2" fmla="*/ 377925 w 377924"/>
                <a:gd name="csY2" fmla="*/ 145143 h 1985761"/>
                <a:gd name="csX3" fmla="*/ 377925 w 377924"/>
                <a:gd name="csY3" fmla="*/ 1 h 198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7924" h="1985761">
                  <a:moveTo>
                    <a:pt x="1" y="1985762"/>
                  </a:moveTo>
                  <a:lnTo>
                    <a:pt x="1" y="145143"/>
                  </a:lnTo>
                  <a:lnTo>
                    <a:pt x="377925" y="145143"/>
                  </a:lnTo>
                  <a:lnTo>
                    <a:pt x="377925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8" name="شكل حر: شكل 310">
              <a:extLst>
                <a:ext uri="{FF2B5EF4-FFF2-40B4-BE49-F238E27FC236}">
                  <a16:creationId xmlns:a16="http://schemas.microsoft.com/office/drawing/2014/main" id="{2438C1BF-5DFD-758D-9175-D22093669480}"/>
                </a:ext>
              </a:extLst>
            </p:cNvPr>
            <p:cNvSpPr/>
            <p:nvPr/>
          </p:nvSpPr>
          <p:spPr>
            <a:xfrm>
              <a:off x="4981121" y="5468719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lnTo>
                    <a:pt x="1" y="1"/>
                  </a:lnTo>
                  <a:lnTo>
                    <a:pt x="26455" y="12700"/>
                  </a:lnTo>
                  <a:lnTo>
                    <a:pt x="52910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9" name="شكل حر: شكل 311">
              <a:extLst>
                <a:ext uri="{FF2B5EF4-FFF2-40B4-BE49-F238E27FC236}">
                  <a16:creationId xmlns:a16="http://schemas.microsoft.com/office/drawing/2014/main" id="{36D96B18-9554-0F9D-28D4-ADDB52704BB5}"/>
                </a:ext>
              </a:extLst>
            </p:cNvPr>
            <p:cNvSpPr/>
            <p:nvPr/>
          </p:nvSpPr>
          <p:spPr>
            <a:xfrm>
              <a:off x="5007576" y="3495657"/>
              <a:ext cx="383801" cy="1985761"/>
            </a:xfrm>
            <a:custGeom>
              <a:avLst/>
              <a:gdLst>
                <a:gd name="csX0" fmla="*/ 1 w 383801"/>
                <a:gd name="csY0" fmla="*/ 1985762 h 1985761"/>
                <a:gd name="csX1" fmla="*/ 1 w 383801"/>
                <a:gd name="csY1" fmla="*/ 145143 h 1985761"/>
                <a:gd name="csX2" fmla="*/ 1 w 383801"/>
                <a:gd name="csY2" fmla="*/ 1985762 h 1985761"/>
                <a:gd name="csX3" fmla="*/ 1 w 383801"/>
                <a:gd name="csY3" fmla="*/ 145143 h 1985761"/>
                <a:gd name="csX4" fmla="*/ 1 w 383801"/>
                <a:gd name="csY4" fmla="*/ 145143 h 1985761"/>
                <a:gd name="csX5" fmla="*/ 377925 w 383801"/>
                <a:gd name="csY5" fmla="*/ 145143 h 1985761"/>
                <a:gd name="csX6" fmla="*/ 1 w 383801"/>
                <a:gd name="csY6" fmla="*/ 145143 h 1985761"/>
                <a:gd name="csX7" fmla="*/ 377925 w 383801"/>
                <a:gd name="csY7" fmla="*/ 145143 h 1985761"/>
                <a:gd name="csX8" fmla="*/ 377925 w 383801"/>
                <a:gd name="csY8" fmla="*/ 145143 h 1985761"/>
                <a:gd name="csX9" fmla="*/ 377925 w 383801"/>
                <a:gd name="csY9" fmla="*/ 1 h 1985761"/>
                <a:gd name="csX10" fmla="*/ 377925 w 383801"/>
                <a:gd name="csY10" fmla="*/ 145143 h 1985761"/>
                <a:gd name="csX11" fmla="*/ 377925 w 383801"/>
                <a:gd name="csY11" fmla="*/ 1 h 198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83801" h="1985761">
                  <a:moveTo>
                    <a:pt x="1" y="1985762"/>
                  </a:moveTo>
                  <a:cubicBezTo>
                    <a:pt x="18670" y="1399896"/>
                    <a:pt x="3100" y="802564"/>
                    <a:pt x="1" y="145143"/>
                  </a:cubicBezTo>
                  <a:moveTo>
                    <a:pt x="1" y="1985762"/>
                  </a:moveTo>
                  <a:cubicBezTo>
                    <a:pt x="16856" y="1298804"/>
                    <a:pt x="9298" y="609380"/>
                    <a:pt x="1" y="145143"/>
                  </a:cubicBezTo>
                  <a:moveTo>
                    <a:pt x="1" y="145143"/>
                  </a:moveTo>
                  <a:cubicBezTo>
                    <a:pt x="82539" y="152617"/>
                    <a:pt x="176189" y="145723"/>
                    <a:pt x="377925" y="145143"/>
                  </a:cubicBezTo>
                  <a:moveTo>
                    <a:pt x="1" y="145143"/>
                  </a:moveTo>
                  <a:cubicBezTo>
                    <a:pt x="98563" y="151456"/>
                    <a:pt x="194481" y="153343"/>
                    <a:pt x="377925" y="145143"/>
                  </a:cubicBezTo>
                  <a:moveTo>
                    <a:pt x="377925" y="145143"/>
                  </a:moveTo>
                  <a:cubicBezTo>
                    <a:pt x="374448" y="102543"/>
                    <a:pt x="392740" y="54574"/>
                    <a:pt x="377925" y="1"/>
                  </a:cubicBezTo>
                  <a:moveTo>
                    <a:pt x="377925" y="145143"/>
                  </a:moveTo>
                  <a:cubicBezTo>
                    <a:pt x="380042" y="86505"/>
                    <a:pt x="383141" y="42745"/>
                    <a:pt x="377925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0" name="شكل حر: شكل 312">
              <a:extLst>
                <a:ext uri="{FF2B5EF4-FFF2-40B4-BE49-F238E27FC236}">
                  <a16:creationId xmlns:a16="http://schemas.microsoft.com/office/drawing/2014/main" id="{0353CDF9-9B99-5620-E8C1-A7C87F93322A}"/>
                </a:ext>
              </a:extLst>
            </p:cNvPr>
            <p:cNvSpPr/>
            <p:nvPr/>
          </p:nvSpPr>
          <p:spPr>
            <a:xfrm>
              <a:off x="4981121" y="5468719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  <a:gd name="csX4" fmla="*/ 26455 w 52909"/>
                <a:gd name="csY4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9222" y="35851"/>
                    <a:pt x="13606" y="5008"/>
                    <a:pt x="1" y="1"/>
                  </a:cubicBezTo>
                  <a:cubicBezTo>
                    <a:pt x="9222" y="5806"/>
                    <a:pt x="19879" y="10959"/>
                    <a:pt x="26455" y="12700"/>
                  </a:cubicBezTo>
                  <a:cubicBezTo>
                    <a:pt x="37113" y="9217"/>
                    <a:pt x="45956" y="7040"/>
                    <a:pt x="52910" y="1"/>
                  </a:cubicBezTo>
                  <a:cubicBezTo>
                    <a:pt x="51474" y="23078"/>
                    <a:pt x="25322" y="44269"/>
                    <a:pt x="26455" y="508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1" name="شكل حر: شكل 313">
              <a:extLst>
                <a:ext uri="{FF2B5EF4-FFF2-40B4-BE49-F238E27FC236}">
                  <a16:creationId xmlns:a16="http://schemas.microsoft.com/office/drawing/2014/main" id="{E32BC5F6-6237-4CED-DCA9-EB0345FED073}"/>
                </a:ext>
              </a:extLst>
            </p:cNvPr>
            <p:cNvSpPr/>
            <p:nvPr/>
          </p:nvSpPr>
          <p:spPr>
            <a:xfrm>
              <a:off x="4981121" y="5468719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50800 h 50799"/>
                <a:gd name="csX3" fmla="*/ 1 w 52909"/>
                <a:gd name="csY3" fmla="*/ 1 h 50799"/>
                <a:gd name="csX4" fmla="*/ 1 w 52909"/>
                <a:gd name="csY4" fmla="*/ 1 h 50799"/>
                <a:gd name="csX5" fmla="*/ 26455 w 52909"/>
                <a:gd name="csY5" fmla="*/ 12700 h 50799"/>
                <a:gd name="csX6" fmla="*/ 1 w 52909"/>
                <a:gd name="csY6" fmla="*/ 1 h 50799"/>
                <a:gd name="csX7" fmla="*/ 26455 w 52909"/>
                <a:gd name="csY7" fmla="*/ 12700 h 50799"/>
                <a:gd name="csX8" fmla="*/ 26455 w 52909"/>
                <a:gd name="csY8" fmla="*/ 12700 h 50799"/>
                <a:gd name="csX9" fmla="*/ 52910 w 52909"/>
                <a:gd name="csY9" fmla="*/ 1 h 50799"/>
                <a:gd name="csX10" fmla="*/ 26455 w 52909"/>
                <a:gd name="csY10" fmla="*/ 12700 h 50799"/>
                <a:gd name="csX11" fmla="*/ 52910 w 52909"/>
                <a:gd name="csY11" fmla="*/ 1 h 50799"/>
                <a:gd name="csX12" fmla="*/ 52910 w 52909"/>
                <a:gd name="csY12" fmla="*/ 1 h 50799"/>
                <a:gd name="csX13" fmla="*/ 26455 w 52909"/>
                <a:gd name="csY13" fmla="*/ 50800 h 50799"/>
                <a:gd name="csX14" fmla="*/ 52910 w 52909"/>
                <a:gd name="csY14" fmla="*/ 1 h 50799"/>
                <a:gd name="csX15" fmla="*/ 26455 w 52909"/>
                <a:gd name="csY15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22676" y="37229"/>
                    <a:pt x="6652" y="17925"/>
                    <a:pt x="1" y="1"/>
                  </a:cubicBezTo>
                  <a:moveTo>
                    <a:pt x="26455" y="50800"/>
                  </a:moveTo>
                  <a:cubicBezTo>
                    <a:pt x="18519" y="32004"/>
                    <a:pt x="4989" y="11757"/>
                    <a:pt x="1" y="1"/>
                  </a:cubicBezTo>
                  <a:moveTo>
                    <a:pt x="1" y="1"/>
                  </a:moveTo>
                  <a:cubicBezTo>
                    <a:pt x="4687" y="4500"/>
                    <a:pt x="11414" y="6242"/>
                    <a:pt x="26455" y="12700"/>
                  </a:cubicBezTo>
                  <a:moveTo>
                    <a:pt x="1" y="1"/>
                  </a:moveTo>
                  <a:cubicBezTo>
                    <a:pt x="7483" y="4210"/>
                    <a:pt x="14362" y="7766"/>
                    <a:pt x="26455" y="12700"/>
                  </a:cubicBezTo>
                  <a:moveTo>
                    <a:pt x="26455" y="12700"/>
                  </a:moveTo>
                  <a:cubicBezTo>
                    <a:pt x="34618" y="9653"/>
                    <a:pt x="47241" y="5589"/>
                    <a:pt x="52910" y="1"/>
                  </a:cubicBezTo>
                  <a:moveTo>
                    <a:pt x="26455" y="12700"/>
                  </a:moveTo>
                  <a:cubicBezTo>
                    <a:pt x="36584" y="7258"/>
                    <a:pt x="46863" y="4427"/>
                    <a:pt x="52910" y="1"/>
                  </a:cubicBezTo>
                  <a:moveTo>
                    <a:pt x="52910" y="1"/>
                  </a:moveTo>
                  <a:cubicBezTo>
                    <a:pt x="42328" y="23296"/>
                    <a:pt x="29479" y="34835"/>
                    <a:pt x="26455" y="50800"/>
                  </a:cubicBezTo>
                  <a:moveTo>
                    <a:pt x="52910" y="1"/>
                  </a:moveTo>
                  <a:cubicBezTo>
                    <a:pt x="44293" y="17925"/>
                    <a:pt x="31520" y="39407"/>
                    <a:pt x="26455" y="508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2" name="!!رسم 9">
            <a:extLst>
              <a:ext uri="{FF2B5EF4-FFF2-40B4-BE49-F238E27FC236}">
                <a16:creationId xmlns:a16="http://schemas.microsoft.com/office/drawing/2014/main" id="{0B91C1D3-8933-64D5-0EE4-18575B5F5211}"/>
              </a:ext>
            </a:extLst>
          </p:cNvPr>
          <p:cNvGrpSpPr/>
          <p:nvPr/>
        </p:nvGrpSpPr>
        <p:grpSpPr>
          <a:xfrm>
            <a:off x="2284696" y="3840953"/>
            <a:ext cx="445044" cy="50799"/>
            <a:chOff x="5007576" y="3851763"/>
            <a:chExt cx="445044" cy="50799"/>
          </a:xfrm>
        </p:grpSpPr>
        <p:sp>
          <p:nvSpPr>
            <p:cNvPr id="1963" name="شكل حر: شكل 315">
              <a:extLst>
                <a:ext uri="{FF2B5EF4-FFF2-40B4-BE49-F238E27FC236}">
                  <a16:creationId xmlns:a16="http://schemas.microsoft.com/office/drawing/2014/main" id="{7E049AF0-F245-FC86-A9CD-35A81C1B4DCC}"/>
                </a:ext>
              </a:extLst>
            </p:cNvPr>
            <p:cNvSpPr/>
            <p:nvPr/>
          </p:nvSpPr>
          <p:spPr>
            <a:xfrm>
              <a:off x="5007576" y="3877018"/>
              <a:ext cx="405362" cy="3265"/>
            </a:xfrm>
            <a:custGeom>
              <a:avLst/>
              <a:gdLst>
                <a:gd name="csX0" fmla="*/ 405363 w 405362"/>
                <a:gd name="csY0" fmla="*/ 1 h 3265"/>
                <a:gd name="csX1" fmla="*/ 1 w 405362"/>
                <a:gd name="csY1" fmla="*/ 3266 h 32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5362" h="3265">
                  <a:moveTo>
                    <a:pt x="405363" y="1"/>
                  </a:moveTo>
                  <a:lnTo>
                    <a:pt x="1" y="3266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4" name="شكل حر: شكل 316">
              <a:extLst>
                <a:ext uri="{FF2B5EF4-FFF2-40B4-BE49-F238E27FC236}">
                  <a16:creationId xmlns:a16="http://schemas.microsoft.com/office/drawing/2014/main" id="{298B8F43-65F4-FDE0-F955-256A99F1D920}"/>
                </a:ext>
              </a:extLst>
            </p:cNvPr>
            <p:cNvSpPr/>
            <p:nvPr/>
          </p:nvSpPr>
          <p:spPr>
            <a:xfrm>
              <a:off x="5399484" y="3851763"/>
              <a:ext cx="53136" cy="50799"/>
            </a:xfrm>
            <a:custGeom>
              <a:avLst/>
              <a:gdLst>
                <a:gd name="csX0" fmla="*/ 53137 w 53136"/>
                <a:gd name="csY0" fmla="*/ 24965 h 50799"/>
                <a:gd name="csX1" fmla="*/ 454 w 53136"/>
                <a:gd name="csY1" fmla="*/ 50800 h 50799"/>
                <a:gd name="csX2" fmla="*/ 13455 w 53136"/>
                <a:gd name="csY2" fmla="*/ 25255 h 50799"/>
                <a:gd name="csX3" fmla="*/ 1 w 53136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136" h="50799">
                  <a:moveTo>
                    <a:pt x="53137" y="24965"/>
                  </a:moveTo>
                  <a:lnTo>
                    <a:pt x="454" y="50800"/>
                  </a:lnTo>
                  <a:lnTo>
                    <a:pt x="13455" y="25255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5" name="شكل حر: شكل 317">
              <a:extLst>
                <a:ext uri="{FF2B5EF4-FFF2-40B4-BE49-F238E27FC236}">
                  <a16:creationId xmlns:a16="http://schemas.microsoft.com/office/drawing/2014/main" id="{6EBE6C12-5CF4-FE11-318F-2B49A6407A76}"/>
                </a:ext>
              </a:extLst>
            </p:cNvPr>
            <p:cNvSpPr/>
            <p:nvPr/>
          </p:nvSpPr>
          <p:spPr>
            <a:xfrm>
              <a:off x="5007576" y="3875726"/>
              <a:ext cx="405362" cy="5375"/>
            </a:xfrm>
            <a:custGeom>
              <a:avLst/>
              <a:gdLst>
                <a:gd name="csX0" fmla="*/ 405363 w 405362"/>
                <a:gd name="csY0" fmla="*/ 1292 h 5375"/>
                <a:gd name="csX1" fmla="*/ 1 w 405362"/>
                <a:gd name="csY1" fmla="*/ 4558 h 5375"/>
                <a:gd name="csX2" fmla="*/ 405363 w 405362"/>
                <a:gd name="csY2" fmla="*/ 1292 h 5375"/>
                <a:gd name="csX3" fmla="*/ 1 w 405362"/>
                <a:gd name="csY3" fmla="*/ 4558 h 5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05362" h="5375">
                  <a:moveTo>
                    <a:pt x="405363" y="1292"/>
                  </a:moveTo>
                  <a:cubicBezTo>
                    <a:pt x="277775" y="1655"/>
                    <a:pt x="149659" y="-3497"/>
                    <a:pt x="1" y="4558"/>
                  </a:cubicBezTo>
                  <a:moveTo>
                    <a:pt x="405363" y="1292"/>
                  </a:moveTo>
                  <a:cubicBezTo>
                    <a:pt x="303625" y="1147"/>
                    <a:pt x="206877" y="7606"/>
                    <a:pt x="1" y="4558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" name="شكل حر: شكل 318">
              <a:extLst>
                <a:ext uri="{FF2B5EF4-FFF2-40B4-BE49-F238E27FC236}">
                  <a16:creationId xmlns:a16="http://schemas.microsoft.com/office/drawing/2014/main" id="{A6743873-C843-8FB8-2776-2CE2060D568C}"/>
                </a:ext>
              </a:extLst>
            </p:cNvPr>
            <p:cNvSpPr/>
            <p:nvPr/>
          </p:nvSpPr>
          <p:spPr>
            <a:xfrm>
              <a:off x="5399484" y="3851763"/>
              <a:ext cx="53136" cy="50799"/>
            </a:xfrm>
            <a:custGeom>
              <a:avLst/>
              <a:gdLst>
                <a:gd name="csX0" fmla="*/ 53137 w 53136"/>
                <a:gd name="csY0" fmla="*/ 24965 h 50799"/>
                <a:gd name="csX1" fmla="*/ 454 w 53136"/>
                <a:gd name="csY1" fmla="*/ 50800 h 50799"/>
                <a:gd name="csX2" fmla="*/ 13455 w 53136"/>
                <a:gd name="csY2" fmla="*/ 25255 h 50799"/>
                <a:gd name="csX3" fmla="*/ 1 w 53136"/>
                <a:gd name="csY3" fmla="*/ 1 h 50799"/>
                <a:gd name="csX4" fmla="*/ 53137 w 53136"/>
                <a:gd name="csY4" fmla="*/ 24965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136" h="50799">
                  <a:moveTo>
                    <a:pt x="53137" y="24965"/>
                  </a:moveTo>
                  <a:cubicBezTo>
                    <a:pt x="41421" y="24747"/>
                    <a:pt x="25322" y="29101"/>
                    <a:pt x="454" y="50800"/>
                  </a:cubicBezTo>
                  <a:cubicBezTo>
                    <a:pt x="832" y="41947"/>
                    <a:pt x="9297" y="28085"/>
                    <a:pt x="13455" y="25255"/>
                  </a:cubicBezTo>
                  <a:cubicBezTo>
                    <a:pt x="3931" y="11684"/>
                    <a:pt x="2117" y="10015"/>
                    <a:pt x="1" y="1"/>
                  </a:cubicBezTo>
                  <a:cubicBezTo>
                    <a:pt x="14437" y="13716"/>
                    <a:pt x="23734" y="8491"/>
                    <a:pt x="53137" y="24965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" name="شكل حر: شكل 319">
              <a:extLst>
                <a:ext uri="{FF2B5EF4-FFF2-40B4-BE49-F238E27FC236}">
                  <a16:creationId xmlns:a16="http://schemas.microsoft.com/office/drawing/2014/main" id="{2D439B28-BE12-3F6E-C15F-BD7D71AD8371}"/>
                </a:ext>
              </a:extLst>
            </p:cNvPr>
            <p:cNvSpPr/>
            <p:nvPr/>
          </p:nvSpPr>
          <p:spPr>
            <a:xfrm>
              <a:off x="5399484" y="3851763"/>
              <a:ext cx="53136" cy="50799"/>
            </a:xfrm>
            <a:custGeom>
              <a:avLst/>
              <a:gdLst>
                <a:gd name="csX0" fmla="*/ 53137 w 53136"/>
                <a:gd name="csY0" fmla="*/ 24965 h 50799"/>
                <a:gd name="csX1" fmla="*/ 454 w 53136"/>
                <a:gd name="csY1" fmla="*/ 50800 h 50799"/>
                <a:gd name="csX2" fmla="*/ 53137 w 53136"/>
                <a:gd name="csY2" fmla="*/ 24965 h 50799"/>
                <a:gd name="csX3" fmla="*/ 454 w 53136"/>
                <a:gd name="csY3" fmla="*/ 50800 h 50799"/>
                <a:gd name="csX4" fmla="*/ 454 w 53136"/>
                <a:gd name="csY4" fmla="*/ 50800 h 50799"/>
                <a:gd name="csX5" fmla="*/ 13455 w 53136"/>
                <a:gd name="csY5" fmla="*/ 25255 h 50799"/>
                <a:gd name="csX6" fmla="*/ 454 w 53136"/>
                <a:gd name="csY6" fmla="*/ 50800 h 50799"/>
                <a:gd name="csX7" fmla="*/ 13455 w 53136"/>
                <a:gd name="csY7" fmla="*/ 25255 h 50799"/>
                <a:gd name="csX8" fmla="*/ 13455 w 53136"/>
                <a:gd name="csY8" fmla="*/ 25255 h 50799"/>
                <a:gd name="csX9" fmla="*/ 1 w 53136"/>
                <a:gd name="csY9" fmla="*/ 1 h 50799"/>
                <a:gd name="csX10" fmla="*/ 13455 w 53136"/>
                <a:gd name="csY10" fmla="*/ 25255 h 50799"/>
                <a:gd name="csX11" fmla="*/ 1 w 53136"/>
                <a:gd name="csY11" fmla="*/ 1 h 50799"/>
                <a:gd name="csX12" fmla="*/ 1 w 53136"/>
                <a:gd name="csY12" fmla="*/ 1 h 50799"/>
                <a:gd name="csX13" fmla="*/ 53137 w 53136"/>
                <a:gd name="csY13" fmla="*/ 24965 h 50799"/>
                <a:gd name="csX14" fmla="*/ 1 w 53136"/>
                <a:gd name="csY14" fmla="*/ 1 h 50799"/>
                <a:gd name="csX15" fmla="*/ 53137 w 53136"/>
                <a:gd name="csY15" fmla="*/ 24965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3136" h="50799">
                  <a:moveTo>
                    <a:pt x="53137" y="24965"/>
                  </a:moveTo>
                  <a:cubicBezTo>
                    <a:pt x="37113" y="32875"/>
                    <a:pt x="21013" y="38753"/>
                    <a:pt x="454" y="50800"/>
                  </a:cubicBezTo>
                  <a:moveTo>
                    <a:pt x="53137" y="24965"/>
                  </a:moveTo>
                  <a:cubicBezTo>
                    <a:pt x="39078" y="31569"/>
                    <a:pt x="27211" y="40060"/>
                    <a:pt x="454" y="50800"/>
                  </a:cubicBezTo>
                  <a:moveTo>
                    <a:pt x="454" y="50800"/>
                  </a:moveTo>
                  <a:cubicBezTo>
                    <a:pt x="1663" y="42527"/>
                    <a:pt x="9826" y="37883"/>
                    <a:pt x="13455" y="25255"/>
                  </a:cubicBezTo>
                  <a:moveTo>
                    <a:pt x="454" y="50800"/>
                  </a:moveTo>
                  <a:cubicBezTo>
                    <a:pt x="2873" y="45648"/>
                    <a:pt x="7483" y="39987"/>
                    <a:pt x="13455" y="25255"/>
                  </a:cubicBezTo>
                  <a:moveTo>
                    <a:pt x="13455" y="25255"/>
                  </a:moveTo>
                  <a:cubicBezTo>
                    <a:pt x="7786" y="14950"/>
                    <a:pt x="4384" y="9725"/>
                    <a:pt x="1" y="1"/>
                  </a:cubicBezTo>
                  <a:moveTo>
                    <a:pt x="13455" y="25255"/>
                  </a:moveTo>
                  <a:cubicBezTo>
                    <a:pt x="9600" y="19087"/>
                    <a:pt x="8844" y="14079"/>
                    <a:pt x="1" y="1"/>
                  </a:cubicBezTo>
                  <a:moveTo>
                    <a:pt x="1" y="1"/>
                  </a:moveTo>
                  <a:cubicBezTo>
                    <a:pt x="12245" y="11757"/>
                    <a:pt x="39456" y="17272"/>
                    <a:pt x="53137" y="24965"/>
                  </a:cubicBezTo>
                  <a:moveTo>
                    <a:pt x="1" y="1"/>
                  </a:moveTo>
                  <a:cubicBezTo>
                    <a:pt x="16629" y="5879"/>
                    <a:pt x="39305" y="15386"/>
                    <a:pt x="53137" y="24965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8" name="!!رسم 9">
            <a:extLst>
              <a:ext uri="{FF2B5EF4-FFF2-40B4-BE49-F238E27FC236}">
                <a16:creationId xmlns:a16="http://schemas.microsoft.com/office/drawing/2014/main" id="{22687E47-E00F-61B2-88CB-5697831AE1A9}"/>
              </a:ext>
            </a:extLst>
          </p:cNvPr>
          <p:cNvGrpSpPr/>
          <p:nvPr/>
        </p:nvGrpSpPr>
        <p:grpSpPr>
          <a:xfrm>
            <a:off x="2284696" y="4330300"/>
            <a:ext cx="293874" cy="50824"/>
            <a:chOff x="5007576" y="4341110"/>
            <a:chExt cx="293874" cy="50824"/>
          </a:xfrm>
        </p:grpSpPr>
        <p:sp>
          <p:nvSpPr>
            <p:cNvPr id="1969" name="شكل حر: شكل 321">
              <a:extLst>
                <a:ext uri="{FF2B5EF4-FFF2-40B4-BE49-F238E27FC236}">
                  <a16:creationId xmlns:a16="http://schemas.microsoft.com/office/drawing/2014/main" id="{BBA69EEC-8120-E6F4-7A11-185570A35329}"/>
                </a:ext>
              </a:extLst>
            </p:cNvPr>
            <p:cNvSpPr/>
            <p:nvPr/>
          </p:nvSpPr>
          <p:spPr>
            <a:xfrm>
              <a:off x="5007576" y="4366510"/>
              <a:ext cx="254192" cy="7257"/>
            </a:xfrm>
            <a:custGeom>
              <a:avLst/>
              <a:gdLst>
                <a:gd name="csX0" fmla="*/ 254193 w 254192"/>
                <a:gd name="csY0" fmla="*/ 1 h 7257"/>
                <a:gd name="csX1" fmla="*/ 1 w 254192"/>
                <a:gd name="csY1" fmla="*/ 1 h 7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4192" h="7257">
                  <a:moveTo>
                    <a:pt x="254193" y="1"/>
                  </a:moveTo>
                  <a:lnTo>
                    <a:pt x="1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0" name="شكل حر: شكل 322">
              <a:extLst>
                <a:ext uri="{FF2B5EF4-FFF2-40B4-BE49-F238E27FC236}">
                  <a16:creationId xmlns:a16="http://schemas.microsoft.com/office/drawing/2014/main" id="{244645C7-C243-3E87-89E0-0725F30AB929}"/>
                </a:ext>
              </a:extLst>
            </p:cNvPr>
            <p:cNvSpPr/>
            <p:nvPr/>
          </p:nvSpPr>
          <p:spPr>
            <a:xfrm>
              <a:off x="5248540" y="4341110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13228 w 52909"/>
                <a:gd name="csY2" fmla="*/ 25400 h 50799"/>
                <a:gd name="csX3" fmla="*/ 1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lnTo>
                    <a:pt x="1" y="50800"/>
                  </a:lnTo>
                  <a:lnTo>
                    <a:pt x="13228" y="2540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1" name="شكل حر: شكل 323">
              <a:extLst>
                <a:ext uri="{FF2B5EF4-FFF2-40B4-BE49-F238E27FC236}">
                  <a16:creationId xmlns:a16="http://schemas.microsoft.com/office/drawing/2014/main" id="{552F2148-3A31-BF8B-B97A-0072E52614B6}"/>
                </a:ext>
              </a:extLst>
            </p:cNvPr>
            <p:cNvSpPr/>
            <p:nvPr/>
          </p:nvSpPr>
          <p:spPr>
            <a:xfrm>
              <a:off x="5007576" y="4356902"/>
              <a:ext cx="254192" cy="11812"/>
            </a:xfrm>
            <a:custGeom>
              <a:avLst/>
              <a:gdLst>
                <a:gd name="csX0" fmla="*/ 254193 w 254192"/>
                <a:gd name="csY0" fmla="*/ 9609 h 11812"/>
                <a:gd name="csX1" fmla="*/ 1 w 254192"/>
                <a:gd name="csY1" fmla="*/ 9609 h 11812"/>
                <a:gd name="csX2" fmla="*/ 254193 w 254192"/>
                <a:gd name="csY2" fmla="*/ 9609 h 11812"/>
                <a:gd name="csX3" fmla="*/ 1 w 254192"/>
                <a:gd name="csY3" fmla="*/ 9609 h 118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192" h="11812">
                  <a:moveTo>
                    <a:pt x="254193" y="9609"/>
                  </a:moveTo>
                  <a:cubicBezTo>
                    <a:pt x="166514" y="-697"/>
                    <a:pt x="78080" y="-5486"/>
                    <a:pt x="1" y="9609"/>
                  </a:cubicBezTo>
                  <a:moveTo>
                    <a:pt x="254193" y="9609"/>
                  </a:moveTo>
                  <a:cubicBezTo>
                    <a:pt x="180271" y="12584"/>
                    <a:pt x="99092" y="12511"/>
                    <a:pt x="1" y="9609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2" name="شكل حر: شكل 324">
              <a:extLst>
                <a:ext uri="{FF2B5EF4-FFF2-40B4-BE49-F238E27FC236}">
                  <a16:creationId xmlns:a16="http://schemas.microsoft.com/office/drawing/2014/main" id="{5169D597-19CD-66BC-A7BC-D0734899E00F}"/>
                </a:ext>
              </a:extLst>
            </p:cNvPr>
            <p:cNvSpPr/>
            <p:nvPr/>
          </p:nvSpPr>
          <p:spPr>
            <a:xfrm>
              <a:off x="5248540" y="4341110"/>
              <a:ext cx="52909" cy="50824"/>
            </a:xfrm>
            <a:custGeom>
              <a:avLst/>
              <a:gdLst>
                <a:gd name="csX0" fmla="*/ 52910 w 52909"/>
                <a:gd name="csY0" fmla="*/ 25400 h 50824"/>
                <a:gd name="csX1" fmla="*/ 1 w 52909"/>
                <a:gd name="csY1" fmla="*/ 50800 h 50824"/>
                <a:gd name="csX2" fmla="*/ 13228 w 52909"/>
                <a:gd name="csY2" fmla="*/ 25400 h 50824"/>
                <a:gd name="csX3" fmla="*/ 1 w 52909"/>
                <a:gd name="csY3" fmla="*/ 1 h 50824"/>
                <a:gd name="csX4" fmla="*/ 52910 w 52909"/>
                <a:gd name="csY4" fmla="*/ 25400 h 50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824">
                  <a:moveTo>
                    <a:pt x="52910" y="25400"/>
                  </a:moveTo>
                  <a:cubicBezTo>
                    <a:pt x="24490" y="36359"/>
                    <a:pt x="8617" y="51526"/>
                    <a:pt x="1" y="50800"/>
                  </a:cubicBezTo>
                  <a:cubicBezTo>
                    <a:pt x="3780" y="42963"/>
                    <a:pt x="11414" y="36286"/>
                    <a:pt x="13228" y="25400"/>
                  </a:cubicBezTo>
                  <a:cubicBezTo>
                    <a:pt x="9600" y="19812"/>
                    <a:pt x="1512" y="7258"/>
                    <a:pt x="1" y="1"/>
                  </a:cubicBezTo>
                  <a:cubicBezTo>
                    <a:pt x="3931" y="12555"/>
                    <a:pt x="21996" y="10160"/>
                    <a:pt x="52910" y="254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3" name="شكل حر: شكل 325">
              <a:extLst>
                <a:ext uri="{FF2B5EF4-FFF2-40B4-BE49-F238E27FC236}">
                  <a16:creationId xmlns:a16="http://schemas.microsoft.com/office/drawing/2014/main" id="{534E5F5A-8667-2F17-A3E2-3A2D86332698}"/>
                </a:ext>
              </a:extLst>
            </p:cNvPr>
            <p:cNvSpPr/>
            <p:nvPr/>
          </p:nvSpPr>
          <p:spPr>
            <a:xfrm>
              <a:off x="5248540" y="4341110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52910 w 52909"/>
                <a:gd name="csY2" fmla="*/ 25400 h 50799"/>
                <a:gd name="csX3" fmla="*/ 1 w 52909"/>
                <a:gd name="csY3" fmla="*/ 50800 h 50799"/>
                <a:gd name="csX4" fmla="*/ 1 w 52909"/>
                <a:gd name="csY4" fmla="*/ 50800 h 50799"/>
                <a:gd name="csX5" fmla="*/ 13228 w 52909"/>
                <a:gd name="csY5" fmla="*/ 25400 h 50799"/>
                <a:gd name="csX6" fmla="*/ 1 w 52909"/>
                <a:gd name="csY6" fmla="*/ 50800 h 50799"/>
                <a:gd name="csX7" fmla="*/ 13228 w 52909"/>
                <a:gd name="csY7" fmla="*/ 25400 h 50799"/>
                <a:gd name="csX8" fmla="*/ 13228 w 52909"/>
                <a:gd name="csY8" fmla="*/ 25400 h 50799"/>
                <a:gd name="csX9" fmla="*/ 1 w 52909"/>
                <a:gd name="csY9" fmla="*/ 1 h 50799"/>
                <a:gd name="csX10" fmla="*/ 13228 w 52909"/>
                <a:gd name="csY10" fmla="*/ 25400 h 50799"/>
                <a:gd name="csX11" fmla="*/ 1 w 52909"/>
                <a:gd name="csY11" fmla="*/ 1 h 50799"/>
                <a:gd name="csX12" fmla="*/ 1 w 52909"/>
                <a:gd name="csY12" fmla="*/ 1 h 50799"/>
                <a:gd name="csX13" fmla="*/ 52910 w 52909"/>
                <a:gd name="csY13" fmla="*/ 25400 h 50799"/>
                <a:gd name="csX14" fmla="*/ 1 w 52909"/>
                <a:gd name="csY14" fmla="*/ 1 h 50799"/>
                <a:gd name="csX15" fmla="*/ 52910 w 52909"/>
                <a:gd name="csY15" fmla="*/ 254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cubicBezTo>
                    <a:pt x="33485" y="29827"/>
                    <a:pt x="13832" y="36141"/>
                    <a:pt x="1" y="50800"/>
                  </a:cubicBezTo>
                  <a:moveTo>
                    <a:pt x="52910" y="25400"/>
                  </a:moveTo>
                  <a:cubicBezTo>
                    <a:pt x="38549" y="34617"/>
                    <a:pt x="21542" y="42672"/>
                    <a:pt x="1" y="50800"/>
                  </a:cubicBezTo>
                  <a:moveTo>
                    <a:pt x="1" y="50800"/>
                  </a:moveTo>
                  <a:cubicBezTo>
                    <a:pt x="7332" y="44632"/>
                    <a:pt x="8390" y="37157"/>
                    <a:pt x="13228" y="25400"/>
                  </a:cubicBezTo>
                  <a:moveTo>
                    <a:pt x="1" y="50800"/>
                  </a:moveTo>
                  <a:cubicBezTo>
                    <a:pt x="983" y="45938"/>
                    <a:pt x="6576" y="40568"/>
                    <a:pt x="13228" y="25400"/>
                  </a:cubicBezTo>
                  <a:moveTo>
                    <a:pt x="13228" y="25400"/>
                  </a:moveTo>
                  <a:cubicBezTo>
                    <a:pt x="7332" y="17635"/>
                    <a:pt x="7332" y="9798"/>
                    <a:pt x="1" y="1"/>
                  </a:cubicBezTo>
                  <a:moveTo>
                    <a:pt x="13228" y="25400"/>
                  </a:moveTo>
                  <a:cubicBezTo>
                    <a:pt x="10885" y="18361"/>
                    <a:pt x="5291" y="13571"/>
                    <a:pt x="1" y="1"/>
                  </a:cubicBezTo>
                  <a:moveTo>
                    <a:pt x="1" y="1"/>
                  </a:moveTo>
                  <a:cubicBezTo>
                    <a:pt x="16327" y="10233"/>
                    <a:pt x="30083" y="8201"/>
                    <a:pt x="52910" y="25400"/>
                  </a:cubicBezTo>
                  <a:moveTo>
                    <a:pt x="1" y="1"/>
                  </a:moveTo>
                  <a:cubicBezTo>
                    <a:pt x="15571" y="4500"/>
                    <a:pt x="30234" y="12483"/>
                    <a:pt x="52910" y="254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74" name="!!رسم 9">
            <a:extLst>
              <a:ext uri="{FF2B5EF4-FFF2-40B4-BE49-F238E27FC236}">
                <a16:creationId xmlns:a16="http://schemas.microsoft.com/office/drawing/2014/main" id="{C27064ED-586B-64C4-72BA-06C5D266174B}"/>
              </a:ext>
            </a:extLst>
          </p:cNvPr>
          <p:cNvGrpSpPr/>
          <p:nvPr/>
        </p:nvGrpSpPr>
        <p:grpSpPr>
          <a:xfrm>
            <a:off x="2390515" y="4355700"/>
            <a:ext cx="453509" cy="145142"/>
            <a:chOff x="5113395" y="4366510"/>
            <a:chExt cx="453509" cy="145142"/>
          </a:xfrm>
          <a:noFill/>
        </p:grpSpPr>
        <p:sp>
          <p:nvSpPr>
            <p:cNvPr id="1975" name="مستطيل 327">
              <a:extLst>
                <a:ext uri="{FF2B5EF4-FFF2-40B4-BE49-F238E27FC236}">
                  <a16:creationId xmlns:a16="http://schemas.microsoft.com/office/drawing/2014/main" id="{BC3BCB7A-63E3-E628-FA6F-14527E4B3333}"/>
                </a:ext>
              </a:extLst>
            </p:cNvPr>
            <p:cNvSpPr/>
            <p:nvPr/>
          </p:nvSpPr>
          <p:spPr>
            <a:xfrm>
              <a:off x="5113395" y="436651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76" name="صورة 328">
              <a:extLst>
                <a:ext uri="{FF2B5EF4-FFF2-40B4-BE49-F238E27FC236}">
                  <a16:creationId xmlns:a16="http://schemas.microsoft.com/office/drawing/2014/main" id="{5AC57AC0-5620-638F-C1D7-AB5847743D8A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5117174" y="4402795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1977" name="!!رسم 9">
            <a:extLst>
              <a:ext uri="{FF2B5EF4-FFF2-40B4-BE49-F238E27FC236}">
                <a16:creationId xmlns:a16="http://schemas.microsoft.com/office/drawing/2014/main" id="{D8682834-B2E8-0808-8733-5F7E27D8CCEF}"/>
              </a:ext>
            </a:extLst>
          </p:cNvPr>
          <p:cNvGrpSpPr/>
          <p:nvPr/>
        </p:nvGrpSpPr>
        <p:grpSpPr>
          <a:xfrm>
            <a:off x="2330047" y="5407980"/>
            <a:ext cx="453509" cy="145142"/>
            <a:chOff x="5052927" y="5418790"/>
            <a:chExt cx="453509" cy="145142"/>
          </a:xfrm>
          <a:noFill/>
        </p:grpSpPr>
        <p:sp>
          <p:nvSpPr>
            <p:cNvPr id="1978" name="مستطيل 330">
              <a:extLst>
                <a:ext uri="{FF2B5EF4-FFF2-40B4-BE49-F238E27FC236}">
                  <a16:creationId xmlns:a16="http://schemas.microsoft.com/office/drawing/2014/main" id="{848E1F0E-33DB-3249-C70C-F30F2797103C}"/>
                </a:ext>
              </a:extLst>
            </p:cNvPr>
            <p:cNvSpPr/>
            <p:nvPr/>
          </p:nvSpPr>
          <p:spPr>
            <a:xfrm>
              <a:off x="5052927" y="541879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79" name="صورة 331">
              <a:extLst>
                <a:ext uri="{FF2B5EF4-FFF2-40B4-BE49-F238E27FC236}">
                  <a16:creationId xmlns:a16="http://schemas.microsoft.com/office/drawing/2014/main" id="{3C2B3E1D-BFB1-00A4-5085-0D6D0BF09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5056706" y="5455075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1980" name="!!رسم 9">
            <a:extLst>
              <a:ext uri="{FF2B5EF4-FFF2-40B4-BE49-F238E27FC236}">
                <a16:creationId xmlns:a16="http://schemas.microsoft.com/office/drawing/2014/main" id="{BD77F4D6-8B53-3AA2-F2BC-D715A88C19FA}"/>
              </a:ext>
            </a:extLst>
          </p:cNvPr>
          <p:cNvGrpSpPr/>
          <p:nvPr/>
        </p:nvGrpSpPr>
        <p:grpSpPr>
          <a:xfrm>
            <a:off x="2390515" y="5059639"/>
            <a:ext cx="453509" cy="145142"/>
            <a:chOff x="5113395" y="5070449"/>
            <a:chExt cx="453509" cy="145142"/>
          </a:xfrm>
          <a:noFill/>
        </p:grpSpPr>
        <p:sp>
          <p:nvSpPr>
            <p:cNvPr id="1981" name="مستطيل 333">
              <a:extLst>
                <a:ext uri="{FF2B5EF4-FFF2-40B4-BE49-F238E27FC236}">
                  <a16:creationId xmlns:a16="http://schemas.microsoft.com/office/drawing/2014/main" id="{F7AD95F2-651A-ACF6-D0D5-0DCEFF140C6A}"/>
                </a:ext>
              </a:extLst>
            </p:cNvPr>
            <p:cNvSpPr/>
            <p:nvPr/>
          </p:nvSpPr>
          <p:spPr>
            <a:xfrm>
              <a:off x="5113395" y="5070449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82" name="صورة 334">
              <a:extLst>
                <a:ext uri="{FF2B5EF4-FFF2-40B4-BE49-F238E27FC236}">
                  <a16:creationId xmlns:a16="http://schemas.microsoft.com/office/drawing/2014/main" id="{4533194D-7C50-D6A4-BFA0-76AC8426B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117174" y="5106734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1983" name="!!رسم 9">
            <a:extLst>
              <a:ext uri="{FF2B5EF4-FFF2-40B4-BE49-F238E27FC236}">
                <a16:creationId xmlns:a16="http://schemas.microsoft.com/office/drawing/2014/main" id="{8B06C4DC-8E91-59F5-B4C3-46A33801D8A2}"/>
              </a:ext>
            </a:extLst>
          </p:cNvPr>
          <p:cNvGrpSpPr/>
          <p:nvPr/>
        </p:nvGrpSpPr>
        <p:grpSpPr>
          <a:xfrm>
            <a:off x="2284696" y="5041496"/>
            <a:ext cx="293874" cy="50799"/>
            <a:chOff x="5007576" y="5052306"/>
            <a:chExt cx="293874" cy="50799"/>
          </a:xfrm>
        </p:grpSpPr>
        <p:sp>
          <p:nvSpPr>
            <p:cNvPr id="1984" name="شكل حر: شكل 336">
              <a:extLst>
                <a:ext uri="{FF2B5EF4-FFF2-40B4-BE49-F238E27FC236}">
                  <a16:creationId xmlns:a16="http://schemas.microsoft.com/office/drawing/2014/main" id="{1C92CFD8-C372-D916-4047-EA42CBECEC3F}"/>
                </a:ext>
              </a:extLst>
            </p:cNvPr>
            <p:cNvSpPr/>
            <p:nvPr/>
          </p:nvSpPr>
          <p:spPr>
            <a:xfrm>
              <a:off x="5007576" y="5077706"/>
              <a:ext cx="254192" cy="7257"/>
            </a:xfrm>
            <a:custGeom>
              <a:avLst/>
              <a:gdLst>
                <a:gd name="csX0" fmla="*/ 254193 w 254192"/>
                <a:gd name="csY0" fmla="*/ 1 h 7257"/>
                <a:gd name="csX1" fmla="*/ 1 w 254192"/>
                <a:gd name="csY1" fmla="*/ 1 h 7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4192" h="7257">
                  <a:moveTo>
                    <a:pt x="254193" y="1"/>
                  </a:moveTo>
                  <a:lnTo>
                    <a:pt x="1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5" name="شكل حر: شكل 337">
              <a:extLst>
                <a:ext uri="{FF2B5EF4-FFF2-40B4-BE49-F238E27FC236}">
                  <a16:creationId xmlns:a16="http://schemas.microsoft.com/office/drawing/2014/main" id="{4389D8AA-0340-E25F-2EED-E6B2E862B7A4}"/>
                </a:ext>
              </a:extLst>
            </p:cNvPr>
            <p:cNvSpPr/>
            <p:nvPr/>
          </p:nvSpPr>
          <p:spPr>
            <a:xfrm>
              <a:off x="5248540" y="5052306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13228 w 52909"/>
                <a:gd name="csY2" fmla="*/ 25400 h 50799"/>
                <a:gd name="csX3" fmla="*/ 1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lnTo>
                    <a:pt x="1" y="50800"/>
                  </a:lnTo>
                  <a:lnTo>
                    <a:pt x="13228" y="2540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6" name="شكل حر: شكل 338">
              <a:extLst>
                <a:ext uri="{FF2B5EF4-FFF2-40B4-BE49-F238E27FC236}">
                  <a16:creationId xmlns:a16="http://schemas.microsoft.com/office/drawing/2014/main" id="{7B570998-FA9C-A395-F5AB-37A28AC45062}"/>
                </a:ext>
              </a:extLst>
            </p:cNvPr>
            <p:cNvSpPr/>
            <p:nvPr/>
          </p:nvSpPr>
          <p:spPr>
            <a:xfrm>
              <a:off x="5007576" y="5071060"/>
              <a:ext cx="254192" cy="7034"/>
            </a:xfrm>
            <a:custGeom>
              <a:avLst/>
              <a:gdLst>
                <a:gd name="csX0" fmla="*/ 254193 w 254192"/>
                <a:gd name="csY0" fmla="*/ 6646 h 7034"/>
                <a:gd name="csX1" fmla="*/ 1 w 254192"/>
                <a:gd name="csY1" fmla="*/ 6646 h 7034"/>
                <a:gd name="csX2" fmla="*/ 254193 w 254192"/>
                <a:gd name="csY2" fmla="*/ 6646 h 7034"/>
                <a:gd name="csX3" fmla="*/ 1 w 254192"/>
                <a:gd name="csY3" fmla="*/ 6646 h 7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192" h="7034">
                  <a:moveTo>
                    <a:pt x="254193" y="6646"/>
                  </a:moveTo>
                  <a:cubicBezTo>
                    <a:pt x="162206" y="-2715"/>
                    <a:pt x="98639" y="-1700"/>
                    <a:pt x="1" y="6646"/>
                  </a:cubicBezTo>
                  <a:moveTo>
                    <a:pt x="254193" y="6646"/>
                  </a:moveTo>
                  <a:cubicBezTo>
                    <a:pt x="199545" y="2292"/>
                    <a:pt x="149130" y="8606"/>
                    <a:pt x="1" y="6646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7" name="شكل حر: شكل 339">
              <a:extLst>
                <a:ext uri="{FF2B5EF4-FFF2-40B4-BE49-F238E27FC236}">
                  <a16:creationId xmlns:a16="http://schemas.microsoft.com/office/drawing/2014/main" id="{FD82A458-C085-C500-5154-69070C06D61B}"/>
                </a:ext>
              </a:extLst>
            </p:cNvPr>
            <p:cNvSpPr/>
            <p:nvPr/>
          </p:nvSpPr>
          <p:spPr>
            <a:xfrm>
              <a:off x="5248540" y="5052306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13228 w 52909"/>
                <a:gd name="csY2" fmla="*/ 25400 h 50799"/>
                <a:gd name="csX3" fmla="*/ 1 w 52909"/>
                <a:gd name="csY3" fmla="*/ 1 h 50799"/>
                <a:gd name="csX4" fmla="*/ 52910 w 52909"/>
                <a:gd name="csY4" fmla="*/ 254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cubicBezTo>
                    <a:pt x="44898" y="30553"/>
                    <a:pt x="30083" y="38608"/>
                    <a:pt x="1" y="50800"/>
                  </a:cubicBezTo>
                  <a:cubicBezTo>
                    <a:pt x="1059" y="47607"/>
                    <a:pt x="10129" y="39261"/>
                    <a:pt x="13228" y="25400"/>
                  </a:cubicBezTo>
                  <a:cubicBezTo>
                    <a:pt x="5065" y="23296"/>
                    <a:pt x="8995" y="18433"/>
                    <a:pt x="1" y="1"/>
                  </a:cubicBezTo>
                  <a:cubicBezTo>
                    <a:pt x="16327" y="12700"/>
                    <a:pt x="37566" y="5443"/>
                    <a:pt x="52910" y="254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8" name="شكل حر: شكل 340">
              <a:extLst>
                <a:ext uri="{FF2B5EF4-FFF2-40B4-BE49-F238E27FC236}">
                  <a16:creationId xmlns:a16="http://schemas.microsoft.com/office/drawing/2014/main" id="{AC759499-1A37-7E73-688F-CA10E743507C}"/>
                </a:ext>
              </a:extLst>
            </p:cNvPr>
            <p:cNvSpPr/>
            <p:nvPr/>
          </p:nvSpPr>
          <p:spPr>
            <a:xfrm>
              <a:off x="5248540" y="5052306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52910 w 52909"/>
                <a:gd name="csY2" fmla="*/ 25400 h 50799"/>
                <a:gd name="csX3" fmla="*/ 1 w 52909"/>
                <a:gd name="csY3" fmla="*/ 50800 h 50799"/>
                <a:gd name="csX4" fmla="*/ 1 w 52909"/>
                <a:gd name="csY4" fmla="*/ 50800 h 50799"/>
                <a:gd name="csX5" fmla="*/ 13228 w 52909"/>
                <a:gd name="csY5" fmla="*/ 25400 h 50799"/>
                <a:gd name="csX6" fmla="*/ 1 w 52909"/>
                <a:gd name="csY6" fmla="*/ 50800 h 50799"/>
                <a:gd name="csX7" fmla="*/ 13228 w 52909"/>
                <a:gd name="csY7" fmla="*/ 25400 h 50799"/>
                <a:gd name="csX8" fmla="*/ 13228 w 52909"/>
                <a:gd name="csY8" fmla="*/ 25400 h 50799"/>
                <a:gd name="csX9" fmla="*/ 1 w 52909"/>
                <a:gd name="csY9" fmla="*/ 1 h 50799"/>
                <a:gd name="csX10" fmla="*/ 13228 w 52909"/>
                <a:gd name="csY10" fmla="*/ 25400 h 50799"/>
                <a:gd name="csX11" fmla="*/ 1 w 52909"/>
                <a:gd name="csY11" fmla="*/ 1 h 50799"/>
                <a:gd name="csX12" fmla="*/ 1 w 52909"/>
                <a:gd name="csY12" fmla="*/ 1 h 50799"/>
                <a:gd name="csX13" fmla="*/ 52910 w 52909"/>
                <a:gd name="csY13" fmla="*/ 25400 h 50799"/>
                <a:gd name="csX14" fmla="*/ 1 w 52909"/>
                <a:gd name="csY14" fmla="*/ 1 h 50799"/>
                <a:gd name="csX15" fmla="*/ 52910 w 52909"/>
                <a:gd name="csY15" fmla="*/ 254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cubicBezTo>
                    <a:pt x="31973" y="29827"/>
                    <a:pt x="22071" y="38390"/>
                    <a:pt x="1" y="50800"/>
                  </a:cubicBezTo>
                  <a:moveTo>
                    <a:pt x="52910" y="25400"/>
                  </a:moveTo>
                  <a:cubicBezTo>
                    <a:pt x="41043" y="28739"/>
                    <a:pt x="30839" y="36431"/>
                    <a:pt x="1" y="50800"/>
                  </a:cubicBezTo>
                  <a:moveTo>
                    <a:pt x="1" y="50800"/>
                  </a:moveTo>
                  <a:cubicBezTo>
                    <a:pt x="4006" y="41439"/>
                    <a:pt x="9449" y="39334"/>
                    <a:pt x="13228" y="25400"/>
                  </a:cubicBezTo>
                  <a:moveTo>
                    <a:pt x="1" y="50800"/>
                  </a:moveTo>
                  <a:cubicBezTo>
                    <a:pt x="4006" y="42019"/>
                    <a:pt x="7408" y="35705"/>
                    <a:pt x="13228" y="25400"/>
                  </a:cubicBezTo>
                  <a:moveTo>
                    <a:pt x="13228" y="25400"/>
                  </a:moveTo>
                  <a:cubicBezTo>
                    <a:pt x="8542" y="17055"/>
                    <a:pt x="1966" y="10886"/>
                    <a:pt x="1" y="1"/>
                  </a:cubicBezTo>
                  <a:moveTo>
                    <a:pt x="13228" y="25400"/>
                  </a:moveTo>
                  <a:cubicBezTo>
                    <a:pt x="10053" y="20175"/>
                    <a:pt x="8012" y="15676"/>
                    <a:pt x="1" y="1"/>
                  </a:cubicBezTo>
                  <a:moveTo>
                    <a:pt x="1" y="1"/>
                  </a:moveTo>
                  <a:cubicBezTo>
                    <a:pt x="8542" y="9725"/>
                    <a:pt x="26606" y="15966"/>
                    <a:pt x="52910" y="25400"/>
                  </a:cubicBezTo>
                  <a:moveTo>
                    <a:pt x="1" y="1"/>
                  </a:moveTo>
                  <a:cubicBezTo>
                    <a:pt x="17385" y="10088"/>
                    <a:pt x="34240" y="16474"/>
                    <a:pt x="52910" y="254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89" name="!!رسم 9">
            <a:extLst>
              <a:ext uri="{FF2B5EF4-FFF2-40B4-BE49-F238E27FC236}">
                <a16:creationId xmlns:a16="http://schemas.microsoft.com/office/drawing/2014/main" id="{AFCC046A-B585-A0C0-470A-2454C411DC4F}"/>
              </a:ext>
            </a:extLst>
          </p:cNvPr>
          <p:cNvGrpSpPr/>
          <p:nvPr/>
        </p:nvGrpSpPr>
        <p:grpSpPr>
          <a:xfrm>
            <a:off x="2284696" y="1572601"/>
            <a:ext cx="4306564" cy="4530643"/>
            <a:chOff x="5007576" y="1583411"/>
            <a:chExt cx="4306564" cy="4530643"/>
          </a:xfrm>
        </p:grpSpPr>
        <p:grpSp>
          <p:nvGrpSpPr>
            <p:cNvPr id="1990" name="رسم 9">
              <a:extLst>
                <a:ext uri="{FF2B5EF4-FFF2-40B4-BE49-F238E27FC236}">
                  <a16:creationId xmlns:a16="http://schemas.microsoft.com/office/drawing/2014/main" id="{E19DE7F8-3AC7-5025-1DFC-4054A19FBEA7}"/>
                </a:ext>
              </a:extLst>
            </p:cNvPr>
            <p:cNvGrpSpPr/>
            <p:nvPr/>
          </p:nvGrpSpPr>
          <p:grpSpPr>
            <a:xfrm>
              <a:off x="5007576" y="1583411"/>
              <a:ext cx="4232757" cy="4530643"/>
              <a:chOff x="5007576" y="1583411"/>
              <a:chExt cx="4232757" cy="4530643"/>
            </a:xfrm>
          </p:grpSpPr>
          <p:sp>
            <p:nvSpPr>
              <p:cNvPr id="1992" name="شكل حر: شكل 343">
                <a:extLst>
                  <a:ext uri="{FF2B5EF4-FFF2-40B4-BE49-F238E27FC236}">
                    <a16:creationId xmlns:a16="http://schemas.microsoft.com/office/drawing/2014/main" id="{F07104AC-1C77-DFC0-C4D0-F3553C5ACF10}"/>
                  </a:ext>
                </a:extLst>
              </p:cNvPr>
              <p:cNvSpPr/>
              <p:nvPr/>
            </p:nvSpPr>
            <p:spPr>
              <a:xfrm>
                <a:off x="5007576" y="1608810"/>
                <a:ext cx="4232757" cy="4499404"/>
              </a:xfrm>
              <a:custGeom>
                <a:avLst/>
                <a:gdLst>
                  <a:gd name="csX0" fmla="*/ 1257507 w 4232757"/>
                  <a:gd name="csY0" fmla="*/ 1 h 4499404"/>
                  <a:gd name="csX1" fmla="*/ 4232758 w 4232757"/>
                  <a:gd name="csY1" fmla="*/ 1 h 4499404"/>
                  <a:gd name="csX2" fmla="*/ 4232758 w 4232757"/>
                  <a:gd name="csY2" fmla="*/ 4499405 h 4499404"/>
                  <a:gd name="csX3" fmla="*/ 831435 w 4232757"/>
                  <a:gd name="csY3" fmla="*/ 4499405 h 4499404"/>
                  <a:gd name="csX4" fmla="*/ 831435 w 4232757"/>
                  <a:gd name="csY4" fmla="*/ 3701123 h 4499404"/>
                  <a:gd name="csX5" fmla="*/ 1 w 4232757"/>
                  <a:gd name="csY5" fmla="*/ 3701123 h 44994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232757" h="4499404">
                    <a:moveTo>
                      <a:pt x="1257507" y="1"/>
                    </a:moveTo>
                    <a:lnTo>
                      <a:pt x="4232758" y="1"/>
                    </a:lnTo>
                    <a:lnTo>
                      <a:pt x="4232758" y="4499405"/>
                    </a:lnTo>
                    <a:lnTo>
                      <a:pt x="831435" y="4499405"/>
                    </a:lnTo>
                    <a:lnTo>
                      <a:pt x="831435" y="3701123"/>
                    </a:lnTo>
                    <a:lnTo>
                      <a:pt x="1" y="3701123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3" name="شكل حر: شكل 344">
                <a:extLst>
                  <a:ext uri="{FF2B5EF4-FFF2-40B4-BE49-F238E27FC236}">
                    <a16:creationId xmlns:a16="http://schemas.microsoft.com/office/drawing/2014/main" id="{427ED0EB-1E59-FDF9-4759-A32C0821733A}"/>
                  </a:ext>
                </a:extLst>
              </p:cNvPr>
              <p:cNvSpPr/>
              <p:nvPr/>
            </p:nvSpPr>
            <p:spPr>
              <a:xfrm>
                <a:off x="6225400" y="1583411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4" name="شكل حر: شكل 345">
                <a:extLst>
                  <a:ext uri="{FF2B5EF4-FFF2-40B4-BE49-F238E27FC236}">
                    <a16:creationId xmlns:a16="http://schemas.microsoft.com/office/drawing/2014/main" id="{7038C088-8F2F-1AA1-27AE-05FD09074C7B}"/>
                  </a:ext>
                </a:extLst>
              </p:cNvPr>
              <p:cNvSpPr/>
              <p:nvPr/>
            </p:nvSpPr>
            <p:spPr>
              <a:xfrm>
                <a:off x="5007576" y="1608810"/>
                <a:ext cx="4232757" cy="4505243"/>
              </a:xfrm>
              <a:custGeom>
                <a:avLst/>
                <a:gdLst>
                  <a:gd name="csX0" fmla="*/ 1257507 w 4232757"/>
                  <a:gd name="csY0" fmla="*/ 1 h 4505243"/>
                  <a:gd name="csX1" fmla="*/ 4232758 w 4232757"/>
                  <a:gd name="csY1" fmla="*/ 1 h 4505243"/>
                  <a:gd name="csX2" fmla="*/ 1257507 w 4232757"/>
                  <a:gd name="csY2" fmla="*/ 1 h 4505243"/>
                  <a:gd name="csX3" fmla="*/ 4232758 w 4232757"/>
                  <a:gd name="csY3" fmla="*/ 1 h 4505243"/>
                  <a:gd name="csX4" fmla="*/ 4232758 w 4232757"/>
                  <a:gd name="csY4" fmla="*/ 1 h 4505243"/>
                  <a:gd name="csX5" fmla="*/ 4232758 w 4232757"/>
                  <a:gd name="csY5" fmla="*/ 4499405 h 4505243"/>
                  <a:gd name="csX6" fmla="*/ 4232758 w 4232757"/>
                  <a:gd name="csY6" fmla="*/ 1 h 4505243"/>
                  <a:gd name="csX7" fmla="*/ 4232758 w 4232757"/>
                  <a:gd name="csY7" fmla="*/ 4499405 h 4505243"/>
                  <a:gd name="csX8" fmla="*/ 4232758 w 4232757"/>
                  <a:gd name="csY8" fmla="*/ 4499405 h 4505243"/>
                  <a:gd name="csX9" fmla="*/ 831435 w 4232757"/>
                  <a:gd name="csY9" fmla="*/ 4499405 h 4505243"/>
                  <a:gd name="csX10" fmla="*/ 4232758 w 4232757"/>
                  <a:gd name="csY10" fmla="*/ 4499405 h 4505243"/>
                  <a:gd name="csX11" fmla="*/ 831435 w 4232757"/>
                  <a:gd name="csY11" fmla="*/ 4499405 h 4505243"/>
                  <a:gd name="csX12" fmla="*/ 831435 w 4232757"/>
                  <a:gd name="csY12" fmla="*/ 4499405 h 4505243"/>
                  <a:gd name="csX13" fmla="*/ 831435 w 4232757"/>
                  <a:gd name="csY13" fmla="*/ 3701123 h 4505243"/>
                  <a:gd name="csX14" fmla="*/ 831435 w 4232757"/>
                  <a:gd name="csY14" fmla="*/ 4499405 h 4505243"/>
                  <a:gd name="csX15" fmla="*/ 831435 w 4232757"/>
                  <a:gd name="csY15" fmla="*/ 3701123 h 4505243"/>
                  <a:gd name="csX16" fmla="*/ 831435 w 4232757"/>
                  <a:gd name="csY16" fmla="*/ 3701123 h 4505243"/>
                  <a:gd name="csX17" fmla="*/ 1 w 4232757"/>
                  <a:gd name="csY17" fmla="*/ 3701123 h 4505243"/>
                  <a:gd name="csX18" fmla="*/ 831435 w 4232757"/>
                  <a:gd name="csY18" fmla="*/ 3701123 h 4505243"/>
                  <a:gd name="csX19" fmla="*/ 1 w 4232757"/>
                  <a:gd name="csY19" fmla="*/ 3701123 h 45052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4232757" h="4505243">
                    <a:moveTo>
                      <a:pt x="1257507" y="1"/>
                    </a:moveTo>
                    <a:cubicBezTo>
                      <a:pt x="2219477" y="17708"/>
                      <a:pt x="3162853" y="19087"/>
                      <a:pt x="4232758" y="1"/>
                    </a:cubicBezTo>
                    <a:moveTo>
                      <a:pt x="1257507" y="1"/>
                    </a:moveTo>
                    <a:cubicBezTo>
                      <a:pt x="2085692" y="13862"/>
                      <a:pt x="2909266" y="14224"/>
                      <a:pt x="4232758" y="1"/>
                    </a:cubicBezTo>
                    <a:moveTo>
                      <a:pt x="4232758" y="1"/>
                    </a:moveTo>
                    <a:cubicBezTo>
                      <a:pt x="4223915" y="1304029"/>
                      <a:pt x="4224595" y="2612558"/>
                      <a:pt x="4232758" y="4499405"/>
                    </a:cubicBezTo>
                    <a:moveTo>
                      <a:pt x="4232758" y="1"/>
                    </a:moveTo>
                    <a:cubicBezTo>
                      <a:pt x="4222555" y="1242852"/>
                      <a:pt x="4223991" y="2490566"/>
                      <a:pt x="4232758" y="4499405"/>
                    </a:cubicBezTo>
                    <a:moveTo>
                      <a:pt x="4232758" y="4499405"/>
                    </a:moveTo>
                    <a:cubicBezTo>
                      <a:pt x="3309639" y="4494833"/>
                      <a:pt x="2390677" y="4490188"/>
                      <a:pt x="831435" y="4499405"/>
                    </a:cubicBezTo>
                    <a:moveTo>
                      <a:pt x="4232758" y="4499405"/>
                    </a:moveTo>
                    <a:cubicBezTo>
                      <a:pt x="3369654" y="4507968"/>
                      <a:pt x="2501636" y="4506372"/>
                      <a:pt x="831435" y="4499405"/>
                    </a:cubicBezTo>
                    <a:moveTo>
                      <a:pt x="831435" y="4499405"/>
                    </a:moveTo>
                    <a:cubicBezTo>
                      <a:pt x="835819" y="4221748"/>
                      <a:pt x="826144" y="3920143"/>
                      <a:pt x="831435" y="3701123"/>
                    </a:cubicBezTo>
                    <a:moveTo>
                      <a:pt x="831435" y="4499405"/>
                    </a:moveTo>
                    <a:cubicBezTo>
                      <a:pt x="825086" y="4298310"/>
                      <a:pt x="828109" y="4088072"/>
                      <a:pt x="831435" y="3701123"/>
                    </a:cubicBezTo>
                    <a:moveTo>
                      <a:pt x="831435" y="3701123"/>
                    </a:moveTo>
                    <a:cubicBezTo>
                      <a:pt x="556910" y="3709324"/>
                      <a:pt x="296294" y="3695898"/>
                      <a:pt x="1" y="3701123"/>
                    </a:cubicBezTo>
                    <a:moveTo>
                      <a:pt x="831435" y="3701123"/>
                    </a:moveTo>
                    <a:cubicBezTo>
                      <a:pt x="516170" y="3703591"/>
                      <a:pt x="191155" y="3694156"/>
                      <a:pt x="1" y="370112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5" name="شكل حر: شكل 346">
                <a:extLst>
                  <a:ext uri="{FF2B5EF4-FFF2-40B4-BE49-F238E27FC236}">
                    <a16:creationId xmlns:a16="http://schemas.microsoft.com/office/drawing/2014/main" id="{F26327E7-4DD2-1EED-847E-C8C428FE9DA7}"/>
                  </a:ext>
                </a:extLst>
              </p:cNvPr>
              <p:cNvSpPr/>
              <p:nvPr/>
            </p:nvSpPr>
            <p:spPr>
              <a:xfrm>
                <a:off x="6225400" y="1583411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  <a:gd name="csX4" fmla="*/ 1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9524" y="26779"/>
                      <a:pt x="28647" y="9217"/>
                      <a:pt x="52910" y="1"/>
                    </a:cubicBezTo>
                    <a:cubicBezTo>
                      <a:pt x="49736" y="12410"/>
                      <a:pt x="39683" y="15458"/>
                      <a:pt x="39683" y="25400"/>
                    </a:cubicBezTo>
                    <a:cubicBezTo>
                      <a:pt x="42933" y="32222"/>
                      <a:pt x="46258" y="37520"/>
                      <a:pt x="52910" y="50800"/>
                    </a:cubicBezTo>
                    <a:cubicBezTo>
                      <a:pt x="29025" y="48478"/>
                      <a:pt x="29328" y="29537"/>
                      <a:pt x="1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6" name="شكل حر: شكل 347">
                <a:extLst>
                  <a:ext uri="{FF2B5EF4-FFF2-40B4-BE49-F238E27FC236}">
                    <a16:creationId xmlns:a16="http://schemas.microsoft.com/office/drawing/2014/main" id="{905D5269-7CFF-E0F6-D716-5B900AAB012A}"/>
                  </a:ext>
                </a:extLst>
              </p:cNvPr>
              <p:cNvSpPr/>
              <p:nvPr/>
            </p:nvSpPr>
            <p:spPr>
              <a:xfrm>
                <a:off x="6225400" y="1583411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21240" y="22207"/>
                      <a:pt x="30008" y="15023"/>
                      <a:pt x="52910" y="1"/>
                    </a:cubicBezTo>
                    <a:moveTo>
                      <a:pt x="1" y="25400"/>
                    </a:moveTo>
                    <a:cubicBezTo>
                      <a:pt x="17234" y="17345"/>
                      <a:pt x="31293" y="10596"/>
                      <a:pt x="52910" y="1"/>
                    </a:cubicBezTo>
                    <a:moveTo>
                      <a:pt x="52910" y="1"/>
                    </a:moveTo>
                    <a:cubicBezTo>
                      <a:pt x="49131" y="7620"/>
                      <a:pt x="45654" y="17418"/>
                      <a:pt x="39683" y="25400"/>
                    </a:cubicBezTo>
                    <a:moveTo>
                      <a:pt x="52910" y="1"/>
                    </a:moveTo>
                    <a:cubicBezTo>
                      <a:pt x="47846" y="5661"/>
                      <a:pt x="44898" y="13716"/>
                      <a:pt x="39683" y="25400"/>
                    </a:cubicBezTo>
                    <a:moveTo>
                      <a:pt x="39683" y="25400"/>
                    </a:moveTo>
                    <a:cubicBezTo>
                      <a:pt x="42101" y="33528"/>
                      <a:pt x="46032" y="38536"/>
                      <a:pt x="52910" y="50800"/>
                    </a:cubicBezTo>
                    <a:moveTo>
                      <a:pt x="39683" y="25400"/>
                    </a:moveTo>
                    <a:cubicBezTo>
                      <a:pt x="44520" y="32222"/>
                      <a:pt x="47317" y="38028"/>
                      <a:pt x="52910" y="50800"/>
                    </a:cubicBezTo>
                    <a:moveTo>
                      <a:pt x="52910" y="50800"/>
                    </a:moveTo>
                    <a:cubicBezTo>
                      <a:pt x="38171" y="45067"/>
                      <a:pt x="15344" y="30335"/>
                      <a:pt x="1" y="25400"/>
                    </a:cubicBezTo>
                    <a:moveTo>
                      <a:pt x="52910" y="50800"/>
                    </a:moveTo>
                    <a:cubicBezTo>
                      <a:pt x="36659" y="45720"/>
                      <a:pt x="24263" y="37302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91" name="صورة 348">
              <a:extLst>
                <a:ext uri="{FF2B5EF4-FFF2-40B4-BE49-F238E27FC236}">
                  <a16:creationId xmlns:a16="http://schemas.microsoft.com/office/drawing/2014/main" id="{6C55DABE-37E4-436D-E188-ACCC826BBF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 rot="-5400000">
              <a:off x="8860630" y="5522097"/>
              <a:ext cx="778525" cy="123370"/>
            </a:xfrm>
            <a:custGeom>
              <a:avLst/>
              <a:gdLst>
                <a:gd name="csX0" fmla="*/ 2 w 778525"/>
                <a:gd name="csY0" fmla="*/ -2 h 123370"/>
                <a:gd name="csX1" fmla="*/ 778527 w 778525"/>
                <a:gd name="csY1" fmla="*/ -2 h 123370"/>
                <a:gd name="csX2" fmla="*/ 778527 w 778525"/>
                <a:gd name="csY2" fmla="*/ 123369 h 123370"/>
                <a:gd name="csX3" fmla="*/ 2 w 778525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8525" h="123370">
                  <a:moveTo>
                    <a:pt x="2" y="-2"/>
                  </a:moveTo>
                  <a:lnTo>
                    <a:pt x="778527" y="-2"/>
                  </a:lnTo>
                  <a:lnTo>
                    <a:pt x="778527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1997" name="!!رسم 9">
            <a:extLst>
              <a:ext uri="{FF2B5EF4-FFF2-40B4-BE49-F238E27FC236}">
                <a16:creationId xmlns:a16="http://schemas.microsoft.com/office/drawing/2014/main" id="{A86C0323-538F-AA24-2C02-BD71F3B1B8FD}"/>
              </a:ext>
            </a:extLst>
          </p:cNvPr>
          <p:cNvGrpSpPr/>
          <p:nvPr/>
        </p:nvGrpSpPr>
        <p:grpSpPr>
          <a:xfrm>
            <a:off x="5882540" y="5959520"/>
            <a:ext cx="453509" cy="145142"/>
            <a:chOff x="8605420" y="5970330"/>
            <a:chExt cx="453509" cy="145142"/>
          </a:xfrm>
          <a:noFill/>
        </p:grpSpPr>
        <p:sp>
          <p:nvSpPr>
            <p:cNvPr id="1998" name="مستطيل 350">
              <a:extLst>
                <a:ext uri="{FF2B5EF4-FFF2-40B4-BE49-F238E27FC236}">
                  <a16:creationId xmlns:a16="http://schemas.microsoft.com/office/drawing/2014/main" id="{B4C36097-7988-D272-A051-8E511D56D74F}"/>
                </a:ext>
              </a:extLst>
            </p:cNvPr>
            <p:cNvSpPr/>
            <p:nvPr/>
          </p:nvSpPr>
          <p:spPr>
            <a:xfrm>
              <a:off x="8605420" y="597033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99" name="صورة 351">
              <a:extLst>
                <a:ext uri="{FF2B5EF4-FFF2-40B4-BE49-F238E27FC236}">
                  <a16:creationId xmlns:a16="http://schemas.microsoft.com/office/drawing/2014/main" id="{9FA7C93B-AC85-93A4-31F5-D0EFE385406D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609199" y="6006615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000" name="!!رسم 9">
            <a:extLst>
              <a:ext uri="{FF2B5EF4-FFF2-40B4-BE49-F238E27FC236}">
                <a16:creationId xmlns:a16="http://schemas.microsoft.com/office/drawing/2014/main" id="{E72191A7-259E-2AB3-81F4-D69C32A449A1}"/>
              </a:ext>
            </a:extLst>
          </p:cNvPr>
          <p:cNvGrpSpPr/>
          <p:nvPr/>
        </p:nvGrpSpPr>
        <p:grpSpPr>
          <a:xfrm>
            <a:off x="5882540" y="5872434"/>
            <a:ext cx="453509" cy="145142"/>
            <a:chOff x="8605420" y="5883244"/>
            <a:chExt cx="453509" cy="145142"/>
          </a:xfrm>
          <a:noFill/>
        </p:grpSpPr>
        <p:sp>
          <p:nvSpPr>
            <p:cNvPr id="2001" name="مستطيل 353">
              <a:extLst>
                <a:ext uri="{FF2B5EF4-FFF2-40B4-BE49-F238E27FC236}">
                  <a16:creationId xmlns:a16="http://schemas.microsoft.com/office/drawing/2014/main" id="{4A5EC62C-0F2D-5AA8-22CE-9709A83E8938}"/>
                </a:ext>
              </a:extLst>
            </p:cNvPr>
            <p:cNvSpPr/>
            <p:nvPr/>
          </p:nvSpPr>
          <p:spPr>
            <a:xfrm>
              <a:off x="8605420" y="5883244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02" name="صورة 354">
              <a:extLst>
                <a:ext uri="{FF2B5EF4-FFF2-40B4-BE49-F238E27FC236}">
                  <a16:creationId xmlns:a16="http://schemas.microsoft.com/office/drawing/2014/main" id="{1A24EED6-E6FC-D437-E18D-BF3A310F0366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8609199" y="5919530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003" name="!!رسم 9">
            <a:extLst>
              <a:ext uri="{FF2B5EF4-FFF2-40B4-BE49-F238E27FC236}">
                <a16:creationId xmlns:a16="http://schemas.microsoft.com/office/drawing/2014/main" id="{CD4FCAC2-0E01-6A9B-5017-75E07CA2CAFE}"/>
              </a:ext>
            </a:extLst>
          </p:cNvPr>
          <p:cNvGrpSpPr/>
          <p:nvPr/>
        </p:nvGrpSpPr>
        <p:grpSpPr>
          <a:xfrm>
            <a:off x="5005754" y="5597535"/>
            <a:ext cx="857889" cy="499869"/>
            <a:chOff x="7728634" y="5608345"/>
            <a:chExt cx="857889" cy="499869"/>
          </a:xfrm>
        </p:grpSpPr>
        <p:grpSp>
          <p:nvGrpSpPr>
            <p:cNvPr id="2004" name="رسم 9">
              <a:extLst>
                <a:ext uri="{FF2B5EF4-FFF2-40B4-BE49-F238E27FC236}">
                  <a16:creationId xmlns:a16="http://schemas.microsoft.com/office/drawing/2014/main" id="{30852A24-7B82-003B-DCED-6209733210D1}"/>
                </a:ext>
              </a:extLst>
            </p:cNvPr>
            <p:cNvGrpSpPr/>
            <p:nvPr/>
          </p:nvGrpSpPr>
          <p:grpSpPr>
            <a:xfrm>
              <a:off x="7728634" y="5608345"/>
              <a:ext cx="857889" cy="499869"/>
              <a:chOff x="7728634" y="5608345"/>
              <a:chExt cx="857889" cy="499869"/>
            </a:xfrm>
          </p:grpSpPr>
          <p:sp>
            <p:nvSpPr>
              <p:cNvPr id="2006" name="شكل حر: شكل 357">
                <a:extLst>
                  <a:ext uri="{FF2B5EF4-FFF2-40B4-BE49-F238E27FC236}">
                    <a16:creationId xmlns:a16="http://schemas.microsoft.com/office/drawing/2014/main" id="{A2D0D2C7-2765-5C47-8ED7-F525FF7ED020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1 w 831434"/>
                  <a:gd name="csY2" fmla="*/ 171486 h 461769"/>
                  <a:gd name="csX3" fmla="*/ 1 w 831434"/>
                  <a:gd name="csY3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lnTo>
                      <a:pt x="831435" y="171486"/>
                    </a:lnTo>
                    <a:lnTo>
                      <a:pt x="1" y="171486"/>
                    </a:lnTo>
                    <a:lnTo>
                      <a:pt x="1" y="4617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7" name="شكل حر: شكل 358">
                <a:extLst>
                  <a:ext uri="{FF2B5EF4-FFF2-40B4-BE49-F238E27FC236}">
                    <a16:creationId xmlns:a16="http://schemas.microsoft.com/office/drawing/2014/main" id="{B355BC31-99ED-98E6-C226-E3E8D582FCD4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8" name="شكل حر: شكل 359">
                <a:extLst>
                  <a:ext uri="{FF2B5EF4-FFF2-40B4-BE49-F238E27FC236}">
                    <a16:creationId xmlns:a16="http://schemas.microsoft.com/office/drawing/2014/main" id="{88BD685A-7B8E-3701-1536-D1EF31F09C5F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831435 w 831434"/>
                  <a:gd name="csY2" fmla="*/ 1 h 461769"/>
                  <a:gd name="csX3" fmla="*/ 831435 w 831434"/>
                  <a:gd name="csY3" fmla="*/ 171486 h 461769"/>
                  <a:gd name="csX4" fmla="*/ 831435 w 831434"/>
                  <a:gd name="csY4" fmla="*/ 171486 h 461769"/>
                  <a:gd name="csX5" fmla="*/ 1 w 831434"/>
                  <a:gd name="csY5" fmla="*/ 171486 h 461769"/>
                  <a:gd name="csX6" fmla="*/ 831435 w 831434"/>
                  <a:gd name="csY6" fmla="*/ 171486 h 461769"/>
                  <a:gd name="csX7" fmla="*/ 1 w 831434"/>
                  <a:gd name="csY7" fmla="*/ 171486 h 461769"/>
                  <a:gd name="csX8" fmla="*/ 1 w 831434"/>
                  <a:gd name="csY8" fmla="*/ 171486 h 461769"/>
                  <a:gd name="csX9" fmla="*/ 1 w 831434"/>
                  <a:gd name="csY9" fmla="*/ 461770 h 461769"/>
                  <a:gd name="csX10" fmla="*/ 1 w 831434"/>
                  <a:gd name="csY10" fmla="*/ 171486 h 461769"/>
                  <a:gd name="csX11" fmla="*/ 1 w 831434"/>
                  <a:gd name="csY11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cubicBezTo>
                      <a:pt x="817906" y="60597"/>
                      <a:pt x="825237" y="123807"/>
                      <a:pt x="831435" y="171486"/>
                    </a:cubicBezTo>
                    <a:moveTo>
                      <a:pt x="831435" y="1"/>
                    </a:moveTo>
                    <a:cubicBezTo>
                      <a:pt x="826975" y="39479"/>
                      <a:pt x="824028" y="69741"/>
                      <a:pt x="831435" y="171486"/>
                    </a:cubicBezTo>
                    <a:moveTo>
                      <a:pt x="831435" y="171486"/>
                    </a:moveTo>
                    <a:cubicBezTo>
                      <a:pt x="548445" y="178162"/>
                      <a:pt x="278380" y="161616"/>
                      <a:pt x="1" y="171486"/>
                    </a:cubicBezTo>
                    <a:moveTo>
                      <a:pt x="831435" y="171486"/>
                    </a:moveTo>
                    <a:cubicBezTo>
                      <a:pt x="600296" y="170542"/>
                      <a:pt x="364622" y="181283"/>
                      <a:pt x="1" y="171486"/>
                    </a:cubicBezTo>
                    <a:moveTo>
                      <a:pt x="1" y="171486"/>
                    </a:moveTo>
                    <a:cubicBezTo>
                      <a:pt x="3628" y="271997"/>
                      <a:pt x="1512" y="362856"/>
                      <a:pt x="1" y="461770"/>
                    </a:cubicBezTo>
                    <a:moveTo>
                      <a:pt x="1" y="171486"/>
                    </a:moveTo>
                    <a:cubicBezTo>
                      <a:pt x="4762" y="237453"/>
                      <a:pt x="5821" y="312201"/>
                      <a:pt x="1" y="4617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9" name="شكل حر: شكل 360">
                <a:extLst>
                  <a:ext uri="{FF2B5EF4-FFF2-40B4-BE49-F238E27FC236}">
                    <a16:creationId xmlns:a16="http://schemas.microsoft.com/office/drawing/2014/main" id="{E2F41AC5-4647-0B4B-94BD-41ECF22BCE78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867"/>
              </a:xfrm>
              <a:custGeom>
                <a:avLst/>
                <a:gdLst>
                  <a:gd name="csX0" fmla="*/ 26455 w 52909"/>
                  <a:gd name="csY0" fmla="*/ 1 h 50867"/>
                  <a:gd name="csX1" fmla="*/ 52910 w 52909"/>
                  <a:gd name="csY1" fmla="*/ 50800 h 50867"/>
                  <a:gd name="csX2" fmla="*/ 26455 w 52909"/>
                  <a:gd name="csY2" fmla="*/ 38100 h 50867"/>
                  <a:gd name="csX3" fmla="*/ 1 w 52909"/>
                  <a:gd name="csY3" fmla="*/ 50800 h 50867"/>
                  <a:gd name="csX4" fmla="*/ 26455 w 52909"/>
                  <a:gd name="csY4" fmla="*/ 1 h 50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867">
                    <a:moveTo>
                      <a:pt x="26455" y="1"/>
                    </a:moveTo>
                    <a:cubicBezTo>
                      <a:pt x="34089" y="25110"/>
                      <a:pt x="43235" y="25255"/>
                      <a:pt x="52910" y="50800"/>
                    </a:cubicBezTo>
                    <a:cubicBezTo>
                      <a:pt x="38851" y="46373"/>
                      <a:pt x="33107" y="44922"/>
                      <a:pt x="26455" y="38100"/>
                    </a:cubicBezTo>
                    <a:cubicBezTo>
                      <a:pt x="17234" y="42672"/>
                      <a:pt x="10583" y="51744"/>
                      <a:pt x="1" y="50800"/>
                    </a:cubicBezTo>
                    <a:cubicBezTo>
                      <a:pt x="8995" y="45503"/>
                      <a:pt x="10053" y="26489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0" name="شكل حر: شكل 361">
                <a:extLst>
                  <a:ext uri="{FF2B5EF4-FFF2-40B4-BE49-F238E27FC236}">
                    <a16:creationId xmlns:a16="http://schemas.microsoft.com/office/drawing/2014/main" id="{34DAE762-92D7-4D51-761F-2F0B6218E909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554" y="18433"/>
                      <a:pt x="40892" y="37955"/>
                      <a:pt x="52910" y="50800"/>
                    </a:cubicBezTo>
                    <a:moveTo>
                      <a:pt x="26455" y="1"/>
                    </a:moveTo>
                    <a:cubicBezTo>
                      <a:pt x="30234" y="12265"/>
                      <a:pt x="34543" y="20756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7172"/>
                      <a:pt x="35374" y="39697"/>
                      <a:pt x="26455" y="38100"/>
                    </a:cubicBezTo>
                    <a:moveTo>
                      <a:pt x="52910" y="50800"/>
                    </a:moveTo>
                    <a:cubicBezTo>
                      <a:pt x="46334" y="46591"/>
                      <a:pt x="38851" y="45067"/>
                      <a:pt x="26455" y="38100"/>
                    </a:cubicBezTo>
                    <a:moveTo>
                      <a:pt x="26455" y="38100"/>
                    </a:moveTo>
                    <a:cubicBezTo>
                      <a:pt x="17990" y="42454"/>
                      <a:pt x="8390" y="44922"/>
                      <a:pt x="1" y="50800"/>
                    </a:cubicBezTo>
                    <a:moveTo>
                      <a:pt x="26455" y="38100"/>
                    </a:moveTo>
                    <a:cubicBezTo>
                      <a:pt x="21240" y="40423"/>
                      <a:pt x="15193" y="44632"/>
                      <a:pt x="1" y="50800"/>
                    </a:cubicBezTo>
                    <a:moveTo>
                      <a:pt x="1" y="50800"/>
                    </a:moveTo>
                    <a:cubicBezTo>
                      <a:pt x="3553" y="36213"/>
                      <a:pt x="22676" y="11757"/>
                      <a:pt x="26455" y="1"/>
                    </a:cubicBezTo>
                    <a:moveTo>
                      <a:pt x="1" y="50800"/>
                    </a:moveTo>
                    <a:cubicBezTo>
                      <a:pt x="8768" y="37883"/>
                      <a:pt x="17763" y="2162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05" name="صورة 362">
              <a:extLst>
                <a:ext uri="{FF2B5EF4-FFF2-40B4-BE49-F238E27FC236}">
                  <a16:creationId xmlns:a16="http://schemas.microsoft.com/office/drawing/2014/main" id="{BF08EF00-561F-48ED-4A19-AE64654C0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849570" y="5767131"/>
              <a:ext cx="582004" cy="123370"/>
            </a:xfrm>
            <a:custGeom>
              <a:avLst/>
              <a:gdLst>
                <a:gd name="csX0" fmla="*/ 0 w 582004"/>
                <a:gd name="csY0" fmla="*/ 0 h 123370"/>
                <a:gd name="csX1" fmla="*/ 582004 w 582004"/>
                <a:gd name="csY1" fmla="*/ 0 h 123370"/>
                <a:gd name="csX2" fmla="*/ 582004 w 582004"/>
                <a:gd name="csY2" fmla="*/ 123371 h 123370"/>
                <a:gd name="csX3" fmla="*/ 0 w 582004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2004" h="123370">
                  <a:moveTo>
                    <a:pt x="0" y="0"/>
                  </a:moveTo>
                  <a:lnTo>
                    <a:pt x="582004" y="0"/>
                  </a:lnTo>
                  <a:lnTo>
                    <a:pt x="582004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011" name="!!رسم 9">
            <a:extLst>
              <a:ext uri="{FF2B5EF4-FFF2-40B4-BE49-F238E27FC236}">
                <a16:creationId xmlns:a16="http://schemas.microsoft.com/office/drawing/2014/main" id="{251965D6-5043-BEB2-A2CA-9CF2DCC4BD0B}"/>
              </a:ext>
            </a:extLst>
          </p:cNvPr>
          <p:cNvGrpSpPr/>
          <p:nvPr/>
        </p:nvGrpSpPr>
        <p:grpSpPr>
          <a:xfrm>
            <a:off x="5035988" y="5901463"/>
            <a:ext cx="453509" cy="145142"/>
            <a:chOff x="7758868" y="5912273"/>
            <a:chExt cx="453509" cy="145142"/>
          </a:xfrm>
          <a:noFill/>
        </p:grpSpPr>
        <p:sp>
          <p:nvSpPr>
            <p:cNvPr id="2012" name="مستطيل 364">
              <a:extLst>
                <a:ext uri="{FF2B5EF4-FFF2-40B4-BE49-F238E27FC236}">
                  <a16:creationId xmlns:a16="http://schemas.microsoft.com/office/drawing/2014/main" id="{FC707CA3-0B8C-BE6A-362A-373F1EFD7C51}"/>
                </a:ext>
              </a:extLst>
            </p:cNvPr>
            <p:cNvSpPr/>
            <p:nvPr/>
          </p:nvSpPr>
          <p:spPr>
            <a:xfrm>
              <a:off x="7758868" y="5912273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13" name="صورة 365">
              <a:extLst>
                <a:ext uri="{FF2B5EF4-FFF2-40B4-BE49-F238E27FC236}">
                  <a16:creationId xmlns:a16="http://schemas.microsoft.com/office/drawing/2014/main" id="{63ACCE86-8894-347E-0E2E-ECEC77B654DF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7762647" y="5948558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014" name="!!رسم 9">
            <a:extLst>
              <a:ext uri="{FF2B5EF4-FFF2-40B4-BE49-F238E27FC236}">
                <a16:creationId xmlns:a16="http://schemas.microsoft.com/office/drawing/2014/main" id="{9A13CEC5-F8E9-AB6A-C29C-4A7CDEC8AAC7}"/>
              </a:ext>
            </a:extLst>
          </p:cNvPr>
          <p:cNvGrpSpPr/>
          <p:nvPr/>
        </p:nvGrpSpPr>
        <p:grpSpPr>
          <a:xfrm>
            <a:off x="1336094" y="2999420"/>
            <a:ext cx="471131" cy="450956"/>
            <a:chOff x="4058974" y="3010230"/>
            <a:chExt cx="471131" cy="450956"/>
          </a:xfrm>
        </p:grpSpPr>
        <p:grpSp>
          <p:nvGrpSpPr>
            <p:cNvPr id="2015" name="رسم 9">
              <a:extLst>
                <a:ext uri="{FF2B5EF4-FFF2-40B4-BE49-F238E27FC236}">
                  <a16:creationId xmlns:a16="http://schemas.microsoft.com/office/drawing/2014/main" id="{3755D949-73A3-C003-00EC-CC9E1CDABBF7}"/>
                </a:ext>
              </a:extLst>
            </p:cNvPr>
            <p:cNvGrpSpPr/>
            <p:nvPr/>
          </p:nvGrpSpPr>
          <p:grpSpPr>
            <a:xfrm>
              <a:off x="4058974" y="3010230"/>
              <a:ext cx="471131" cy="450956"/>
              <a:chOff x="4058974" y="3010230"/>
              <a:chExt cx="471131" cy="450956"/>
            </a:xfrm>
          </p:grpSpPr>
          <p:sp>
            <p:nvSpPr>
              <p:cNvPr id="2017" name="مستطيل 368">
                <a:extLst>
                  <a:ext uri="{FF2B5EF4-FFF2-40B4-BE49-F238E27FC236}">
                    <a16:creationId xmlns:a16="http://schemas.microsoft.com/office/drawing/2014/main" id="{AEF40DD5-E270-56CC-60F7-C30F2AE2A460}"/>
                  </a:ext>
                </a:extLst>
              </p:cNvPr>
              <p:cNvSpPr/>
              <p:nvPr/>
            </p:nvSpPr>
            <p:spPr>
              <a:xfrm>
                <a:off x="4062764" y="3016688"/>
                <a:ext cx="453509" cy="435426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8" name="شكل حر: شكل 369">
                <a:extLst>
                  <a:ext uri="{FF2B5EF4-FFF2-40B4-BE49-F238E27FC236}">
                    <a16:creationId xmlns:a16="http://schemas.microsoft.com/office/drawing/2014/main" id="{1EFCF6E5-6166-DB4C-13E4-2B48FD4A818F}"/>
                  </a:ext>
                </a:extLst>
              </p:cNvPr>
              <p:cNvSpPr/>
              <p:nvPr/>
            </p:nvSpPr>
            <p:spPr>
              <a:xfrm>
                <a:off x="4062915" y="3010230"/>
                <a:ext cx="467190" cy="450956"/>
              </a:xfrm>
              <a:custGeom>
                <a:avLst/>
                <a:gdLst>
                  <a:gd name="csX0" fmla="*/ 1 w 467190"/>
                  <a:gd name="csY0" fmla="*/ 11394 h 450956"/>
                  <a:gd name="csX1" fmla="*/ 467191 w 467190"/>
                  <a:gd name="csY1" fmla="*/ 1 h 450956"/>
                  <a:gd name="csX2" fmla="*/ 462278 w 467190"/>
                  <a:gd name="csY2" fmla="*/ 447183 h 450956"/>
                  <a:gd name="csX3" fmla="*/ 9524 w 467190"/>
                  <a:gd name="csY3" fmla="*/ 450957 h 4509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67190" h="450956">
                    <a:moveTo>
                      <a:pt x="1" y="11394"/>
                    </a:moveTo>
                    <a:lnTo>
                      <a:pt x="467191" y="1"/>
                    </a:lnTo>
                    <a:lnTo>
                      <a:pt x="462278" y="447183"/>
                    </a:lnTo>
                    <a:lnTo>
                      <a:pt x="9524" y="450957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9" name="شكل حر: شكل 370">
                <a:extLst>
                  <a:ext uri="{FF2B5EF4-FFF2-40B4-BE49-F238E27FC236}">
                    <a16:creationId xmlns:a16="http://schemas.microsoft.com/office/drawing/2014/main" id="{868369C1-8472-CC98-EEFC-392CC2AC7222}"/>
                  </a:ext>
                </a:extLst>
              </p:cNvPr>
              <p:cNvSpPr/>
              <p:nvPr/>
            </p:nvSpPr>
            <p:spPr>
              <a:xfrm>
                <a:off x="4058974" y="3011002"/>
                <a:ext cx="460023" cy="441882"/>
              </a:xfrm>
              <a:custGeom>
                <a:avLst/>
                <a:gdLst>
                  <a:gd name="csX0" fmla="*/ 3790 w 460023"/>
                  <a:gd name="csY0" fmla="*/ 5687 h 441882"/>
                  <a:gd name="csX1" fmla="*/ 457300 w 460023"/>
                  <a:gd name="csY1" fmla="*/ 5687 h 441882"/>
                  <a:gd name="csX2" fmla="*/ 3790 w 460023"/>
                  <a:gd name="csY2" fmla="*/ 5687 h 441882"/>
                  <a:gd name="csX3" fmla="*/ 457300 w 460023"/>
                  <a:gd name="csY3" fmla="*/ 5687 h 441882"/>
                  <a:gd name="csX4" fmla="*/ 457300 w 460023"/>
                  <a:gd name="csY4" fmla="*/ 5687 h 441882"/>
                  <a:gd name="csX5" fmla="*/ 457300 w 460023"/>
                  <a:gd name="csY5" fmla="*/ 441113 h 441882"/>
                  <a:gd name="csX6" fmla="*/ 457300 w 460023"/>
                  <a:gd name="csY6" fmla="*/ 5687 h 441882"/>
                  <a:gd name="csX7" fmla="*/ 457300 w 460023"/>
                  <a:gd name="csY7" fmla="*/ 441113 h 441882"/>
                  <a:gd name="csX8" fmla="*/ 457300 w 460023"/>
                  <a:gd name="csY8" fmla="*/ 441113 h 441882"/>
                  <a:gd name="csX9" fmla="*/ 3790 w 460023"/>
                  <a:gd name="csY9" fmla="*/ 441113 h 441882"/>
                  <a:gd name="csX10" fmla="*/ 457300 w 460023"/>
                  <a:gd name="csY10" fmla="*/ 441113 h 441882"/>
                  <a:gd name="csX11" fmla="*/ 3790 w 460023"/>
                  <a:gd name="csY11" fmla="*/ 441113 h 441882"/>
                  <a:gd name="csX12" fmla="*/ 3790 w 460023"/>
                  <a:gd name="csY12" fmla="*/ 441113 h 441882"/>
                  <a:gd name="csX13" fmla="*/ 3790 w 460023"/>
                  <a:gd name="csY13" fmla="*/ 5687 h 441882"/>
                  <a:gd name="csX14" fmla="*/ 3790 w 460023"/>
                  <a:gd name="csY14" fmla="*/ 441113 h 441882"/>
                  <a:gd name="csX15" fmla="*/ 3790 w 460023"/>
                  <a:gd name="csY15" fmla="*/ 5687 h 441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60023" h="441882">
                    <a:moveTo>
                      <a:pt x="3790" y="5687"/>
                    </a:moveTo>
                    <a:cubicBezTo>
                      <a:pt x="147780" y="-6505"/>
                      <a:pt x="283001" y="4525"/>
                      <a:pt x="457300" y="5687"/>
                    </a:cubicBezTo>
                    <a:moveTo>
                      <a:pt x="3790" y="5687"/>
                    </a:moveTo>
                    <a:cubicBezTo>
                      <a:pt x="161763" y="-4473"/>
                      <a:pt x="325782" y="8299"/>
                      <a:pt x="457300" y="5687"/>
                    </a:cubicBezTo>
                    <a:moveTo>
                      <a:pt x="457300" y="5687"/>
                    </a:moveTo>
                    <a:cubicBezTo>
                      <a:pt x="447247" y="99158"/>
                      <a:pt x="466899" y="180655"/>
                      <a:pt x="457300" y="441113"/>
                    </a:cubicBezTo>
                    <a:moveTo>
                      <a:pt x="457300" y="5687"/>
                    </a:moveTo>
                    <a:cubicBezTo>
                      <a:pt x="450951" y="100755"/>
                      <a:pt x="464556" y="210192"/>
                      <a:pt x="457300" y="441113"/>
                    </a:cubicBezTo>
                    <a:moveTo>
                      <a:pt x="457300" y="441113"/>
                    </a:moveTo>
                    <a:cubicBezTo>
                      <a:pt x="329410" y="429211"/>
                      <a:pt x="204620" y="441113"/>
                      <a:pt x="3790" y="441113"/>
                    </a:cubicBezTo>
                    <a:moveTo>
                      <a:pt x="457300" y="441113"/>
                    </a:moveTo>
                    <a:cubicBezTo>
                      <a:pt x="306735" y="439153"/>
                      <a:pt x="163804" y="443580"/>
                      <a:pt x="3790" y="441113"/>
                    </a:cubicBezTo>
                    <a:moveTo>
                      <a:pt x="3790" y="441113"/>
                    </a:moveTo>
                    <a:cubicBezTo>
                      <a:pt x="-3012" y="351850"/>
                      <a:pt x="842" y="264547"/>
                      <a:pt x="3790" y="5687"/>
                    </a:cubicBezTo>
                    <a:moveTo>
                      <a:pt x="3790" y="441113"/>
                    </a:moveTo>
                    <a:cubicBezTo>
                      <a:pt x="2808" y="271732"/>
                      <a:pt x="8325" y="93135"/>
                      <a:pt x="3790" y="5687"/>
                    </a:cubicBezTo>
                  </a:path>
                </a:pathLst>
              </a:custGeom>
              <a:noFill/>
              <a:ln w="7550" cap="rnd">
                <a:solidFill>
                  <a:srgbClr val="82B36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16" name="صورة 371">
              <a:extLst>
                <a:ext uri="{FF2B5EF4-FFF2-40B4-BE49-F238E27FC236}">
                  <a16:creationId xmlns:a16="http://schemas.microsoft.com/office/drawing/2014/main" id="{D7F1D447-71B2-F5F6-C4BD-34DA41327533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4066543" y="3183602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020" name="!!رسم 9">
            <a:extLst>
              <a:ext uri="{FF2B5EF4-FFF2-40B4-BE49-F238E27FC236}">
                <a16:creationId xmlns:a16="http://schemas.microsoft.com/office/drawing/2014/main" id="{5DB547F0-DBD3-A048-9A40-15EA884E1BD0}"/>
              </a:ext>
            </a:extLst>
          </p:cNvPr>
          <p:cNvGrpSpPr/>
          <p:nvPr/>
        </p:nvGrpSpPr>
        <p:grpSpPr>
          <a:xfrm>
            <a:off x="2662620" y="3190764"/>
            <a:ext cx="838993" cy="433782"/>
            <a:chOff x="5385500" y="3201574"/>
            <a:chExt cx="838993" cy="433782"/>
          </a:xfrm>
          <a:noFill/>
        </p:grpSpPr>
        <p:grpSp>
          <p:nvGrpSpPr>
            <p:cNvPr id="2021" name="رسم 9">
              <a:extLst>
                <a:ext uri="{FF2B5EF4-FFF2-40B4-BE49-F238E27FC236}">
                  <a16:creationId xmlns:a16="http://schemas.microsoft.com/office/drawing/2014/main" id="{AB1407F1-374C-AA31-DF37-99D6D59FD707}"/>
                </a:ext>
              </a:extLst>
            </p:cNvPr>
            <p:cNvGrpSpPr/>
            <p:nvPr/>
          </p:nvGrpSpPr>
          <p:grpSpPr>
            <a:xfrm>
              <a:off x="5385500" y="3201574"/>
              <a:ext cx="831434" cy="294083"/>
              <a:chOff x="5385500" y="3201574"/>
              <a:chExt cx="831434" cy="294083"/>
            </a:xfrm>
            <a:noFill/>
          </p:grpSpPr>
          <p:sp>
            <p:nvSpPr>
              <p:cNvPr id="2023" name="شكل حر: شكل 374">
                <a:extLst>
                  <a:ext uri="{FF2B5EF4-FFF2-40B4-BE49-F238E27FC236}">
                    <a16:creationId xmlns:a16="http://schemas.microsoft.com/office/drawing/2014/main" id="{FC207572-18A6-478C-87A3-A9F548E86844}"/>
                  </a:ext>
                </a:extLst>
              </p:cNvPr>
              <p:cNvSpPr/>
              <p:nvPr/>
            </p:nvSpPr>
            <p:spPr>
              <a:xfrm>
                <a:off x="5385500" y="3205373"/>
                <a:ext cx="831434" cy="290284"/>
              </a:xfrm>
              <a:custGeom>
                <a:avLst/>
                <a:gdLst>
                  <a:gd name="csX0" fmla="*/ 831435 w 831434"/>
                  <a:gd name="csY0" fmla="*/ 1 h 290284"/>
                  <a:gd name="csX1" fmla="*/ 453510 w 831434"/>
                  <a:gd name="csY1" fmla="*/ 1 h 290284"/>
                  <a:gd name="csX2" fmla="*/ 453510 w 831434"/>
                  <a:gd name="csY2" fmla="*/ 290285 h 290284"/>
                  <a:gd name="csX3" fmla="*/ 1 w 831434"/>
                  <a:gd name="csY3" fmla="*/ 290285 h 2902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290284">
                    <a:moveTo>
                      <a:pt x="831435" y="1"/>
                    </a:moveTo>
                    <a:lnTo>
                      <a:pt x="453510" y="1"/>
                    </a:lnTo>
                    <a:lnTo>
                      <a:pt x="453510" y="290285"/>
                    </a:lnTo>
                    <a:lnTo>
                      <a:pt x="1" y="290285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4" name="شكل حر: شكل 375">
                <a:extLst>
                  <a:ext uri="{FF2B5EF4-FFF2-40B4-BE49-F238E27FC236}">
                    <a16:creationId xmlns:a16="http://schemas.microsoft.com/office/drawing/2014/main" id="{889AF0B2-B29F-404D-55FF-92D8E79EFB36}"/>
                  </a:ext>
                </a:extLst>
              </p:cNvPr>
              <p:cNvSpPr/>
              <p:nvPr/>
            </p:nvSpPr>
            <p:spPr>
              <a:xfrm>
                <a:off x="5385500" y="3201574"/>
                <a:ext cx="831434" cy="294083"/>
              </a:xfrm>
              <a:custGeom>
                <a:avLst/>
                <a:gdLst>
                  <a:gd name="csX0" fmla="*/ 831435 w 831434"/>
                  <a:gd name="csY0" fmla="*/ 3800 h 294083"/>
                  <a:gd name="csX1" fmla="*/ 453510 w 831434"/>
                  <a:gd name="csY1" fmla="*/ 3800 h 294083"/>
                  <a:gd name="csX2" fmla="*/ 831435 w 831434"/>
                  <a:gd name="csY2" fmla="*/ 3800 h 294083"/>
                  <a:gd name="csX3" fmla="*/ 453510 w 831434"/>
                  <a:gd name="csY3" fmla="*/ 3800 h 294083"/>
                  <a:gd name="csX4" fmla="*/ 453510 w 831434"/>
                  <a:gd name="csY4" fmla="*/ 3800 h 294083"/>
                  <a:gd name="csX5" fmla="*/ 453510 w 831434"/>
                  <a:gd name="csY5" fmla="*/ 294084 h 294083"/>
                  <a:gd name="csX6" fmla="*/ 453510 w 831434"/>
                  <a:gd name="csY6" fmla="*/ 3800 h 294083"/>
                  <a:gd name="csX7" fmla="*/ 453510 w 831434"/>
                  <a:gd name="csY7" fmla="*/ 294084 h 294083"/>
                  <a:gd name="csX8" fmla="*/ 453510 w 831434"/>
                  <a:gd name="csY8" fmla="*/ 294084 h 294083"/>
                  <a:gd name="csX9" fmla="*/ 1 w 831434"/>
                  <a:gd name="csY9" fmla="*/ 294084 h 294083"/>
                  <a:gd name="csX10" fmla="*/ 453510 w 831434"/>
                  <a:gd name="csY10" fmla="*/ 294084 h 294083"/>
                  <a:gd name="csX11" fmla="*/ 1 w 831434"/>
                  <a:gd name="csY11" fmla="*/ 294084 h 2940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294083">
                    <a:moveTo>
                      <a:pt x="831435" y="3800"/>
                    </a:moveTo>
                    <a:cubicBezTo>
                      <a:pt x="699691" y="15121"/>
                      <a:pt x="589110" y="-1498"/>
                      <a:pt x="453510" y="3800"/>
                    </a:cubicBezTo>
                    <a:moveTo>
                      <a:pt x="831435" y="3800"/>
                    </a:moveTo>
                    <a:cubicBezTo>
                      <a:pt x="741564" y="-4256"/>
                      <a:pt x="660689" y="2856"/>
                      <a:pt x="453510" y="3800"/>
                    </a:cubicBezTo>
                    <a:moveTo>
                      <a:pt x="453510" y="3800"/>
                    </a:moveTo>
                    <a:cubicBezTo>
                      <a:pt x="437789" y="64687"/>
                      <a:pt x="448900" y="146329"/>
                      <a:pt x="453510" y="294084"/>
                    </a:cubicBezTo>
                    <a:moveTo>
                      <a:pt x="453510" y="3800"/>
                    </a:moveTo>
                    <a:cubicBezTo>
                      <a:pt x="456760" y="70492"/>
                      <a:pt x="446934" y="122744"/>
                      <a:pt x="453510" y="294084"/>
                    </a:cubicBezTo>
                    <a:moveTo>
                      <a:pt x="453510" y="294084"/>
                    </a:moveTo>
                    <a:cubicBezTo>
                      <a:pt x="338470" y="291108"/>
                      <a:pt x="246105" y="284940"/>
                      <a:pt x="1" y="294084"/>
                    </a:cubicBezTo>
                    <a:moveTo>
                      <a:pt x="453510" y="294084"/>
                    </a:moveTo>
                    <a:cubicBezTo>
                      <a:pt x="293799" y="294011"/>
                      <a:pt x="124867" y="290383"/>
                      <a:pt x="1" y="29408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22" name="صورة 376">
              <a:extLst>
                <a:ext uri="{FF2B5EF4-FFF2-40B4-BE49-F238E27FC236}">
                  <a16:creationId xmlns:a16="http://schemas.microsoft.com/office/drawing/2014/main" id="{292795B4-29D4-BDCC-88CE-D50E6B59564F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5430851" y="3521057"/>
              <a:ext cx="793642" cy="114299"/>
            </a:xfrm>
            <a:custGeom>
              <a:avLst/>
              <a:gdLst>
                <a:gd name="csX0" fmla="*/ 0 w 793642"/>
                <a:gd name="csY0" fmla="*/ 0 h 114299"/>
                <a:gd name="csX1" fmla="*/ 793642 w 793642"/>
                <a:gd name="csY1" fmla="*/ 0 h 114299"/>
                <a:gd name="csX2" fmla="*/ 793642 w 793642"/>
                <a:gd name="csY2" fmla="*/ 114299 h 114299"/>
                <a:gd name="csX3" fmla="*/ 0 w 793642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3642" h="114299">
                  <a:moveTo>
                    <a:pt x="0" y="0"/>
                  </a:moveTo>
                  <a:lnTo>
                    <a:pt x="793642" y="0"/>
                  </a:lnTo>
                  <a:lnTo>
                    <a:pt x="79364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25" name="!!رسم 9">
            <a:extLst>
              <a:ext uri="{FF2B5EF4-FFF2-40B4-BE49-F238E27FC236}">
                <a16:creationId xmlns:a16="http://schemas.microsoft.com/office/drawing/2014/main" id="{2C0F2BD5-D932-E073-E155-95FFBCAEF0F4}"/>
              </a:ext>
            </a:extLst>
          </p:cNvPr>
          <p:cNvGrpSpPr/>
          <p:nvPr/>
        </p:nvGrpSpPr>
        <p:grpSpPr>
          <a:xfrm>
            <a:off x="5629330" y="2476981"/>
            <a:ext cx="710498" cy="718984"/>
            <a:chOff x="8352210" y="2487791"/>
            <a:chExt cx="710498" cy="718984"/>
          </a:xfrm>
        </p:grpSpPr>
        <p:grpSp>
          <p:nvGrpSpPr>
            <p:cNvPr id="2026" name="رسم 9">
              <a:extLst>
                <a:ext uri="{FF2B5EF4-FFF2-40B4-BE49-F238E27FC236}">
                  <a16:creationId xmlns:a16="http://schemas.microsoft.com/office/drawing/2014/main" id="{4AB81EBA-C738-53DA-11E5-6A0275CE7309}"/>
                </a:ext>
              </a:extLst>
            </p:cNvPr>
            <p:cNvGrpSpPr/>
            <p:nvPr/>
          </p:nvGrpSpPr>
          <p:grpSpPr>
            <a:xfrm>
              <a:off x="8684783" y="2487791"/>
              <a:ext cx="254920" cy="718984"/>
              <a:chOff x="8684783" y="2487791"/>
              <a:chExt cx="254920" cy="718984"/>
            </a:xfrm>
          </p:grpSpPr>
          <p:sp>
            <p:nvSpPr>
              <p:cNvPr id="2028" name="شكل حر: شكل 379">
                <a:extLst>
                  <a:ext uri="{FF2B5EF4-FFF2-40B4-BE49-F238E27FC236}">
                    <a16:creationId xmlns:a16="http://schemas.microsoft.com/office/drawing/2014/main" id="{B9D95660-51E4-AC27-4B25-9A09E8D6E33B}"/>
                  </a:ext>
                </a:extLst>
              </p:cNvPr>
              <p:cNvSpPr/>
              <p:nvPr/>
            </p:nvSpPr>
            <p:spPr>
              <a:xfrm>
                <a:off x="8711239" y="2525891"/>
                <a:ext cx="226754" cy="679482"/>
              </a:xfrm>
              <a:custGeom>
                <a:avLst/>
                <a:gdLst>
                  <a:gd name="csX0" fmla="*/ 75585 w 226754"/>
                  <a:gd name="csY0" fmla="*/ 679483 h 679482"/>
                  <a:gd name="csX1" fmla="*/ 226755 w 226754"/>
                  <a:gd name="csY1" fmla="*/ 679483 h 679482"/>
                  <a:gd name="csX2" fmla="*/ 226755 w 226754"/>
                  <a:gd name="csY2" fmla="*/ 244057 h 679482"/>
                  <a:gd name="csX3" fmla="*/ 1 w 226754"/>
                  <a:gd name="csY3" fmla="*/ 244057 h 679482"/>
                  <a:gd name="csX4" fmla="*/ 1 w 226754"/>
                  <a:gd name="csY4" fmla="*/ 1 h 679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6754" h="679482">
                    <a:moveTo>
                      <a:pt x="75585" y="679483"/>
                    </a:moveTo>
                    <a:lnTo>
                      <a:pt x="226755" y="679483"/>
                    </a:lnTo>
                    <a:lnTo>
                      <a:pt x="226755" y="244057"/>
                    </a:lnTo>
                    <a:lnTo>
                      <a:pt x="1" y="244057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9" name="شكل حر: شكل 380">
                <a:extLst>
                  <a:ext uri="{FF2B5EF4-FFF2-40B4-BE49-F238E27FC236}">
                    <a16:creationId xmlns:a16="http://schemas.microsoft.com/office/drawing/2014/main" id="{21C02DB4-00BE-CA85-7295-4A1322F3587D}"/>
                  </a:ext>
                </a:extLst>
              </p:cNvPr>
              <p:cNvSpPr/>
              <p:nvPr/>
            </p:nvSpPr>
            <p:spPr>
              <a:xfrm>
                <a:off x="8684784" y="248779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0" name="شكل حر: شكل 381">
                <a:extLst>
                  <a:ext uri="{FF2B5EF4-FFF2-40B4-BE49-F238E27FC236}">
                    <a16:creationId xmlns:a16="http://schemas.microsoft.com/office/drawing/2014/main" id="{5A8EA4B7-3071-832A-43A5-6CF667107ECF}"/>
                  </a:ext>
                </a:extLst>
              </p:cNvPr>
              <p:cNvSpPr/>
              <p:nvPr/>
            </p:nvSpPr>
            <p:spPr>
              <a:xfrm>
                <a:off x="8711210" y="2525891"/>
                <a:ext cx="228493" cy="680884"/>
              </a:xfrm>
              <a:custGeom>
                <a:avLst/>
                <a:gdLst>
                  <a:gd name="csX0" fmla="*/ 75614 w 228493"/>
                  <a:gd name="csY0" fmla="*/ 679483 h 680884"/>
                  <a:gd name="csX1" fmla="*/ 226784 w 228493"/>
                  <a:gd name="csY1" fmla="*/ 679483 h 680884"/>
                  <a:gd name="csX2" fmla="*/ 75614 w 228493"/>
                  <a:gd name="csY2" fmla="*/ 679483 h 680884"/>
                  <a:gd name="csX3" fmla="*/ 226784 w 228493"/>
                  <a:gd name="csY3" fmla="*/ 679483 h 680884"/>
                  <a:gd name="csX4" fmla="*/ 226784 w 228493"/>
                  <a:gd name="csY4" fmla="*/ 679483 h 680884"/>
                  <a:gd name="csX5" fmla="*/ 226784 w 228493"/>
                  <a:gd name="csY5" fmla="*/ 244057 h 680884"/>
                  <a:gd name="csX6" fmla="*/ 226784 w 228493"/>
                  <a:gd name="csY6" fmla="*/ 679483 h 680884"/>
                  <a:gd name="csX7" fmla="*/ 226784 w 228493"/>
                  <a:gd name="csY7" fmla="*/ 244057 h 680884"/>
                  <a:gd name="csX8" fmla="*/ 226784 w 228493"/>
                  <a:gd name="csY8" fmla="*/ 244057 h 680884"/>
                  <a:gd name="csX9" fmla="*/ 29 w 228493"/>
                  <a:gd name="csY9" fmla="*/ 244057 h 680884"/>
                  <a:gd name="csX10" fmla="*/ 226784 w 228493"/>
                  <a:gd name="csY10" fmla="*/ 244057 h 680884"/>
                  <a:gd name="csX11" fmla="*/ 29 w 228493"/>
                  <a:gd name="csY11" fmla="*/ 244057 h 680884"/>
                  <a:gd name="csX12" fmla="*/ 29 w 228493"/>
                  <a:gd name="csY12" fmla="*/ 244057 h 680884"/>
                  <a:gd name="csX13" fmla="*/ 29 w 228493"/>
                  <a:gd name="csY13" fmla="*/ 1 h 680884"/>
                  <a:gd name="csX14" fmla="*/ 29 w 228493"/>
                  <a:gd name="csY14" fmla="*/ 244057 h 680884"/>
                  <a:gd name="csX15" fmla="*/ 29 w 228493"/>
                  <a:gd name="csY15" fmla="*/ 1 h 6808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228493" h="680884">
                    <a:moveTo>
                      <a:pt x="75614" y="679483"/>
                    </a:moveTo>
                    <a:cubicBezTo>
                      <a:pt x="135401" y="685361"/>
                      <a:pt x="185968" y="670267"/>
                      <a:pt x="226784" y="679483"/>
                    </a:cubicBezTo>
                    <a:moveTo>
                      <a:pt x="75614" y="679483"/>
                    </a:moveTo>
                    <a:cubicBezTo>
                      <a:pt x="122628" y="675637"/>
                      <a:pt x="166240" y="677088"/>
                      <a:pt x="226784" y="679483"/>
                    </a:cubicBezTo>
                    <a:moveTo>
                      <a:pt x="226784" y="679483"/>
                    </a:moveTo>
                    <a:cubicBezTo>
                      <a:pt x="235401" y="567942"/>
                      <a:pt x="207661" y="451610"/>
                      <a:pt x="226784" y="244057"/>
                    </a:cubicBezTo>
                    <a:moveTo>
                      <a:pt x="226784" y="679483"/>
                    </a:moveTo>
                    <a:cubicBezTo>
                      <a:pt x="220964" y="516198"/>
                      <a:pt x="217941" y="338544"/>
                      <a:pt x="226784" y="244057"/>
                    </a:cubicBezTo>
                    <a:moveTo>
                      <a:pt x="226784" y="244057"/>
                    </a:moveTo>
                    <a:cubicBezTo>
                      <a:pt x="123006" y="248919"/>
                      <a:pt x="61328" y="253564"/>
                      <a:pt x="29" y="244057"/>
                    </a:cubicBezTo>
                    <a:moveTo>
                      <a:pt x="226784" y="244057"/>
                    </a:moveTo>
                    <a:cubicBezTo>
                      <a:pt x="178863" y="245653"/>
                      <a:pt x="135251" y="248484"/>
                      <a:pt x="29" y="244057"/>
                    </a:cubicBezTo>
                    <a:moveTo>
                      <a:pt x="29" y="244057"/>
                    </a:moveTo>
                    <a:cubicBezTo>
                      <a:pt x="-652" y="176276"/>
                      <a:pt x="11215" y="107986"/>
                      <a:pt x="29" y="1"/>
                    </a:cubicBezTo>
                    <a:moveTo>
                      <a:pt x="29" y="244057"/>
                    </a:moveTo>
                    <a:cubicBezTo>
                      <a:pt x="8041" y="173082"/>
                      <a:pt x="936" y="91875"/>
                      <a:pt x="29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1" name="شكل حر: شكل 382">
                <a:extLst>
                  <a:ext uri="{FF2B5EF4-FFF2-40B4-BE49-F238E27FC236}">
                    <a16:creationId xmlns:a16="http://schemas.microsoft.com/office/drawing/2014/main" id="{650B948F-7C15-C98B-3E47-EF597F458656}"/>
                  </a:ext>
                </a:extLst>
              </p:cNvPr>
              <p:cNvSpPr/>
              <p:nvPr/>
            </p:nvSpPr>
            <p:spPr>
              <a:xfrm>
                <a:off x="8684783" y="2487791"/>
                <a:ext cx="52910" cy="50804"/>
              </a:xfrm>
              <a:custGeom>
                <a:avLst/>
                <a:gdLst>
                  <a:gd name="csX0" fmla="*/ 26456 w 52910"/>
                  <a:gd name="csY0" fmla="*/ 1 h 50804"/>
                  <a:gd name="csX1" fmla="*/ 52911 w 52910"/>
                  <a:gd name="csY1" fmla="*/ 50800 h 50804"/>
                  <a:gd name="csX2" fmla="*/ 26456 w 52910"/>
                  <a:gd name="csY2" fmla="*/ 38100 h 50804"/>
                  <a:gd name="csX3" fmla="*/ 1 w 52910"/>
                  <a:gd name="csY3" fmla="*/ 50800 h 50804"/>
                  <a:gd name="csX4" fmla="*/ 26456 w 52910"/>
                  <a:gd name="csY4" fmla="*/ 1 h 5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10" h="50804">
                    <a:moveTo>
                      <a:pt x="26456" y="1"/>
                    </a:moveTo>
                    <a:cubicBezTo>
                      <a:pt x="25851" y="17563"/>
                      <a:pt x="49887" y="28594"/>
                      <a:pt x="52911" y="50800"/>
                    </a:cubicBezTo>
                    <a:cubicBezTo>
                      <a:pt x="46864" y="51091"/>
                      <a:pt x="31974" y="37738"/>
                      <a:pt x="26456" y="38100"/>
                    </a:cubicBezTo>
                    <a:cubicBezTo>
                      <a:pt x="13833" y="43325"/>
                      <a:pt x="9298" y="47752"/>
                      <a:pt x="1" y="50800"/>
                    </a:cubicBezTo>
                    <a:cubicBezTo>
                      <a:pt x="-150" y="42019"/>
                      <a:pt x="23962" y="14007"/>
                      <a:pt x="26456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2" name="شكل حر: شكل 383">
                <a:extLst>
                  <a:ext uri="{FF2B5EF4-FFF2-40B4-BE49-F238E27FC236}">
                    <a16:creationId xmlns:a16="http://schemas.microsoft.com/office/drawing/2014/main" id="{748E8FF8-4067-F00C-3DFC-89357C58005C}"/>
                  </a:ext>
                </a:extLst>
              </p:cNvPr>
              <p:cNvSpPr/>
              <p:nvPr/>
            </p:nvSpPr>
            <p:spPr>
              <a:xfrm>
                <a:off x="8684784" y="248779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9002" y="18288"/>
                      <a:pt x="48224" y="28739"/>
                      <a:pt x="52910" y="50800"/>
                    </a:cubicBezTo>
                    <a:moveTo>
                      <a:pt x="26455" y="1"/>
                    </a:moveTo>
                    <a:cubicBezTo>
                      <a:pt x="35148" y="13354"/>
                      <a:pt x="42706" y="28811"/>
                      <a:pt x="52910" y="50800"/>
                    </a:cubicBezTo>
                    <a:moveTo>
                      <a:pt x="52910" y="50800"/>
                    </a:moveTo>
                    <a:cubicBezTo>
                      <a:pt x="48072" y="48841"/>
                      <a:pt x="35374" y="45938"/>
                      <a:pt x="26455" y="38100"/>
                    </a:cubicBezTo>
                    <a:moveTo>
                      <a:pt x="52910" y="50800"/>
                    </a:moveTo>
                    <a:cubicBezTo>
                      <a:pt x="41950" y="46881"/>
                      <a:pt x="31217" y="39987"/>
                      <a:pt x="26455" y="38100"/>
                    </a:cubicBezTo>
                    <a:moveTo>
                      <a:pt x="26455" y="38100"/>
                    </a:moveTo>
                    <a:cubicBezTo>
                      <a:pt x="13152" y="43906"/>
                      <a:pt x="8088" y="49857"/>
                      <a:pt x="1" y="50800"/>
                    </a:cubicBezTo>
                    <a:moveTo>
                      <a:pt x="26455" y="38100"/>
                    </a:moveTo>
                    <a:cubicBezTo>
                      <a:pt x="20559" y="40931"/>
                      <a:pt x="15571" y="44051"/>
                      <a:pt x="1" y="50800"/>
                    </a:cubicBezTo>
                    <a:moveTo>
                      <a:pt x="1" y="50800"/>
                    </a:moveTo>
                    <a:cubicBezTo>
                      <a:pt x="8012" y="37665"/>
                      <a:pt x="20559" y="24312"/>
                      <a:pt x="26455" y="1"/>
                    </a:cubicBezTo>
                    <a:moveTo>
                      <a:pt x="1" y="50800"/>
                    </a:moveTo>
                    <a:cubicBezTo>
                      <a:pt x="10733" y="36504"/>
                      <a:pt x="15873" y="18071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27" name="صورة 384">
              <a:extLst>
                <a:ext uri="{FF2B5EF4-FFF2-40B4-BE49-F238E27FC236}">
                  <a16:creationId xmlns:a16="http://schemas.microsoft.com/office/drawing/2014/main" id="{34276CA7-363B-E7B0-5BC7-59E33BEB1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352210" y="2650205"/>
              <a:ext cx="710498" cy="114299"/>
            </a:xfrm>
            <a:custGeom>
              <a:avLst/>
              <a:gdLst>
                <a:gd name="csX0" fmla="*/ 0 w 710498"/>
                <a:gd name="csY0" fmla="*/ 0 h 114299"/>
                <a:gd name="csX1" fmla="*/ 710499 w 710498"/>
                <a:gd name="csY1" fmla="*/ 0 h 114299"/>
                <a:gd name="csX2" fmla="*/ 710499 w 710498"/>
                <a:gd name="csY2" fmla="*/ 114299 h 114299"/>
                <a:gd name="csX3" fmla="*/ 0 w 71049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10498" h="114299">
                  <a:moveTo>
                    <a:pt x="0" y="0"/>
                  </a:moveTo>
                  <a:lnTo>
                    <a:pt x="710499" y="0"/>
                  </a:lnTo>
                  <a:lnTo>
                    <a:pt x="710499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33" name="!!رسم 9">
            <a:extLst>
              <a:ext uri="{FF2B5EF4-FFF2-40B4-BE49-F238E27FC236}">
                <a16:creationId xmlns:a16="http://schemas.microsoft.com/office/drawing/2014/main" id="{AD151394-DE01-1685-08FD-EFCA7AA3F572}"/>
              </a:ext>
            </a:extLst>
          </p:cNvPr>
          <p:cNvGrpSpPr/>
          <p:nvPr/>
        </p:nvGrpSpPr>
        <p:grpSpPr>
          <a:xfrm>
            <a:off x="4828129" y="3347833"/>
            <a:ext cx="695457" cy="645011"/>
            <a:chOff x="7551009" y="3358643"/>
            <a:chExt cx="695457" cy="645011"/>
          </a:xfrm>
        </p:grpSpPr>
        <p:grpSp>
          <p:nvGrpSpPr>
            <p:cNvPr id="2034" name="رسم 9">
              <a:extLst>
                <a:ext uri="{FF2B5EF4-FFF2-40B4-BE49-F238E27FC236}">
                  <a16:creationId xmlns:a16="http://schemas.microsoft.com/office/drawing/2014/main" id="{E0ECB2B7-3B15-91E0-3D62-C25626E11C75}"/>
                </a:ext>
              </a:extLst>
            </p:cNvPr>
            <p:cNvGrpSpPr/>
            <p:nvPr/>
          </p:nvGrpSpPr>
          <p:grpSpPr>
            <a:xfrm>
              <a:off x="7593609" y="3358643"/>
              <a:ext cx="652857" cy="645011"/>
              <a:chOff x="7593609" y="3358643"/>
              <a:chExt cx="652857" cy="645011"/>
            </a:xfrm>
          </p:grpSpPr>
          <p:sp>
            <p:nvSpPr>
              <p:cNvPr id="2036" name="شكل حر: شكل 387">
                <a:extLst>
                  <a:ext uri="{FF2B5EF4-FFF2-40B4-BE49-F238E27FC236}">
                    <a16:creationId xmlns:a16="http://schemas.microsoft.com/office/drawing/2014/main" id="{6174D8AD-07E6-B042-ED7B-8F4017AB5388}"/>
                  </a:ext>
                </a:extLst>
              </p:cNvPr>
              <p:cNvSpPr/>
              <p:nvPr/>
            </p:nvSpPr>
            <p:spPr>
              <a:xfrm>
                <a:off x="7596133" y="3396743"/>
                <a:ext cx="624256" cy="606911"/>
              </a:xfrm>
              <a:custGeom>
                <a:avLst/>
                <a:gdLst>
                  <a:gd name="csX0" fmla="*/ 623879 w 624256"/>
                  <a:gd name="csY0" fmla="*/ 1 h 606911"/>
                  <a:gd name="csX1" fmla="*/ 624257 w 624256"/>
                  <a:gd name="csY1" fmla="*/ 244057 h 606911"/>
                  <a:gd name="csX2" fmla="*/ 1 w 624256"/>
                  <a:gd name="csY2" fmla="*/ 244057 h 606911"/>
                  <a:gd name="csX3" fmla="*/ 227 w 624256"/>
                  <a:gd name="csY3" fmla="*/ 606912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24256" h="606911">
                    <a:moveTo>
                      <a:pt x="623879" y="1"/>
                    </a:moveTo>
                    <a:lnTo>
                      <a:pt x="624257" y="244057"/>
                    </a:lnTo>
                    <a:lnTo>
                      <a:pt x="1" y="244057"/>
                    </a:lnTo>
                    <a:lnTo>
                      <a:pt x="227" y="60691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7" name="شكل حر: شكل 388">
                <a:extLst>
                  <a:ext uri="{FF2B5EF4-FFF2-40B4-BE49-F238E27FC236}">
                    <a16:creationId xmlns:a16="http://schemas.microsoft.com/office/drawing/2014/main" id="{DD5B9D96-7B81-D273-B8D6-C6104BDFB8C7}"/>
                  </a:ext>
                </a:extLst>
              </p:cNvPr>
              <p:cNvSpPr/>
              <p:nvPr/>
            </p:nvSpPr>
            <p:spPr>
              <a:xfrm>
                <a:off x="8193557" y="3358643"/>
                <a:ext cx="52909" cy="50799"/>
              </a:xfrm>
              <a:custGeom>
                <a:avLst/>
                <a:gdLst>
                  <a:gd name="csX0" fmla="*/ 26380 w 52909"/>
                  <a:gd name="csY0" fmla="*/ 1 h 50799"/>
                  <a:gd name="csX1" fmla="*/ 52910 w 52909"/>
                  <a:gd name="csY1" fmla="*/ 50728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380" y="1"/>
                    </a:moveTo>
                    <a:lnTo>
                      <a:pt x="52910" y="50728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8" name="شكل حر: شكل 389">
                <a:extLst>
                  <a:ext uri="{FF2B5EF4-FFF2-40B4-BE49-F238E27FC236}">
                    <a16:creationId xmlns:a16="http://schemas.microsoft.com/office/drawing/2014/main" id="{A1621581-B463-F545-0C3D-FC887751378D}"/>
                  </a:ext>
                </a:extLst>
              </p:cNvPr>
              <p:cNvSpPr/>
              <p:nvPr/>
            </p:nvSpPr>
            <p:spPr>
              <a:xfrm>
                <a:off x="7593609" y="3396743"/>
                <a:ext cx="626780" cy="606911"/>
              </a:xfrm>
              <a:custGeom>
                <a:avLst/>
                <a:gdLst>
                  <a:gd name="csX0" fmla="*/ 626403 w 626780"/>
                  <a:gd name="csY0" fmla="*/ 1 h 606911"/>
                  <a:gd name="csX1" fmla="*/ 626781 w 626780"/>
                  <a:gd name="csY1" fmla="*/ 244057 h 606911"/>
                  <a:gd name="csX2" fmla="*/ 626403 w 626780"/>
                  <a:gd name="csY2" fmla="*/ 1 h 606911"/>
                  <a:gd name="csX3" fmla="*/ 626781 w 626780"/>
                  <a:gd name="csY3" fmla="*/ 244057 h 606911"/>
                  <a:gd name="csX4" fmla="*/ 626781 w 626780"/>
                  <a:gd name="csY4" fmla="*/ 244057 h 606911"/>
                  <a:gd name="csX5" fmla="*/ 2525 w 626780"/>
                  <a:gd name="csY5" fmla="*/ 244057 h 606911"/>
                  <a:gd name="csX6" fmla="*/ 626781 w 626780"/>
                  <a:gd name="csY6" fmla="*/ 244057 h 606911"/>
                  <a:gd name="csX7" fmla="*/ 2525 w 626780"/>
                  <a:gd name="csY7" fmla="*/ 244057 h 606911"/>
                  <a:gd name="csX8" fmla="*/ 2525 w 626780"/>
                  <a:gd name="csY8" fmla="*/ 244057 h 606911"/>
                  <a:gd name="csX9" fmla="*/ 2752 w 626780"/>
                  <a:gd name="csY9" fmla="*/ 606912 h 606911"/>
                  <a:gd name="csX10" fmla="*/ 2525 w 626780"/>
                  <a:gd name="csY10" fmla="*/ 244057 h 606911"/>
                  <a:gd name="csX11" fmla="*/ 2752 w 626780"/>
                  <a:gd name="csY11" fmla="*/ 606912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26780" h="606911">
                    <a:moveTo>
                      <a:pt x="626403" y="1"/>
                    </a:moveTo>
                    <a:cubicBezTo>
                      <a:pt x="627915" y="75329"/>
                      <a:pt x="621037" y="169091"/>
                      <a:pt x="626781" y="244057"/>
                    </a:cubicBezTo>
                    <a:moveTo>
                      <a:pt x="626403" y="1"/>
                    </a:moveTo>
                    <a:cubicBezTo>
                      <a:pt x="623078" y="86650"/>
                      <a:pt x="619374" y="171413"/>
                      <a:pt x="626781" y="244057"/>
                    </a:cubicBezTo>
                    <a:moveTo>
                      <a:pt x="626781" y="244057"/>
                    </a:moveTo>
                    <a:cubicBezTo>
                      <a:pt x="444093" y="236655"/>
                      <a:pt x="245379" y="229688"/>
                      <a:pt x="2525" y="244057"/>
                    </a:cubicBezTo>
                    <a:moveTo>
                      <a:pt x="626781" y="244057"/>
                    </a:moveTo>
                    <a:cubicBezTo>
                      <a:pt x="407736" y="240719"/>
                      <a:pt x="171684" y="243549"/>
                      <a:pt x="2525" y="244057"/>
                    </a:cubicBezTo>
                    <a:moveTo>
                      <a:pt x="2525" y="244057"/>
                    </a:moveTo>
                    <a:cubicBezTo>
                      <a:pt x="11444" y="384482"/>
                      <a:pt x="-6545" y="499579"/>
                      <a:pt x="2752" y="606912"/>
                    </a:cubicBezTo>
                    <a:moveTo>
                      <a:pt x="2525" y="244057"/>
                    </a:moveTo>
                    <a:cubicBezTo>
                      <a:pt x="10613" y="333900"/>
                      <a:pt x="5095" y="416123"/>
                      <a:pt x="2752" y="60691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9" name="شكل حر: شكل 390">
                <a:extLst>
                  <a:ext uri="{FF2B5EF4-FFF2-40B4-BE49-F238E27FC236}">
                    <a16:creationId xmlns:a16="http://schemas.microsoft.com/office/drawing/2014/main" id="{9F697DD6-D7D5-3551-1416-FC8D9DAF8873}"/>
                  </a:ext>
                </a:extLst>
              </p:cNvPr>
              <p:cNvSpPr/>
              <p:nvPr/>
            </p:nvSpPr>
            <p:spPr>
              <a:xfrm>
                <a:off x="8193557" y="3358643"/>
                <a:ext cx="52909" cy="50799"/>
              </a:xfrm>
              <a:custGeom>
                <a:avLst/>
                <a:gdLst>
                  <a:gd name="csX0" fmla="*/ 26380 w 52909"/>
                  <a:gd name="csY0" fmla="*/ 1 h 50799"/>
                  <a:gd name="csX1" fmla="*/ 52910 w 52909"/>
                  <a:gd name="csY1" fmla="*/ 50728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380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380" y="1"/>
                    </a:moveTo>
                    <a:cubicBezTo>
                      <a:pt x="36130" y="10233"/>
                      <a:pt x="45200" y="34181"/>
                      <a:pt x="52910" y="50728"/>
                    </a:cubicBezTo>
                    <a:cubicBezTo>
                      <a:pt x="43538" y="50437"/>
                      <a:pt x="42328" y="43108"/>
                      <a:pt x="26455" y="38100"/>
                    </a:cubicBezTo>
                    <a:cubicBezTo>
                      <a:pt x="20862" y="37302"/>
                      <a:pt x="11490" y="47027"/>
                      <a:pt x="1" y="50800"/>
                    </a:cubicBezTo>
                    <a:cubicBezTo>
                      <a:pt x="10356" y="43688"/>
                      <a:pt x="1587" y="21119"/>
                      <a:pt x="26380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0" name="شكل حر: شكل 391">
                <a:extLst>
                  <a:ext uri="{FF2B5EF4-FFF2-40B4-BE49-F238E27FC236}">
                    <a16:creationId xmlns:a16="http://schemas.microsoft.com/office/drawing/2014/main" id="{95385634-90C5-1C64-1481-2F57B038A642}"/>
                  </a:ext>
                </a:extLst>
              </p:cNvPr>
              <p:cNvSpPr/>
              <p:nvPr/>
            </p:nvSpPr>
            <p:spPr>
              <a:xfrm>
                <a:off x="8193557" y="3358643"/>
                <a:ext cx="52909" cy="50799"/>
              </a:xfrm>
              <a:custGeom>
                <a:avLst/>
                <a:gdLst>
                  <a:gd name="csX0" fmla="*/ 26380 w 52909"/>
                  <a:gd name="csY0" fmla="*/ 1 h 50799"/>
                  <a:gd name="csX1" fmla="*/ 52910 w 52909"/>
                  <a:gd name="csY1" fmla="*/ 50728 h 50799"/>
                  <a:gd name="csX2" fmla="*/ 26380 w 52909"/>
                  <a:gd name="csY2" fmla="*/ 1 h 50799"/>
                  <a:gd name="csX3" fmla="*/ 52910 w 52909"/>
                  <a:gd name="csY3" fmla="*/ 50728 h 50799"/>
                  <a:gd name="csX4" fmla="*/ 52910 w 52909"/>
                  <a:gd name="csY4" fmla="*/ 50728 h 50799"/>
                  <a:gd name="csX5" fmla="*/ 26455 w 52909"/>
                  <a:gd name="csY5" fmla="*/ 38100 h 50799"/>
                  <a:gd name="csX6" fmla="*/ 52910 w 52909"/>
                  <a:gd name="csY6" fmla="*/ 50728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380 w 52909"/>
                  <a:gd name="csY13" fmla="*/ 1 h 50799"/>
                  <a:gd name="csX14" fmla="*/ 1 w 52909"/>
                  <a:gd name="csY14" fmla="*/ 50800 h 50799"/>
                  <a:gd name="csX15" fmla="*/ 26380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380" y="1"/>
                    </a:moveTo>
                    <a:cubicBezTo>
                      <a:pt x="35676" y="15023"/>
                      <a:pt x="41497" y="37375"/>
                      <a:pt x="52910" y="50728"/>
                    </a:cubicBezTo>
                    <a:moveTo>
                      <a:pt x="26380" y="1"/>
                    </a:moveTo>
                    <a:cubicBezTo>
                      <a:pt x="34694" y="17418"/>
                      <a:pt x="42933" y="34254"/>
                      <a:pt x="52910" y="50728"/>
                    </a:cubicBezTo>
                    <a:moveTo>
                      <a:pt x="52910" y="50728"/>
                    </a:moveTo>
                    <a:cubicBezTo>
                      <a:pt x="46636" y="45648"/>
                      <a:pt x="37339" y="40350"/>
                      <a:pt x="26455" y="38100"/>
                    </a:cubicBezTo>
                    <a:moveTo>
                      <a:pt x="52910" y="50728"/>
                    </a:moveTo>
                    <a:cubicBezTo>
                      <a:pt x="44444" y="46446"/>
                      <a:pt x="32653" y="42455"/>
                      <a:pt x="26455" y="38100"/>
                    </a:cubicBezTo>
                    <a:moveTo>
                      <a:pt x="26455" y="38100"/>
                    </a:moveTo>
                    <a:cubicBezTo>
                      <a:pt x="19123" y="45140"/>
                      <a:pt x="6199" y="46954"/>
                      <a:pt x="1" y="50800"/>
                    </a:cubicBezTo>
                    <a:moveTo>
                      <a:pt x="26455" y="38100"/>
                    </a:moveTo>
                    <a:cubicBezTo>
                      <a:pt x="21466" y="41729"/>
                      <a:pt x="13984" y="43761"/>
                      <a:pt x="1" y="50800"/>
                    </a:cubicBezTo>
                    <a:moveTo>
                      <a:pt x="1" y="50800"/>
                    </a:moveTo>
                    <a:cubicBezTo>
                      <a:pt x="2344" y="40640"/>
                      <a:pt x="14891" y="24021"/>
                      <a:pt x="26380" y="1"/>
                    </a:cubicBezTo>
                    <a:moveTo>
                      <a:pt x="1" y="50800"/>
                    </a:moveTo>
                    <a:cubicBezTo>
                      <a:pt x="4913" y="38681"/>
                      <a:pt x="15193" y="27940"/>
                      <a:pt x="26380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35" name="صورة 392">
              <a:extLst>
                <a:ext uri="{FF2B5EF4-FFF2-40B4-BE49-F238E27FC236}">
                  <a16:creationId xmlns:a16="http://schemas.microsoft.com/office/drawing/2014/main" id="{5109A120-B7FC-26F5-ACC5-113E053CBC19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7551009" y="3593628"/>
              <a:ext cx="634913" cy="114299"/>
            </a:xfrm>
            <a:custGeom>
              <a:avLst/>
              <a:gdLst>
                <a:gd name="csX0" fmla="*/ 0 w 634913"/>
                <a:gd name="csY0" fmla="*/ 0 h 114299"/>
                <a:gd name="csX1" fmla="*/ 634914 w 634913"/>
                <a:gd name="csY1" fmla="*/ 0 h 114299"/>
                <a:gd name="csX2" fmla="*/ 634914 w 634913"/>
                <a:gd name="csY2" fmla="*/ 114299 h 114299"/>
                <a:gd name="csX3" fmla="*/ 0 w 63491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4913" h="114299">
                  <a:moveTo>
                    <a:pt x="0" y="0"/>
                  </a:moveTo>
                  <a:lnTo>
                    <a:pt x="634914" y="0"/>
                  </a:lnTo>
                  <a:lnTo>
                    <a:pt x="634914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41" name="!!رسم 9">
            <a:extLst>
              <a:ext uri="{FF2B5EF4-FFF2-40B4-BE49-F238E27FC236}">
                <a16:creationId xmlns:a16="http://schemas.microsoft.com/office/drawing/2014/main" id="{DE741172-190C-6382-6667-95E727E7C842}"/>
              </a:ext>
            </a:extLst>
          </p:cNvPr>
          <p:cNvGrpSpPr/>
          <p:nvPr/>
        </p:nvGrpSpPr>
        <p:grpSpPr>
          <a:xfrm>
            <a:off x="3227316" y="6261560"/>
            <a:ext cx="3028386" cy="238613"/>
            <a:chOff x="5950196" y="6272370"/>
            <a:chExt cx="3028386" cy="238613"/>
          </a:xfrm>
          <a:noFill/>
        </p:grpSpPr>
        <p:grpSp>
          <p:nvGrpSpPr>
            <p:cNvPr id="2042" name="رسم 9">
              <a:extLst>
                <a:ext uri="{FF2B5EF4-FFF2-40B4-BE49-F238E27FC236}">
                  <a16:creationId xmlns:a16="http://schemas.microsoft.com/office/drawing/2014/main" id="{83864F17-5EA1-7B29-170F-1A3DBC52AA12}"/>
                </a:ext>
              </a:extLst>
            </p:cNvPr>
            <p:cNvGrpSpPr/>
            <p:nvPr/>
          </p:nvGrpSpPr>
          <p:grpSpPr>
            <a:xfrm>
              <a:off x="5950196" y="6272370"/>
              <a:ext cx="3028386" cy="228391"/>
              <a:chOff x="5950196" y="6272370"/>
              <a:chExt cx="3028386" cy="228391"/>
            </a:xfrm>
            <a:noFill/>
          </p:grpSpPr>
          <p:sp>
            <p:nvSpPr>
              <p:cNvPr id="2044" name="مستطيل 395">
                <a:extLst>
                  <a:ext uri="{FF2B5EF4-FFF2-40B4-BE49-F238E27FC236}">
                    <a16:creationId xmlns:a16="http://schemas.microsoft.com/office/drawing/2014/main" id="{C4AD3A18-F3DE-EFB9-FC3C-674B4E98BBF0}"/>
                  </a:ext>
                </a:extLst>
              </p:cNvPr>
              <p:cNvSpPr/>
              <p:nvPr/>
            </p:nvSpPr>
            <p:spPr>
              <a:xfrm>
                <a:off x="5952388" y="6275128"/>
                <a:ext cx="3023398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5" name="شكل حر: شكل 396">
                <a:extLst>
                  <a:ext uri="{FF2B5EF4-FFF2-40B4-BE49-F238E27FC236}">
                    <a16:creationId xmlns:a16="http://schemas.microsoft.com/office/drawing/2014/main" id="{D2ECA177-8431-9226-0E49-AB1E0FFD4A49}"/>
                  </a:ext>
                </a:extLst>
              </p:cNvPr>
              <p:cNvSpPr/>
              <p:nvPr/>
            </p:nvSpPr>
            <p:spPr>
              <a:xfrm>
                <a:off x="5950196" y="6272370"/>
                <a:ext cx="3028386" cy="224752"/>
              </a:xfrm>
              <a:custGeom>
                <a:avLst/>
                <a:gdLst>
                  <a:gd name="csX0" fmla="*/ 1 w 3028386"/>
                  <a:gd name="csY0" fmla="*/ 5153 h 224752"/>
                  <a:gd name="csX1" fmla="*/ 1 w 3028386"/>
                  <a:gd name="csY1" fmla="*/ 5153 h 224752"/>
                  <a:gd name="csX2" fmla="*/ 1 w 3028386"/>
                  <a:gd name="csY2" fmla="*/ 5153 h 224752"/>
                  <a:gd name="csX3" fmla="*/ 1 w 3028386"/>
                  <a:gd name="csY3" fmla="*/ 5153 h 224752"/>
                  <a:gd name="csX4" fmla="*/ 3024 w 3028386"/>
                  <a:gd name="csY4" fmla="*/ 46156 h 224752"/>
                  <a:gd name="csX5" fmla="*/ 42631 w 3028386"/>
                  <a:gd name="csY5" fmla="*/ 2323 h 224752"/>
                  <a:gd name="csX6" fmla="*/ 3024 w 3028386"/>
                  <a:gd name="csY6" fmla="*/ 46156 h 224752"/>
                  <a:gd name="csX7" fmla="*/ 42631 w 3028386"/>
                  <a:gd name="csY7" fmla="*/ 2323 h 224752"/>
                  <a:gd name="csX8" fmla="*/ 983 w 3028386"/>
                  <a:gd name="csY8" fmla="*/ 92529 h 224752"/>
                  <a:gd name="csX9" fmla="*/ 80347 w 3028386"/>
                  <a:gd name="csY9" fmla="*/ 4935 h 224752"/>
                  <a:gd name="csX10" fmla="*/ 983 w 3028386"/>
                  <a:gd name="csY10" fmla="*/ 92529 h 224752"/>
                  <a:gd name="csX11" fmla="*/ 80347 w 3028386"/>
                  <a:gd name="csY11" fmla="*/ 4935 h 224752"/>
                  <a:gd name="csX12" fmla="*/ 4006 w 3028386"/>
                  <a:gd name="csY12" fmla="*/ 133531 h 224752"/>
                  <a:gd name="csX13" fmla="*/ 122977 w 3028386"/>
                  <a:gd name="csY13" fmla="*/ 2033 h 224752"/>
                  <a:gd name="csX14" fmla="*/ 4006 w 3028386"/>
                  <a:gd name="csY14" fmla="*/ 133531 h 224752"/>
                  <a:gd name="csX15" fmla="*/ 122977 w 3028386"/>
                  <a:gd name="csY15" fmla="*/ 2033 h 224752"/>
                  <a:gd name="csX16" fmla="*/ 2041 w 3028386"/>
                  <a:gd name="csY16" fmla="*/ 179904 h 224752"/>
                  <a:gd name="csX17" fmla="*/ 160694 w 3028386"/>
                  <a:gd name="csY17" fmla="*/ 4645 h 224752"/>
                  <a:gd name="csX18" fmla="*/ 2041 w 3028386"/>
                  <a:gd name="csY18" fmla="*/ 179904 h 224752"/>
                  <a:gd name="csX19" fmla="*/ 160694 w 3028386"/>
                  <a:gd name="csY19" fmla="*/ 4645 h 224752"/>
                  <a:gd name="csX20" fmla="*/ 4989 w 3028386"/>
                  <a:gd name="csY20" fmla="*/ 220907 h 224752"/>
                  <a:gd name="csX21" fmla="*/ 203324 w 3028386"/>
                  <a:gd name="csY21" fmla="*/ 1815 h 224752"/>
                  <a:gd name="csX22" fmla="*/ 4989 w 3028386"/>
                  <a:gd name="csY22" fmla="*/ 220907 h 224752"/>
                  <a:gd name="csX23" fmla="*/ 203324 w 3028386"/>
                  <a:gd name="csY23" fmla="*/ 1815 h 224752"/>
                  <a:gd name="csX24" fmla="*/ 42706 w 3028386"/>
                  <a:gd name="csY24" fmla="*/ 223519 h 224752"/>
                  <a:gd name="csX25" fmla="*/ 241041 w 3028386"/>
                  <a:gd name="csY25" fmla="*/ 4427 h 224752"/>
                  <a:gd name="csX26" fmla="*/ 42706 w 3028386"/>
                  <a:gd name="csY26" fmla="*/ 223519 h 224752"/>
                  <a:gd name="csX27" fmla="*/ 241041 w 3028386"/>
                  <a:gd name="csY27" fmla="*/ 4427 h 224752"/>
                  <a:gd name="csX28" fmla="*/ 85336 w 3028386"/>
                  <a:gd name="csY28" fmla="*/ 220617 h 224752"/>
                  <a:gd name="csX29" fmla="*/ 283671 w 3028386"/>
                  <a:gd name="csY29" fmla="*/ 1525 h 224752"/>
                  <a:gd name="csX30" fmla="*/ 85336 w 3028386"/>
                  <a:gd name="csY30" fmla="*/ 220617 h 224752"/>
                  <a:gd name="csX31" fmla="*/ 283671 w 3028386"/>
                  <a:gd name="csY31" fmla="*/ 1525 h 224752"/>
                  <a:gd name="csX32" fmla="*/ 123053 w 3028386"/>
                  <a:gd name="csY32" fmla="*/ 223229 h 224752"/>
                  <a:gd name="csX33" fmla="*/ 321388 w 3028386"/>
                  <a:gd name="csY33" fmla="*/ 4137 h 224752"/>
                  <a:gd name="csX34" fmla="*/ 123053 w 3028386"/>
                  <a:gd name="csY34" fmla="*/ 223229 h 224752"/>
                  <a:gd name="csX35" fmla="*/ 321388 w 3028386"/>
                  <a:gd name="csY35" fmla="*/ 4137 h 224752"/>
                  <a:gd name="csX36" fmla="*/ 165683 w 3028386"/>
                  <a:gd name="csY36" fmla="*/ 220399 h 224752"/>
                  <a:gd name="csX37" fmla="*/ 364018 w 3028386"/>
                  <a:gd name="csY37" fmla="*/ 1307 h 224752"/>
                  <a:gd name="csX38" fmla="*/ 165683 w 3028386"/>
                  <a:gd name="csY38" fmla="*/ 220399 h 224752"/>
                  <a:gd name="csX39" fmla="*/ 364018 w 3028386"/>
                  <a:gd name="csY39" fmla="*/ 1307 h 224752"/>
                  <a:gd name="csX40" fmla="*/ 203400 w 3028386"/>
                  <a:gd name="csY40" fmla="*/ 223011 h 224752"/>
                  <a:gd name="csX41" fmla="*/ 401735 w 3028386"/>
                  <a:gd name="csY41" fmla="*/ 3919 h 224752"/>
                  <a:gd name="csX42" fmla="*/ 203400 w 3028386"/>
                  <a:gd name="csY42" fmla="*/ 223011 h 224752"/>
                  <a:gd name="csX43" fmla="*/ 401735 w 3028386"/>
                  <a:gd name="csY43" fmla="*/ 3919 h 224752"/>
                  <a:gd name="csX44" fmla="*/ 246030 w 3028386"/>
                  <a:gd name="csY44" fmla="*/ 220109 h 224752"/>
                  <a:gd name="csX45" fmla="*/ 444365 w 3028386"/>
                  <a:gd name="csY45" fmla="*/ 1089 h 224752"/>
                  <a:gd name="csX46" fmla="*/ 246030 w 3028386"/>
                  <a:gd name="csY46" fmla="*/ 220109 h 224752"/>
                  <a:gd name="csX47" fmla="*/ 444365 w 3028386"/>
                  <a:gd name="csY47" fmla="*/ 1089 h 224752"/>
                  <a:gd name="csX48" fmla="*/ 283747 w 3028386"/>
                  <a:gd name="csY48" fmla="*/ 222721 h 224752"/>
                  <a:gd name="csX49" fmla="*/ 482081 w 3028386"/>
                  <a:gd name="csY49" fmla="*/ 3702 h 224752"/>
                  <a:gd name="csX50" fmla="*/ 283747 w 3028386"/>
                  <a:gd name="csY50" fmla="*/ 222721 h 224752"/>
                  <a:gd name="csX51" fmla="*/ 482081 w 3028386"/>
                  <a:gd name="csY51" fmla="*/ 3702 h 224752"/>
                  <a:gd name="csX52" fmla="*/ 326377 w 3028386"/>
                  <a:gd name="csY52" fmla="*/ 219891 h 224752"/>
                  <a:gd name="csX53" fmla="*/ 524711 w 3028386"/>
                  <a:gd name="csY53" fmla="*/ 799 h 224752"/>
                  <a:gd name="csX54" fmla="*/ 326377 w 3028386"/>
                  <a:gd name="csY54" fmla="*/ 219891 h 224752"/>
                  <a:gd name="csX55" fmla="*/ 524711 w 3028386"/>
                  <a:gd name="csY55" fmla="*/ 799 h 224752"/>
                  <a:gd name="csX56" fmla="*/ 364093 w 3028386"/>
                  <a:gd name="csY56" fmla="*/ 222504 h 224752"/>
                  <a:gd name="csX57" fmla="*/ 562428 w 3028386"/>
                  <a:gd name="csY57" fmla="*/ 3412 h 224752"/>
                  <a:gd name="csX58" fmla="*/ 364093 w 3028386"/>
                  <a:gd name="csY58" fmla="*/ 222504 h 224752"/>
                  <a:gd name="csX59" fmla="*/ 562428 w 3028386"/>
                  <a:gd name="csY59" fmla="*/ 3412 h 224752"/>
                  <a:gd name="csX60" fmla="*/ 406723 w 3028386"/>
                  <a:gd name="csY60" fmla="*/ 219601 h 224752"/>
                  <a:gd name="csX61" fmla="*/ 605134 w 3028386"/>
                  <a:gd name="csY61" fmla="*/ 581 h 224752"/>
                  <a:gd name="csX62" fmla="*/ 406723 w 3028386"/>
                  <a:gd name="csY62" fmla="*/ 219601 h 224752"/>
                  <a:gd name="csX63" fmla="*/ 605134 w 3028386"/>
                  <a:gd name="csY63" fmla="*/ 581 h 224752"/>
                  <a:gd name="csX64" fmla="*/ 444440 w 3028386"/>
                  <a:gd name="csY64" fmla="*/ 222213 h 224752"/>
                  <a:gd name="csX65" fmla="*/ 642775 w 3028386"/>
                  <a:gd name="csY65" fmla="*/ 3194 h 224752"/>
                  <a:gd name="csX66" fmla="*/ 444440 w 3028386"/>
                  <a:gd name="csY66" fmla="*/ 222213 h 224752"/>
                  <a:gd name="csX67" fmla="*/ 642775 w 3028386"/>
                  <a:gd name="csY67" fmla="*/ 3194 h 224752"/>
                  <a:gd name="csX68" fmla="*/ 487070 w 3028386"/>
                  <a:gd name="csY68" fmla="*/ 219383 h 224752"/>
                  <a:gd name="csX69" fmla="*/ 685481 w 3028386"/>
                  <a:gd name="csY69" fmla="*/ 291 h 224752"/>
                  <a:gd name="csX70" fmla="*/ 487070 w 3028386"/>
                  <a:gd name="csY70" fmla="*/ 219383 h 224752"/>
                  <a:gd name="csX71" fmla="*/ 685481 w 3028386"/>
                  <a:gd name="csY71" fmla="*/ 291 h 224752"/>
                  <a:gd name="csX72" fmla="*/ 524787 w 3028386"/>
                  <a:gd name="csY72" fmla="*/ 221995 h 224752"/>
                  <a:gd name="csX73" fmla="*/ 723122 w 3028386"/>
                  <a:gd name="csY73" fmla="*/ 2904 h 224752"/>
                  <a:gd name="csX74" fmla="*/ 524787 w 3028386"/>
                  <a:gd name="csY74" fmla="*/ 221995 h 224752"/>
                  <a:gd name="csX75" fmla="*/ 723122 w 3028386"/>
                  <a:gd name="csY75" fmla="*/ 2904 h 224752"/>
                  <a:gd name="csX76" fmla="*/ 562504 w 3028386"/>
                  <a:gd name="csY76" fmla="*/ 224608 h 224752"/>
                  <a:gd name="csX77" fmla="*/ 765827 w 3028386"/>
                  <a:gd name="csY77" fmla="*/ 73 h 224752"/>
                  <a:gd name="csX78" fmla="*/ 562504 w 3028386"/>
                  <a:gd name="csY78" fmla="*/ 224608 h 224752"/>
                  <a:gd name="csX79" fmla="*/ 765827 w 3028386"/>
                  <a:gd name="csY79" fmla="*/ 73 h 224752"/>
                  <a:gd name="csX80" fmla="*/ 605134 w 3028386"/>
                  <a:gd name="csY80" fmla="*/ 221778 h 224752"/>
                  <a:gd name="csX81" fmla="*/ 803469 w 3028386"/>
                  <a:gd name="csY81" fmla="*/ 2686 h 224752"/>
                  <a:gd name="csX82" fmla="*/ 605134 w 3028386"/>
                  <a:gd name="csY82" fmla="*/ 221778 h 224752"/>
                  <a:gd name="csX83" fmla="*/ 803469 w 3028386"/>
                  <a:gd name="csY83" fmla="*/ 2686 h 224752"/>
                  <a:gd name="csX84" fmla="*/ 642851 w 3028386"/>
                  <a:gd name="csY84" fmla="*/ 224390 h 224752"/>
                  <a:gd name="csX85" fmla="*/ 841186 w 3028386"/>
                  <a:gd name="csY85" fmla="*/ 5298 h 224752"/>
                  <a:gd name="csX86" fmla="*/ 642851 w 3028386"/>
                  <a:gd name="csY86" fmla="*/ 224390 h 224752"/>
                  <a:gd name="csX87" fmla="*/ 841186 w 3028386"/>
                  <a:gd name="csY87" fmla="*/ 5298 h 224752"/>
                  <a:gd name="csX88" fmla="*/ 685481 w 3028386"/>
                  <a:gd name="csY88" fmla="*/ 221487 h 224752"/>
                  <a:gd name="csX89" fmla="*/ 883816 w 3028386"/>
                  <a:gd name="csY89" fmla="*/ 2395 h 224752"/>
                  <a:gd name="csX90" fmla="*/ 685481 w 3028386"/>
                  <a:gd name="csY90" fmla="*/ 221487 h 224752"/>
                  <a:gd name="csX91" fmla="*/ 883816 w 3028386"/>
                  <a:gd name="csY91" fmla="*/ 2395 h 224752"/>
                  <a:gd name="csX92" fmla="*/ 723198 w 3028386"/>
                  <a:gd name="csY92" fmla="*/ 224100 h 224752"/>
                  <a:gd name="csX93" fmla="*/ 921532 w 3028386"/>
                  <a:gd name="csY93" fmla="*/ 5008 h 224752"/>
                  <a:gd name="csX94" fmla="*/ 723198 w 3028386"/>
                  <a:gd name="csY94" fmla="*/ 224100 h 224752"/>
                  <a:gd name="csX95" fmla="*/ 921532 w 3028386"/>
                  <a:gd name="csY95" fmla="*/ 5008 h 224752"/>
                  <a:gd name="csX96" fmla="*/ 765827 w 3028386"/>
                  <a:gd name="csY96" fmla="*/ 221270 h 224752"/>
                  <a:gd name="csX97" fmla="*/ 964162 w 3028386"/>
                  <a:gd name="csY97" fmla="*/ 2178 h 224752"/>
                  <a:gd name="csX98" fmla="*/ 765827 w 3028386"/>
                  <a:gd name="csY98" fmla="*/ 221270 h 224752"/>
                  <a:gd name="csX99" fmla="*/ 964162 w 3028386"/>
                  <a:gd name="csY99" fmla="*/ 2178 h 224752"/>
                  <a:gd name="csX100" fmla="*/ 803544 w 3028386"/>
                  <a:gd name="csY100" fmla="*/ 223882 h 224752"/>
                  <a:gd name="csX101" fmla="*/ 1001879 w 3028386"/>
                  <a:gd name="csY101" fmla="*/ 4790 h 224752"/>
                  <a:gd name="csX102" fmla="*/ 803544 w 3028386"/>
                  <a:gd name="csY102" fmla="*/ 223882 h 224752"/>
                  <a:gd name="csX103" fmla="*/ 1001879 w 3028386"/>
                  <a:gd name="csY103" fmla="*/ 4790 h 224752"/>
                  <a:gd name="csX104" fmla="*/ 846174 w 3028386"/>
                  <a:gd name="csY104" fmla="*/ 220979 h 224752"/>
                  <a:gd name="csX105" fmla="*/ 1044509 w 3028386"/>
                  <a:gd name="csY105" fmla="*/ 1887 h 224752"/>
                  <a:gd name="csX106" fmla="*/ 846174 w 3028386"/>
                  <a:gd name="csY106" fmla="*/ 220979 h 224752"/>
                  <a:gd name="csX107" fmla="*/ 1044509 w 3028386"/>
                  <a:gd name="csY107" fmla="*/ 1887 h 224752"/>
                  <a:gd name="csX108" fmla="*/ 883891 w 3028386"/>
                  <a:gd name="csY108" fmla="*/ 223592 h 224752"/>
                  <a:gd name="csX109" fmla="*/ 1082226 w 3028386"/>
                  <a:gd name="csY109" fmla="*/ 4500 h 224752"/>
                  <a:gd name="csX110" fmla="*/ 883891 w 3028386"/>
                  <a:gd name="csY110" fmla="*/ 223592 h 224752"/>
                  <a:gd name="csX111" fmla="*/ 1082226 w 3028386"/>
                  <a:gd name="csY111" fmla="*/ 4500 h 224752"/>
                  <a:gd name="csX112" fmla="*/ 926521 w 3028386"/>
                  <a:gd name="csY112" fmla="*/ 220761 h 224752"/>
                  <a:gd name="csX113" fmla="*/ 1124856 w 3028386"/>
                  <a:gd name="csY113" fmla="*/ 1669 h 224752"/>
                  <a:gd name="csX114" fmla="*/ 926521 w 3028386"/>
                  <a:gd name="csY114" fmla="*/ 220761 h 224752"/>
                  <a:gd name="csX115" fmla="*/ 1124856 w 3028386"/>
                  <a:gd name="csY115" fmla="*/ 1669 h 224752"/>
                  <a:gd name="csX116" fmla="*/ 964238 w 3028386"/>
                  <a:gd name="csY116" fmla="*/ 223374 h 224752"/>
                  <a:gd name="csX117" fmla="*/ 1162573 w 3028386"/>
                  <a:gd name="csY117" fmla="*/ 4282 h 224752"/>
                  <a:gd name="csX118" fmla="*/ 964238 w 3028386"/>
                  <a:gd name="csY118" fmla="*/ 223374 h 224752"/>
                  <a:gd name="csX119" fmla="*/ 1162573 w 3028386"/>
                  <a:gd name="csY119" fmla="*/ 4282 h 224752"/>
                  <a:gd name="csX120" fmla="*/ 1006868 w 3028386"/>
                  <a:gd name="csY120" fmla="*/ 220471 h 224752"/>
                  <a:gd name="csX121" fmla="*/ 1205203 w 3028386"/>
                  <a:gd name="csY121" fmla="*/ 1379 h 224752"/>
                  <a:gd name="csX122" fmla="*/ 1006868 w 3028386"/>
                  <a:gd name="csY122" fmla="*/ 220471 h 224752"/>
                  <a:gd name="csX123" fmla="*/ 1205203 w 3028386"/>
                  <a:gd name="csY123" fmla="*/ 1379 h 224752"/>
                  <a:gd name="csX124" fmla="*/ 1044585 w 3028386"/>
                  <a:gd name="csY124" fmla="*/ 223084 h 224752"/>
                  <a:gd name="csX125" fmla="*/ 1242920 w 3028386"/>
                  <a:gd name="csY125" fmla="*/ 3992 h 224752"/>
                  <a:gd name="csX126" fmla="*/ 1044585 w 3028386"/>
                  <a:gd name="csY126" fmla="*/ 223084 h 224752"/>
                  <a:gd name="csX127" fmla="*/ 1242920 w 3028386"/>
                  <a:gd name="csY127" fmla="*/ 3992 h 224752"/>
                  <a:gd name="csX128" fmla="*/ 1087215 w 3028386"/>
                  <a:gd name="csY128" fmla="*/ 220253 h 224752"/>
                  <a:gd name="csX129" fmla="*/ 1285549 w 3028386"/>
                  <a:gd name="csY129" fmla="*/ 1162 h 224752"/>
                  <a:gd name="csX130" fmla="*/ 1087215 w 3028386"/>
                  <a:gd name="csY130" fmla="*/ 220253 h 224752"/>
                  <a:gd name="csX131" fmla="*/ 1285549 w 3028386"/>
                  <a:gd name="csY131" fmla="*/ 1162 h 224752"/>
                  <a:gd name="csX132" fmla="*/ 1124931 w 3028386"/>
                  <a:gd name="csY132" fmla="*/ 222866 h 224752"/>
                  <a:gd name="csX133" fmla="*/ 1323267 w 3028386"/>
                  <a:gd name="csY133" fmla="*/ 3774 h 224752"/>
                  <a:gd name="csX134" fmla="*/ 1124931 w 3028386"/>
                  <a:gd name="csY134" fmla="*/ 222866 h 224752"/>
                  <a:gd name="csX135" fmla="*/ 1323267 w 3028386"/>
                  <a:gd name="csY135" fmla="*/ 3774 h 224752"/>
                  <a:gd name="csX136" fmla="*/ 1167561 w 3028386"/>
                  <a:gd name="csY136" fmla="*/ 219963 h 224752"/>
                  <a:gd name="csX137" fmla="*/ 1365896 w 3028386"/>
                  <a:gd name="csY137" fmla="*/ 944 h 224752"/>
                  <a:gd name="csX138" fmla="*/ 1167561 w 3028386"/>
                  <a:gd name="csY138" fmla="*/ 219963 h 224752"/>
                  <a:gd name="csX139" fmla="*/ 1365896 w 3028386"/>
                  <a:gd name="csY139" fmla="*/ 944 h 224752"/>
                  <a:gd name="csX140" fmla="*/ 1205278 w 3028386"/>
                  <a:gd name="csY140" fmla="*/ 222576 h 224752"/>
                  <a:gd name="csX141" fmla="*/ 1403613 w 3028386"/>
                  <a:gd name="csY141" fmla="*/ 3556 h 224752"/>
                  <a:gd name="csX142" fmla="*/ 1205278 w 3028386"/>
                  <a:gd name="csY142" fmla="*/ 222576 h 224752"/>
                  <a:gd name="csX143" fmla="*/ 1403613 w 3028386"/>
                  <a:gd name="csY143" fmla="*/ 3556 h 224752"/>
                  <a:gd name="csX144" fmla="*/ 1247908 w 3028386"/>
                  <a:gd name="csY144" fmla="*/ 219746 h 224752"/>
                  <a:gd name="csX145" fmla="*/ 1446243 w 3028386"/>
                  <a:gd name="csY145" fmla="*/ 654 h 224752"/>
                  <a:gd name="csX146" fmla="*/ 1247908 w 3028386"/>
                  <a:gd name="csY146" fmla="*/ 219746 h 224752"/>
                  <a:gd name="csX147" fmla="*/ 1446243 w 3028386"/>
                  <a:gd name="csY147" fmla="*/ 654 h 224752"/>
                  <a:gd name="csX148" fmla="*/ 1285625 w 3028386"/>
                  <a:gd name="csY148" fmla="*/ 222358 h 224752"/>
                  <a:gd name="csX149" fmla="*/ 1483960 w 3028386"/>
                  <a:gd name="csY149" fmla="*/ 3266 h 224752"/>
                  <a:gd name="csX150" fmla="*/ 1285625 w 3028386"/>
                  <a:gd name="csY150" fmla="*/ 222358 h 224752"/>
                  <a:gd name="csX151" fmla="*/ 1483960 w 3028386"/>
                  <a:gd name="csY151" fmla="*/ 3266 h 224752"/>
                  <a:gd name="csX152" fmla="*/ 1328255 w 3028386"/>
                  <a:gd name="csY152" fmla="*/ 219528 h 224752"/>
                  <a:gd name="csX153" fmla="*/ 1526590 w 3028386"/>
                  <a:gd name="csY153" fmla="*/ 436 h 224752"/>
                  <a:gd name="csX154" fmla="*/ 1328255 w 3028386"/>
                  <a:gd name="csY154" fmla="*/ 219528 h 224752"/>
                  <a:gd name="csX155" fmla="*/ 1526590 w 3028386"/>
                  <a:gd name="csY155" fmla="*/ 436 h 224752"/>
                  <a:gd name="csX156" fmla="*/ 1365972 w 3028386"/>
                  <a:gd name="csY156" fmla="*/ 222140 h 224752"/>
                  <a:gd name="csX157" fmla="*/ 1564307 w 3028386"/>
                  <a:gd name="csY157" fmla="*/ 3048 h 224752"/>
                  <a:gd name="csX158" fmla="*/ 1365972 w 3028386"/>
                  <a:gd name="csY158" fmla="*/ 222140 h 224752"/>
                  <a:gd name="csX159" fmla="*/ 1564307 w 3028386"/>
                  <a:gd name="csY159" fmla="*/ 3048 h 224752"/>
                  <a:gd name="csX160" fmla="*/ 1403613 w 3028386"/>
                  <a:gd name="csY160" fmla="*/ 224753 h 224752"/>
                  <a:gd name="csX161" fmla="*/ 1606937 w 3028386"/>
                  <a:gd name="csY161" fmla="*/ 146 h 224752"/>
                  <a:gd name="csX162" fmla="*/ 1403613 w 3028386"/>
                  <a:gd name="csY162" fmla="*/ 224753 h 224752"/>
                  <a:gd name="csX163" fmla="*/ 1606937 w 3028386"/>
                  <a:gd name="csY163" fmla="*/ 146 h 224752"/>
                  <a:gd name="csX164" fmla="*/ 1446319 w 3028386"/>
                  <a:gd name="csY164" fmla="*/ 221850 h 224752"/>
                  <a:gd name="csX165" fmla="*/ 1644654 w 3028386"/>
                  <a:gd name="csY165" fmla="*/ 2758 h 224752"/>
                  <a:gd name="csX166" fmla="*/ 1446319 w 3028386"/>
                  <a:gd name="csY166" fmla="*/ 221850 h 224752"/>
                  <a:gd name="csX167" fmla="*/ 1644654 w 3028386"/>
                  <a:gd name="csY167" fmla="*/ 2758 h 224752"/>
                  <a:gd name="csX168" fmla="*/ 1483960 w 3028386"/>
                  <a:gd name="csY168" fmla="*/ 224463 h 224752"/>
                  <a:gd name="csX169" fmla="*/ 1682370 w 3028386"/>
                  <a:gd name="csY169" fmla="*/ 5371 h 224752"/>
                  <a:gd name="csX170" fmla="*/ 1483960 w 3028386"/>
                  <a:gd name="csY170" fmla="*/ 224463 h 224752"/>
                  <a:gd name="csX171" fmla="*/ 1682370 w 3028386"/>
                  <a:gd name="csY171" fmla="*/ 5371 h 224752"/>
                  <a:gd name="csX172" fmla="*/ 1526666 w 3028386"/>
                  <a:gd name="csY172" fmla="*/ 221632 h 224752"/>
                  <a:gd name="csX173" fmla="*/ 1725001 w 3028386"/>
                  <a:gd name="csY173" fmla="*/ 2540 h 224752"/>
                  <a:gd name="csX174" fmla="*/ 1526666 w 3028386"/>
                  <a:gd name="csY174" fmla="*/ 221632 h 224752"/>
                  <a:gd name="csX175" fmla="*/ 1725001 w 3028386"/>
                  <a:gd name="csY175" fmla="*/ 2540 h 224752"/>
                  <a:gd name="csX176" fmla="*/ 1564307 w 3028386"/>
                  <a:gd name="csY176" fmla="*/ 224245 h 224752"/>
                  <a:gd name="csX177" fmla="*/ 1762717 w 3028386"/>
                  <a:gd name="csY177" fmla="*/ 5153 h 224752"/>
                  <a:gd name="csX178" fmla="*/ 1564307 w 3028386"/>
                  <a:gd name="csY178" fmla="*/ 224245 h 224752"/>
                  <a:gd name="csX179" fmla="*/ 1762717 w 3028386"/>
                  <a:gd name="csY179" fmla="*/ 5153 h 224752"/>
                  <a:gd name="csX180" fmla="*/ 1607012 w 3028386"/>
                  <a:gd name="csY180" fmla="*/ 221342 h 224752"/>
                  <a:gd name="csX181" fmla="*/ 1805347 w 3028386"/>
                  <a:gd name="csY181" fmla="*/ 2250 h 224752"/>
                  <a:gd name="csX182" fmla="*/ 1607012 w 3028386"/>
                  <a:gd name="csY182" fmla="*/ 221342 h 224752"/>
                  <a:gd name="csX183" fmla="*/ 1805347 w 3028386"/>
                  <a:gd name="csY183" fmla="*/ 2250 h 224752"/>
                  <a:gd name="csX184" fmla="*/ 1644654 w 3028386"/>
                  <a:gd name="csY184" fmla="*/ 223955 h 224752"/>
                  <a:gd name="csX185" fmla="*/ 1843064 w 3028386"/>
                  <a:gd name="csY185" fmla="*/ 4863 h 224752"/>
                  <a:gd name="csX186" fmla="*/ 1644654 w 3028386"/>
                  <a:gd name="csY186" fmla="*/ 223955 h 224752"/>
                  <a:gd name="csX187" fmla="*/ 1843064 w 3028386"/>
                  <a:gd name="csY187" fmla="*/ 4863 h 224752"/>
                  <a:gd name="csX188" fmla="*/ 1687359 w 3028386"/>
                  <a:gd name="csY188" fmla="*/ 221125 h 224752"/>
                  <a:gd name="csX189" fmla="*/ 1885694 w 3028386"/>
                  <a:gd name="csY189" fmla="*/ 2033 h 224752"/>
                  <a:gd name="csX190" fmla="*/ 1687359 w 3028386"/>
                  <a:gd name="csY190" fmla="*/ 221125 h 224752"/>
                  <a:gd name="csX191" fmla="*/ 1885694 w 3028386"/>
                  <a:gd name="csY191" fmla="*/ 2033 h 224752"/>
                  <a:gd name="csX192" fmla="*/ 1725076 w 3028386"/>
                  <a:gd name="csY192" fmla="*/ 223737 h 224752"/>
                  <a:gd name="csX193" fmla="*/ 1923411 w 3028386"/>
                  <a:gd name="csY193" fmla="*/ 4645 h 224752"/>
                  <a:gd name="csX194" fmla="*/ 1725076 w 3028386"/>
                  <a:gd name="csY194" fmla="*/ 223737 h 224752"/>
                  <a:gd name="csX195" fmla="*/ 1923411 w 3028386"/>
                  <a:gd name="csY195" fmla="*/ 4645 h 224752"/>
                  <a:gd name="csX196" fmla="*/ 1767706 w 3028386"/>
                  <a:gd name="csY196" fmla="*/ 220834 h 224752"/>
                  <a:gd name="csX197" fmla="*/ 1966041 w 3028386"/>
                  <a:gd name="csY197" fmla="*/ 1742 h 224752"/>
                  <a:gd name="csX198" fmla="*/ 1767706 w 3028386"/>
                  <a:gd name="csY198" fmla="*/ 220834 h 224752"/>
                  <a:gd name="csX199" fmla="*/ 1966041 w 3028386"/>
                  <a:gd name="csY199" fmla="*/ 1742 h 224752"/>
                  <a:gd name="csX200" fmla="*/ 1805423 w 3028386"/>
                  <a:gd name="csY200" fmla="*/ 223447 h 224752"/>
                  <a:gd name="csX201" fmla="*/ 2003758 w 3028386"/>
                  <a:gd name="csY201" fmla="*/ 4355 h 224752"/>
                  <a:gd name="csX202" fmla="*/ 1805423 w 3028386"/>
                  <a:gd name="csY202" fmla="*/ 223447 h 224752"/>
                  <a:gd name="csX203" fmla="*/ 2003758 w 3028386"/>
                  <a:gd name="csY203" fmla="*/ 4355 h 224752"/>
                  <a:gd name="csX204" fmla="*/ 1848053 w 3028386"/>
                  <a:gd name="csY204" fmla="*/ 220617 h 224752"/>
                  <a:gd name="csX205" fmla="*/ 2046388 w 3028386"/>
                  <a:gd name="csY205" fmla="*/ 1525 h 224752"/>
                  <a:gd name="csX206" fmla="*/ 1848053 w 3028386"/>
                  <a:gd name="csY206" fmla="*/ 220617 h 224752"/>
                  <a:gd name="csX207" fmla="*/ 2046388 w 3028386"/>
                  <a:gd name="csY207" fmla="*/ 1525 h 224752"/>
                  <a:gd name="csX208" fmla="*/ 1885770 w 3028386"/>
                  <a:gd name="csY208" fmla="*/ 223229 h 224752"/>
                  <a:gd name="csX209" fmla="*/ 2084105 w 3028386"/>
                  <a:gd name="csY209" fmla="*/ 4137 h 224752"/>
                  <a:gd name="csX210" fmla="*/ 1885770 w 3028386"/>
                  <a:gd name="csY210" fmla="*/ 223229 h 224752"/>
                  <a:gd name="csX211" fmla="*/ 2084105 w 3028386"/>
                  <a:gd name="csY211" fmla="*/ 4137 h 224752"/>
                  <a:gd name="csX212" fmla="*/ 1928400 w 3028386"/>
                  <a:gd name="csY212" fmla="*/ 220326 h 224752"/>
                  <a:gd name="csX213" fmla="*/ 2126735 w 3028386"/>
                  <a:gd name="csY213" fmla="*/ 1307 h 224752"/>
                  <a:gd name="csX214" fmla="*/ 1928400 w 3028386"/>
                  <a:gd name="csY214" fmla="*/ 220326 h 224752"/>
                  <a:gd name="csX215" fmla="*/ 2126735 w 3028386"/>
                  <a:gd name="csY215" fmla="*/ 1307 h 224752"/>
                  <a:gd name="csX216" fmla="*/ 1966117 w 3028386"/>
                  <a:gd name="csY216" fmla="*/ 222939 h 224752"/>
                  <a:gd name="csX217" fmla="*/ 2164452 w 3028386"/>
                  <a:gd name="csY217" fmla="*/ 3919 h 224752"/>
                  <a:gd name="csX218" fmla="*/ 1966117 w 3028386"/>
                  <a:gd name="csY218" fmla="*/ 222939 h 224752"/>
                  <a:gd name="csX219" fmla="*/ 2164452 w 3028386"/>
                  <a:gd name="csY219" fmla="*/ 3919 h 224752"/>
                  <a:gd name="csX220" fmla="*/ 2008746 w 3028386"/>
                  <a:gd name="csY220" fmla="*/ 220109 h 224752"/>
                  <a:gd name="csX221" fmla="*/ 2207082 w 3028386"/>
                  <a:gd name="csY221" fmla="*/ 1017 h 224752"/>
                  <a:gd name="csX222" fmla="*/ 2008746 w 3028386"/>
                  <a:gd name="csY222" fmla="*/ 220109 h 224752"/>
                  <a:gd name="csX223" fmla="*/ 2207082 w 3028386"/>
                  <a:gd name="csY223" fmla="*/ 1017 h 224752"/>
                  <a:gd name="csX224" fmla="*/ 2046464 w 3028386"/>
                  <a:gd name="csY224" fmla="*/ 222721 h 224752"/>
                  <a:gd name="csX225" fmla="*/ 2244798 w 3028386"/>
                  <a:gd name="csY225" fmla="*/ 3629 h 224752"/>
                  <a:gd name="csX226" fmla="*/ 2046464 w 3028386"/>
                  <a:gd name="csY226" fmla="*/ 222721 h 224752"/>
                  <a:gd name="csX227" fmla="*/ 2244798 w 3028386"/>
                  <a:gd name="csY227" fmla="*/ 3629 h 224752"/>
                  <a:gd name="csX228" fmla="*/ 2089093 w 3028386"/>
                  <a:gd name="csY228" fmla="*/ 219818 h 224752"/>
                  <a:gd name="csX229" fmla="*/ 2287428 w 3028386"/>
                  <a:gd name="csY229" fmla="*/ 799 h 224752"/>
                  <a:gd name="csX230" fmla="*/ 2089093 w 3028386"/>
                  <a:gd name="csY230" fmla="*/ 219818 h 224752"/>
                  <a:gd name="csX231" fmla="*/ 2287428 w 3028386"/>
                  <a:gd name="csY231" fmla="*/ 799 h 224752"/>
                  <a:gd name="csX232" fmla="*/ 2126810 w 3028386"/>
                  <a:gd name="csY232" fmla="*/ 222431 h 224752"/>
                  <a:gd name="csX233" fmla="*/ 2325145 w 3028386"/>
                  <a:gd name="csY233" fmla="*/ 3412 h 224752"/>
                  <a:gd name="csX234" fmla="*/ 2126810 w 3028386"/>
                  <a:gd name="csY234" fmla="*/ 222431 h 224752"/>
                  <a:gd name="csX235" fmla="*/ 2325145 w 3028386"/>
                  <a:gd name="csY235" fmla="*/ 3412 h 224752"/>
                  <a:gd name="csX236" fmla="*/ 2169440 w 3028386"/>
                  <a:gd name="csY236" fmla="*/ 219601 h 224752"/>
                  <a:gd name="csX237" fmla="*/ 2367775 w 3028386"/>
                  <a:gd name="csY237" fmla="*/ 509 h 224752"/>
                  <a:gd name="csX238" fmla="*/ 2169440 w 3028386"/>
                  <a:gd name="csY238" fmla="*/ 219601 h 224752"/>
                  <a:gd name="csX239" fmla="*/ 2367775 w 3028386"/>
                  <a:gd name="csY239" fmla="*/ 509 h 224752"/>
                  <a:gd name="csX240" fmla="*/ 2207157 w 3028386"/>
                  <a:gd name="csY240" fmla="*/ 222213 h 224752"/>
                  <a:gd name="csX241" fmla="*/ 2405492 w 3028386"/>
                  <a:gd name="csY241" fmla="*/ 3121 h 224752"/>
                  <a:gd name="csX242" fmla="*/ 2207157 w 3028386"/>
                  <a:gd name="csY242" fmla="*/ 222213 h 224752"/>
                  <a:gd name="csX243" fmla="*/ 2405492 w 3028386"/>
                  <a:gd name="csY243" fmla="*/ 3121 h 224752"/>
                  <a:gd name="csX244" fmla="*/ 2249787 w 3028386"/>
                  <a:gd name="csY244" fmla="*/ 219383 h 224752"/>
                  <a:gd name="csX245" fmla="*/ 2448122 w 3028386"/>
                  <a:gd name="csY245" fmla="*/ 291 h 224752"/>
                  <a:gd name="csX246" fmla="*/ 2249787 w 3028386"/>
                  <a:gd name="csY246" fmla="*/ 219383 h 224752"/>
                  <a:gd name="csX247" fmla="*/ 2448122 w 3028386"/>
                  <a:gd name="csY247" fmla="*/ 291 h 224752"/>
                  <a:gd name="csX248" fmla="*/ 2287504 w 3028386"/>
                  <a:gd name="csY248" fmla="*/ 221995 h 224752"/>
                  <a:gd name="csX249" fmla="*/ 2485839 w 3028386"/>
                  <a:gd name="csY249" fmla="*/ 2904 h 224752"/>
                  <a:gd name="csX250" fmla="*/ 2287504 w 3028386"/>
                  <a:gd name="csY250" fmla="*/ 221995 h 224752"/>
                  <a:gd name="csX251" fmla="*/ 2485839 w 3028386"/>
                  <a:gd name="csY251" fmla="*/ 2904 h 224752"/>
                  <a:gd name="csX252" fmla="*/ 2325145 w 3028386"/>
                  <a:gd name="csY252" fmla="*/ 224608 h 224752"/>
                  <a:gd name="csX253" fmla="*/ 2528469 w 3028386"/>
                  <a:gd name="csY253" fmla="*/ 1 h 224752"/>
                  <a:gd name="csX254" fmla="*/ 2325145 w 3028386"/>
                  <a:gd name="csY254" fmla="*/ 224608 h 224752"/>
                  <a:gd name="csX255" fmla="*/ 2528469 w 3028386"/>
                  <a:gd name="csY255" fmla="*/ 1 h 224752"/>
                  <a:gd name="csX256" fmla="*/ 2367851 w 3028386"/>
                  <a:gd name="csY256" fmla="*/ 221705 h 224752"/>
                  <a:gd name="csX257" fmla="*/ 2566185 w 3028386"/>
                  <a:gd name="csY257" fmla="*/ 2613 h 224752"/>
                  <a:gd name="csX258" fmla="*/ 2367851 w 3028386"/>
                  <a:gd name="csY258" fmla="*/ 221705 h 224752"/>
                  <a:gd name="csX259" fmla="*/ 2566185 w 3028386"/>
                  <a:gd name="csY259" fmla="*/ 2613 h 224752"/>
                  <a:gd name="csX260" fmla="*/ 2405492 w 3028386"/>
                  <a:gd name="csY260" fmla="*/ 224318 h 224752"/>
                  <a:gd name="csX261" fmla="*/ 2603903 w 3028386"/>
                  <a:gd name="csY261" fmla="*/ 5226 h 224752"/>
                  <a:gd name="csX262" fmla="*/ 2405492 w 3028386"/>
                  <a:gd name="csY262" fmla="*/ 224318 h 224752"/>
                  <a:gd name="csX263" fmla="*/ 2603903 w 3028386"/>
                  <a:gd name="csY263" fmla="*/ 5226 h 224752"/>
                  <a:gd name="csX264" fmla="*/ 2448197 w 3028386"/>
                  <a:gd name="csY264" fmla="*/ 221487 h 224752"/>
                  <a:gd name="csX265" fmla="*/ 2646532 w 3028386"/>
                  <a:gd name="csY265" fmla="*/ 2395 h 224752"/>
                  <a:gd name="csX266" fmla="*/ 2448197 w 3028386"/>
                  <a:gd name="csY266" fmla="*/ 221487 h 224752"/>
                  <a:gd name="csX267" fmla="*/ 2646532 w 3028386"/>
                  <a:gd name="csY267" fmla="*/ 2395 h 224752"/>
                  <a:gd name="csX268" fmla="*/ 2485839 w 3028386"/>
                  <a:gd name="csY268" fmla="*/ 224100 h 224752"/>
                  <a:gd name="csX269" fmla="*/ 2684250 w 3028386"/>
                  <a:gd name="csY269" fmla="*/ 5008 h 224752"/>
                  <a:gd name="csX270" fmla="*/ 2485839 w 3028386"/>
                  <a:gd name="csY270" fmla="*/ 224100 h 224752"/>
                  <a:gd name="csX271" fmla="*/ 2684250 w 3028386"/>
                  <a:gd name="csY271" fmla="*/ 5008 h 224752"/>
                  <a:gd name="csX272" fmla="*/ 2528544 w 3028386"/>
                  <a:gd name="csY272" fmla="*/ 221197 h 224752"/>
                  <a:gd name="csX273" fmla="*/ 2726879 w 3028386"/>
                  <a:gd name="csY273" fmla="*/ 2105 h 224752"/>
                  <a:gd name="csX274" fmla="*/ 2528544 w 3028386"/>
                  <a:gd name="csY274" fmla="*/ 221197 h 224752"/>
                  <a:gd name="csX275" fmla="*/ 2726879 w 3028386"/>
                  <a:gd name="csY275" fmla="*/ 2105 h 224752"/>
                  <a:gd name="csX276" fmla="*/ 2566185 w 3028386"/>
                  <a:gd name="csY276" fmla="*/ 223810 h 224752"/>
                  <a:gd name="csX277" fmla="*/ 2764596 w 3028386"/>
                  <a:gd name="csY277" fmla="*/ 4718 h 224752"/>
                  <a:gd name="csX278" fmla="*/ 2566185 w 3028386"/>
                  <a:gd name="csY278" fmla="*/ 223810 h 224752"/>
                  <a:gd name="csX279" fmla="*/ 2764596 w 3028386"/>
                  <a:gd name="csY279" fmla="*/ 4718 h 224752"/>
                  <a:gd name="csX280" fmla="*/ 2608891 w 3028386"/>
                  <a:gd name="csY280" fmla="*/ 220979 h 224752"/>
                  <a:gd name="csX281" fmla="*/ 2807226 w 3028386"/>
                  <a:gd name="csY281" fmla="*/ 1887 h 224752"/>
                  <a:gd name="csX282" fmla="*/ 2608891 w 3028386"/>
                  <a:gd name="csY282" fmla="*/ 220979 h 224752"/>
                  <a:gd name="csX283" fmla="*/ 2807226 w 3028386"/>
                  <a:gd name="csY283" fmla="*/ 1887 h 224752"/>
                  <a:gd name="csX284" fmla="*/ 2646532 w 3028386"/>
                  <a:gd name="csY284" fmla="*/ 223592 h 224752"/>
                  <a:gd name="csX285" fmla="*/ 2844943 w 3028386"/>
                  <a:gd name="csY285" fmla="*/ 4500 h 224752"/>
                  <a:gd name="csX286" fmla="*/ 2646532 w 3028386"/>
                  <a:gd name="csY286" fmla="*/ 223592 h 224752"/>
                  <a:gd name="csX287" fmla="*/ 2844943 w 3028386"/>
                  <a:gd name="csY287" fmla="*/ 4500 h 224752"/>
                  <a:gd name="csX288" fmla="*/ 2689238 w 3028386"/>
                  <a:gd name="csY288" fmla="*/ 220689 h 224752"/>
                  <a:gd name="csX289" fmla="*/ 2887573 w 3028386"/>
                  <a:gd name="csY289" fmla="*/ 1597 h 224752"/>
                  <a:gd name="csX290" fmla="*/ 2689238 w 3028386"/>
                  <a:gd name="csY290" fmla="*/ 220689 h 224752"/>
                  <a:gd name="csX291" fmla="*/ 2887573 w 3028386"/>
                  <a:gd name="csY291" fmla="*/ 1597 h 224752"/>
                  <a:gd name="csX292" fmla="*/ 2726879 w 3028386"/>
                  <a:gd name="csY292" fmla="*/ 223302 h 224752"/>
                  <a:gd name="csX293" fmla="*/ 2925290 w 3028386"/>
                  <a:gd name="csY293" fmla="*/ 4282 h 224752"/>
                  <a:gd name="csX294" fmla="*/ 2726879 w 3028386"/>
                  <a:gd name="csY294" fmla="*/ 223302 h 224752"/>
                  <a:gd name="csX295" fmla="*/ 2925290 w 3028386"/>
                  <a:gd name="csY295" fmla="*/ 4282 h 224752"/>
                  <a:gd name="csX296" fmla="*/ 2769585 w 3028386"/>
                  <a:gd name="csY296" fmla="*/ 220471 h 224752"/>
                  <a:gd name="csX297" fmla="*/ 2967920 w 3028386"/>
                  <a:gd name="csY297" fmla="*/ 1379 h 224752"/>
                  <a:gd name="csX298" fmla="*/ 2769585 w 3028386"/>
                  <a:gd name="csY298" fmla="*/ 220471 h 224752"/>
                  <a:gd name="csX299" fmla="*/ 2967920 w 3028386"/>
                  <a:gd name="csY299" fmla="*/ 1379 h 224752"/>
                  <a:gd name="csX300" fmla="*/ 2807226 w 3028386"/>
                  <a:gd name="csY300" fmla="*/ 223084 h 224752"/>
                  <a:gd name="csX301" fmla="*/ 3005636 w 3028386"/>
                  <a:gd name="csY301" fmla="*/ 3992 h 224752"/>
                  <a:gd name="csX302" fmla="*/ 2807226 w 3028386"/>
                  <a:gd name="csY302" fmla="*/ 223084 h 224752"/>
                  <a:gd name="csX303" fmla="*/ 3005636 w 3028386"/>
                  <a:gd name="csY303" fmla="*/ 3992 h 224752"/>
                  <a:gd name="csX304" fmla="*/ 2849932 w 3028386"/>
                  <a:gd name="csY304" fmla="*/ 220181 h 224752"/>
                  <a:gd name="csX305" fmla="*/ 3028388 w 3028386"/>
                  <a:gd name="csY305" fmla="*/ 23005 h 224752"/>
                  <a:gd name="csX306" fmla="*/ 2849932 w 3028386"/>
                  <a:gd name="csY306" fmla="*/ 220181 h 224752"/>
                  <a:gd name="csX307" fmla="*/ 3028388 w 3028386"/>
                  <a:gd name="csY307" fmla="*/ 23005 h 224752"/>
                  <a:gd name="csX308" fmla="*/ 2887573 w 3028386"/>
                  <a:gd name="csY308" fmla="*/ 222794 h 224752"/>
                  <a:gd name="csX309" fmla="*/ 3026422 w 3028386"/>
                  <a:gd name="csY309" fmla="*/ 69451 h 224752"/>
                  <a:gd name="csX310" fmla="*/ 2887573 w 3028386"/>
                  <a:gd name="csY310" fmla="*/ 222794 h 224752"/>
                  <a:gd name="csX311" fmla="*/ 3026422 w 3028386"/>
                  <a:gd name="csY311" fmla="*/ 69451 h 224752"/>
                  <a:gd name="csX312" fmla="*/ 2930278 w 3028386"/>
                  <a:gd name="csY312" fmla="*/ 219963 h 224752"/>
                  <a:gd name="csX313" fmla="*/ 3024457 w 3028386"/>
                  <a:gd name="csY313" fmla="*/ 115897 h 224752"/>
                  <a:gd name="csX314" fmla="*/ 2930278 w 3028386"/>
                  <a:gd name="csY314" fmla="*/ 219963 h 224752"/>
                  <a:gd name="csX315" fmla="*/ 3024457 w 3028386"/>
                  <a:gd name="csY315" fmla="*/ 115897 h 224752"/>
                  <a:gd name="csX316" fmla="*/ 2967920 w 3028386"/>
                  <a:gd name="csY316" fmla="*/ 222576 h 224752"/>
                  <a:gd name="csX317" fmla="*/ 3027481 w 3028386"/>
                  <a:gd name="csY317" fmla="*/ 156826 h 224752"/>
                  <a:gd name="csX318" fmla="*/ 2967920 w 3028386"/>
                  <a:gd name="csY318" fmla="*/ 222576 h 224752"/>
                  <a:gd name="csX319" fmla="*/ 3027481 w 3028386"/>
                  <a:gd name="csY319" fmla="*/ 156826 h 224752"/>
                  <a:gd name="csX320" fmla="*/ 3010625 w 3028386"/>
                  <a:gd name="csY320" fmla="*/ 219746 h 224752"/>
                  <a:gd name="csX321" fmla="*/ 3025440 w 3028386"/>
                  <a:gd name="csY321" fmla="*/ 203272 h 224752"/>
                  <a:gd name="csX322" fmla="*/ 3010625 w 3028386"/>
                  <a:gd name="csY322" fmla="*/ 219746 h 224752"/>
                  <a:gd name="csX323" fmla="*/ 3025440 w 3028386"/>
                  <a:gd name="csY323" fmla="*/ 203272 h 2247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</a:cxnLst>
                <a:rect l="l" t="t" r="r" b="b"/>
                <a:pathLst>
                  <a:path w="3028386" h="224752"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3024" y="46156"/>
                    </a:moveTo>
                    <a:cubicBezTo>
                      <a:pt x="21996" y="31569"/>
                      <a:pt x="29932" y="16402"/>
                      <a:pt x="42631" y="2323"/>
                    </a:cubicBezTo>
                    <a:moveTo>
                      <a:pt x="3024" y="46156"/>
                    </a:moveTo>
                    <a:cubicBezTo>
                      <a:pt x="18670" y="28956"/>
                      <a:pt x="30310" y="17563"/>
                      <a:pt x="42631" y="2323"/>
                    </a:cubicBezTo>
                    <a:moveTo>
                      <a:pt x="983" y="92529"/>
                    </a:moveTo>
                    <a:cubicBezTo>
                      <a:pt x="19426" y="69669"/>
                      <a:pt x="67498" y="29247"/>
                      <a:pt x="80347" y="4935"/>
                    </a:cubicBezTo>
                    <a:moveTo>
                      <a:pt x="983" y="92529"/>
                    </a:moveTo>
                    <a:cubicBezTo>
                      <a:pt x="21316" y="65024"/>
                      <a:pt x="37793" y="47390"/>
                      <a:pt x="80347" y="4935"/>
                    </a:cubicBezTo>
                    <a:moveTo>
                      <a:pt x="4006" y="133531"/>
                    </a:moveTo>
                    <a:cubicBezTo>
                      <a:pt x="50643" y="92456"/>
                      <a:pt x="81783" y="58783"/>
                      <a:pt x="122977" y="2033"/>
                    </a:cubicBezTo>
                    <a:moveTo>
                      <a:pt x="4006" y="133531"/>
                    </a:moveTo>
                    <a:cubicBezTo>
                      <a:pt x="52456" y="83094"/>
                      <a:pt x="92063" y="34399"/>
                      <a:pt x="122977" y="2033"/>
                    </a:cubicBezTo>
                    <a:moveTo>
                      <a:pt x="2041" y="179904"/>
                    </a:moveTo>
                    <a:cubicBezTo>
                      <a:pt x="49887" y="136071"/>
                      <a:pt x="110204" y="79248"/>
                      <a:pt x="160694" y="4645"/>
                    </a:cubicBezTo>
                    <a:moveTo>
                      <a:pt x="2041" y="179904"/>
                    </a:moveTo>
                    <a:cubicBezTo>
                      <a:pt x="39380" y="129104"/>
                      <a:pt x="73923" y="96157"/>
                      <a:pt x="160694" y="4645"/>
                    </a:cubicBezTo>
                    <a:moveTo>
                      <a:pt x="4989" y="220907"/>
                    </a:moveTo>
                    <a:cubicBezTo>
                      <a:pt x="71504" y="166841"/>
                      <a:pt x="115343" y="105156"/>
                      <a:pt x="203324" y="1815"/>
                    </a:cubicBezTo>
                    <a:moveTo>
                      <a:pt x="4989" y="220907"/>
                    </a:moveTo>
                    <a:cubicBezTo>
                      <a:pt x="77248" y="137305"/>
                      <a:pt x="160770" y="43108"/>
                      <a:pt x="203324" y="1815"/>
                    </a:cubicBezTo>
                    <a:moveTo>
                      <a:pt x="42706" y="223519"/>
                    </a:moveTo>
                    <a:cubicBezTo>
                      <a:pt x="108616" y="146667"/>
                      <a:pt x="207028" y="51744"/>
                      <a:pt x="241041" y="4427"/>
                    </a:cubicBezTo>
                    <a:moveTo>
                      <a:pt x="42706" y="223519"/>
                    </a:moveTo>
                    <a:cubicBezTo>
                      <a:pt x="95540" y="177364"/>
                      <a:pt x="140513" y="123807"/>
                      <a:pt x="241041" y="4427"/>
                    </a:cubicBezTo>
                    <a:moveTo>
                      <a:pt x="85336" y="220617"/>
                    </a:moveTo>
                    <a:cubicBezTo>
                      <a:pt x="153740" y="138974"/>
                      <a:pt x="211487" y="92093"/>
                      <a:pt x="283671" y="1525"/>
                    </a:cubicBezTo>
                    <a:moveTo>
                      <a:pt x="85336" y="220617"/>
                    </a:moveTo>
                    <a:cubicBezTo>
                      <a:pt x="122826" y="172429"/>
                      <a:pt x="174904" y="119670"/>
                      <a:pt x="283671" y="1525"/>
                    </a:cubicBezTo>
                    <a:moveTo>
                      <a:pt x="123053" y="223229"/>
                    </a:moveTo>
                    <a:cubicBezTo>
                      <a:pt x="184806" y="166261"/>
                      <a:pt x="230232" y="89335"/>
                      <a:pt x="321388" y="4137"/>
                    </a:cubicBezTo>
                    <a:moveTo>
                      <a:pt x="123053" y="223229"/>
                    </a:moveTo>
                    <a:cubicBezTo>
                      <a:pt x="182538" y="159584"/>
                      <a:pt x="229628" y="101890"/>
                      <a:pt x="321388" y="4137"/>
                    </a:cubicBezTo>
                    <a:moveTo>
                      <a:pt x="165683" y="220399"/>
                    </a:moveTo>
                    <a:cubicBezTo>
                      <a:pt x="229477" y="147392"/>
                      <a:pt x="299619" y="56824"/>
                      <a:pt x="364018" y="1307"/>
                    </a:cubicBezTo>
                    <a:moveTo>
                      <a:pt x="165683" y="220399"/>
                    </a:moveTo>
                    <a:cubicBezTo>
                      <a:pt x="210580" y="183823"/>
                      <a:pt x="244971" y="138321"/>
                      <a:pt x="364018" y="1307"/>
                    </a:cubicBezTo>
                    <a:moveTo>
                      <a:pt x="203400" y="223011"/>
                    </a:moveTo>
                    <a:cubicBezTo>
                      <a:pt x="270595" y="148698"/>
                      <a:pt x="320254" y="64371"/>
                      <a:pt x="401735" y="3919"/>
                    </a:cubicBezTo>
                    <a:moveTo>
                      <a:pt x="203400" y="223011"/>
                    </a:moveTo>
                    <a:cubicBezTo>
                      <a:pt x="243082" y="167785"/>
                      <a:pt x="290625" y="126129"/>
                      <a:pt x="401735" y="3919"/>
                    </a:cubicBezTo>
                    <a:moveTo>
                      <a:pt x="246030" y="220109"/>
                    </a:moveTo>
                    <a:cubicBezTo>
                      <a:pt x="306649" y="146957"/>
                      <a:pt x="383519" y="56170"/>
                      <a:pt x="444365" y="1089"/>
                    </a:cubicBezTo>
                    <a:moveTo>
                      <a:pt x="246030" y="220109"/>
                    </a:moveTo>
                    <a:cubicBezTo>
                      <a:pt x="318516" y="141587"/>
                      <a:pt x="391606" y="64879"/>
                      <a:pt x="444365" y="1089"/>
                    </a:cubicBezTo>
                    <a:moveTo>
                      <a:pt x="283747" y="222721"/>
                    </a:moveTo>
                    <a:cubicBezTo>
                      <a:pt x="333784" y="176711"/>
                      <a:pt x="386089" y="105156"/>
                      <a:pt x="482081" y="3702"/>
                    </a:cubicBezTo>
                    <a:moveTo>
                      <a:pt x="283747" y="222721"/>
                    </a:moveTo>
                    <a:cubicBezTo>
                      <a:pt x="347238" y="156101"/>
                      <a:pt x="396293" y="93037"/>
                      <a:pt x="482081" y="3702"/>
                    </a:cubicBezTo>
                    <a:moveTo>
                      <a:pt x="326377" y="219891"/>
                    </a:moveTo>
                    <a:cubicBezTo>
                      <a:pt x="416323" y="128959"/>
                      <a:pt x="485407" y="47099"/>
                      <a:pt x="524711" y="799"/>
                    </a:cubicBezTo>
                    <a:moveTo>
                      <a:pt x="326377" y="219891"/>
                    </a:moveTo>
                    <a:cubicBezTo>
                      <a:pt x="382990" y="161906"/>
                      <a:pt x="420253" y="103414"/>
                      <a:pt x="524711" y="799"/>
                    </a:cubicBezTo>
                    <a:moveTo>
                      <a:pt x="364093" y="222504"/>
                    </a:moveTo>
                    <a:cubicBezTo>
                      <a:pt x="432649" y="153053"/>
                      <a:pt x="501280" y="77724"/>
                      <a:pt x="562428" y="3412"/>
                    </a:cubicBezTo>
                    <a:moveTo>
                      <a:pt x="364093" y="222504"/>
                    </a:moveTo>
                    <a:cubicBezTo>
                      <a:pt x="422067" y="160818"/>
                      <a:pt x="463790" y="105809"/>
                      <a:pt x="562428" y="3412"/>
                    </a:cubicBezTo>
                    <a:moveTo>
                      <a:pt x="406723" y="219601"/>
                    </a:moveTo>
                    <a:cubicBezTo>
                      <a:pt x="476639" y="131427"/>
                      <a:pt x="569231" y="63137"/>
                      <a:pt x="605134" y="581"/>
                    </a:cubicBezTo>
                    <a:moveTo>
                      <a:pt x="406723" y="219601"/>
                    </a:moveTo>
                    <a:cubicBezTo>
                      <a:pt x="484803" y="139119"/>
                      <a:pt x="546631" y="57477"/>
                      <a:pt x="605134" y="581"/>
                    </a:cubicBezTo>
                    <a:moveTo>
                      <a:pt x="444440" y="222213"/>
                    </a:moveTo>
                    <a:cubicBezTo>
                      <a:pt x="503623" y="165608"/>
                      <a:pt x="542927" y="118509"/>
                      <a:pt x="642775" y="3194"/>
                    </a:cubicBezTo>
                    <a:moveTo>
                      <a:pt x="444440" y="222213"/>
                    </a:moveTo>
                    <a:cubicBezTo>
                      <a:pt x="496745" y="156826"/>
                      <a:pt x="548143" y="104648"/>
                      <a:pt x="642775" y="3194"/>
                    </a:cubicBezTo>
                    <a:moveTo>
                      <a:pt x="487070" y="219383"/>
                    </a:moveTo>
                    <a:cubicBezTo>
                      <a:pt x="554794" y="145578"/>
                      <a:pt x="621838" y="70903"/>
                      <a:pt x="685481" y="291"/>
                    </a:cubicBezTo>
                    <a:moveTo>
                      <a:pt x="487070" y="219383"/>
                    </a:moveTo>
                    <a:cubicBezTo>
                      <a:pt x="545800" y="160746"/>
                      <a:pt x="605285" y="103414"/>
                      <a:pt x="685481" y="291"/>
                    </a:cubicBezTo>
                    <a:moveTo>
                      <a:pt x="524787" y="221995"/>
                    </a:moveTo>
                    <a:cubicBezTo>
                      <a:pt x="591755" y="166043"/>
                      <a:pt x="641037" y="71628"/>
                      <a:pt x="723122" y="2904"/>
                    </a:cubicBezTo>
                    <a:moveTo>
                      <a:pt x="524787" y="221995"/>
                    </a:moveTo>
                    <a:cubicBezTo>
                      <a:pt x="572557" y="168656"/>
                      <a:pt x="628489" y="116622"/>
                      <a:pt x="723122" y="2904"/>
                    </a:cubicBezTo>
                    <a:moveTo>
                      <a:pt x="562504" y="224608"/>
                    </a:moveTo>
                    <a:cubicBezTo>
                      <a:pt x="605209" y="162705"/>
                      <a:pt x="654491" y="138539"/>
                      <a:pt x="765827" y="73"/>
                    </a:cubicBezTo>
                    <a:moveTo>
                      <a:pt x="562504" y="224608"/>
                    </a:moveTo>
                    <a:cubicBezTo>
                      <a:pt x="617756" y="155375"/>
                      <a:pt x="682155" y="93399"/>
                      <a:pt x="765827" y="73"/>
                    </a:cubicBezTo>
                    <a:moveTo>
                      <a:pt x="605134" y="221778"/>
                    </a:moveTo>
                    <a:cubicBezTo>
                      <a:pt x="636728" y="164229"/>
                      <a:pt x="705737" y="114445"/>
                      <a:pt x="803469" y="2686"/>
                    </a:cubicBezTo>
                    <a:moveTo>
                      <a:pt x="605134" y="221778"/>
                    </a:moveTo>
                    <a:cubicBezTo>
                      <a:pt x="643531" y="177509"/>
                      <a:pt x="687899" y="125621"/>
                      <a:pt x="803469" y="2686"/>
                    </a:cubicBezTo>
                    <a:moveTo>
                      <a:pt x="642851" y="224390"/>
                    </a:moveTo>
                    <a:cubicBezTo>
                      <a:pt x="691225" y="173518"/>
                      <a:pt x="746024" y="99786"/>
                      <a:pt x="841186" y="5298"/>
                    </a:cubicBezTo>
                    <a:moveTo>
                      <a:pt x="642851" y="224390"/>
                    </a:moveTo>
                    <a:cubicBezTo>
                      <a:pt x="691527" y="172211"/>
                      <a:pt x="729093" y="127435"/>
                      <a:pt x="841186" y="5298"/>
                    </a:cubicBezTo>
                    <a:moveTo>
                      <a:pt x="685481" y="221487"/>
                    </a:moveTo>
                    <a:cubicBezTo>
                      <a:pt x="761519" y="123734"/>
                      <a:pt x="833022" y="32875"/>
                      <a:pt x="883816" y="2395"/>
                    </a:cubicBezTo>
                    <a:moveTo>
                      <a:pt x="685481" y="221487"/>
                    </a:moveTo>
                    <a:cubicBezTo>
                      <a:pt x="744286" y="159511"/>
                      <a:pt x="786840" y="104212"/>
                      <a:pt x="883816" y="2395"/>
                    </a:cubicBezTo>
                    <a:moveTo>
                      <a:pt x="723198" y="224100"/>
                    </a:moveTo>
                    <a:cubicBezTo>
                      <a:pt x="796137" y="144997"/>
                      <a:pt x="857814" y="78668"/>
                      <a:pt x="921532" y="5008"/>
                    </a:cubicBezTo>
                    <a:moveTo>
                      <a:pt x="723198" y="224100"/>
                    </a:moveTo>
                    <a:cubicBezTo>
                      <a:pt x="795079" y="137740"/>
                      <a:pt x="869757" y="53631"/>
                      <a:pt x="921532" y="5008"/>
                    </a:cubicBezTo>
                    <a:moveTo>
                      <a:pt x="765827" y="221270"/>
                    </a:moveTo>
                    <a:cubicBezTo>
                      <a:pt x="799463" y="169381"/>
                      <a:pt x="847308" y="136507"/>
                      <a:pt x="964162" y="2178"/>
                    </a:cubicBezTo>
                    <a:moveTo>
                      <a:pt x="765827" y="221270"/>
                    </a:moveTo>
                    <a:cubicBezTo>
                      <a:pt x="838540" y="153198"/>
                      <a:pt x="901654" y="73007"/>
                      <a:pt x="964162" y="2178"/>
                    </a:cubicBezTo>
                    <a:moveTo>
                      <a:pt x="803544" y="223882"/>
                    </a:moveTo>
                    <a:cubicBezTo>
                      <a:pt x="850558" y="167785"/>
                      <a:pt x="908532" y="103777"/>
                      <a:pt x="1001879" y="4790"/>
                    </a:cubicBezTo>
                    <a:moveTo>
                      <a:pt x="803544" y="223882"/>
                    </a:moveTo>
                    <a:cubicBezTo>
                      <a:pt x="852901" y="168003"/>
                      <a:pt x="896212" y="124242"/>
                      <a:pt x="1001879" y="4790"/>
                    </a:cubicBezTo>
                    <a:moveTo>
                      <a:pt x="846174" y="220979"/>
                    </a:moveTo>
                    <a:cubicBezTo>
                      <a:pt x="890921" y="171994"/>
                      <a:pt x="931283" y="106317"/>
                      <a:pt x="1044509" y="1887"/>
                    </a:cubicBezTo>
                    <a:moveTo>
                      <a:pt x="846174" y="220979"/>
                    </a:moveTo>
                    <a:cubicBezTo>
                      <a:pt x="890618" y="173954"/>
                      <a:pt x="930754" y="125113"/>
                      <a:pt x="1044509" y="1887"/>
                    </a:cubicBezTo>
                    <a:moveTo>
                      <a:pt x="883891" y="223592"/>
                    </a:moveTo>
                    <a:cubicBezTo>
                      <a:pt x="933399" y="173300"/>
                      <a:pt x="990390" y="102253"/>
                      <a:pt x="1082226" y="4500"/>
                    </a:cubicBezTo>
                    <a:moveTo>
                      <a:pt x="883891" y="223592"/>
                    </a:moveTo>
                    <a:cubicBezTo>
                      <a:pt x="943452" y="156609"/>
                      <a:pt x="1015711" y="87594"/>
                      <a:pt x="1082226" y="4500"/>
                    </a:cubicBezTo>
                    <a:moveTo>
                      <a:pt x="926521" y="220761"/>
                    </a:moveTo>
                    <a:cubicBezTo>
                      <a:pt x="996135" y="151747"/>
                      <a:pt x="1064237" y="47317"/>
                      <a:pt x="1124856" y="1669"/>
                    </a:cubicBezTo>
                    <a:moveTo>
                      <a:pt x="926521" y="220761"/>
                    </a:moveTo>
                    <a:cubicBezTo>
                      <a:pt x="982605" y="168220"/>
                      <a:pt x="1026444" y="110018"/>
                      <a:pt x="1124856" y="1669"/>
                    </a:cubicBezTo>
                    <a:moveTo>
                      <a:pt x="964238" y="223374"/>
                    </a:moveTo>
                    <a:cubicBezTo>
                      <a:pt x="1028939" y="127218"/>
                      <a:pt x="1126368" y="44269"/>
                      <a:pt x="1162573" y="4282"/>
                    </a:cubicBezTo>
                    <a:moveTo>
                      <a:pt x="964238" y="223374"/>
                    </a:moveTo>
                    <a:cubicBezTo>
                      <a:pt x="1029921" y="146231"/>
                      <a:pt x="1098174" y="78304"/>
                      <a:pt x="1162573" y="4282"/>
                    </a:cubicBezTo>
                    <a:moveTo>
                      <a:pt x="1006868" y="220471"/>
                    </a:moveTo>
                    <a:cubicBezTo>
                      <a:pt x="1064993" y="159947"/>
                      <a:pt x="1139898" y="86215"/>
                      <a:pt x="1205203" y="1379"/>
                    </a:cubicBezTo>
                    <a:moveTo>
                      <a:pt x="1006868" y="220471"/>
                    </a:moveTo>
                    <a:cubicBezTo>
                      <a:pt x="1068470" y="150440"/>
                      <a:pt x="1124856" y="84473"/>
                      <a:pt x="1205203" y="1379"/>
                    </a:cubicBezTo>
                    <a:moveTo>
                      <a:pt x="1044585" y="223084"/>
                    </a:moveTo>
                    <a:cubicBezTo>
                      <a:pt x="1125914" y="139337"/>
                      <a:pt x="1198173" y="74604"/>
                      <a:pt x="1242920" y="3992"/>
                    </a:cubicBezTo>
                    <a:moveTo>
                      <a:pt x="1044585" y="223084"/>
                    </a:moveTo>
                    <a:cubicBezTo>
                      <a:pt x="1081319" y="169890"/>
                      <a:pt x="1135740" y="131064"/>
                      <a:pt x="1242920" y="3992"/>
                    </a:cubicBezTo>
                    <a:moveTo>
                      <a:pt x="1087215" y="220253"/>
                    </a:moveTo>
                    <a:cubicBezTo>
                      <a:pt x="1149497" y="167495"/>
                      <a:pt x="1187365" y="106462"/>
                      <a:pt x="1285549" y="1162"/>
                    </a:cubicBezTo>
                    <a:moveTo>
                      <a:pt x="1087215" y="220253"/>
                    </a:moveTo>
                    <a:cubicBezTo>
                      <a:pt x="1134153" y="171413"/>
                      <a:pt x="1180789" y="113066"/>
                      <a:pt x="1285549" y="1162"/>
                    </a:cubicBezTo>
                    <a:moveTo>
                      <a:pt x="1124931" y="222866"/>
                    </a:moveTo>
                    <a:cubicBezTo>
                      <a:pt x="1197947" y="131427"/>
                      <a:pt x="1277235" y="56388"/>
                      <a:pt x="1323267" y="3774"/>
                    </a:cubicBezTo>
                    <a:moveTo>
                      <a:pt x="1124931" y="222866"/>
                    </a:moveTo>
                    <a:cubicBezTo>
                      <a:pt x="1189708" y="146739"/>
                      <a:pt x="1244205" y="83167"/>
                      <a:pt x="1323267" y="3774"/>
                    </a:cubicBezTo>
                    <a:moveTo>
                      <a:pt x="1167561" y="219963"/>
                    </a:moveTo>
                    <a:cubicBezTo>
                      <a:pt x="1212686" y="172502"/>
                      <a:pt x="1252670" y="125403"/>
                      <a:pt x="1365896" y="944"/>
                    </a:cubicBezTo>
                    <a:moveTo>
                      <a:pt x="1167561" y="219963"/>
                    </a:moveTo>
                    <a:cubicBezTo>
                      <a:pt x="1223117" y="157407"/>
                      <a:pt x="1277613" y="99568"/>
                      <a:pt x="1365896" y="944"/>
                    </a:cubicBezTo>
                    <a:moveTo>
                      <a:pt x="1205278" y="222576"/>
                    </a:moveTo>
                    <a:cubicBezTo>
                      <a:pt x="1265142" y="155085"/>
                      <a:pt x="1326290" y="115025"/>
                      <a:pt x="1403613" y="3556"/>
                    </a:cubicBezTo>
                    <a:moveTo>
                      <a:pt x="1205278" y="222576"/>
                    </a:moveTo>
                    <a:cubicBezTo>
                      <a:pt x="1242542" y="184041"/>
                      <a:pt x="1282904" y="132225"/>
                      <a:pt x="1403613" y="3556"/>
                    </a:cubicBezTo>
                    <a:moveTo>
                      <a:pt x="1247908" y="219746"/>
                    </a:moveTo>
                    <a:cubicBezTo>
                      <a:pt x="1314196" y="151021"/>
                      <a:pt x="1372397" y="63573"/>
                      <a:pt x="1446243" y="654"/>
                    </a:cubicBezTo>
                    <a:moveTo>
                      <a:pt x="1247908" y="219746"/>
                    </a:moveTo>
                    <a:cubicBezTo>
                      <a:pt x="1315330" y="143691"/>
                      <a:pt x="1397189" y="57840"/>
                      <a:pt x="1446243" y="654"/>
                    </a:cubicBezTo>
                    <a:moveTo>
                      <a:pt x="1285625" y="222358"/>
                    </a:moveTo>
                    <a:cubicBezTo>
                      <a:pt x="1341634" y="157117"/>
                      <a:pt x="1386078" y="90352"/>
                      <a:pt x="1483960" y="3266"/>
                    </a:cubicBezTo>
                    <a:moveTo>
                      <a:pt x="1285625" y="222358"/>
                    </a:moveTo>
                    <a:cubicBezTo>
                      <a:pt x="1332488" y="169164"/>
                      <a:pt x="1381316" y="113864"/>
                      <a:pt x="1483960" y="3266"/>
                    </a:cubicBezTo>
                    <a:moveTo>
                      <a:pt x="1328255" y="219528"/>
                    </a:moveTo>
                    <a:cubicBezTo>
                      <a:pt x="1415480" y="125258"/>
                      <a:pt x="1460227" y="66766"/>
                      <a:pt x="1526590" y="436"/>
                    </a:cubicBezTo>
                    <a:moveTo>
                      <a:pt x="1328255" y="219528"/>
                    </a:moveTo>
                    <a:cubicBezTo>
                      <a:pt x="1383961" y="154141"/>
                      <a:pt x="1451232" y="85344"/>
                      <a:pt x="1526590" y="436"/>
                    </a:cubicBezTo>
                    <a:moveTo>
                      <a:pt x="1365972" y="222140"/>
                    </a:moveTo>
                    <a:cubicBezTo>
                      <a:pt x="1441406" y="141441"/>
                      <a:pt x="1532939" y="54937"/>
                      <a:pt x="1564307" y="3048"/>
                    </a:cubicBezTo>
                    <a:moveTo>
                      <a:pt x="1365972" y="222140"/>
                    </a:moveTo>
                    <a:cubicBezTo>
                      <a:pt x="1415933" y="165753"/>
                      <a:pt x="1460377" y="124895"/>
                      <a:pt x="1564307" y="3048"/>
                    </a:cubicBezTo>
                    <a:moveTo>
                      <a:pt x="1403613" y="224753"/>
                    </a:moveTo>
                    <a:cubicBezTo>
                      <a:pt x="1480937" y="138248"/>
                      <a:pt x="1549417" y="64952"/>
                      <a:pt x="1606937" y="146"/>
                    </a:cubicBezTo>
                    <a:moveTo>
                      <a:pt x="1403613" y="224753"/>
                    </a:moveTo>
                    <a:cubicBezTo>
                      <a:pt x="1484867" y="131427"/>
                      <a:pt x="1557051" y="51018"/>
                      <a:pt x="1606937" y="146"/>
                    </a:cubicBezTo>
                    <a:moveTo>
                      <a:pt x="1446319" y="221850"/>
                    </a:moveTo>
                    <a:cubicBezTo>
                      <a:pt x="1495525" y="153270"/>
                      <a:pt x="1564458" y="88174"/>
                      <a:pt x="1644654" y="2758"/>
                    </a:cubicBezTo>
                    <a:moveTo>
                      <a:pt x="1446319" y="221850"/>
                    </a:moveTo>
                    <a:cubicBezTo>
                      <a:pt x="1518049" y="139047"/>
                      <a:pt x="1600739" y="65677"/>
                      <a:pt x="1644654" y="2758"/>
                    </a:cubicBezTo>
                    <a:moveTo>
                      <a:pt x="1483960" y="224463"/>
                    </a:moveTo>
                    <a:cubicBezTo>
                      <a:pt x="1559091" y="146013"/>
                      <a:pt x="1624095" y="58711"/>
                      <a:pt x="1682370" y="5371"/>
                    </a:cubicBezTo>
                    <a:moveTo>
                      <a:pt x="1483960" y="224463"/>
                    </a:moveTo>
                    <a:cubicBezTo>
                      <a:pt x="1534753" y="166624"/>
                      <a:pt x="1587663" y="105519"/>
                      <a:pt x="1682370" y="5371"/>
                    </a:cubicBezTo>
                    <a:moveTo>
                      <a:pt x="1526666" y="221632"/>
                    </a:moveTo>
                    <a:cubicBezTo>
                      <a:pt x="1589099" y="156464"/>
                      <a:pt x="1626514" y="101527"/>
                      <a:pt x="1725001" y="2540"/>
                    </a:cubicBezTo>
                    <a:moveTo>
                      <a:pt x="1526666" y="221632"/>
                    </a:moveTo>
                    <a:cubicBezTo>
                      <a:pt x="1586453" y="160890"/>
                      <a:pt x="1642462" y="100511"/>
                      <a:pt x="1725001" y="2540"/>
                    </a:cubicBezTo>
                    <a:moveTo>
                      <a:pt x="1564307" y="224245"/>
                    </a:moveTo>
                    <a:cubicBezTo>
                      <a:pt x="1621298" y="142820"/>
                      <a:pt x="1697110" y="73080"/>
                      <a:pt x="1762717" y="5153"/>
                    </a:cubicBezTo>
                    <a:moveTo>
                      <a:pt x="1564307" y="224245"/>
                    </a:moveTo>
                    <a:cubicBezTo>
                      <a:pt x="1641781" y="143038"/>
                      <a:pt x="1719256" y="47752"/>
                      <a:pt x="1762717" y="5153"/>
                    </a:cubicBezTo>
                    <a:moveTo>
                      <a:pt x="1607012" y="221342"/>
                    </a:moveTo>
                    <a:cubicBezTo>
                      <a:pt x="1661131" y="166478"/>
                      <a:pt x="1714343" y="95722"/>
                      <a:pt x="1805347" y="2250"/>
                    </a:cubicBezTo>
                    <a:moveTo>
                      <a:pt x="1607012" y="221342"/>
                    </a:moveTo>
                    <a:cubicBezTo>
                      <a:pt x="1640874" y="171559"/>
                      <a:pt x="1689173" y="135055"/>
                      <a:pt x="1805347" y="2250"/>
                    </a:cubicBezTo>
                    <a:moveTo>
                      <a:pt x="1644654" y="223955"/>
                    </a:moveTo>
                    <a:cubicBezTo>
                      <a:pt x="1721977" y="155230"/>
                      <a:pt x="1761433" y="90787"/>
                      <a:pt x="1843064" y="4863"/>
                    </a:cubicBezTo>
                    <a:moveTo>
                      <a:pt x="1644654" y="223955"/>
                    </a:moveTo>
                    <a:cubicBezTo>
                      <a:pt x="1716157" y="138611"/>
                      <a:pt x="1800434" y="48623"/>
                      <a:pt x="1843064" y="4863"/>
                    </a:cubicBezTo>
                    <a:moveTo>
                      <a:pt x="1687359" y="221125"/>
                    </a:moveTo>
                    <a:cubicBezTo>
                      <a:pt x="1753194" y="143764"/>
                      <a:pt x="1809958" y="76055"/>
                      <a:pt x="1885694" y="2033"/>
                    </a:cubicBezTo>
                    <a:moveTo>
                      <a:pt x="1687359" y="221125"/>
                    </a:moveTo>
                    <a:cubicBezTo>
                      <a:pt x="1760828" y="130918"/>
                      <a:pt x="1845029" y="47680"/>
                      <a:pt x="1885694" y="2033"/>
                    </a:cubicBezTo>
                    <a:moveTo>
                      <a:pt x="1725076" y="223737"/>
                    </a:moveTo>
                    <a:cubicBezTo>
                      <a:pt x="1805347" y="139192"/>
                      <a:pt x="1867403" y="63210"/>
                      <a:pt x="1923411" y="4645"/>
                    </a:cubicBezTo>
                    <a:moveTo>
                      <a:pt x="1725076" y="223737"/>
                    </a:moveTo>
                    <a:cubicBezTo>
                      <a:pt x="1805876" y="142530"/>
                      <a:pt x="1879798" y="57114"/>
                      <a:pt x="1923411" y="4645"/>
                    </a:cubicBezTo>
                    <a:moveTo>
                      <a:pt x="1767706" y="220834"/>
                    </a:moveTo>
                    <a:cubicBezTo>
                      <a:pt x="1800585" y="168946"/>
                      <a:pt x="1854326" y="133023"/>
                      <a:pt x="1966041" y="1742"/>
                    </a:cubicBezTo>
                    <a:moveTo>
                      <a:pt x="1767706" y="220834"/>
                    </a:moveTo>
                    <a:cubicBezTo>
                      <a:pt x="1816912" y="166188"/>
                      <a:pt x="1873676" y="107406"/>
                      <a:pt x="1966041" y="1742"/>
                    </a:cubicBezTo>
                    <a:moveTo>
                      <a:pt x="1805423" y="223447"/>
                    </a:moveTo>
                    <a:cubicBezTo>
                      <a:pt x="1875112" y="153779"/>
                      <a:pt x="1958407" y="64226"/>
                      <a:pt x="2003758" y="4355"/>
                    </a:cubicBezTo>
                    <a:moveTo>
                      <a:pt x="1805423" y="223447"/>
                    </a:moveTo>
                    <a:cubicBezTo>
                      <a:pt x="1870426" y="146159"/>
                      <a:pt x="1944953" y="76055"/>
                      <a:pt x="2003758" y="4355"/>
                    </a:cubicBezTo>
                    <a:moveTo>
                      <a:pt x="1848053" y="220617"/>
                    </a:moveTo>
                    <a:cubicBezTo>
                      <a:pt x="1899677" y="151311"/>
                      <a:pt x="1952965" y="84763"/>
                      <a:pt x="2046388" y="1525"/>
                    </a:cubicBezTo>
                    <a:moveTo>
                      <a:pt x="1848053" y="220617"/>
                    </a:moveTo>
                    <a:cubicBezTo>
                      <a:pt x="1907992" y="150295"/>
                      <a:pt x="1981536" y="77434"/>
                      <a:pt x="2046388" y="1525"/>
                    </a:cubicBezTo>
                    <a:moveTo>
                      <a:pt x="1885770" y="223229"/>
                    </a:moveTo>
                    <a:cubicBezTo>
                      <a:pt x="1934220" y="167639"/>
                      <a:pt x="1982594" y="133241"/>
                      <a:pt x="2084105" y="4137"/>
                    </a:cubicBezTo>
                    <a:moveTo>
                      <a:pt x="1885770" y="223229"/>
                    </a:moveTo>
                    <a:cubicBezTo>
                      <a:pt x="1957424" y="155448"/>
                      <a:pt x="2022503" y="79756"/>
                      <a:pt x="2084105" y="4137"/>
                    </a:cubicBezTo>
                    <a:moveTo>
                      <a:pt x="1928400" y="220326"/>
                    </a:moveTo>
                    <a:cubicBezTo>
                      <a:pt x="1965436" y="157117"/>
                      <a:pt x="2006177" y="119017"/>
                      <a:pt x="2126735" y="1307"/>
                    </a:cubicBezTo>
                    <a:moveTo>
                      <a:pt x="1928400" y="220326"/>
                    </a:moveTo>
                    <a:cubicBezTo>
                      <a:pt x="1982972" y="153125"/>
                      <a:pt x="2033085" y="97536"/>
                      <a:pt x="2126735" y="1307"/>
                    </a:cubicBezTo>
                    <a:moveTo>
                      <a:pt x="1966117" y="222939"/>
                    </a:moveTo>
                    <a:cubicBezTo>
                      <a:pt x="2013357" y="157770"/>
                      <a:pt x="2089471" y="104576"/>
                      <a:pt x="2164452" y="3919"/>
                    </a:cubicBezTo>
                    <a:moveTo>
                      <a:pt x="1966117" y="222939"/>
                    </a:moveTo>
                    <a:cubicBezTo>
                      <a:pt x="2006479" y="175695"/>
                      <a:pt x="2058255" y="122646"/>
                      <a:pt x="2164452" y="3919"/>
                    </a:cubicBezTo>
                    <a:moveTo>
                      <a:pt x="2008746" y="220109"/>
                    </a:moveTo>
                    <a:cubicBezTo>
                      <a:pt x="2095291" y="138321"/>
                      <a:pt x="2170347" y="48333"/>
                      <a:pt x="2207082" y="1017"/>
                    </a:cubicBezTo>
                    <a:moveTo>
                      <a:pt x="2008746" y="220109"/>
                    </a:moveTo>
                    <a:cubicBezTo>
                      <a:pt x="2055685" y="179832"/>
                      <a:pt x="2083727" y="137668"/>
                      <a:pt x="2207082" y="1017"/>
                    </a:cubicBezTo>
                    <a:moveTo>
                      <a:pt x="2046464" y="222721"/>
                    </a:moveTo>
                    <a:cubicBezTo>
                      <a:pt x="2118647" y="152472"/>
                      <a:pt x="2169440" y="79611"/>
                      <a:pt x="2244798" y="3629"/>
                    </a:cubicBezTo>
                    <a:moveTo>
                      <a:pt x="2046464" y="222721"/>
                    </a:moveTo>
                    <a:cubicBezTo>
                      <a:pt x="2088035" y="164447"/>
                      <a:pt x="2134520" y="124242"/>
                      <a:pt x="2244798" y="3629"/>
                    </a:cubicBezTo>
                    <a:moveTo>
                      <a:pt x="2089093" y="219818"/>
                    </a:moveTo>
                    <a:cubicBezTo>
                      <a:pt x="2140038" y="158278"/>
                      <a:pt x="2200808" y="110889"/>
                      <a:pt x="2287428" y="799"/>
                    </a:cubicBezTo>
                    <a:moveTo>
                      <a:pt x="2089093" y="219818"/>
                    </a:moveTo>
                    <a:cubicBezTo>
                      <a:pt x="2138602" y="169526"/>
                      <a:pt x="2184104" y="120033"/>
                      <a:pt x="2287428" y="799"/>
                    </a:cubicBezTo>
                    <a:moveTo>
                      <a:pt x="2126810" y="222431"/>
                    </a:moveTo>
                    <a:cubicBezTo>
                      <a:pt x="2179039" y="152472"/>
                      <a:pt x="2220913" y="122646"/>
                      <a:pt x="2325145" y="3412"/>
                    </a:cubicBezTo>
                    <a:moveTo>
                      <a:pt x="2126810" y="222431"/>
                    </a:moveTo>
                    <a:cubicBezTo>
                      <a:pt x="2196273" y="132805"/>
                      <a:pt x="2269590" y="51454"/>
                      <a:pt x="2325145" y="3412"/>
                    </a:cubicBezTo>
                    <a:moveTo>
                      <a:pt x="2169440" y="219601"/>
                    </a:moveTo>
                    <a:cubicBezTo>
                      <a:pt x="2211994" y="164954"/>
                      <a:pt x="2257875" y="125113"/>
                      <a:pt x="2367775" y="509"/>
                    </a:cubicBezTo>
                    <a:moveTo>
                      <a:pt x="2169440" y="219601"/>
                    </a:moveTo>
                    <a:cubicBezTo>
                      <a:pt x="2224844" y="161544"/>
                      <a:pt x="2281835" y="93690"/>
                      <a:pt x="2367775" y="509"/>
                    </a:cubicBezTo>
                    <a:moveTo>
                      <a:pt x="2207157" y="222213"/>
                    </a:moveTo>
                    <a:cubicBezTo>
                      <a:pt x="2292795" y="133096"/>
                      <a:pt x="2375107" y="66403"/>
                      <a:pt x="2405492" y="3121"/>
                    </a:cubicBezTo>
                    <a:moveTo>
                      <a:pt x="2207157" y="222213"/>
                    </a:moveTo>
                    <a:cubicBezTo>
                      <a:pt x="2272160" y="143764"/>
                      <a:pt x="2345402" y="68798"/>
                      <a:pt x="2405492" y="3121"/>
                    </a:cubicBezTo>
                    <a:moveTo>
                      <a:pt x="2249787" y="219383"/>
                    </a:moveTo>
                    <a:cubicBezTo>
                      <a:pt x="2311767" y="155448"/>
                      <a:pt x="2345931" y="97971"/>
                      <a:pt x="2448122" y="291"/>
                    </a:cubicBezTo>
                    <a:moveTo>
                      <a:pt x="2249787" y="219383"/>
                    </a:moveTo>
                    <a:cubicBezTo>
                      <a:pt x="2311842" y="157334"/>
                      <a:pt x="2370950" y="88319"/>
                      <a:pt x="2448122" y="291"/>
                    </a:cubicBezTo>
                    <a:moveTo>
                      <a:pt x="2287504" y="221995"/>
                    </a:moveTo>
                    <a:cubicBezTo>
                      <a:pt x="2373217" y="140425"/>
                      <a:pt x="2423784" y="66766"/>
                      <a:pt x="2485839" y="2904"/>
                    </a:cubicBezTo>
                    <a:moveTo>
                      <a:pt x="2287504" y="221995"/>
                    </a:moveTo>
                    <a:cubicBezTo>
                      <a:pt x="2358252" y="145505"/>
                      <a:pt x="2416225" y="73950"/>
                      <a:pt x="2485839" y="2904"/>
                    </a:cubicBezTo>
                    <a:moveTo>
                      <a:pt x="2325145" y="224608"/>
                    </a:moveTo>
                    <a:cubicBezTo>
                      <a:pt x="2379188" y="176783"/>
                      <a:pt x="2424237" y="100802"/>
                      <a:pt x="2528469" y="1"/>
                    </a:cubicBezTo>
                    <a:moveTo>
                      <a:pt x="2325145" y="224608"/>
                    </a:moveTo>
                    <a:cubicBezTo>
                      <a:pt x="2377828" y="168583"/>
                      <a:pt x="2428848" y="110236"/>
                      <a:pt x="2528469" y="1"/>
                    </a:cubicBezTo>
                    <a:moveTo>
                      <a:pt x="2367851" y="221705"/>
                    </a:moveTo>
                    <a:cubicBezTo>
                      <a:pt x="2449634" y="147610"/>
                      <a:pt x="2519399" y="43979"/>
                      <a:pt x="2566185" y="2613"/>
                    </a:cubicBezTo>
                    <a:moveTo>
                      <a:pt x="2367851" y="221705"/>
                    </a:moveTo>
                    <a:cubicBezTo>
                      <a:pt x="2429301" y="148554"/>
                      <a:pt x="2500729" y="70975"/>
                      <a:pt x="2566185" y="2613"/>
                    </a:cubicBezTo>
                    <a:moveTo>
                      <a:pt x="2405492" y="224318"/>
                    </a:moveTo>
                    <a:cubicBezTo>
                      <a:pt x="2461349" y="153633"/>
                      <a:pt x="2498613" y="111252"/>
                      <a:pt x="2603903" y="5226"/>
                    </a:cubicBezTo>
                    <a:moveTo>
                      <a:pt x="2405492" y="224318"/>
                    </a:moveTo>
                    <a:cubicBezTo>
                      <a:pt x="2475559" y="147392"/>
                      <a:pt x="2538597" y="86940"/>
                      <a:pt x="2603903" y="5226"/>
                    </a:cubicBezTo>
                    <a:moveTo>
                      <a:pt x="2448197" y="221487"/>
                    </a:moveTo>
                    <a:cubicBezTo>
                      <a:pt x="2499293" y="169817"/>
                      <a:pt x="2557040" y="111034"/>
                      <a:pt x="2646532" y="2395"/>
                    </a:cubicBezTo>
                    <a:moveTo>
                      <a:pt x="2448197" y="221487"/>
                    </a:moveTo>
                    <a:cubicBezTo>
                      <a:pt x="2497101" y="169454"/>
                      <a:pt x="2560819" y="107043"/>
                      <a:pt x="2646532" y="2395"/>
                    </a:cubicBezTo>
                    <a:moveTo>
                      <a:pt x="2485839" y="224100"/>
                    </a:moveTo>
                    <a:cubicBezTo>
                      <a:pt x="2541167" y="184404"/>
                      <a:pt x="2563389" y="113719"/>
                      <a:pt x="2684250" y="5008"/>
                    </a:cubicBezTo>
                    <a:moveTo>
                      <a:pt x="2485839" y="224100"/>
                    </a:moveTo>
                    <a:cubicBezTo>
                      <a:pt x="2534894" y="161181"/>
                      <a:pt x="2590146" y="93472"/>
                      <a:pt x="2684250" y="5008"/>
                    </a:cubicBezTo>
                    <a:moveTo>
                      <a:pt x="2528544" y="221197"/>
                    </a:moveTo>
                    <a:cubicBezTo>
                      <a:pt x="2589768" y="174606"/>
                      <a:pt x="2645701" y="112195"/>
                      <a:pt x="2726879" y="2105"/>
                    </a:cubicBezTo>
                    <a:moveTo>
                      <a:pt x="2528544" y="221197"/>
                    </a:moveTo>
                    <a:cubicBezTo>
                      <a:pt x="2586367" y="155883"/>
                      <a:pt x="2637689" y="88102"/>
                      <a:pt x="2726879" y="2105"/>
                    </a:cubicBezTo>
                    <a:moveTo>
                      <a:pt x="2566185" y="223810"/>
                    </a:moveTo>
                    <a:cubicBezTo>
                      <a:pt x="2647893" y="132515"/>
                      <a:pt x="2698459" y="74749"/>
                      <a:pt x="2764596" y="4718"/>
                    </a:cubicBezTo>
                    <a:moveTo>
                      <a:pt x="2566185" y="223810"/>
                    </a:moveTo>
                    <a:cubicBezTo>
                      <a:pt x="2635270" y="145868"/>
                      <a:pt x="2694151" y="83022"/>
                      <a:pt x="2764596" y="4718"/>
                    </a:cubicBezTo>
                    <a:moveTo>
                      <a:pt x="2608891" y="220979"/>
                    </a:moveTo>
                    <a:cubicBezTo>
                      <a:pt x="2659760" y="163939"/>
                      <a:pt x="2741618" y="76926"/>
                      <a:pt x="2807226" y="1887"/>
                    </a:cubicBezTo>
                    <a:moveTo>
                      <a:pt x="2608891" y="220979"/>
                    </a:moveTo>
                    <a:cubicBezTo>
                      <a:pt x="2687802" y="127218"/>
                      <a:pt x="2765579" y="43470"/>
                      <a:pt x="2807226" y="1887"/>
                    </a:cubicBezTo>
                    <a:moveTo>
                      <a:pt x="2646532" y="223592"/>
                    </a:moveTo>
                    <a:cubicBezTo>
                      <a:pt x="2700727" y="182662"/>
                      <a:pt x="2740560" y="108712"/>
                      <a:pt x="2844943" y="4500"/>
                    </a:cubicBezTo>
                    <a:moveTo>
                      <a:pt x="2646532" y="223592"/>
                    </a:moveTo>
                    <a:cubicBezTo>
                      <a:pt x="2702012" y="165100"/>
                      <a:pt x="2760212" y="88610"/>
                      <a:pt x="2844943" y="4500"/>
                    </a:cubicBezTo>
                    <a:moveTo>
                      <a:pt x="2689238" y="220689"/>
                    </a:moveTo>
                    <a:cubicBezTo>
                      <a:pt x="2730810" y="169309"/>
                      <a:pt x="2797929" y="90860"/>
                      <a:pt x="2887573" y="1597"/>
                    </a:cubicBezTo>
                    <a:moveTo>
                      <a:pt x="2689238" y="220689"/>
                    </a:moveTo>
                    <a:cubicBezTo>
                      <a:pt x="2745020" y="157697"/>
                      <a:pt x="2803371" y="87158"/>
                      <a:pt x="2887573" y="1597"/>
                    </a:cubicBezTo>
                    <a:moveTo>
                      <a:pt x="2726879" y="223302"/>
                    </a:moveTo>
                    <a:cubicBezTo>
                      <a:pt x="2792336" y="145433"/>
                      <a:pt x="2862932" y="64589"/>
                      <a:pt x="2925290" y="4282"/>
                    </a:cubicBezTo>
                    <a:moveTo>
                      <a:pt x="2726879" y="223302"/>
                    </a:moveTo>
                    <a:cubicBezTo>
                      <a:pt x="2775631" y="183025"/>
                      <a:pt x="2804354" y="135055"/>
                      <a:pt x="2925290" y="4282"/>
                    </a:cubicBezTo>
                    <a:moveTo>
                      <a:pt x="2769585" y="220471"/>
                    </a:moveTo>
                    <a:cubicBezTo>
                      <a:pt x="2824308" y="135563"/>
                      <a:pt x="2902236" y="70322"/>
                      <a:pt x="2967920" y="1379"/>
                    </a:cubicBezTo>
                    <a:moveTo>
                      <a:pt x="2769585" y="220471"/>
                    </a:moveTo>
                    <a:cubicBezTo>
                      <a:pt x="2838443" y="152545"/>
                      <a:pt x="2902538" y="69596"/>
                      <a:pt x="2967920" y="1379"/>
                    </a:cubicBezTo>
                    <a:moveTo>
                      <a:pt x="2807226" y="223084"/>
                    </a:moveTo>
                    <a:cubicBezTo>
                      <a:pt x="2861269" y="176348"/>
                      <a:pt x="2911004" y="95432"/>
                      <a:pt x="3005636" y="3992"/>
                    </a:cubicBezTo>
                    <a:moveTo>
                      <a:pt x="2807226" y="223084"/>
                    </a:moveTo>
                    <a:cubicBezTo>
                      <a:pt x="2870415" y="161979"/>
                      <a:pt x="2917958" y="96738"/>
                      <a:pt x="3005636" y="3992"/>
                    </a:cubicBezTo>
                    <a:moveTo>
                      <a:pt x="2849932" y="220181"/>
                    </a:moveTo>
                    <a:cubicBezTo>
                      <a:pt x="2894376" y="171486"/>
                      <a:pt x="2964594" y="99786"/>
                      <a:pt x="3028388" y="23005"/>
                    </a:cubicBezTo>
                    <a:moveTo>
                      <a:pt x="2849932" y="220181"/>
                    </a:moveTo>
                    <a:cubicBezTo>
                      <a:pt x="2903975" y="148771"/>
                      <a:pt x="2970565" y="83167"/>
                      <a:pt x="3028388" y="23005"/>
                    </a:cubicBezTo>
                    <a:moveTo>
                      <a:pt x="2887573" y="222794"/>
                    </a:moveTo>
                    <a:cubicBezTo>
                      <a:pt x="2924080" y="180775"/>
                      <a:pt x="2975478" y="129903"/>
                      <a:pt x="3026422" y="69451"/>
                    </a:cubicBezTo>
                    <a:moveTo>
                      <a:pt x="2887573" y="222794"/>
                    </a:moveTo>
                    <a:cubicBezTo>
                      <a:pt x="2912365" y="180920"/>
                      <a:pt x="2953030" y="158641"/>
                      <a:pt x="3026422" y="69451"/>
                    </a:cubicBezTo>
                    <a:moveTo>
                      <a:pt x="2930278" y="219963"/>
                    </a:moveTo>
                    <a:cubicBezTo>
                      <a:pt x="2959605" y="183750"/>
                      <a:pt x="2969507" y="158060"/>
                      <a:pt x="3024457" y="115897"/>
                    </a:cubicBezTo>
                    <a:moveTo>
                      <a:pt x="2930278" y="219963"/>
                    </a:moveTo>
                    <a:cubicBezTo>
                      <a:pt x="2956431" y="184331"/>
                      <a:pt x="2986362" y="151384"/>
                      <a:pt x="3024457" y="115897"/>
                    </a:cubicBezTo>
                    <a:moveTo>
                      <a:pt x="2967920" y="222576"/>
                    </a:moveTo>
                    <a:cubicBezTo>
                      <a:pt x="2993392" y="196378"/>
                      <a:pt x="3011986" y="164011"/>
                      <a:pt x="3027481" y="156826"/>
                    </a:cubicBezTo>
                    <a:moveTo>
                      <a:pt x="2967920" y="222576"/>
                    </a:moveTo>
                    <a:cubicBezTo>
                      <a:pt x="2981827" y="207917"/>
                      <a:pt x="3002991" y="187306"/>
                      <a:pt x="3027481" y="156826"/>
                    </a:cubicBezTo>
                    <a:moveTo>
                      <a:pt x="3010625" y="219746"/>
                    </a:moveTo>
                    <a:cubicBezTo>
                      <a:pt x="3014102" y="212996"/>
                      <a:pt x="3022417" y="210457"/>
                      <a:pt x="3025440" y="203272"/>
                    </a:cubicBezTo>
                    <a:moveTo>
                      <a:pt x="3010625" y="219746"/>
                    </a:moveTo>
                    <a:cubicBezTo>
                      <a:pt x="3015614" y="213795"/>
                      <a:pt x="3020678" y="209150"/>
                      <a:pt x="3025440" y="203272"/>
                    </a:cubicBezTo>
                  </a:path>
                </a:pathLst>
              </a:custGeom>
              <a:noFill/>
              <a:ln w="3775" cap="rnd">
                <a:solidFill>
                  <a:srgbClr val="F8CEC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6" name="شكل حر: شكل 397">
                <a:extLst>
                  <a:ext uri="{FF2B5EF4-FFF2-40B4-BE49-F238E27FC236}">
                    <a16:creationId xmlns:a16="http://schemas.microsoft.com/office/drawing/2014/main" id="{B81AF0D0-43B5-88CF-1AED-61A088362E2F}"/>
                  </a:ext>
                </a:extLst>
              </p:cNvPr>
              <p:cNvSpPr/>
              <p:nvPr/>
            </p:nvSpPr>
            <p:spPr>
              <a:xfrm>
                <a:off x="5951912" y="6275128"/>
                <a:ext cx="3025310" cy="225634"/>
              </a:xfrm>
              <a:custGeom>
                <a:avLst/>
                <a:gdLst>
                  <a:gd name="csX0" fmla="*/ 476 w 3025310"/>
                  <a:gd name="csY0" fmla="*/ 1 h 225634"/>
                  <a:gd name="csX1" fmla="*/ 3023874 w 3025310"/>
                  <a:gd name="csY1" fmla="*/ 1 h 225634"/>
                  <a:gd name="csX2" fmla="*/ 476 w 3025310"/>
                  <a:gd name="csY2" fmla="*/ 1 h 225634"/>
                  <a:gd name="csX3" fmla="*/ 3023874 w 3025310"/>
                  <a:gd name="csY3" fmla="*/ 1 h 225634"/>
                  <a:gd name="csX4" fmla="*/ 3023874 w 3025310"/>
                  <a:gd name="csY4" fmla="*/ 1 h 225634"/>
                  <a:gd name="csX5" fmla="*/ 3023874 w 3025310"/>
                  <a:gd name="csY5" fmla="*/ 217714 h 225634"/>
                  <a:gd name="csX6" fmla="*/ 3023874 w 3025310"/>
                  <a:gd name="csY6" fmla="*/ 1 h 225634"/>
                  <a:gd name="csX7" fmla="*/ 3023874 w 3025310"/>
                  <a:gd name="csY7" fmla="*/ 217714 h 225634"/>
                  <a:gd name="csX8" fmla="*/ 3023874 w 3025310"/>
                  <a:gd name="csY8" fmla="*/ 217714 h 225634"/>
                  <a:gd name="csX9" fmla="*/ 476 w 3025310"/>
                  <a:gd name="csY9" fmla="*/ 217714 h 225634"/>
                  <a:gd name="csX10" fmla="*/ 3023874 w 3025310"/>
                  <a:gd name="csY10" fmla="*/ 217714 h 225634"/>
                  <a:gd name="csX11" fmla="*/ 476 w 3025310"/>
                  <a:gd name="csY11" fmla="*/ 217714 h 225634"/>
                  <a:gd name="csX12" fmla="*/ 476 w 3025310"/>
                  <a:gd name="csY12" fmla="*/ 217714 h 225634"/>
                  <a:gd name="csX13" fmla="*/ 476 w 3025310"/>
                  <a:gd name="csY13" fmla="*/ 1 h 225634"/>
                  <a:gd name="csX14" fmla="*/ 476 w 3025310"/>
                  <a:gd name="csY14" fmla="*/ 217714 h 225634"/>
                  <a:gd name="csX15" fmla="*/ 476 w 3025310"/>
                  <a:gd name="csY15" fmla="*/ 1 h 2256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025310" h="225634">
                    <a:moveTo>
                      <a:pt x="476" y="1"/>
                    </a:moveTo>
                    <a:cubicBezTo>
                      <a:pt x="968417" y="3556"/>
                      <a:pt x="1947998" y="13063"/>
                      <a:pt x="3023874" y="1"/>
                    </a:cubicBezTo>
                    <a:moveTo>
                      <a:pt x="476" y="1"/>
                    </a:moveTo>
                    <a:cubicBezTo>
                      <a:pt x="719969" y="14007"/>
                      <a:pt x="1432282" y="16547"/>
                      <a:pt x="3023874" y="1"/>
                    </a:cubicBezTo>
                    <a:moveTo>
                      <a:pt x="3023874" y="1"/>
                    </a:moveTo>
                    <a:cubicBezTo>
                      <a:pt x="3029770" y="84836"/>
                      <a:pt x="3015031" y="143038"/>
                      <a:pt x="3023874" y="217714"/>
                    </a:cubicBezTo>
                    <a:moveTo>
                      <a:pt x="3023874" y="1"/>
                    </a:moveTo>
                    <a:cubicBezTo>
                      <a:pt x="3025688" y="73878"/>
                      <a:pt x="3021078" y="148046"/>
                      <a:pt x="3023874" y="217714"/>
                    </a:cubicBezTo>
                    <a:moveTo>
                      <a:pt x="3023874" y="217714"/>
                    </a:moveTo>
                    <a:cubicBezTo>
                      <a:pt x="2072486" y="227583"/>
                      <a:pt x="1115808" y="226132"/>
                      <a:pt x="476" y="217714"/>
                    </a:cubicBezTo>
                    <a:moveTo>
                      <a:pt x="3023874" y="217714"/>
                    </a:moveTo>
                    <a:cubicBezTo>
                      <a:pt x="2171956" y="227946"/>
                      <a:pt x="1320567" y="228599"/>
                      <a:pt x="476" y="217714"/>
                    </a:cubicBezTo>
                    <a:moveTo>
                      <a:pt x="476" y="217714"/>
                    </a:moveTo>
                    <a:cubicBezTo>
                      <a:pt x="10831" y="139772"/>
                      <a:pt x="551" y="58856"/>
                      <a:pt x="476" y="1"/>
                    </a:cubicBezTo>
                    <a:moveTo>
                      <a:pt x="476" y="217714"/>
                    </a:moveTo>
                    <a:cubicBezTo>
                      <a:pt x="3121" y="174606"/>
                      <a:pt x="-1414" y="134547"/>
                      <a:pt x="476" y="1"/>
                    </a:cubicBezTo>
                  </a:path>
                </a:pathLst>
              </a:custGeom>
              <a:noFill/>
              <a:ln w="7550" cap="rnd">
                <a:solidFill>
                  <a:srgbClr val="B8545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43" name="صورة 398">
              <a:extLst>
                <a:ext uri="{FF2B5EF4-FFF2-40B4-BE49-F238E27FC236}">
                  <a16:creationId xmlns:a16="http://schemas.microsoft.com/office/drawing/2014/main" id="{7CD44296-1CBC-47E3-911D-E880FAA2F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5956167" y="6278756"/>
              <a:ext cx="3008281" cy="232227"/>
            </a:xfrm>
            <a:custGeom>
              <a:avLst/>
              <a:gdLst>
                <a:gd name="csX0" fmla="*/ 0 w 3008281"/>
                <a:gd name="csY0" fmla="*/ 0 h 232227"/>
                <a:gd name="csX1" fmla="*/ 3008281 w 3008281"/>
                <a:gd name="csY1" fmla="*/ 0 h 232227"/>
                <a:gd name="csX2" fmla="*/ 3008281 w 3008281"/>
                <a:gd name="csY2" fmla="*/ 232227 h 232227"/>
                <a:gd name="csX3" fmla="*/ 0 w 3008281"/>
                <a:gd name="csY3" fmla="*/ 232227 h 232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08281" h="232227">
                  <a:moveTo>
                    <a:pt x="0" y="0"/>
                  </a:moveTo>
                  <a:lnTo>
                    <a:pt x="3008281" y="0"/>
                  </a:lnTo>
                  <a:lnTo>
                    <a:pt x="3008281" y="232227"/>
                  </a:lnTo>
                  <a:lnTo>
                    <a:pt x="0" y="232227"/>
                  </a:lnTo>
                  <a:close/>
                </a:path>
              </a:pathLst>
            </a:custGeom>
          </p:spPr>
        </p:pic>
      </p:grpSp>
      <p:grpSp>
        <p:nvGrpSpPr>
          <p:cNvPr id="2047" name="!!رسم 9">
            <a:extLst>
              <a:ext uri="{FF2B5EF4-FFF2-40B4-BE49-F238E27FC236}">
                <a16:creationId xmlns:a16="http://schemas.microsoft.com/office/drawing/2014/main" id="{DDAB8911-74BF-DBE7-F592-A77FCC067C11}"/>
              </a:ext>
            </a:extLst>
          </p:cNvPr>
          <p:cNvGrpSpPr/>
          <p:nvPr/>
        </p:nvGrpSpPr>
        <p:grpSpPr>
          <a:xfrm>
            <a:off x="3418470" y="2831708"/>
            <a:ext cx="982604" cy="148770"/>
            <a:chOff x="6141350" y="2842518"/>
            <a:chExt cx="982604" cy="148770"/>
          </a:xfrm>
          <a:noFill/>
        </p:grpSpPr>
        <p:sp>
          <p:nvSpPr>
            <p:cNvPr id="2048" name="مستطيل 400">
              <a:extLst>
                <a:ext uri="{FF2B5EF4-FFF2-40B4-BE49-F238E27FC236}">
                  <a16:creationId xmlns:a16="http://schemas.microsoft.com/office/drawing/2014/main" id="{84FCF049-04A6-37BF-6685-74B0CC84F04A}"/>
                </a:ext>
              </a:extLst>
            </p:cNvPr>
            <p:cNvSpPr/>
            <p:nvPr/>
          </p:nvSpPr>
          <p:spPr>
            <a:xfrm>
              <a:off x="6141350" y="2842518"/>
              <a:ext cx="982604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49" name="صورة 401">
              <a:extLst>
                <a:ext uri="{FF2B5EF4-FFF2-40B4-BE49-F238E27FC236}">
                  <a16:creationId xmlns:a16="http://schemas.microsoft.com/office/drawing/2014/main" id="{E92F9906-6F78-DC37-37D5-ABA915C07CC1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6201818" y="2860661"/>
              <a:ext cx="854110" cy="130627"/>
            </a:xfrm>
            <a:custGeom>
              <a:avLst/>
              <a:gdLst>
                <a:gd name="csX0" fmla="*/ 0 w 854110"/>
                <a:gd name="csY0" fmla="*/ 0 h 130627"/>
                <a:gd name="csX1" fmla="*/ 854110 w 854110"/>
                <a:gd name="csY1" fmla="*/ 0 h 130627"/>
                <a:gd name="csX2" fmla="*/ 854110 w 854110"/>
                <a:gd name="csY2" fmla="*/ 130628 h 130627"/>
                <a:gd name="csX3" fmla="*/ 0 w 854110"/>
                <a:gd name="csY3" fmla="*/ 130628 h 130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54110" h="130627">
                  <a:moveTo>
                    <a:pt x="0" y="0"/>
                  </a:moveTo>
                  <a:lnTo>
                    <a:pt x="854110" y="0"/>
                  </a:lnTo>
                  <a:lnTo>
                    <a:pt x="854110" y="130628"/>
                  </a:lnTo>
                  <a:lnTo>
                    <a:pt x="0" y="130628"/>
                  </a:lnTo>
                  <a:close/>
                </a:path>
              </a:pathLst>
            </a:custGeom>
          </p:spPr>
        </p:pic>
      </p:grpSp>
      <p:grpSp>
        <p:nvGrpSpPr>
          <p:cNvPr id="2050" name="!!رسم 9">
            <a:extLst>
              <a:ext uri="{FF2B5EF4-FFF2-40B4-BE49-F238E27FC236}">
                <a16:creationId xmlns:a16="http://schemas.microsoft.com/office/drawing/2014/main" id="{5ACCC81C-C3C3-965D-EA45-DB41FC9AB48A}"/>
              </a:ext>
            </a:extLst>
          </p:cNvPr>
          <p:cNvGrpSpPr/>
          <p:nvPr/>
        </p:nvGrpSpPr>
        <p:grpSpPr>
          <a:xfrm>
            <a:off x="3240845" y="2793060"/>
            <a:ext cx="668926" cy="175661"/>
            <a:chOff x="5963725" y="2803870"/>
            <a:chExt cx="668926" cy="175661"/>
          </a:xfrm>
        </p:grpSpPr>
        <p:sp>
          <p:nvSpPr>
            <p:cNvPr id="2051" name="شكل حر: شكل 403">
              <a:extLst>
                <a:ext uri="{FF2B5EF4-FFF2-40B4-BE49-F238E27FC236}">
                  <a16:creationId xmlns:a16="http://schemas.microsoft.com/office/drawing/2014/main" id="{D0AB7BBA-4A39-1CE6-E6A4-AD657BDF7081}"/>
                </a:ext>
              </a:extLst>
            </p:cNvPr>
            <p:cNvSpPr/>
            <p:nvPr/>
          </p:nvSpPr>
          <p:spPr>
            <a:xfrm>
              <a:off x="5990180" y="2806232"/>
              <a:ext cx="642472" cy="135199"/>
            </a:xfrm>
            <a:custGeom>
              <a:avLst/>
              <a:gdLst>
                <a:gd name="csX0" fmla="*/ 642473 w 642472"/>
                <a:gd name="csY0" fmla="*/ 1 h 135199"/>
                <a:gd name="csX1" fmla="*/ 1 w 642472"/>
                <a:gd name="csY1" fmla="*/ 436 h 135199"/>
                <a:gd name="csX2" fmla="*/ 1 w 642472"/>
                <a:gd name="csY2" fmla="*/ 135200 h 13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42472" h="135199">
                  <a:moveTo>
                    <a:pt x="642473" y="1"/>
                  </a:moveTo>
                  <a:lnTo>
                    <a:pt x="1" y="436"/>
                  </a:lnTo>
                  <a:lnTo>
                    <a:pt x="1" y="135200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" name="شكل حر: شكل 404">
              <a:extLst>
                <a:ext uri="{FF2B5EF4-FFF2-40B4-BE49-F238E27FC236}">
                  <a16:creationId xmlns:a16="http://schemas.microsoft.com/office/drawing/2014/main" id="{425739DE-2298-1607-C794-B8CFC8C98EA4}"/>
                </a:ext>
              </a:extLst>
            </p:cNvPr>
            <p:cNvSpPr/>
            <p:nvPr/>
          </p:nvSpPr>
          <p:spPr>
            <a:xfrm>
              <a:off x="5963725" y="2928732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lnTo>
                    <a:pt x="1" y="1"/>
                  </a:lnTo>
                  <a:lnTo>
                    <a:pt x="26455" y="12700"/>
                  </a:lnTo>
                  <a:lnTo>
                    <a:pt x="52910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" name="شكل حر: شكل 405">
              <a:extLst>
                <a:ext uri="{FF2B5EF4-FFF2-40B4-BE49-F238E27FC236}">
                  <a16:creationId xmlns:a16="http://schemas.microsoft.com/office/drawing/2014/main" id="{081124AD-D560-3858-B06A-536C7283677E}"/>
                </a:ext>
              </a:extLst>
            </p:cNvPr>
            <p:cNvSpPr/>
            <p:nvPr/>
          </p:nvSpPr>
          <p:spPr>
            <a:xfrm>
              <a:off x="5988861" y="2803870"/>
              <a:ext cx="643791" cy="137562"/>
            </a:xfrm>
            <a:custGeom>
              <a:avLst/>
              <a:gdLst>
                <a:gd name="csX0" fmla="*/ 643792 w 643791"/>
                <a:gd name="csY0" fmla="*/ 2363 h 137562"/>
                <a:gd name="csX1" fmla="*/ 1320 w 643791"/>
                <a:gd name="csY1" fmla="*/ 2798 h 137562"/>
                <a:gd name="csX2" fmla="*/ 643792 w 643791"/>
                <a:gd name="csY2" fmla="*/ 2363 h 137562"/>
                <a:gd name="csX3" fmla="*/ 1320 w 643791"/>
                <a:gd name="csY3" fmla="*/ 2798 h 137562"/>
                <a:gd name="csX4" fmla="*/ 1320 w 643791"/>
                <a:gd name="csY4" fmla="*/ 2798 h 137562"/>
                <a:gd name="csX5" fmla="*/ 1320 w 643791"/>
                <a:gd name="csY5" fmla="*/ 137563 h 137562"/>
                <a:gd name="csX6" fmla="*/ 1320 w 643791"/>
                <a:gd name="csY6" fmla="*/ 2798 h 137562"/>
                <a:gd name="csX7" fmla="*/ 1320 w 643791"/>
                <a:gd name="csY7" fmla="*/ 137563 h 137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43791" h="137562">
                  <a:moveTo>
                    <a:pt x="643792" y="2363"/>
                  </a:moveTo>
                  <a:cubicBezTo>
                    <a:pt x="444323" y="4830"/>
                    <a:pt x="234499" y="-4386"/>
                    <a:pt x="1320" y="2798"/>
                  </a:cubicBezTo>
                  <a:moveTo>
                    <a:pt x="643792" y="2363"/>
                  </a:moveTo>
                  <a:cubicBezTo>
                    <a:pt x="392623" y="6789"/>
                    <a:pt x="149542" y="186"/>
                    <a:pt x="1320" y="2798"/>
                  </a:cubicBezTo>
                  <a:moveTo>
                    <a:pt x="1320" y="2798"/>
                  </a:moveTo>
                  <a:cubicBezTo>
                    <a:pt x="2680" y="43220"/>
                    <a:pt x="1093" y="65645"/>
                    <a:pt x="1320" y="137563"/>
                  </a:cubicBezTo>
                  <a:moveTo>
                    <a:pt x="1320" y="2798"/>
                  </a:moveTo>
                  <a:cubicBezTo>
                    <a:pt x="3285" y="39011"/>
                    <a:pt x="-2459" y="75659"/>
                    <a:pt x="1320" y="137563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" name="شكل حر: شكل 406">
              <a:extLst>
                <a:ext uri="{FF2B5EF4-FFF2-40B4-BE49-F238E27FC236}">
                  <a16:creationId xmlns:a16="http://schemas.microsoft.com/office/drawing/2014/main" id="{D2A75694-E0A1-832A-B21E-4193B136C475}"/>
                </a:ext>
              </a:extLst>
            </p:cNvPr>
            <p:cNvSpPr/>
            <p:nvPr/>
          </p:nvSpPr>
          <p:spPr>
            <a:xfrm>
              <a:off x="5963725" y="2928732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  <a:gd name="csX4" fmla="*/ 26455 w 52909"/>
                <a:gd name="csY4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25246" y="32875"/>
                    <a:pt x="7861" y="8056"/>
                    <a:pt x="1" y="1"/>
                  </a:cubicBezTo>
                  <a:cubicBezTo>
                    <a:pt x="10205" y="3702"/>
                    <a:pt x="15798" y="7983"/>
                    <a:pt x="26455" y="12700"/>
                  </a:cubicBezTo>
                  <a:cubicBezTo>
                    <a:pt x="34845" y="12845"/>
                    <a:pt x="35677" y="5951"/>
                    <a:pt x="52910" y="1"/>
                  </a:cubicBezTo>
                  <a:cubicBezTo>
                    <a:pt x="45503" y="21119"/>
                    <a:pt x="33031" y="37229"/>
                    <a:pt x="26455" y="508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" name="شكل حر: شكل 407">
              <a:extLst>
                <a:ext uri="{FF2B5EF4-FFF2-40B4-BE49-F238E27FC236}">
                  <a16:creationId xmlns:a16="http://schemas.microsoft.com/office/drawing/2014/main" id="{EE6617B3-EE7B-7329-7FCA-8B78A4F93193}"/>
                </a:ext>
              </a:extLst>
            </p:cNvPr>
            <p:cNvSpPr/>
            <p:nvPr/>
          </p:nvSpPr>
          <p:spPr>
            <a:xfrm>
              <a:off x="5963725" y="2928732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50800 h 50799"/>
                <a:gd name="csX3" fmla="*/ 1 w 52909"/>
                <a:gd name="csY3" fmla="*/ 1 h 50799"/>
                <a:gd name="csX4" fmla="*/ 1 w 52909"/>
                <a:gd name="csY4" fmla="*/ 1 h 50799"/>
                <a:gd name="csX5" fmla="*/ 26455 w 52909"/>
                <a:gd name="csY5" fmla="*/ 12700 h 50799"/>
                <a:gd name="csX6" fmla="*/ 1 w 52909"/>
                <a:gd name="csY6" fmla="*/ 1 h 50799"/>
                <a:gd name="csX7" fmla="*/ 26455 w 52909"/>
                <a:gd name="csY7" fmla="*/ 12700 h 50799"/>
                <a:gd name="csX8" fmla="*/ 26455 w 52909"/>
                <a:gd name="csY8" fmla="*/ 12700 h 50799"/>
                <a:gd name="csX9" fmla="*/ 52910 w 52909"/>
                <a:gd name="csY9" fmla="*/ 1 h 50799"/>
                <a:gd name="csX10" fmla="*/ 26455 w 52909"/>
                <a:gd name="csY10" fmla="*/ 12700 h 50799"/>
                <a:gd name="csX11" fmla="*/ 52910 w 52909"/>
                <a:gd name="csY11" fmla="*/ 1 h 50799"/>
                <a:gd name="csX12" fmla="*/ 52910 w 52909"/>
                <a:gd name="csY12" fmla="*/ 1 h 50799"/>
                <a:gd name="csX13" fmla="*/ 26455 w 52909"/>
                <a:gd name="csY13" fmla="*/ 50800 h 50799"/>
                <a:gd name="csX14" fmla="*/ 52910 w 52909"/>
                <a:gd name="csY14" fmla="*/ 1 h 50799"/>
                <a:gd name="csX15" fmla="*/ 26455 w 52909"/>
                <a:gd name="csY15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20635" y="35778"/>
                    <a:pt x="10809" y="15821"/>
                    <a:pt x="1" y="1"/>
                  </a:cubicBezTo>
                  <a:moveTo>
                    <a:pt x="26455" y="50800"/>
                  </a:moveTo>
                  <a:cubicBezTo>
                    <a:pt x="13681" y="32440"/>
                    <a:pt x="4233" y="10378"/>
                    <a:pt x="1" y="1"/>
                  </a:cubicBezTo>
                  <a:moveTo>
                    <a:pt x="1" y="1"/>
                  </a:moveTo>
                  <a:cubicBezTo>
                    <a:pt x="5972" y="5153"/>
                    <a:pt x="11263" y="6532"/>
                    <a:pt x="26455" y="12700"/>
                  </a:cubicBezTo>
                  <a:moveTo>
                    <a:pt x="1" y="1"/>
                  </a:moveTo>
                  <a:cubicBezTo>
                    <a:pt x="8088" y="2976"/>
                    <a:pt x="14437" y="6242"/>
                    <a:pt x="26455" y="12700"/>
                  </a:cubicBezTo>
                  <a:moveTo>
                    <a:pt x="26455" y="12700"/>
                  </a:moveTo>
                  <a:cubicBezTo>
                    <a:pt x="32351" y="11322"/>
                    <a:pt x="37944" y="6314"/>
                    <a:pt x="52910" y="1"/>
                  </a:cubicBezTo>
                  <a:moveTo>
                    <a:pt x="26455" y="12700"/>
                  </a:moveTo>
                  <a:cubicBezTo>
                    <a:pt x="36962" y="8927"/>
                    <a:pt x="47090" y="4210"/>
                    <a:pt x="52910" y="1"/>
                  </a:cubicBezTo>
                  <a:moveTo>
                    <a:pt x="52910" y="1"/>
                  </a:moveTo>
                  <a:cubicBezTo>
                    <a:pt x="40892" y="15168"/>
                    <a:pt x="44898" y="28158"/>
                    <a:pt x="26455" y="50800"/>
                  </a:cubicBezTo>
                  <a:moveTo>
                    <a:pt x="52910" y="1"/>
                  </a:moveTo>
                  <a:cubicBezTo>
                    <a:pt x="43311" y="15676"/>
                    <a:pt x="34392" y="31932"/>
                    <a:pt x="26455" y="508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6" name="!!رسم 9">
            <a:extLst>
              <a:ext uri="{FF2B5EF4-FFF2-40B4-BE49-F238E27FC236}">
                <a16:creationId xmlns:a16="http://schemas.microsoft.com/office/drawing/2014/main" id="{A9B97E4E-A1DA-73CC-48F6-2FDA5C6AADBE}"/>
              </a:ext>
            </a:extLst>
          </p:cNvPr>
          <p:cNvGrpSpPr/>
          <p:nvPr/>
        </p:nvGrpSpPr>
        <p:grpSpPr>
          <a:xfrm>
            <a:off x="1566638" y="2276540"/>
            <a:ext cx="1541026" cy="729338"/>
            <a:chOff x="4289518" y="2287350"/>
            <a:chExt cx="1541026" cy="729338"/>
          </a:xfrm>
        </p:grpSpPr>
        <p:grpSp>
          <p:nvGrpSpPr>
            <p:cNvPr id="2057" name="رسم 9">
              <a:extLst>
                <a:ext uri="{FF2B5EF4-FFF2-40B4-BE49-F238E27FC236}">
                  <a16:creationId xmlns:a16="http://schemas.microsoft.com/office/drawing/2014/main" id="{E8747DE3-4798-B467-4629-F98B55C12D6E}"/>
                </a:ext>
              </a:extLst>
            </p:cNvPr>
            <p:cNvGrpSpPr/>
            <p:nvPr/>
          </p:nvGrpSpPr>
          <p:grpSpPr>
            <a:xfrm>
              <a:off x="4289518" y="2309121"/>
              <a:ext cx="1541026" cy="707567"/>
              <a:chOff x="4289518" y="2309121"/>
              <a:chExt cx="1541026" cy="707567"/>
            </a:xfrm>
          </p:grpSpPr>
          <p:sp>
            <p:nvSpPr>
              <p:cNvPr id="2059" name="شكل حر: شكل 410">
                <a:extLst>
                  <a:ext uri="{FF2B5EF4-FFF2-40B4-BE49-F238E27FC236}">
                    <a16:creationId xmlns:a16="http://schemas.microsoft.com/office/drawing/2014/main" id="{7DC6F0D8-69C8-5C79-D622-9C1F1C578DE3}"/>
                  </a:ext>
                </a:extLst>
              </p:cNvPr>
              <p:cNvSpPr/>
              <p:nvPr/>
            </p:nvSpPr>
            <p:spPr>
              <a:xfrm>
                <a:off x="4289518" y="2334521"/>
                <a:ext cx="1501344" cy="682167"/>
              </a:xfrm>
              <a:custGeom>
                <a:avLst/>
                <a:gdLst>
                  <a:gd name="csX0" fmla="*/ 1 w 1501344"/>
                  <a:gd name="csY0" fmla="*/ 682168 h 682167"/>
                  <a:gd name="csX1" fmla="*/ 454 w 1501344"/>
                  <a:gd name="csY1" fmla="*/ 1 h 682167"/>
                  <a:gd name="csX2" fmla="*/ 1501345 w 1501344"/>
                  <a:gd name="csY2" fmla="*/ 1 h 6821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01344" h="682167">
                    <a:moveTo>
                      <a:pt x="1" y="682168"/>
                    </a:moveTo>
                    <a:lnTo>
                      <a:pt x="454" y="1"/>
                    </a:lnTo>
                    <a:lnTo>
                      <a:pt x="1501345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" name="شكل حر: شكل 411">
                <a:extLst>
                  <a:ext uri="{FF2B5EF4-FFF2-40B4-BE49-F238E27FC236}">
                    <a16:creationId xmlns:a16="http://schemas.microsoft.com/office/drawing/2014/main" id="{69F6630A-24B1-D14D-7D8C-B06682371FDF}"/>
                  </a:ext>
                </a:extLst>
              </p:cNvPr>
              <p:cNvSpPr/>
              <p:nvPr/>
            </p:nvSpPr>
            <p:spPr>
              <a:xfrm>
                <a:off x="5777635" y="2309121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" name="شكل حر: شكل 412">
                <a:extLst>
                  <a:ext uri="{FF2B5EF4-FFF2-40B4-BE49-F238E27FC236}">
                    <a16:creationId xmlns:a16="http://schemas.microsoft.com/office/drawing/2014/main" id="{92A3CC8E-A148-C70A-A0EB-69CB8A3439BD}"/>
                  </a:ext>
                </a:extLst>
              </p:cNvPr>
              <p:cNvSpPr/>
              <p:nvPr/>
            </p:nvSpPr>
            <p:spPr>
              <a:xfrm>
                <a:off x="4289518" y="2329054"/>
                <a:ext cx="1501344" cy="687634"/>
              </a:xfrm>
              <a:custGeom>
                <a:avLst/>
                <a:gdLst>
                  <a:gd name="csX0" fmla="*/ 1 w 1501344"/>
                  <a:gd name="csY0" fmla="*/ 687635 h 687634"/>
                  <a:gd name="csX1" fmla="*/ 454 w 1501344"/>
                  <a:gd name="csY1" fmla="*/ 5467 h 687634"/>
                  <a:gd name="csX2" fmla="*/ 1 w 1501344"/>
                  <a:gd name="csY2" fmla="*/ 687635 h 687634"/>
                  <a:gd name="csX3" fmla="*/ 454 w 1501344"/>
                  <a:gd name="csY3" fmla="*/ 5467 h 687634"/>
                  <a:gd name="csX4" fmla="*/ 454 w 1501344"/>
                  <a:gd name="csY4" fmla="*/ 5467 h 687634"/>
                  <a:gd name="csX5" fmla="*/ 1501345 w 1501344"/>
                  <a:gd name="csY5" fmla="*/ 5467 h 687634"/>
                  <a:gd name="csX6" fmla="*/ 454 w 1501344"/>
                  <a:gd name="csY6" fmla="*/ 5467 h 687634"/>
                  <a:gd name="csX7" fmla="*/ 1501345 w 1501344"/>
                  <a:gd name="csY7" fmla="*/ 5467 h 6876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501344" h="687634">
                    <a:moveTo>
                      <a:pt x="1" y="687635"/>
                    </a:moveTo>
                    <a:cubicBezTo>
                      <a:pt x="227" y="480517"/>
                      <a:pt x="12850" y="254749"/>
                      <a:pt x="454" y="5467"/>
                    </a:cubicBezTo>
                    <a:moveTo>
                      <a:pt x="1" y="687635"/>
                    </a:moveTo>
                    <a:cubicBezTo>
                      <a:pt x="756" y="431604"/>
                      <a:pt x="7559" y="196329"/>
                      <a:pt x="454" y="5467"/>
                    </a:cubicBezTo>
                    <a:moveTo>
                      <a:pt x="454" y="5467"/>
                    </a:moveTo>
                    <a:cubicBezTo>
                      <a:pt x="581173" y="20635"/>
                      <a:pt x="1152067" y="4016"/>
                      <a:pt x="1501345" y="5467"/>
                    </a:cubicBezTo>
                    <a:moveTo>
                      <a:pt x="454" y="5467"/>
                    </a:moveTo>
                    <a:cubicBezTo>
                      <a:pt x="509745" y="2637"/>
                      <a:pt x="1030072" y="-5273"/>
                      <a:pt x="1501345" y="5467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2" name="شكل حر: شكل 413">
                <a:extLst>
                  <a:ext uri="{FF2B5EF4-FFF2-40B4-BE49-F238E27FC236}">
                    <a16:creationId xmlns:a16="http://schemas.microsoft.com/office/drawing/2014/main" id="{9A0C916B-7312-5445-A9B7-330B70DD5F1D}"/>
                  </a:ext>
                </a:extLst>
              </p:cNvPr>
              <p:cNvSpPr/>
              <p:nvPr/>
            </p:nvSpPr>
            <p:spPr>
              <a:xfrm>
                <a:off x="5777635" y="2309121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5147" y="33166"/>
                      <a:pt x="24943" y="47317"/>
                      <a:pt x="1" y="50800"/>
                    </a:cubicBezTo>
                    <a:cubicBezTo>
                      <a:pt x="152" y="40713"/>
                      <a:pt x="8995" y="32367"/>
                      <a:pt x="13228" y="25400"/>
                    </a:cubicBezTo>
                    <a:cubicBezTo>
                      <a:pt x="3704" y="19595"/>
                      <a:pt x="1966" y="10959"/>
                      <a:pt x="1" y="1"/>
                    </a:cubicBezTo>
                    <a:cubicBezTo>
                      <a:pt x="26682" y="11902"/>
                      <a:pt x="41345" y="16329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3" name="شكل حر: شكل 414">
                <a:extLst>
                  <a:ext uri="{FF2B5EF4-FFF2-40B4-BE49-F238E27FC236}">
                    <a16:creationId xmlns:a16="http://schemas.microsoft.com/office/drawing/2014/main" id="{1FDA9084-BEAC-A3CA-2361-141ECBFC8C93}"/>
                  </a:ext>
                </a:extLst>
              </p:cNvPr>
              <p:cNvSpPr/>
              <p:nvPr/>
            </p:nvSpPr>
            <p:spPr>
              <a:xfrm>
                <a:off x="5777635" y="2309121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5147" y="38463"/>
                      <a:pt x="23054" y="44051"/>
                      <a:pt x="1" y="50800"/>
                    </a:cubicBezTo>
                    <a:moveTo>
                      <a:pt x="52910" y="25400"/>
                    </a:moveTo>
                    <a:cubicBezTo>
                      <a:pt x="31822" y="31641"/>
                      <a:pt x="15117" y="46228"/>
                      <a:pt x="1" y="50800"/>
                    </a:cubicBezTo>
                    <a:moveTo>
                      <a:pt x="1" y="50800"/>
                    </a:moveTo>
                    <a:cubicBezTo>
                      <a:pt x="5140" y="43180"/>
                      <a:pt x="8390" y="30117"/>
                      <a:pt x="13228" y="25400"/>
                    </a:cubicBezTo>
                    <a:moveTo>
                      <a:pt x="1" y="50800"/>
                    </a:moveTo>
                    <a:cubicBezTo>
                      <a:pt x="4006" y="42817"/>
                      <a:pt x="9902" y="32585"/>
                      <a:pt x="13228" y="25400"/>
                    </a:cubicBezTo>
                    <a:moveTo>
                      <a:pt x="13228" y="25400"/>
                    </a:moveTo>
                    <a:cubicBezTo>
                      <a:pt x="5140" y="18071"/>
                      <a:pt x="4460" y="7548"/>
                      <a:pt x="1" y="1"/>
                    </a:cubicBezTo>
                    <a:moveTo>
                      <a:pt x="13228" y="25400"/>
                    </a:moveTo>
                    <a:cubicBezTo>
                      <a:pt x="9449" y="18361"/>
                      <a:pt x="7257" y="10886"/>
                      <a:pt x="1" y="1"/>
                    </a:cubicBezTo>
                    <a:moveTo>
                      <a:pt x="1" y="1"/>
                    </a:moveTo>
                    <a:cubicBezTo>
                      <a:pt x="23961" y="9580"/>
                      <a:pt x="41043" y="17708"/>
                      <a:pt x="52910" y="25400"/>
                    </a:cubicBezTo>
                    <a:moveTo>
                      <a:pt x="1" y="1"/>
                    </a:moveTo>
                    <a:cubicBezTo>
                      <a:pt x="10582" y="6604"/>
                      <a:pt x="27438" y="14878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58" name="صورة 415">
              <a:extLst>
                <a:ext uri="{FF2B5EF4-FFF2-40B4-BE49-F238E27FC236}">
                  <a16:creationId xmlns:a16="http://schemas.microsoft.com/office/drawing/2014/main" id="{BE8D447E-2E06-8691-31D1-C00817B2AAF5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4671223" y="2287350"/>
              <a:ext cx="513977" cy="114299"/>
            </a:xfrm>
            <a:custGeom>
              <a:avLst/>
              <a:gdLst>
                <a:gd name="csX0" fmla="*/ 0 w 513977"/>
                <a:gd name="csY0" fmla="*/ 0 h 114299"/>
                <a:gd name="csX1" fmla="*/ 513978 w 513977"/>
                <a:gd name="csY1" fmla="*/ 0 h 114299"/>
                <a:gd name="csX2" fmla="*/ 513978 w 513977"/>
                <a:gd name="csY2" fmla="*/ 114299 h 114299"/>
                <a:gd name="csX3" fmla="*/ 0 w 51397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13977" h="114299">
                  <a:moveTo>
                    <a:pt x="0" y="0"/>
                  </a:moveTo>
                  <a:lnTo>
                    <a:pt x="513978" y="0"/>
                  </a:lnTo>
                  <a:lnTo>
                    <a:pt x="51397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64" name="!!رسم 9">
            <a:extLst>
              <a:ext uri="{FF2B5EF4-FFF2-40B4-BE49-F238E27FC236}">
                <a16:creationId xmlns:a16="http://schemas.microsoft.com/office/drawing/2014/main" id="{31883E7A-0E2C-B50E-1651-8B4F814240D8}"/>
              </a:ext>
            </a:extLst>
          </p:cNvPr>
          <p:cNvGrpSpPr/>
          <p:nvPr/>
        </p:nvGrpSpPr>
        <p:grpSpPr>
          <a:xfrm>
            <a:off x="1673739" y="2653909"/>
            <a:ext cx="753661" cy="351969"/>
            <a:chOff x="4396619" y="2664719"/>
            <a:chExt cx="753661" cy="351969"/>
          </a:xfrm>
        </p:grpSpPr>
        <p:grpSp>
          <p:nvGrpSpPr>
            <p:cNvPr id="2065" name="رسم 9">
              <a:extLst>
                <a:ext uri="{FF2B5EF4-FFF2-40B4-BE49-F238E27FC236}">
                  <a16:creationId xmlns:a16="http://schemas.microsoft.com/office/drawing/2014/main" id="{B79AFBDD-6B70-B2D9-CD74-D43F3B22497F}"/>
                </a:ext>
              </a:extLst>
            </p:cNvPr>
            <p:cNvGrpSpPr/>
            <p:nvPr/>
          </p:nvGrpSpPr>
          <p:grpSpPr>
            <a:xfrm>
              <a:off x="4396619" y="2686490"/>
              <a:ext cx="753661" cy="330198"/>
              <a:chOff x="4396619" y="2686490"/>
              <a:chExt cx="753661" cy="330198"/>
            </a:xfrm>
          </p:grpSpPr>
          <p:sp>
            <p:nvSpPr>
              <p:cNvPr id="2067" name="شكل حر: شكل 418">
                <a:extLst>
                  <a:ext uri="{FF2B5EF4-FFF2-40B4-BE49-F238E27FC236}">
                    <a16:creationId xmlns:a16="http://schemas.microsoft.com/office/drawing/2014/main" id="{5F0B7989-E3F0-D663-AEE5-13FAE431B5A4}"/>
                  </a:ext>
                </a:extLst>
              </p:cNvPr>
              <p:cNvSpPr/>
              <p:nvPr/>
            </p:nvSpPr>
            <p:spPr>
              <a:xfrm>
                <a:off x="4402896" y="2711890"/>
                <a:ext cx="707702" cy="304798"/>
              </a:xfrm>
              <a:custGeom>
                <a:avLst/>
                <a:gdLst>
                  <a:gd name="csX0" fmla="*/ 1 w 707702"/>
                  <a:gd name="csY0" fmla="*/ 304799 h 304798"/>
                  <a:gd name="csX1" fmla="*/ 1 w 707702"/>
                  <a:gd name="csY1" fmla="*/ 1 h 304798"/>
                  <a:gd name="csX2" fmla="*/ 707703 w 707702"/>
                  <a:gd name="csY2" fmla="*/ 1 h 3047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07702" h="304798">
                    <a:moveTo>
                      <a:pt x="1" y="304799"/>
                    </a:moveTo>
                    <a:lnTo>
                      <a:pt x="1" y="1"/>
                    </a:lnTo>
                    <a:lnTo>
                      <a:pt x="707703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" name="شكل حر: شكل 419">
                <a:extLst>
                  <a:ext uri="{FF2B5EF4-FFF2-40B4-BE49-F238E27FC236}">
                    <a16:creationId xmlns:a16="http://schemas.microsoft.com/office/drawing/2014/main" id="{B31577C3-8A77-177A-53BE-4638CD4E009A}"/>
                  </a:ext>
                </a:extLst>
              </p:cNvPr>
              <p:cNvSpPr/>
              <p:nvPr/>
            </p:nvSpPr>
            <p:spPr>
              <a:xfrm>
                <a:off x="5097371" y="2686490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شكل حر: شكل 420">
                <a:extLst>
                  <a:ext uri="{FF2B5EF4-FFF2-40B4-BE49-F238E27FC236}">
                    <a16:creationId xmlns:a16="http://schemas.microsoft.com/office/drawing/2014/main" id="{3FFF06CC-03CD-D524-BADD-FC9F6C8AA9DA}"/>
                  </a:ext>
                </a:extLst>
              </p:cNvPr>
              <p:cNvSpPr/>
              <p:nvPr/>
            </p:nvSpPr>
            <p:spPr>
              <a:xfrm>
                <a:off x="4396619" y="2711876"/>
                <a:ext cx="713979" cy="304812"/>
              </a:xfrm>
              <a:custGeom>
                <a:avLst/>
                <a:gdLst>
                  <a:gd name="csX0" fmla="*/ 6278 w 713979"/>
                  <a:gd name="csY0" fmla="*/ 304813 h 304812"/>
                  <a:gd name="csX1" fmla="*/ 6278 w 713979"/>
                  <a:gd name="csY1" fmla="*/ 15 h 304812"/>
                  <a:gd name="csX2" fmla="*/ 6278 w 713979"/>
                  <a:gd name="csY2" fmla="*/ 304813 h 304812"/>
                  <a:gd name="csX3" fmla="*/ 6278 w 713979"/>
                  <a:gd name="csY3" fmla="*/ 15 h 304812"/>
                  <a:gd name="csX4" fmla="*/ 6278 w 713979"/>
                  <a:gd name="csY4" fmla="*/ 15 h 304812"/>
                  <a:gd name="csX5" fmla="*/ 713980 w 713979"/>
                  <a:gd name="csY5" fmla="*/ 15 h 304812"/>
                  <a:gd name="csX6" fmla="*/ 6278 w 713979"/>
                  <a:gd name="csY6" fmla="*/ 15 h 304812"/>
                  <a:gd name="csX7" fmla="*/ 713980 w 713979"/>
                  <a:gd name="csY7" fmla="*/ 15 h 3048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713979" h="304812">
                    <a:moveTo>
                      <a:pt x="6278" y="304813"/>
                    </a:moveTo>
                    <a:cubicBezTo>
                      <a:pt x="-3775" y="211487"/>
                      <a:pt x="-222" y="108436"/>
                      <a:pt x="6278" y="15"/>
                    </a:cubicBezTo>
                    <a:moveTo>
                      <a:pt x="6278" y="304813"/>
                    </a:moveTo>
                    <a:cubicBezTo>
                      <a:pt x="12854" y="226945"/>
                      <a:pt x="1214" y="162719"/>
                      <a:pt x="6278" y="15"/>
                    </a:cubicBezTo>
                    <a:moveTo>
                      <a:pt x="6278" y="15"/>
                    </a:moveTo>
                    <a:cubicBezTo>
                      <a:pt x="160622" y="3571"/>
                      <a:pt x="329555" y="6256"/>
                      <a:pt x="713980" y="15"/>
                    </a:cubicBezTo>
                    <a:moveTo>
                      <a:pt x="6278" y="15"/>
                    </a:moveTo>
                    <a:cubicBezTo>
                      <a:pt x="236056" y="9086"/>
                      <a:pt x="459258" y="-420"/>
                      <a:pt x="713980" y="15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" name="شكل حر: شكل 421">
                <a:extLst>
                  <a:ext uri="{FF2B5EF4-FFF2-40B4-BE49-F238E27FC236}">
                    <a16:creationId xmlns:a16="http://schemas.microsoft.com/office/drawing/2014/main" id="{C13CFDA4-80D8-D4A7-9396-14A3CA382010}"/>
                  </a:ext>
                </a:extLst>
              </p:cNvPr>
              <p:cNvSpPr/>
              <p:nvPr/>
            </p:nvSpPr>
            <p:spPr>
              <a:xfrm>
                <a:off x="5097371" y="2686490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40741" y="24021"/>
                      <a:pt x="9600" y="49204"/>
                      <a:pt x="1" y="50800"/>
                    </a:cubicBezTo>
                    <a:cubicBezTo>
                      <a:pt x="3477" y="42092"/>
                      <a:pt x="11338" y="40931"/>
                      <a:pt x="13228" y="25400"/>
                    </a:cubicBezTo>
                    <a:cubicBezTo>
                      <a:pt x="9449" y="17853"/>
                      <a:pt x="12094" y="8636"/>
                      <a:pt x="1" y="1"/>
                    </a:cubicBezTo>
                    <a:cubicBezTo>
                      <a:pt x="17234" y="12483"/>
                      <a:pt x="40665" y="19595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شكل حر: شكل 422">
                <a:extLst>
                  <a:ext uri="{FF2B5EF4-FFF2-40B4-BE49-F238E27FC236}">
                    <a16:creationId xmlns:a16="http://schemas.microsoft.com/office/drawing/2014/main" id="{A3DC83A8-A0C7-361B-71D0-F37C075A7405}"/>
                  </a:ext>
                </a:extLst>
              </p:cNvPr>
              <p:cNvSpPr/>
              <p:nvPr/>
            </p:nvSpPr>
            <p:spPr>
              <a:xfrm>
                <a:off x="5097371" y="2686490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1822" y="35125"/>
                      <a:pt x="16251" y="41293"/>
                      <a:pt x="1" y="50800"/>
                    </a:cubicBezTo>
                    <a:moveTo>
                      <a:pt x="52910" y="25400"/>
                    </a:moveTo>
                    <a:cubicBezTo>
                      <a:pt x="42177" y="29319"/>
                      <a:pt x="25095" y="38391"/>
                      <a:pt x="1" y="50800"/>
                    </a:cubicBezTo>
                    <a:moveTo>
                      <a:pt x="1" y="50800"/>
                    </a:moveTo>
                    <a:cubicBezTo>
                      <a:pt x="2646" y="44849"/>
                      <a:pt x="7861" y="39697"/>
                      <a:pt x="13228" y="25400"/>
                    </a:cubicBezTo>
                    <a:moveTo>
                      <a:pt x="1" y="50800"/>
                    </a:moveTo>
                    <a:cubicBezTo>
                      <a:pt x="5443" y="43325"/>
                      <a:pt x="9373" y="33383"/>
                      <a:pt x="13228" y="25400"/>
                    </a:cubicBezTo>
                    <a:moveTo>
                      <a:pt x="13228" y="25400"/>
                    </a:moveTo>
                    <a:cubicBezTo>
                      <a:pt x="10733" y="14950"/>
                      <a:pt x="1663" y="7548"/>
                      <a:pt x="1" y="1"/>
                    </a:cubicBezTo>
                    <a:moveTo>
                      <a:pt x="13228" y="25400"/>
                    </a:moveTo>
                    <a:cubicBezTo>
                      <a:pt x="8012" y="17563"/>
                      <a:pt x="3780" y="10306"/>
                      <a:pt x="1" y="1"/>
                    </a:cubicBezTo>
                    <a:moveTo>
                      <a:pt x="1" y="1"/>
                    </a:moveTo>
                    <a:cubicBezTo>
                      <a:pt x="16327" y="7911"/>
                      <a:pt x="31746" y="19667"/>
                      <a:pt x="52910" y="25400"/>
                    </a:cubicBezTo>
                    <a:moveTo>
                      <a:pt x="1" y="1"/>
                    </a:moveTo>
                    <a:cubicBezTo>
                      <a:pt x="20182" y="10160"/>
                      <a:pt x="39607" y="21772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66" name="صورة 423">
              <a:extLst>
                <a:ext uri="{FF2B5EF4-FFF2-40B4-BE49-F238E27FC236}">
                  <a16:creationId xmlns:a16="http://schemas.microsoft.com/office/drawing/2014/main" id="{7120A5A4-F348-AF89-7ECF-71A902B9EF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4421792" y="2664719"/>
              <a:ext cx="634913" cy="114299"/>
            </a:xfrm>
            <a:custGeom>
              <a:avLst/>
              <a:gdLst>
                <a:gd name="csX0" fmla="*/ 0 w 634913"/>
                <a:gd name="csY0" fmla="*/ 0 h 114299"/>
                <a:gd name="csX1" fmla="*/ 634914 w 634913"/>
                <a:gd name="csY1" fmla="*/ 0 h 114299"/>
                <a:gd name="csX2" fmla="*/ 634914 w 634913"/>
                <a:gd name="csY2" fmla="*/ 114299 h 114299"/>
                <a:gd name="csX3" fmla="*/ 0 w 63491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4913" h="114299">
                  <a:moveTo>
                    <a:pt x="0" y="0"/>
                  </a:moveTo>
                  <a:lnTo>
                    <a:pt x="634914" y="0"/>
                  </a:lnTo>
                  <a:lnTo>
                    <a:pt x="634914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72" name="!!رسم 9">
            <a:extLst>
              <a:ext uri="{FF2B5EF4-FFF2-40B4-BE49-F238E27FC236}">
                <a16:creationId xmlns:a16="http://schemas.microsoft.com/office/drawing/2014/main" id="{AF3963FB-BCCF-AD8C-41C2-624A462EBE44}"/>
              </a:ext>
            </a:extLst>
          </p:cNvPr>
          <p:cNvGrpSpPr/>
          <p:nvPr/>
        </p:nvGrpSpPr>
        <p:grpSpPr>
          <a:xfrm>
            <a:off x="1653508" y="3449433"/>
            <a:ext cx="2219137" cy="2424815"/>
            <a:chOff x="4376388" y="3460243"/>
            <a:chExt cx="2219137" cy="2424815"/>
          </a:xfrm>
        </p:grpSpPr>
        <p:grpSp>
          <p:nvGrpSpPr>
            <p:cNvPr id="2073" name="رسم 9">
              <a:extLst>
                <a:ext uri="{FF2B5EF4-FFF2-40B4-BE49-F238E27FC236}">
                  <a16:creationId xmlns:a16="http://schemas.microsoft.com/office/drawing/2014/main" id="{7E502378-B51D-E5D5-E607-EB5C962128A4}"/>
                </a:ext>
              </a:extLst>
            </p:cNvPr>
            <p:cNvGrpSpPr/>
            <p:nvPr/>
          </p:nvGrpSpPr>
          <p:grpSpPr>
            <a:xfrm>
              <a:off x="4376388" y="3460243"/>
              <a:ext cx="2219137" cy="2370444"/>
              <a:chOff x="4376388" y="3460243"/>
              <a:chExt cx="2219137" cy="2370444"/>
            </a:xfrm>
          </p:grpSpPr>
          <p:sp>
            <p:nvSpPr>
              <p:cNvPr id="2075" name="شكل حر: شكل 426">
                <a:extLst>
                  <a:ext uri="{FF2B5EF4-FFF2-40B4-BE49-F238E27FC236}">
                    <a16:creationId xmlns:a16="http://schemas.microsoft.com/office/drawing/2014/main" id="{858AC898-E864-5F05-565B-45EE4A6288E4}"/>
                  </a:ext>
                </a:extLst>
              </p:cNvPr>
              <p:cNvSpPr/>
              <p:nvPr/>
            </p:nvSpPr>
            <p:spPr>
              <a:xfrm>
                <a:off x="4402896" y="3498342"/>
                <a:ext cx="2191963" cy="2319587"/>
              </a:xfrm>
              <a:custGeom>
                <a:avLst/>
                <a:gdLst>
                  <a:gd name="csX0" fmla="*/ 2191964 w 2191963"/>
                  <a:gd name="csY0" fmla="*/ 2305074 h 2319587"/>
                  <a:gd name="csX1" fmla="*/ 2191964 w 2191963"/>
                  <a:gd name="csY1" fmla="*/ 2319589 h 2319587"/>
                  <a:gd name="csX2" fmla="*/ 1 w 2191963"/>
                  <a:gd name="csY2" fmla="*/ 2319589 h 2319587"/>
                  <a:gd name="csX3" fmla="*/ 1 w 2191963"/>
                  <a:gd name="csY3" fmla="*/ 1 h 23195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91963" h="2319587">
                    <a:moveTo>
                      <a:pt x="2191964" y="2305074"/>
                    </a:moveTo>
                    <a:lnTo>
                      <a:pt x="2191964" y="2319589"/>
                    </a:lnTo>
                    <a:lnTo>
                      <a:pt x="1" y="2319589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شكل حر: شكل 427">
                <a:extLst>
                  <a:ext uri="{FF2B5EF4-FFF2-40B4-BE49-F238E27FC236}">
                    <a16:creationId xmlns:a16="http://schemas.microsoft.com/office/drawing/2014/main" id="{8AA98FC7-005D-C52D-EC24-19AA914F29DC}"/>
                  </a:ext>
                </a:extLst>
              </p:cNvPr>
              <p:cNvSpPr/>
              <p:nvPr/>
            </p:nvSpPr>
            <p:spPr>
              <a:xfrm>
                <a:off x="4376441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شكل حر: شكل 428">
                <a:extLst>
                  <a:ext uri="{FF2B5EF4-FFF2-40B4-BE49-F238E27FC236}">
                    <a16:creationId xmlns:a16="http://schemas.microsoft.com/office/drawing/2014/main" id="{97F38A94-9C93-2EFE-F185-92582EF5D409}"/>
                  </a:ext>
                </a:extLst>
              </p:cNvPr>
              <p:cNvSpPr/>
              <p:nvPr/>
            </p:nvSpPr>
            <p:spPr>
              <a:xfrm>
                <a:off x="4396786" y="3498342"/>
                <a:ext cx="2198739" cy="2332344"/>
              </a:xfrm>
              <a:custGeom>
                <a:avLst/>
                <a:gdLst>
                  <a:gd name="csX0" fmla="*/ 2198074 w 2198739"/>
                  <a:gd name="csY0" fmla="*/ 2305074 h 2332344"/>
                  <a:gd name="csX1" fmla="*/ 2198074 w 2198739"/>
                  <a:gd name="csY1" fmla="*/ 2319589 h 2332344"/>
                  <a:gd name="csX2" fmla="*/ 2198074 w 2198739"/>
                  <a:gd name="csY2" fmla="*/ 2305074 h 2332344"/>
                  <a:gd name="csX3" fmla="*/ 2198074 w 2198739"/>
                  <a:gd name="csY3" fmla="*/ 2319589 h 2332344"/>
                  <a:gd name="csX4" fmla="*/ 2198074 w 2198739"/>
                  <a:gd name="csY4" fmla="*/ 2319589 h 2332344"/>
                  <a:gd name="csX5" fmla="*/ 6110 w 2198739"/>
                  <a:gd name="csY5" fmla="*/ 2319589 h 2332344"/>
                  <a:gd name="csX6" fmla="*/ 2198074 w 2198739"/>
                  <a:gd name="csY6" fmla="*/ 2319589 h 2332344"/>
                  <a:gd name="csX7" fmla="*/ 6110 w 2198739"/>
                  <a:gd name="csY7" fmla="*/ 2319589 h 2332344"/>
                  <a:gd name="csX8" fmla="*/ 6110 w 2198739"/>
                  <a:gd name="csY8" fmla="*/ 2319589 h 2332344"/>
                  <a:gd name="csX9" fmla="*/ 6110 w 2198739"/>
                  <a:gd name="csY9" fmla="*/ 1 h 2332344"/>
                  <a:gd name="csX10" fmla="*/ 6110 w 2198739"/>
                  <a:gd name="csY10" fmla="*/ 2319589 h 2332344"/>
                  <a:gd name="csX11" fmla="*/ 6110 w 2198739"/>
                  <a:gd name="csY11" fmla="*/ 1 h 23323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198739" h="2332344">
                    <a:moveTo>
                      <a:pt x="2198074" y="2305074"/>
                    </a:moveTo>
                    <a:cubicBezTo>
                      <a:pt x="2199208" y="2309428"/>
                      <a:pt x="2198678" y="2313783"/>
                      <a:pt x="2198074" y="2319589"/>
                    </a:cubicBezTo>
                    <a:moveTo>
                      <a:pt x="2198074" y="2305074"/>
                    </a:moveTo>
                    <a:cubicBezTo>
                      <a:pt x="2197923" y="2309138"/>
                      <a:pt x="2197923" y="2313856"/>
                      <a:pt x="2198074" y="2319589"/>
                    </a:cubicBezTo>
                    <a:moveTo>
                      <a:pt x="2198074" y="2319589"/>
                    </a:moveTo>
                    <a:cubicBezTo>
                      <a:pt x="1630128" y="2339110"/>
                      <a:pt x="1068835" y="2333885"/>
                      <a:pt x="6110" y="2319589"/>
                    </a:cubicBezTo>
                    <a:moveTo>
                      <a:pt x="2198074" y="2319589"/>
                    </a:moveTo>
                    <a:cubicBezTo>
                      <a:pt x="1556206" y="2313130"/>
                      <a:pt x="918949" y="2315670"/>
                      <a:pt x="6110" y="2319589"/>
                    </a:cubicBezTo>
                    <a:moveTo>
                      <a:pt x="6110" y="2319589"/>
                    </a:moveTo>
                    <a:cubicBezTo>
                      <a:pt x="819" y="1589306"/>
                      <a:pt x="-4472" y="851186"/>
                      <a:pt x="6110" y="1"/>
                    </a:cubicBezTo>
                    <a:moveTo>
                      <a:pt x="6110" y="2319589"/>
                    </a:moveTo>
                    <a:cubicBezTo>
                      <a:pt x="19489" y="1518404"/>
                      <a:pt x="13668" y="712721"/>
                      <a:pt x="6110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8" name="شكل حر: شكل 429">
                <a:extLst>
                  <a:ext uri="{FF2B5EF4-FFF2-40B4-BE49-F238E27FC236}">
                    <a16:creationId xmlns:a16="http://schemas.microsoft.com/office/drawing/2014/main" id="{7313485A-5A5F-A6A4-0F59-413173026261}"/>
                  </a:ext>
                </a:extLst>
              </p:cNvPr>
              <p:cNvSpPr/>
              <p:nvPr/>
            </p:nvSpPr>
            <p:spPr>
              <a:xfrm>
                <a:off x="4376388" y="3460243"/>
                <a:ext cx="52962" cy="50799"/>
              </a:xfrm>
              <a:custGeom>
                <a:avLst/>
                <a:gdLst>
                  <a:gd name="csX0" fmla="*/ 26508 w 52962"/>
                  <a:gd name="csY0" fmla="*/ 1 h 50799"/>
                  <a:gd name="csX1" fmla="*/ 52963 w 52962"/>
                  <a:gd name="csY1" fmla="*/ 50800 h 50799"/>
                  <a:gd name="csX2" fmla="*/ 26508 w 52962"/>
                  <a:gd name="csY2" fmla="*/ 38100 h 50799"/>
                  <a:gd name="csX3" fmla="*/ 54 w 52962"/>
                  <a:gd name="csY3" fmla="*/ 50800 h 50799"/>
                  <a:gd name="csX4" fmla="*/ 26508 w 52962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62" h="50799">
                    <a:moveTo>
                      <a:pt x="26508" y="1"/>
                    </a:moveTo>
                    <a:cubicBezTo>
                      <a:pt x="28549" y="19014"/>
                      <a:pt x="49864" y="44559"/>
                      <a:pt x="52963" y="50800"/>
                    </a:cubicBezTo>
                    <a:cubicBezTo>
                      <a:pt x="49033" y="42382"/>
                      <a:pt x="34445" y="37447"/>
                      <a:pt x="26508" y="38100"/>
                    </a:cubicBezTo>
                    <a:cubicBezTo>
                      <a:pt x="21066" y="46301"/>
                      <a:pt x="10484" y="43688"/>
                      <a:pt x="54" y="50800"/>
                    </a:cubicBezTo>
                    <a:cubicBezTo>
                      <a:pt x="-551" y="42600"/>
                      <a:pt x="3757" y="33166"/>
                      <a:pt x="26508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9" name="شكل حر: شكل 430">
                <a:extLst>
                  <a:ext uri="{FF2B5EF4-FFF2-40B4-BE49-F238E27FC236}">
                    <a16:creationId xmlns:a16="http://schemas.microsoft.com/office/drawing/2014/main" id="{8F7BEFFB-5108-F27C-310E-7848493E794A}"/>
                  </a:ext>
                </a:extLst>
              </p:cNvPr>
              <p:cNvSpPr/>
              <p:nvPr/>
            </p:nvSpPr>
            <p:spPr>
              <a:xfrm>
                <a:off x="4376441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9456" y="15023"/>
                      <a:pt x="45881" y="29900"/>
                      <a:pt x="52910" y="50800"/>
                    </a:cubicBezTo>
                    <a:moveTo>
                      <a:pt x="26455" y="1"/>
                    </a:moveTo>
                    <a:cubicBezTo>
                      <a:pt x="33938" y="13862"/>
                      <a:pt x="42252" y="30408"/>
                      <a:pt x="52910" y="50800"/>
                    </a:cubicBezTo>
                    <a:moveTo>
                      <a:pt x="52910" y="50800"/>
                    </a:moveTo>
                    <a:cubicBezTo>
                      <a:pt x="44974" y="50365"/>
                      <a:pt x="38776" y="45720"/>
                      <a:pt x="26455" y="38100"/>
                    </a:cubicBezTo>
                    <a:moveTo>
                      <a:pt x="52910" y="50800"/>
                    </a:moveTo>
                    <a:cubicBezTo>
                      <a:pt x="45125" y="47099"/>
                      <a:pt x="38473" y="44051"/>
                      <a:pt x="26455" y="38100"/>
                    </a:cubicBezTo>
                    <a:moveTo>
                      <a:pt x="26455" y="38100"/>
                    </a:moveTo>
                    <a:cubicBezTo>
                      <a:pt x="19653" y="42237"/>
                      <a:pt x="9827" y="44269"/>
                      <a:pt x="1" y="50800"/>
                    </a:cubicBezTo>
                    <a:moveTo>
                      <a:pt x="26455" y="38100"/>
                    </a:moveTo>
                    <a:cubicBezTo>
                      <a:pt x="17914" y="42600"/>
                      <a:pt x="7106" y="45865"/>
                      <a:pt x="1" y="50800"/>
                    </a:cubicBezTo>
                    <a:moveTo>
                      <a:pt x="1" y="50800"/>
                    </a:moveTo>
                    <a:cubicBezTo>
                      <a:pt x="2419" y="38971"/>
                      <a:pt x="9978" y="24820"/>
                      <a:pt x="26455" y="1"/>
                    </a:cubicBezTo>
                    <a:moveTo>
                      <a:pt x="1" y="50800"/>
                    </a:moveTo>
                    <a:cubicBezTo>
                      <a:pt x="10205" y="33383"/>
                      <a:pt x="18519" y="17200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74" name="صورة 431">
              <a:extLst>
                <a:ext uri="{FF2B5EF4-FFF2-40B4-BE49-F238E27FC236}">
                  <a16:creationId xmlns:a16="http://schemas.microsoft.com/office/drawing/2014/main" id="{0AB7C384-377C-2779-7DBC-2FDF1338E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4943328" y="5770759"/>
              <a:ext cx="544211" cy="114299"/>
            </a:xfrm>
            <a:custGeom>
              <a:avLst/>
              <a:gdLst>
                <a:gd name="csX0" fmla="*/ 0 w 544211"/>
                <a:gd name="csY0" fmla="*/ 0 h 114299"/>
                <a:gd name="csX1" fmla="*/ 544212 w 544211"/>
                <a:gd name="csY1" fmla="*/ 0 h 114299"/>
                <a:gd name="csX2" fmla="*/ 544212 w 544211"/>
                <a:gd name="csY2" fmla="*/ 114299 h 114299"/>
                <a:gd name="csX3" fmla="*/ 0 w 54421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4211" h="114299">
                  <a:moveTo>
                    <a:pt x="0" y="0"/>
                  </a:moveTo>
                  <a:lnTo>
                    <a:pt x="544212" y="0"/>
                  </a:lnTo>
                  <a:lnTo>
                    <a:pt x="54421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80" name="!!رسم 9">
            <a:extLst>
              <a:ext uri="{FF2B5EF4-FFF2-40B4-BE49-F238E27FC236}">
                <a16:creationId xmlns:a16="http://schemas.microsoft.com/office/drawing/2014/main" id="{114AB852-57B6-B436-1A53-40EBB76DDE11}"/>
              </a:ext>
            </a:extLst>
          </p:cNvPr>
          <p:cNvGrpSpPr/>
          <p:nvPr/>
        </p:nvGrpSpPr>
        <p:grpSpPr>
          <a:xfrm>
            <a:off x="765438" y="2803550"/>
            <a:ext cx="574445" cy="311620"/>
            <a:chOff x="3488318" y="2814360"/>
            <a:chExt cx="574445" cy="311620"/>
          </a:xfrm>
        </p:grpSpPr>
        <p:grpSp>
          <p:nvGrpSpPr>
            <p:cNvPr id="2081" name="رسم 9">
              <a:extLst>
                <a:ext uri="{FF2B5EF4-FFF2-40B4-BE49-F238E27FC236}">
                  <a16:creationId xmlns:a16="http://schemas.microsoft.com/office/drawing/2014/main" id="{BE9AAEE9-C590-5748-A726-B353B0448BC8}"/>
                </a:ext>
              </a:extLst>
            </p:cNvPr>
            <p:cNvGrpSpPr/>
            <p:nvPr/>
          </p:nvGrpSpPr>
          <p:grpSpPr>
            <a:xfrm>
              <a:off x="3696177" y="2814360"/>
              <a:ext cx="366587" cy="311620"/>
              <a:chOff x="3696177" y="2814360"/>
              <a:chExt cx="366587" cy="311620"/>
            </a:xfrm>
          </p:grpSpPr>
          <p:sp>
            <p:nvSpPr>
              <p:cNvPr id="2083" name="شكل حر: شكل 434">
                <a:extLst>
                  <a:ext uri="{FF2B5EF4-FFF2-40B4-BE49-F238E27FC236}">
                    <a16:creationId xmlns:a16="http://schemas.microsoft.com/office/drawing/2014/main" id="{00C9B5F4-B469-F3BC-8E72-4D9F2FD6E6C0}"/>
                  </a:ext>
                </a:extLst>
              </p:cNvPr>
              <p:cNvSpPr/>
              <p:nvPr/>
            </p:nvSpPr>
            <p:spPr>
              <a:xfrm>
                <a:off x="3722631" y="2852460"/>
                <a:ext cx="340132" cy="273520"/>
              </a:xfrm>
              <a:custGeom>
                <a:avLst/>
                <a:gdLst>
                  <a:gd name="csX0" fmla="*/ 340133 w 340132"/>
                  <a:gd name="csY0" fmla="*/ 273085 h 273520"/>
                  <a:gd name="csX1" fmla="*/ 1 w 340132"/>
                  <a:gd name="csY1" fmla="*/ 273521 h 273520"/>
                  <a:gd name="csX2" fmla="*/ 1 w 340132"/>
                  <a:gd name="csY2" fmla="*/ 1 h 273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40132" h="273520">
                    <a:moveTo>
                      <a:pt x="340133" y="273085"/>
                    </a:moveTo>
                    <a:lnTo>
                      <a:pt x="1" y="273521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4" name="شكل حر: شكل 435">
                <a:extLst>
                  <a:ext uri="{FF2B5EF4-FFF2-40B4-BE49-F238E27FC236}">
                    <a16:creationId xmlns:a16="http://schemas.microsoft.com/office/drawing/2014/main" id="{6E9FB54F-7FB3-F9D1-05EC-6E79AD2844D7}"/>
                  </a:ext>
                </a:extLst>
              </p:cNvPr>
              <p:cNvSpPr/>
              <p:nvPr/>
            </p:nvSpPr>
            <p:spPr>
              <a:xfrm>
                <a:off x="3696177" y="2814360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5" name="شكل حر: شكل 436">
                <a:extLst>
                  <a:ext uri="{FF2B5EF4-FFF2-40B4-BE49-F238E27FC236}">
                    <a16:creationId xmlns:a16="http://schemas.microsoft.com/office/drawing/2014/main" id="{4B84F767-235A-C8D2-CD2B-05C6AEFB5FEF}"/>
                  </a:ext>
                </a:extLst>
              </p:cNvPr>
              <p:cNvSpPr/>
              <p:nvPr/>
            </p:nvSpPr>
            <p:spPr>
              <a:xfrm>
                <a:off x="3715014" y="2852460"/>
                <a:ext cx="347749" cy="273520"/>
              </a:xfrm>
              <a:custGeom>
                <a:avLst/>
                <a:gdLst>
                  <a:gd name="csX0" fmla="*/ 347750 w 347749"/>
                  <a:gd name="csY0" fmla="*/ 273085 h 273520"/>
                  <a:gd name="csX1" fmla="*/ 7618 w 347749"/>
                  <a:gd name="csY1" fmla="*/ 273521 h 273520"/>
                  <a:gd name="csX2" fmla="*/ 347750 w 347749"/>
                  <a:gd name="csY2" fmla="*/ 273085 h 273520"/>
                  <a:gd name="csX3" fmla="*/ 7618 w 347749"/>
                  <a:gd name="csY3" fmla="*/ 273521 h 273520"/>
                  <a:gd name="csX4" fmla="*/ 7618 w 347749"/>
                  <a:gd name="csY4" fmla="*/ 273521 h 273520"/>
                  <a:gd name="csX5" fmla="*/ 7618 w 347749"/>
                  <a:gd name="csY5" fmla="*/ 1 h 273520"/>
                  <a:gd name="csX6" fmla="*/ 7618 w 347749"/>
                  <a:gd name="csY6" fmla="*/ 273521 h 273520"/>
                  <a:gd name="csX7" fmla="*/ 7618 w 347749"/>
                  <a:gd name="csY7" fmla="*/ 1 h 273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47749" h="273520">
                    <a:moveTo>
                      <a:pt x="347750" y="273085"/>
                    </a:moveTo>
                    <a:cubicBezTo>
                      <a:pt x="241100" y="262490"/>
                      <a:pt x="117518" y="260385"/>
                      <a:pt x="7618" y="273521"/>
                    </a:cubicBezTo>
                    <a:moveTo>
                      <a:pt x="347750" y="273085"/>
                    </a:moveTo>
                    <a:cubicBezTo>
                      <a:pt x="211017" y="268731"/>
                      <a:pt x="93633" y="265465"/>
                      <a:pt x="7618" y="273521"/>
                    </a:cubicBezTo>
                    <a:moveTo>
                      <a:pt x="7618" y="273521"/>
                    </a:moveTo>
                    <a:cubicBezTo>
                      <a:pt x="362" y="193910"/>
                      <a:pt x="-5081" y="126274"/>
                      <a:pt x="7618" y="1"/>
                    </a:cubicBezTo>
                    <a:moveTo>
                      <a:pt x="7618" y="273521"/>
                    </a:moveTo>
                    <a:cubicBezTo>
                      <a:pt x="2402" y="199281"/>
                      <a:pt x="14572" y="127871"/>
                      <a:pt x="7618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6" name="شكل حر: شكل 437">
                <a:extLst>
                  <a:ext uri="{FF2B5EF4-FFF2-40B4-BE49-F238E27FC236}">
                    <a16:creationId xmlns:a16="http://schemas.microsoft.com/office/drawing/2014/main" id="{18007EE8-0152-0D9E-83F3-6F57AB21867B}"/>
                  </a:ext>
                </a:extLst>
              </p:cNvPr>
              <p:cNvSpPr/>
              <p:nvPr/>
            </p:nvSpPr>
            <p:spPr>
              <a:xfrm>
                <a:off x="3696177" y="2814360"/>
                <a:ext cx="52909" cy="50912"/>
              </a:xfrm>
              <a:custGeom>
                <a:avLst/>
                <a:gdLst>
                  <a:gd name="csX0" fmla="*/ 26455 w 52909"/>
                  <a:gd name="csY0" fmla="*/ 1 h 50912"/>
                  <a:gd name="csX1" fmla="*/ 52910 w 52909"/>
                  <a:gd name="csY1" fmla="*/ 50800 h 50912"/>
                  <a:gd name="csX2" fmla="*/ 26455 w 52909"/>
                  <a:gd name="csY2" fmla="*/ 38100 h 50912"/>
                  <a:gd name="csX3" fmla="*/ 1 w 52909"/>
                  <a:gd name="csY3" fmla="*/ 50800 h 50912"/>
                  <a:gd name="csX4" fmla="*/ 26455 w 52909"/>
                  <a:gd name="csY4" fmla="*/ 1 h 509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912">
                    <a:moveTo>
                      <a:pt x="26455" y="1"/>
                    </a:moveTo>
                    <a:cubicBezTo>
                      <a:pt x="35374" y="22062"/>
                      <a:pt x="36508" y="29900"/>
                      <a:pt x="52910" y="50800"/>
                    </a:cubicBezTo>
                    <a:cubicBezTo>
                      <a:pt x="45654" y="52034"/>
                      <a:pt x="44747" y="42817"/>
                      <a:pt x="26455" y="38100"/>
                    </a:cubicBezTo>
                    <a:cubicBezTo>
                      <a:pt x="17385" y="40278"/>
                      <a:pt x="12623" y="42890"/>
                      <a:pt x="1" y="50800"/>
                    </a:cubicBezTo>
                    <a:cubicBezTo>
                      <a:pt x="11792" y="44342"/>
                      <a:pt x="4536" y="19812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شكل حر: شكل 438">
                <a:extLst>
                  <a:ext uri="{FF2B5EF4-FFF2-40B4-BE49-F238E27FC236}">
                    <a16:creationId xmlns:a16="http://schemas.microsoft.com/office/drawing/2014/main" id="{87568358-2021-8332-EF81-08DB55B830E8}"/>
                  </a:ext>
                </a:extLst>
              </p:cNvPr>
              <p:cNvSpPr/>
              <p:nvPr/>
            </p:nvSpPr>
            <p:spPr>
              <a:xfrm>
                <a:off x="3696177" y="2814360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6130" y="12265"/>
                      <a:pt x="39078" y="27723"/>
                      <a:pt x="52910" y="50800"/>
                    </a:cubicBezTo>
                    <a:moveTo>
                      <a:pt x="26455" y="1"/>
                    </a:moveTo>
                    <a:cubicBezTo>
                      <a:pt x="33560" y="18506"/>
                      <a:pt x="48375" y="36504"/>
                      <a:pt x="52910" y="50800"/>
                    </a:cubicBezTo>
                    <a:moveTo>
                      <a:pt x="52910" y="50800"/>
                    </a:moveTo>
                    <a:cubicBezTo>
                      <a:pt x="43613" y="47172"/>
                      <a:pt x="34770" y="45865"/>
                      <a:pt x="26455" y="38100"/>
                    </a:cubicBezTo>
                    <a:moveTo>
                      <a:pt x="52910" y="50800"/>
                    </a:moveTo>
                    <a:cubicBezTo>
                      <a:pt x="44596" y="47244"/>
                      <a:pt x="39909" y="44196"/>
                      <a:pt x="26455" y="38100"/>
                    </a:cubicBezTo>
                    <a:moveTo>
                      <a:pt x="26455" y="38100"/>
                    </a:moveTo>
                    <a:cubicBezTo>
                      <a:pt x="19728" y="43398"/>
                      <a:pt x="13908" y="47027"/>
                      <a:pt x="1" y="50800"/>
                    </a:cubicBezTo>
                    <a:moveTo>
                      <a:pt x="26455" y="38100"/>
                    </a:moveTo>
                    <a:cubicBezTo>
                      <a:pt x="15873" y="43325"/>
                      <a:pt x="5518" y="48405"/>
                      <a:pt x="1" y="50800"/>
                    </a:cubicBezTo>
                    <a:moveTo>
                      <a:pt x="1" y="50800"/>
                    </a:moveTo>
                    <a:cubicBezTo>
                      <a:pt x="13908" y="31714"/>
                      <a:pt x="14966" y="15531"/>
                      <a:pt x="26455" y="1"/>
                    </a:cubicBezTo>
                    <a:moveTo>
                      <a:pt x="1" y="50800"/>
                    </a:moveTo>
                    <a:cubicBezTo>
                      <a:pt x="5518" y="35560"/>
                      <a:pt x="12926" y="21409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82" name="صورة 439">
              <a:extLst>
                <a:ext uri="{FF2B5EF4-FFF2-40B4-BE49-F238E27FC236}">
                  <a16:creationId xmlns:a16="http://schemas.microsoft.com/office/drawing/2014/main" id="{011201BA-CA66-895C-1153-F9E98CFD2504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3488318" y="2947746"/>
              <a:ext cx="461068" cy="114299"/>
            </a:xfrm>
            <a:custGeom>
              <a:avLst/>
              <a:gdLst>
                <a:gd name="csX0" fmla="*/ 0 w 461068"/>
                <a:gd name="csY0" fmla="*/ 0 h 114299"/>
                <a:gd name="csX1" fmla="*/ 461068 w 461068"/>
                <a:gd name="csY1" fmla="*/ 0 h 114299"/>
                <a:gd name="csX2" fmla="*/ 461068 w 461068"/>
                <a:gd name="csY2" fmla="*/ 114299 h 114299"/>
                <a:gd name="csX3" fmla="*/ 0 w 46106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1068" h="114299">
                  <a:moveTo>
                    <a:pt x="0" y="0"/>
                  </a:moveTo>
                  <a:lnTo>
                    <a:pt x="461068" y="0"/>
                  </a:lnTo>
                  <a:lnTo>
                    <a:pt x="46106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88" name="!!رسم 9">
            <a:extLst>
              <a:ext uri="{FF2B5EF4-FFF2-40B4-BE49-F238E27FC236}">
                <a16:creationId xmlns:a16="http://schemas.microsoft.com/office/drawing/2014/main" id="{8DD6C4AE-2216-F157-5E83-65D359628B57}"/>
              </a:ext>
            </a:extLst>
          </p:cNvPr>
          <p:cNvGrpSpPr/>
          <p:nvPr/>
        </p:nvGrpSpPr>
        <p:grpSpPr>
          <a:xfrm>
            <a:off x="345941" y="3100221"/>
            <a:ext cx="544211" cy="376498"/>
            <a:chOff x="3068821" y="3111031"/>
            <a:chExt cx="544211" cy="376498"/>
          </a:xfrm>
        </p:grpSpPr>
        <p:grpSp>
          <p:nvGrpSpPr>
            <p:cNvPr id="2089" name="رسم 9">
              <a:extLst>
                <a:ext uri="{FF2B5EF4-FFF2-40B4-BE49-F238E27FC236}">
                  <a16:creationId xmlns:a16="http://schemas.microsoft.com/office/drawing/2014/main" id="{12C499E5-E9E3-0D1A-8DDC-C09B0AA2CE0B}"/>
                </a:ext>
              </a:extLst>
            </p:cNvPr>
            <p:cNvGrpSpPr/>
            <p:nvPr/>
          </p:nvGrpSpPr>
          <p:grpSpPr>
            <a:xfrm>
              <a:off x="3318252" y="3111031"/>
              <a:ext cx="52909" cy="376498"/>
              <a:chOff x="3318252" y="3111031"/>
              <a:chExt cx="52909" cy="376498"/>
            </a:xfrm>
          </p:grpSpPr>
          <p:sp>
            <p:nvSpPr>
              <p:cNvPr id="2091" name="شكل حر: شكل 442">
                <a:extLst>
                  <a:ext uri="{FF2B5EF4-FFF2-40B4-BE49-F238E27FC236}">
                    <a16:creationId xmlns:a16="http://schemas.microsoft.com/office/drawing/2014/main" id="{520F799F-836E-6BBE-9E34-F9A950578C65}"/>
                  </a:ext>
                </a:extLst>
              </p:cNvPr>
              <p:cNvSpPr/>
              <p:nvPr/>
            </p:nvSpPr>
            <p:spPr>
              <a:xfrm>
                <a:off x="3344707" y="3111031"/>
                <a:ext cx="7558" cy="338398"/>
              </a:xfrm>
              <a:custGeom>
                <a:avLst/>
                <a:gdLst>
                  <a:gd name="csX0" fmla="*/ 1 w 7558"/>
                  <a:gd name="csY0" fmla="*/ 1 h 338398"/>
                  <a:gd name="csX1" fmla="*/ 1 w 7558"/>
                  <a:gd name="csY1" fmla="*/ 338399 h 338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58" h="338398">
                    <a:moveTo>
                      <a:pt x="1" y="1"/>
                    </a:moveTo>
                    <a:lnTo>
                      <a:pt x="1" y="338399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2" name="شكل حر: شكل 443">
                <a:extLst>
                  <a:ext uri="{FF2B5EF4-FFF2-40B4-BE49-F238E27FC236}">
                    <a16:creationId xmlns:a16="http://schemas.microsoft.com/office/drawing/2014/main" id="{982C7E25-ED61-2088-B6E9-BF8EDA385B7B}"/>
                  </a:ext>
                </a:extLst>
              </p:cNvPr>
              <p:cNvSpPr/>
              <p:nvPr/>
            </p:nvSpPr>
            <p:spPr>
              <a:xfrm>
                <a:off x="3318252" y="3436730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3" name="شكل حر: شكل 444">
                <a:extLst>
                  <a:ext uri="{FF2B5EF4-FFF2-40B4-BE49-F238E27FC236}">
                    <a16:creationId xmlns:a16="http://schemas.microsoft.com/office/drawing/2014/main" id="{2E5297D7-244B-7F7D-3163-B8ADF7CCF1EF}"/>
                  </a:ext>
                </a:extLst>
              </p:cNvPr>
              <p:cNvSpPr/>
              <p:nvPr/>
            </p:nvSpPr>
            <p:spPr>
              <a:xfrm>
                <a:off x="3342875" y="3111031"/>
                <a:ext cx="2466" cy="338398"/>
              </a:xfrm>
              <a:custGeom>
                <a:avLst/>
                <a:gdLst>
                  <a:gd name="csX0" fmla="*/ 1832 w 2466"/>
                  <a:gd name="csY0" fmla="*/ 1 h 338398"/>
                  <a:gd name="csX1" fmla="*/ 1832 w 2466"/>
                  <a:gd name="csY1" fmla="*/ 338399 h 338398"/>
                  <a:gd name="csX2" fmla="*/ 1832 w 2466"/>
                  <a:gd name="csY2" fmla="*/ 1 h 338398"/>
                  <a:gd name="csX3" fmla="*/ 1832 w 2466"/>
                  <a:gd name="csY3" fmla="*/ 338399 h 338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66" h="338398">
                    <a:moveTo>
                      <a:pt x="1832" y="1"/>
                    </a:moveTo>
                    <a:cubicBezTo>
                      <a:pt x="-2628" y="119888"/>
                      <a:pt x="4553" y="227874"/>
                      <a:pt x="1832" y="338399"/>
                    </a:cubicBezTo>
                    <a:moveTo>
                      <a:pt x="1832" y="1"/>
                    </a:moveTo>
                    <a:cubicBezTo>
                      <a:pt x="3268" y="84473"/>
                      <a:pt x="-2930" y="175405"/>
                      <a:pt x="1832" y="338399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4" name="شكل حر: شكل 445">
                <a:extLst>
                  <a:ext uri="{FF2B5EF4-FFF2-40B4-BE49-F238E27FC236}">
                    <a16:creationId xmlns:a16="http://schemas.microsoft.com/office/drawing/2014/main" id="{CCB6CB9E-CDAE-51EF-85C0-7A0114499D9C}"/>
                  </a:ext>
                </a:extLst>
              </p:cNvPr>
              <p:cNvSpPr/>
              <p:nvPr/>
            </p:nvSpPr>
            <p:spPr>
              <a:xfrm>
                <a:off x="3318252" y="3436730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7513" y="31424"/>
                      <a:pt x="16932" y="17490"/>
                      <a:pt x="1" y="1"/>
                    </a:cubicBezTo>
                    <a:cubicBezTo>
                      <a:pt x="12774" y="7403"/>
                      <a:pt x="16856" y="10233"/>
                      <a:pt x="26455" y="12700"/>
                    </a:cubicBezTo>
                    <a:cubicBezTo>
                      <a:pt x="34921" y="3847"/>
                      <a:pt x="46410" y="6677"/>
                      <a:pt x="52910" y="1"/>
                    </a:cubicBezTo>
                    <a:cubicBezTo>
                      <a:pt x="40438" y="23804"/>
                      <a:pt x="28118" y="33093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5" name="شكل حر: شكل 446">
                <a:extLst>
                  <a:ext uri="{FF2B5EF4-FFF2-40B4-BE49-F238E27FC236}">
                    <a16:creationId xmlns:a16="http://schemas.microsoft.com/office/drawing/2014/main" id="{93F94803-112B-0511-BB83-08894DED425D}"/>
                  </a:ext>
                </a:extLst>
              </p:cNvPr>
              <p:cNvSpPr/>
              <p:nvPr/>
            </p:nvSpPr>
            <p:spPr>
              <a:xfrm>
                <a:off x="3318252" y="3436730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5344" y="38608"/>
                      <a:pt x="9675" y="21990"/>
                      <a:pt x="1" y="1"/>
                    </a:cubicBezTo>
                    <a:moveTo>
                      <a:pt x="26455" y="50800"/>
                    </a:moveTo>
                    <a:cubicBezTo>
                      <a:pt x="20560" y="37592"/>
                      <a:pt x="11414" y="26852"/>
                      <a:pt x="1" y="1"/>
                    </a:cubicBezTo>
                    <a:moveTo>
                      <a:pt x="1" y="1"/>
                    </a:moveTo>
                    <a:cubicBezTo>
                      <a:pt x="6576" y="1742"/>
                      <a:pt x="18443" y="6459"/>
                      <a:pt x="26455" y="12700"/>
                    </a:cubicBezTo>
                    <a:moveTo>
                      <a:pt x="1" y="1"/>
                    </a:moveTo>
                    <a:cubicBezTo>
                      <a:pt x="6954" y="2395"/>
                      <a:pt x="14135" y="5516"/>
                      <a:pt x="26455" y="12700"/>
                    </a:cubicBezTo>
                    <a:moveTo>
                      <a:pt x="26455" y="12700"/>
                    </a:moveTo>
                    <a:cubicBezTo>
                      <a:pt x="32351" y="7475"/>
                      <a:pt x="37113" y="6750"/>
                      <a:pt x="52910" y="1"/>
                    </a:cubicBezTo>
                    <a:moveTo>
                      <a:pt x="26455" y="12700"/>
                    </a:moveTo>
                    <a:cubicBezTo>
                      <a:pt x="33863" y="10305"/>
                      <a:pt x="38322" y="6024"/>
                      <a:pt x="52910" y="1"/>
                    </a:cubicBezTo>
                    <a:moveTo>
                      <a:pt x="52910" y="1"/>
                    </a:moveTo>
                    <a:cubicBezTo>
                      <a:pt x="43537" y="16547"/>
                      <a:pt x="39531" y="29682"/>
                      <a:pt x="26455" y="50800"/>
                    </a:cubicBezTo>
                    <a:moveTo>
                      <a:pt x="52910" y="1"/>
                    </a:moveTo>
                    <a:cubicBezTo>
                      <a:pt x="45881" y="12265"/>
                      <a:pt x="39607" y="25037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90" name="صورة 447">
              <a:extLst>
                <a:ext uri="{FF2B5EF4-FFF2-40B4-BE49-F238E27FC236}">
                  <a16:creationId xmlns:a16="http://schemas.microsoft.com/office/drawing/2014/main" id="{0E70E15A-724D-B3C7-B7A7-34707E37E640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068821" y="3238030"/>
              <a:ext cx="544211" cy="114299"/>
            </a:xfrm>
            <a:custGeom>
              <a:avLst/>
              <a:gdLst>
                <a:gd name="csX0" fmla="*/ 0 w 544211"/>
                <a:gd name="csY0" fmla="*/ 0 h 114299"/>
                <a:gd name="csX1" fmla="*/ 544212 w 544211"/>
                <a:gd name="csY1" fmla="*/ 0 h 114299"/>
                <a:gd name="csX2" fmla="*/ 544212 w 544211"/>
                <a:gd name="csY2" fmla="*/ 114299 h 114299"/>
                <a:gd name="csX3" fmla="*/ 0 w 54421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4211" h="114299">
                  <a:moveTo>
                    <a:pt x="0" y="0"/>
                  </a:moveTo>
                  <a:lnTo>
                    <a:pt x="544212" y="0"/>
                  </a:lnTo>
                  <a:lnTo>
                    <a:pt x="54421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96" name="!!رسم 9">
            <a:extLst>
              <a:ext uri="{FF2B5EF4-FFF2-40B4-BE49-F238E27FC236}">
                <a16:creationId xmlns:a16="http://schemas.microsoft.com/office/drawing/2014/main" id="{1AF31582-4987-1A36-0063-040720389968}"/>
              </a:ext>
            </a:extLst>
          </p:cNvPr>
          <p:cNvGrpSpPr/>
          <p:nvPr/>
        </p:nvGrpSpPr>
        <p:grpSpPr>
          <a:xfrm>
            <a:off x="495070" y="2218047"/>
            <a:ext cx="245040" cy="894002"/>
            <a:chOff x="3217950" y="2228857"/>
            <a:chExt cx="245040" cy="894002"/>
          </a:xfrm>
        </p:grpSpPr>
        <p:grpSp>
          <p:nvGrpSpPr>
            <p:cNvPr id="2097" name="رسم 9">
              <a:extLst>
                <a:ext uri="{FF2B5EF4-FFF2-40B4-BE49-F238E27FC236}">
                  <a16:creationId xmlns:a16="http://schemas.microsoft.com/office/drawing/2014/main" id="{5A778C07-921A-00E5-BE59-139DC2E8A44B}"/>
                </a:ext>
              </a:extLst>
            </p:cNvPr>
            <p:cNvGrpSpPr/>
            <p:nvPr/>
          </p:nvGrpSpPr>
          <p:grpSpPr>
            <a:xfrm>
              <a:off x="3217950" y="2228857"/>
              <a:ext cx="245040" cy="894002"/>
              <a:chOff x="3217950" y="2228857"/>
              <a:chExt cx="245040" cy="894002"/>
            </a:xfrm>
          </p:grpSpPr>
          <p:sp>
            <p:nvSpPr>
              <p:cNvPr id="2099" name="مستطيل 450">
                <a:extLst>
                  <a:ext uri="{FF2B5EF4-FFF2-40B4-BE49-F238E27FC236}">
                    <a16:creationId xmlns:a16="http://schemas.microsoft.com/office/drawing/2014/main" id="{12C22689-9040-0DA4-7C1C-2E5F5F98B9BF}"/>
                  </a:ext>
                </a:extLst>
              </p:cNvPr>
              <p:cNvSpPr/>
              <p:nvPr/>
            </p:nvSpPr>
            <p:spPr>
              <a:xfrm rot="-5400000">
                <a:off x="2891197" y="2566748"/>
                <a:ext cx="90701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" name="شكل حر: شكل 451">
                <a:extLst>
                  <a:ext uri="{FF2B5EF4-FFF2-40B4-BE49-F238E27FC236}">
                    <a16:creationId xmlns:a16="http://schemas.microsoft.com/office/drawing/2014/main" id="{03D5AE60-68D9-5349-BA38-1E6AB45B4CEC}"/>
                  </a:ext>
                </a:extLst>
              </p:cNvPr>
              <p:cNvSpPr/>
              <p:nvPr/>
            </p:nvSpPr>
            <p:spPr>
              <a:xfrm rot="-5400000">
                <a:off x="2872981" y="2560071"/>
                <a:ext cx="931131" cy="231574"/>
              </a:xfrm>
              <a:custGeom>
                <a:avLst/>
                <a:gdLst>
                  <a:gd name="csX0" fmla="*/ 0 w 931131"/>
                  <a:gd name="csY0" fmla="*/ 1 h 231574"/>
                  <a:gd name="csX1" fmla="*/ 931131 w 931131"/>
                  <a:gd name="csY1" fmla="*/ 10089 h 231574"/>
                  <a:gd name="csX2" fmla="*/ 929770 w 931131"/>
                  <a:gd name="csY2" fmla="*/ 231576 h 231574"/>
                  <a:gd name="csX3" fmla="*/ 10884 w 931131"/>
                  <a:gd name="csY3" fmla="*/ 221488 h 2315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1131" h="231574">
                    <a:moveTo>
                      <a:pt x="0" y="1"/>
                    </a:moveTo>
                    <a:lnTo>
                      <a:pt x="931131" y="10089"/>
                    </a:lnTo>
                    <a:lnTo>
                      <a:pt x="929770" y="231576"/>
                    </a:lnTo>
                    <a:lnTo>
                      <a:pt x="10884" y="22148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1" name="شكل حر: شكل 452">
                <a:extLst>
                  <a:ext uri="{FF2B5EF4-FFF2-40B4-BE49-F238E27FC236}">
                    <a16:creationId xmlns:a16="http://schemas.microsoft.com/office/drawing/2014/main" id="{0347C998-1653-A0B7-E8EB-920FDCAB48C8}"/>
                  </a:ext>
                </a:extLst>
              </p:cNvPr>
              <p:cNvSpPr/>
              <p:nvPr/>
            </p:nvSpPr>
            <p:spPr>
              <a:xfrm rot="-5400000">
                <a:off x="2888753" y="2565393"/>
                <a:ext cx="912958" cy="226126"/>
              </a:xfrm>
              <a:custGeom>
                <a:avLst/>
                <a:gdLst>
                  <a:gd name="csX0" fmla="*/ 5940 w 912958"/>
                  <a:gd name="csY0" fmla="*/ 3703 h 226126"/>
                  <a:gd name="csX1" fmla="*/ 912959 w 912958"/>
                  <a:gd name="csY1" fmla="*/ 3703 h 226126"/>
                  <a:gd name="csX2" fmla="*/ 5940 w 912958"/>
                  <a:gd name="csY2" fmla="*/ 3703 h 226126"/>
                  <a:gd name="csX3" fmla="*/ 912959 w 912958"/>
                  <a:gd name="csY3" fmla="*/ 3703 h 226126"/>
                  <a:gd name="csX4" fmla="*/ 912959 w 912958"/>
                  <a:gd name="csY4" fmla="*/ 3703 h 226126"/>
                  <a:gd name="csX5" fmla="*/ 912959 w 912958"/>
                  <a:gd name="csY5" fmla="*/ 221416 h 226126"/>
                  <a:gd name="csX6" fmla="*/ 912959 w 912958"/>
                  <a:gd name="csY6" fmla="*/ 3703 h 226126"/>
                  <a:gd name="csX7" fmla="*/ 912959 w 912958"/>
                  <a:gd name="csY7" fmla="*/ 221416 h 226126"/>
                  <a:gd name="csX8" fmla="*/ 912959 w 912958"/>
                  <a:gd name="csY8" fmla="*/ 221416 h 226126"/>
                  <a:gd name="csX9" fmla="*/ 5940 w 912958"/>
                  <a:gd name="csY9" fmla="*/ 221416 h 226126"/>
                  <a:gd name="csX10" fmla="*/ 912959 w 912958"/>
                  <a:gd name="csY10" fmla="*/ 221416 h 226126"/>
                  <a:gd name="csX11" fmla="*/ 5940 w 912958"/>
                  <a:gd name="csY11" fmla="*/ 221416 h 226126"/>
                  <a:gd name="csX12" fmla="*/ 5940 w 912958"/>
                  <a:gd name="csY12" fmla="*/ 221416 h 226126"/>
                  <a:gd name="csX13" fmla="*/ 5940 w 912958"/>
                  <a:gd name="csY13" fmla="*/ 3703 h 226126"/>
                  <a:gd name="csX14" fmla="*/ 5940 w 912958"/>
                  <a:gd name="csY14" fmla="*/ 221416 h 226126"/>
                  <a:gd name="csX15" fmla="*/ 5940 w 912958"/>
                  <a:gd name="csY15" fmla="*/ 3703 h 226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2958" h="226126">
                    <a:moveTo>
                      <a:pt x="5940" y="3703"/>
                    </a:moveTo>
                    <a:cubicBezTo>
                      <a:pt x="282808" y="4719"/>
                      <a:pt x="602834" y="5372"/>
                      <a:pt x="912959" y="3703"/>
                    </a:cubicBezTo>
                    <a:moveTo>
                      <a:pt x="5940" y="3703"/>
                    </a:moveTo>
                    <a:cubicBezTo>
                      <a:pt x="296262" y="-1087"/>
                      <a:pt x="596485" y="-1377"/>
                      <a:pt x="912959" y="3703"/>
                    </a:cubicBezTo>
                    <a:moveTo>
                      <a:pt x="912959" y="3703"/>
                    </a:moveTo>
                    <a:cubicBezTo>
                      <a:pt x="899127" y="85490"/>
                      <a:pt x="906761" y="157408"/>
                      <a:pt x="912959" y="221416"/>
                    </a:cubicBezTo>
                    <a:moveTo>
                      <a:pt x="912959" y="3703"/>
                    </a:moveTo>
                    <a:cubicBezTo>
                      <a:pt x="909709" y="46955"/>
                      <a:pt x="905325" y="93110"/>
                      <a:pt x="912959" y="221416"/>
                    </a:cubicBezTo>
                    <a:moveTo>
                      <a:pt x="912959" y="221416"/>
                    </a:moveTo>
                    <a:cubicBezTo>
                      <a:pt x="544029" y="219166"/>
                      <a:pt x="188553" y="212780"/>
                      <a:pt x="5940" y="221416"/>
                    </a:cubicBezTo>
                    <a:moveTo>
                      <a:pt x="912959" y="221416"/>
                    </a:moveTo>
                    <a:cubicBezTo>
                      <a:pt x="670861" y="228020"/>
                      <a:pt x="427175" y="227367"/>
                      <a:pt x="5940" y="221416"/>
                    </a:cubicBezTo>
                    <a:moveTo>
                      <a:pt x="5940" y="221416"/>
                    </a:moveTo>
                    <a:cubicBezTo>
                      <a:pt x="-8043" y="165101"/>
                      <a:pt x="7225" y="113430"/>
                      <a:pt x="5940" y="3703"/>
                    </a:cubicBezTo>
                    <a:moveTo>
                      <a:pt x="5940" y="221416"/>
                    </a:moveTo>
                    <a:cubicBezTo>
                      <a:pt x="10551" y="133315"/>
                      <a:pt x="12289" y="46592"/>
                      <a:pt x="5940" y="370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98" name="صورة 453">
              <a:extLst>
                <a:ext uri="{FF2B5EF4-FFF2-40B4-BE49-F238E27FC236}">
                  <a16:creationId xmlns:a16="http://schemas.microsoft.com/office/drawing/2014/main" id="{4E0E4D36-7587-266D-DC71-B3924284A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 rot="-5400000">
              <a:off x="2910093" y="2610291"/>
              <a:ext cx="891902" cy="123370"/>
            </a:xfrm>
            <a:custGeom>
              <a:avLst/>
              <a:gdLst>
                <a:gd name="csX0" fmla="*/ 2 w 891902"/>
                <a:gd name="csY0" fmla="*/ -2 h 123370"/>
                <a:gd name="csX1" fmla="*/ 891905 w 891902"/>
                <a:gd name="csY1" fmla="*/ -2 h 123370"/>
                <a:gd name="csX2" fmla="*/ 891905 w 891902"/>
                <a:gd name="csY2" fmla="*/ 123369 h 123370"/>
                <a:gd name="csX3" fmla="*/ 2 w 891902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2" y="-2"/>
                  </a:moveTo>
                  <a:lnTo>
                    <a:pt x="891905" y="-2"/>
                  </a:lnTo>
                  <a:lnTo>
                    <a:pt x="891905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2102" name="!!رسم 9">
            <a:extLst>
              <a:ext uri="{FF2B5EF4-FFF2-40B4-BE49-F238E27FC236}">
                <a16:creationId xmlns:a16="http://schemas.microsoft.com/office/drawing/2014/main" id="{DD38A950-C056-B882-33B1-61871D642C21}"/>
              </a:ext>
            </a:extLst>
          </p:cNvPr>
          <p:cNvGrpSpPr/>
          <p:nvPr/>
        </p:nvGrpSpPr>
        <p:grpSpPr>
          <a:xfrm>
            <a:off x="633164" y="1371361"/>
            <a:ext cx="725615" cy="553209"/>
            <a:chOff x="3356044" y="1382171"/>
            <a:chExt cx="725615" cy="553209"/>
          </a:xfrm>
        </p:grpSpPr>
        <p:grpSp>
          <p:nvGrpSpPr>
            <p:cNvPr id="2103" name="رسم 9">
              <a:extLst>
                <a:ext uri="{FF2B5EF4-FFF2-40B4-BE49-F238E27FC236}">
                  <a16:creationId xmlns:a16="http://schemas.microsoft.com/office/drawing/2014/main" id="{EE923D67-36D2-86A3-5B30-B693300FC50C}"/>
                </a:ext>
              </a:extLst>
            </p:cNvPr>
            <p:cNvGrpSpPr/>
            <p:nvPr/>
          </p:nvGrpSpPr>
          <p:grpSpPr>
            <a:xfrm>
              <a:off x="3696177" y="1382171"/>
              <a:ext cx="52909" cy="553209"/>
              <a:chOff x="3696177" y="1382171"/>
              <a:chExt cx="52909" cy="553209"/>
            </a:xfrm>
          </p:grpSpPr>
          <p:sp>
            <p:nvSpPr>
              <p:cNvPr id="2105" name="شكل حر: شكل 456">
                <a:extLst>
                  <a:ext uri="{FF2B5EF4-FFF2-40B4-BE49-F238E27FC236}">
                    <a16:creationId xmlns:a16="http://schemas.microsoft.com/office/drawing/2014/main" id="{56606179-13C3-52E7-B5B4-20B29F1CBCB4}"/>
                  </a:ext>
                </a:extLst>
              </p:cNvPr>
              <p:cNvSpPr/>
              <p:nvPr/>
            </p:nvSpPr>
            <p:spPr>
              <a:xfrm>
                <a:off x="3722631" y="1420271"/>
                <a:ext cx="7558" cy="515109"/>
              </a:xfrm>
              <a:custGeom>
                <a:avLst/>
                <a:gdLst>
                  <a:gd name="csX0" fmla="*/ 1 w 7558"/>
                  <a:gd name="csY0" fmla="*/ 515110 h 515109"/>
                  <a:gd name="csX1" fmla="*/ 1 w 7558"/>
                  <a:gd name="csY1" fmla="*/ 1 h 5151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58" h="515109">
                    <a:moveTo>
                      <a:pt x="1" y="515110"/>
                    </a:move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6" name="شكل حر: شكل 457">
                <a:extLst>
                  <a:ext uri="{FF2B5EF4-FFF2-40B4-BE49-F238E27FC236}">
                    <a16:creationId xmlns:a16="http://schemas.microsoft.com/office/drawing/2014/main" id="{B8DC1BEF-D8A2-6E1B-1136-0EF2A4428D0F}"/>
                  </a:ext>
                </a:extLst>
              </p:cNvPr>
              <p:cNvSpPr/>
              <p:nvPr/>
            </p:nvSpPr>
            <p:spPr>
              <a:xfrm>
                <a:off x="3696177" y="138217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7" name="شكل حر: شكل 458">
                <a:extLst>
                  <a:ext uri="{FF2B5EF4-FFF2-40B4-BE49-F238E27FC236}">
                    <a16:creationId xmlns:a16="http://schemas.microsoft.com/office/drawing/2014/main" id="{C1BCEF49-341C-FA80-E236-2CDDA7B1A48A}"/>
                  </a:ext>
                </a:extLst>
              </p:cNvPr>
              <p:cNvSpPr/>
              <p:nvPr/>
            </p:nvSpPr>
            <p:spPr>
              <a:xfrm>
                <a:off x="3719682" y="1420271"/>
                <a:ext cx="6943" cy="515109"/>
              </a:xfrm>
              <a:custGeom>
                <a:avLst/>
                <a:gdLst>
                  <a:gd name="csX0" fmla="*/ 2950 w 6943"/>
                  <a:gd name="csY0" fmla="*/ 515110 h 515109"/>
                  <a:gd name="csX1" fmla="*/ 2950 w 6943"/>
                  <a:gd name="csY1" fmla="*/ 1 h 515109"/>
                  <a:gd name="csX2" fmla="*/ 2950 w 6943"/>
                  <a:gd name="csY2" fmla="*/ 515110 h 515109"/>
                  <a:gd name="csX3" fmla="*/ 2950 w 6943"/>
                  <a:gd name="csY3" fmla="*/ 1 h 5151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943" h="515109">
                    <a:moveTo>
                      <a:pt x="2950" y="515110"/>
                    </a:moveTo>
                    <a:cubicBezTo>
                      <a:pt x="5747" y="345584"/>
                      <a:pt x="-4911" y="182154"/>
                      <a:pt x="2950" y="1"/>
                    </a:cubicBezTo>
                    <a:moveTo>
                      <a:pt x="2950" y="515110"/>
                    </a:moveTo>
                    <a:cubicBezTo>
                      <a:pt x="6956" y="312854"/>
                      <a:pt x="9450" y="102471"/>
                      <a:pt x="2950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8" name="شكل حر: شكل 459">
                <a:extLst>
                  <a:ext uri="{FF2B5EF4-FFF2-40B4-BE49-F238E27FC236}">
                    <a16:creationId xmlns:a16="http://schemas.microsoft.com/office/drawing/2014/main" id="{FE6DC5D6-CC8F-A951-7979-362D9A3D4DCD}"/>
                  </a:ext>
                </a:extLst>
              </p:cNvPr>
              <p:cNvSpPr/>
              <p:nvPr/>
            </p:nvSpPr>
            <p:spPr>
              <a:xfrm>
                <a:off x="3696177" y="138217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41572" y="10523"/>
                      <a:pt x="35223" y="26489"/>
                      <a:pt x="52910" y="50800"/>
                    </a:cubicBezTo>
                    <a:cubicBezTo>
                      <a:pt x="46334" y="47099"/>
                      <a:pt x="33258" y="40423"/>
                      <a:pt x="26455" y="38100"/>
                    </a:cubicBezTo>
                    <a:cubicBezTo>
                      <a:pt x="17612" y="37665"/>
                      <a:pt x="9222" y="40568"/>
                      <a:pt x="1" y="50800"/>
                    </a:cubicBezTo>
                    <a:cubicBezTo>
                      <a:pt x="9751" y="39189"/>
                      <a:pt x="15722" y="20683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9" name="شكل حر: شكل 460">
                <a:extLst>
                  <a:ext uri="{FF2B5EF4-FFF2-40B4-BE49-F238E27FC236}">
                    <a16:creationId xmlns:a16="http://schemas.microsoft.com/office/drawing/2014/main" id="{D8055511-2BCC-2BF5-D6B6-FF3BBEC62DD0}"/>
                  </a:ext>
                </a:extLst>
              </p:cNvPr>
              <p:cNvSpPr/>
              <p:nvPr/>
            </p:nvSpPr>
            <p:spPr>
              <a:xfrm>
                <a:off x="3696177" y="138217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8095" y="14950"/>
                      <a:pt x="42404" y="32077"/>
                      <a:pt x="52910" y="50800"/>
                    </a:cubicBezTo>
                    <a:moveTo>
                      <a:pt x="26455" y="1"/>
                    </a:moveTo>
                    <a:cubicBezTo>
                      <a:pt x="38927" y="21191"/>
                      <a:pt x="50416" y="38971"/>
                      <a:pt x="52910" y="50800"/>
                    </a:cubicBezTo>
                    <a:moveTo>
                      <a:pt x="52910" y="50800"/>
                    </a:moveTo>
                    <a:cubicBezTo>
                      <a:pt x="45049" y="43761"/>
                      <a:pt x="34392" y="41148"/>
                      <a:pt x="26455" y="38100"/>
                    </a:cubicBezTo>
                    <a:moveTo>
                      <a:pt x="52910" y="50800"/>
                    </a:moveTo>
                    <a:cubicBezTo>
                      <a:pt x="43689" y="44559"/>
                      <a:pt x="30764" y="41801"/>
                      <a:pt x="26455" y="38100"/>
                    </a:cubicBezTo>
                    <a:moveTo>
                      <a:pt x="26455" y="38100"/>
                    </a:moveTo>
                    <a:cubicBezTo>
                      <a:pt x="14815" y="43761"/>
                      <a:pt x="9524" y="49204"/>
                      <a:pt x="1" y="50800"/>
                    </a:cubicBezTo>
                    <a:moveTo>
                      <a:pt x="26455" y="38100"/>
                    </a:moveTo>
                    <a:cubicBezTo>
                      <a:pt x="17461" y="43108"/>
                      <a:pt x="10734" y="45285"/>
                      <a:pt x="1" y="50800"/>
                    </a:cubicBezTo>
                    <a:moveTo>
                      <a:pt x="1" y="50800"/>
                    </a:moveTo>
                    <a:cubicBezTo>
                      <a:pt x="7861" y="40495"/>
                      <a:pt x="8920" y="25981"/>
                      <a:pt x="26455" y="1"/>
                    </a:cubicBezTo>
                    <a:moveTo>
                      <a:pt x="1" y="50800"/>
                    </a:moveTo>
                    <a:cubicBezTo>
                      <a:pt x="6274" y="32004"/>
                      <a:pt x="16629" y="13716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104" name="صورة 461">
              <a:extLst>
                <a:ext uri="{FF2B5EF4-FFF2-40B4-BE49-F238E27FC236}">
                  <a16:creationId xmlns:a16="http://schemas.microsoft.com/office/drawing/2014/main" id="{006F8305-C257-8EA2-AF68-46887C66449C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3356044" y="1481811"/>
              <a:ext cx="725615" cy="114299"/>
            </a:xfrm>
            <a:custGeom>
              <a:avLst/>
              <a:gdLst>
                <a:gd name="csX0" fmla="*/ 0 w 725615"/>
                <a:gd name="csY0" fmla="*/ 0 h 114299"/>
                <a:gd name="csX1" fmla="*/ 725616 w 725615"/>
                <a:gd name="csY1" fmla="*/ 0 h 114299"/>
                <a:gd name="csX2" fmla="*/ 725616 w 725615"/>
                <a:gd name="csY2" fmla="*/ 114299 h 114299"/>
                <a:gd name="csX3" fmla="*/ 0 w 725615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25615" h="114299">
                  <a:moveTo>
                    <a:pt x="0" y="0"/>
                  </a:moveTo>
                  <a:lnTo>
                    <a:pt x="725616" y="0"/>
                  </a:lnTo>
                  <a:lnTo>
                    <a:pt x="725616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110" name="!!رسم 9">
            <a:extLst>
              <a:ext uri="{FF2B5EF4-FFF2-40B4-BE49-F238E27FC236}">
                <a16:creationId xmlns:a16="http://schemas.microsoft.com/office/drawing/2014/main" id="{4F0B8110-8D9B-4CB1-B89F-E5D0EF597DD5}"/>
              </a:ext>
            </a:extLst>
          </p:cNvPr>
          <p:cNvGrpSpPr/>
          <p:nvPr/>
        </p:nvGrpSpPr>
        <p:grpSpPr>
          <a:xfrm>
            <a:off x="874005" y="1911580"/>
            <a:ext cx="248193" cy="891172"/>
            <a:chOff x="3596885" y="1922390"/>
            <a:chExt cx="248193" cy="891172"/>
          </a:xfrm>
        </p:grpSpPr>
        <p:grpSp>
          <p:nvGrpSpPr>
            <p:cNvPr id="2111" name="رسم 9">
              <a:extLst>
                <a:ext uri="{FF2B5EF4-FFF2-40B4-BE49-F238E27FC236}">
                  <a16:creationId xmlns:a16="http://schemas.microsoft.com/office/drawing/2014/main" id="{1B6163DF-24E4-0E19-FD49-64E898224DC0}"/>
                </a:ext>
              </a:extLst>
            </p:cNvPr>
            <p:cNvGrpSpPr/>
            <p:nvPr/>
          </p:nvGrpSpPr>
          <p:grpSpPr>
            <a:xfrm>
              <a:off x="3596885" y="1922390"/>
              <a:ext cx="248193" cy="891172"/>
              <a:chOff x="3596885" y="1922390"/>
              <a:chExt cx="248193" cy="891172"/>
            </a:xfrm>
          </p:grpSpPr>
          <p:sp>
            <p:nvSpPr>
              <p:cNvPr id="2113" name="مستطيل 464">
                <a:extLst>
                  <a:ext uri="{FF2B5EF4-FFF2-40B4-BE49-F238E27FC236}">
                    <a16:creationId xmlns:a16="http://schemas.microsoft.com/office/drawing/2014/main" id="{1B8DEF6A-4249-32D2-9479-62BE5E71F569}"/>
                  </a:ext>
                </a:extLst>
              </p:cNvPr>
              <p:cNvSpPr/>
              <p:nvPr/>
            </p:nvSpPr>
            <p:spPr>
              <a:xfrm rot="-5400000">
                <a:off x="3269122" y="2261950"/>
                <a:ext cx="90701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4" name="شكل حر: شكل 465">
                <a:extLst>
                  <a:ext uri="{FF2B5EF4-FFF2-40B4-BE49-F238E27FC236}">
                    <a16:creationId xmlns:a16="http://schemas.microsoft.com/office/drawing/2014/main" id="{415CB898-C0C3-2ED3-5891-6D9265CF31AB}"/>
                  </a:ext>
                </a:extLst>
              </p:cNvPr>
              <p:cNvSpPr/>
              <p:nvPr/>
            </p:nvSpPr>
            <p:spPr>
              <a:xfrm rot="-5400000">
                <a:off x="3258124" y="2250012"/>
                <a:ext cx="928183" cy="235928"/>
              </a:xfrm>
              <a:custGeom>
                <a:avLst/>
                <a:gdLst>
                  <a:gd name="csX0" fmla="*/ 18367 w 928183"/>
                  <a:gd name="csY0" fmla="*/ 0 h 235928"/>
                  <a:gd name="csX1" fmla="*/ 928183 w 928183"/>
                  <a:gd name="csY1" fmla="*/ 2540 h 235928"/>
                  <a:gd name="csX2" fmla="*/ 922363 w 928183"/>
                  <a:gd name="csY2" fmla="*/ 235929 h 235928"/>
                  <a:gd name="csX3" fmla="*/ 0 w 928183"/>
                  <a:gd name="csY3" fmla="*/ 217931 h 2359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28183" h="235928">
                    <a:moveTo>
                      <a:pt x="18367" y="0"/>
                    </a:moveTo>
                    <a:lnTo>
                      <a:pt x="928183" y="2540"/>
                    </a:lnTo>
                    <a:lnTo>
                      <a:pt x="922363" y="235929"/>
                    </a:lnTo>
                    <a:lnTo>
                      <a:pt x="0" y="217931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5" name="شكل حر: شكل 466">
                <a:extLst>
                  <a:ext uri="{FF2B5EF4-FFF2-40B4-BE49-F238E27FC236}">
                    <a16:creationId xmlns:a16="http://schemas.microsoft.com/office/drawing/2014/main" id="{04B356F2-FD05-8399-03A9-473035DDC8AA}"/>
                  </a:ext>
                </a:extLst>
              </p:cNvPr>
              <p:cNvSpPr/>
              <p:nvPr/>
            </p:nvSpPr>
            <p:spPr>
              <a:xfrm rot="-5400000">
                <a:off x="3261826" y="2251395"/>
                <a:ext cx="918179" cy="238168"/>
              </a:xfrm>
              <a:custGeom>
                <a:avLst/>
                <a:gdLst>
                  <a:gd name="csX0" fmla="*/ 5240 w 918179"/>
                  <a:gd name="csY0" fmla="*/ 11876 h 238168"/>
                  <a:gd name="csX1" fmla="*/ 912259 w 918179"/>
                  <a:gd name="csY1" fmla="*/ 11876 h 238168"/>
                  <a:gd name="csX2" fmla="*/ 5240 w 918179"/>
                  <a:gd name="csY2" fmla="*/ 11876 h 238168"/>
                  <a:gd name="csX3" fmla="*/ 912259 w 918179"/>
                  <a:gd name="csY3" fmla="*/ 11876 h 238168"/>
                  <a:gd name="csX4" fmla="*/ 912259 w 918179"/>
                  <a:gd name="csY4" fmla="*/ 11876 h 238168"/>
                  <a:gd name="csX5" fmla="*/ 912259 w 918179"/>
                  <a:gd name="csY5" fmla="*/ 229589 h 238168"/>
                  <a:gd name="csX6" fmla="*/ 912259 w 918179"/>
                  <a:gd name="csY6" fmla="*/ 11876 h 238168"/>
                  <a:gd name="csX7" fmla="*/ 912259 w 918179"/>
                  <a:gd name="csY7" fmla="*/ 229589 h 238168"/>
                  <a:gd name="csX8" fmla="*/ 912259 w 918179"/>
                  <a:gd name="csY8" fmla="*/ 229589 h 238168"/>
                  <a:gd name="csX9" fmla="*/ 5240 w 918179"/>
                  <a:gd name="csY9" fmla="*/ 229589 h 238168"/>
                  <a:gd name="csX10" fmla="*/ 912259 w 918179"/>
                  <a:gd name="csY10" fmla="*/ 229589 h 238168"/>
                  <a:gd name="csX11" fmla="*/ 5240 w 918179"/>
                  <a:gd name="csY11" fmla="*/ 229589 h 238168"/>
                  <a:gd name="csX12" fmla="*/ 5240 w 918179"/>
                  <a:gd name="csY12" fmla="*/ 229589 h 238168"/>
                  <a:gd name="csX13" fmla="*/ 5240 w 918179"/>
                  <a:gd name="csY13" fmla="*/ 11876 h 238168"/>
                  <a:gd name="csX14" fmla="*/ 5240 w 918179"/>
                  <a:gd name="csY14" fmla="*/ 229589 h 238168"/>
                  <a:gd name="csX15" fmla="*/ 5240 w 918179"/>
                  <a:gd name="csY15" fmla="*/ 11876 h 2381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8179" h="238168">
                    <a:moveTo>
                      <a:pt x="5240" y="11876"/>
                    </a:moveTo>
                    <a:cubicBezTo>
                      <a:pt x="295108" y="-5686"/>
                      <a:pt x="597372" y="-2130"/>
                      <a:pt x="912259" y="11876"/>
                    </a:cubicBezTo>
                    <a:moveTo>
                      <a:pt x="5240" y="11876"/>
                    </a:moveTo>
                    <a:cubicBezTo>
                      <a:pt x="247716" y="17101"/>
                      <a:pt x="490722" y="19932"/>
                      <a:pt x="912259" y="11876"/>
                    </a:cubicBezTo>
                    <a:moveTo>
                      <a:pt x="912259" y="11876"/>
                    </a:moveTo>
                    <a:cubicBezTo>
                      <a:pt x="924277" y="67901"/>
                      <a:pt x="914678" y="121313"/>
                      <a:pt x="912259" y="229589"/>
                    </a:cubicBezTo>
                    <a:moveTo>
                      <a:pt x="912259" y="11876"/>
                    </a:moveTo>
                    <a:cubicBezTo>
                      <a:pt x="913317" y="99034"/>
                      <a:pt x="907270" y="174871"/>
                      <a:pt x="912259" y="229589"/>
                    </a:cubicBezTo>
                    <a:moveTo>
                      <a:pt x="912259" y="229589"/>
                    </a:moveTo>
                    <a:cubicBezTo>
                      <a:pt x="634182" y="246934"/>
                      <a:pt x="317935" y="233218"/>
                      <a:pt x="5240" y="229589"/>
                    </a:cubicBezTo>
                    <a:moveTo>
                      <a:pt x="912259" y="229589"/>
                    </a:moveTo>
                    <a:cubicBezTo>
                      <a:pt x="599564" y="241781"/>
                      <a:pt x="282032" y="239386"/>
                      <a:pt x="5240" y="229589"/>
                    </a:cubicBezTo>
                    <a:moveTo>
                      <a:pt x="5240" y="229589"/>
                    </a:moveTo>
                    <a:cubicBezTo>
                      <a:pt x="2141" y="155204"/>
                      <a:pt x="-4813" y="83141"/>
                      <a:pt x="5240" y="11876"/>
                    </a:cubicBezTo>
                    <a:moveTo>
                      <a:pt x="5240" y="229589"/>
                    </a:moveTo>
                    <a:cubicBezTo>
                      <a:pt x="4710" y="161445"/>
                      <a:pt x="8943" y="93519"/>
                      <a:pt x="5240" y="1187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112" name="صورة 467">
              <a:extLst>
                <a:ext uri="{FF2B5EF4-FFF2-40B4-BE49-F238E27FC236}">
                  <a16:creationId xmlns:a16="http://schemas.microsoft.com/office/drawing/2014/main" id="{50AF7C79-9F51-7CF4-850B-6ABFA47F0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 rot="-5400000">
              <a:off x="3288018" y="2305492"/>
              <a:ext cx="891902" cy="123370"/>
            </a:xfrm>
            <a:custGeom>
              <a:avLst/>
              <a:gdLst>
                <a:gd name="csX0" fmla="*/ 2 w 891902"/>
                <a:gd name="csY0" fmla="*/ -2 h 123370"/>
                <a:gd name="csX1" fmla="*/ 891905 w 891902"/>
                <a:gd name="csY1" fmla="*/ -2 h 123370"/>
                <a:gd name="csX2" fmla="*/ 891905 w 891902"/>
                <a:gd name="csY2" fmla="*/ 123369 h 123370"/>
                <a:gd name="csX3" fmla="*/ 2 w 891902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2" y="-2"/>
                  </a:moveTo>
                  <a:lnTo>
                    <a:pt x="891905" y="-2"/>
                  </a:lnTo>
                  <a:lnTo>
                    <a:pt x="891905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2116" name="!!رسم 9">
            <a:extLst>
              <a:ext uri="{FF2B5EF4-FFF2-40B4-BE49-F238E27FC236}">
                <a16:creationId xmlns:a16="http://schemas.microsoft.com/office/drawing/2014/main" id="{2B482003-B400-683F-66EC-E47DA15F446C}"/>
              </a:ext>
            </a:extLst>
          </p:cNvPr>
          <p:cNvGrpSpPr/>
          <p:nvPr/>
        </p:nvGrpSpPr>
        <p:grpSpPr>
          <a:xfrm>
            <a:off x="233169" y="3480756"/>
            <a:ext cx="780943" cy="228590"/>
            <a:chOff x="2956049" y="3491566"/>
            <a:chExt cx="780943" cy="228590"/>
          </a:xfrm>
        </p:grpSpPr>
        <p:grpSp>
          <p:nvGrpSpPr>
            <p:cNvPr id="2117" name="رسم 9">
              <a:extLst>
                <a:ext uri="{FF2B5EF4-FFF2-40B4-BE49-F238E27FC236}">
                  <a16:creationId xmlns:a16="http://schemas.microsoft.com/office/drawing/2014/main" id="{AF1E78B7-1341-8DBA-1EA8-6A2705EF409D}"/>
                </a:ext>
              </a:extLst>
            </p:cNvPr>
            <p:cNvGrpSpPr/>
            <p:nvPr/>
          </p:nvGrpSpPr>
          <p:grpSpPr>
            <a:xfrm>
              <a:off x="2956049" y="3491566"/>
              <a:ext cx="780943" cy="228590"/>
              <a:chOff x="2956049" y="3491566"/>
              <a:chExt cx="780943" cy="228590"/>
            </a:xfrm>
          </p:grpSpPr>
          <p:sp>
            <p:nvSpPr>
              <p:cNvPr id="2119" name="مستطيل 470">
                <a:extLst>
                  <a:ext uri="{FF2B5EF4-FFF2-40B4-BE49-F238E27FC236}">
                    <a16:creationId xmlns:a16="http://schemas.microsoft.com/office/drawing/2014/main" id="{FAE03937-E875-D6C3-B0C1-8C669800F003}"/>
                  </a:ext>
                </a:extLst>
              </p:cNvPr>
              <p:cNvSpPr/>
              <p:nvPr/>
            </p:nvSpPr>
            <p:spPr>
              <a:xfrm>
                <a:off x="2966782" y="3495657"/>
                <a:ext cx="75584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0" name="شكل حر: شكل 471">
                <a:extLst>
                  <a:ext uri="{FF2B5EF4-FFF2-40B4-BE49-F238E27FC236}">
                    <a16:creationId xmlns:a16="http://schemas.microsoft.com/office/drawing/2014/main" id="{AE37C84D-8632-6F83-BC16-2FDB073E9EBA}"/>
                  </a:ext>
                </a:extLst>
              </p:cNvPr>
              <p:cNvSpPr/>
              <p:nvPr/>
            </p:nvSpPr>
            <p:spPr>
              <a:xfrm>
                <a:off x="2956049" y="3501173"/>
                <a:ext cx="780943" cy="217277"/>
              </a:xfrm>
              <a:custGeom>
                <a:avLst/>
                <a:gdLst>
                  <a:gd name="csX0" fmla="*/ 2797 w 780943"/>
                  <a:gd name="csY0" fmla="*/ 1162 h 217277"/>
                  <a:gd name="csX1" fmla="*/ 780944 w 780943"/>
                  <a:gd name="csY1" fmla="*/ 1 h 217277"/>
                  <a:gd name="csX2" fmla="*/ 757891 w 780943"/>
                  <a:gd name="csY2" fmla="*/ 210166 h 217277"/>
                  <a:gd name="csX3" fmla="*/ 1 w 780943"/>
                  <a:gd name="csY3" fmla="*/ 217278 h 2172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80943" h="217277">
                    <a:moveTo>
                      <a:pt x="2797" y="1162"/>
                    </a:moveTo>
                    <a:lnTo>
                      <a:pt x="780944" y="1"/>
                    </a:lnTo>
                    <a:lnTo>
                      <a:pt x="757891" y="210166"/>
                    </a:lnTo>
                    <a:lnTo>
                      <a:pt x="1" y="21727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1" name="شكل حر: شكل 472">
                <a:extLst>
                  <a:ext uri="{FF2B5EF4-FFF2-40B4-BE49-F238E27FC236}">
                    <a16:creationId xmlns:a16="http://schemas.microsoft.com/office/drawing/2014/main" id="{D257EE08-0323-74CB-4A68-6DC39555E37C}"/>
                  </a:ext>
                </a:extLst>
              </p:cNvPr>
              <p:cNvSpPr/>
              <p:nvPr/>
            </p:nvSpPr>
            <p:spPr>
              <a:xfrm>
                <a:off x="2963926" y="3491566"/>
                <a:ext cx="760573" cy="228590"/>
              </a:xfrm>
              <a:custGeom>
                <a:avLst/>
                <a:gdLst>
                  <a:gd name="csX0" fmla="*/ 2857 w 760573"/>
                  <a:gd name="csY0" fmla="*/ 4092 h 228590"/>
                  <a:gd name="csX1" fmla="*/ 758706 w 760573"/>
                  <a:gd name="csY1" fmla="*/ 4092 h 228590"/>
                  <a:gd name="csX2" fmla="*/ 2857 w 760573"/>
                  <a:gd name="csY2" fmla="*/ 4092 h 228590"/>
                  <a:gd name="csX3" fmla="*/ 758706 w 760573"/>
                  <a:gd name="csY3" fmla="*/ 4092 h 228590"/>
                  <a:gd name="csX4" fmla="*/ 758706 w 760573"/>
                  <a:gd name="csY4" fmla="*/ 4092 h 228590"/>
                  <a:gd name="csX5" fmla="*/ 758706 w 760573"/>
                  <a:gd name="csY5" fmla="*/ 221805 h 228590"/>
                  <a:gd name="csX6" fmla="*/ 758706 w 760573"/>
                  <a:gd name="csY6" fmla="*/ 4092 h 228590"/>
                  <a:gd name="csX7" fmla="*/ 758706 w 760573"/>
                  <a:gd name="csY7" fmla="*/ 221805 h 228590"/>
                  <a:gd name="csX8" fmla="*/ 758706 w 760573"/>
                  <a:gd name="csY8" fmla="*/ 221805 h 228590"/>
                  <a:gd name="csX9" fmla="*/ 2857 w 760573"/>
                  <a:gd name="csY9" fmla="*/ 221805 h 228590"/>
                  <a:gd name="csX10" fmla="*/ 758706 w 760573"/>
                  <a:gd name="csY10" fmla="*/ 221805 h 228590"/>
                  <a:gd name="csX11" fmla="*/ 2857 w 760573"/>
                  <a:gd name="csY11" fmla="*/ 221805 h 228590"/>
                  <a:gd name="csX12" fmla="*/ 2857 w 760573"/>
                  <a:gd name="csY12" fmla="*/ 221805 h 228590"/>
                  <a:gd name="csX13" fmla="*/ 2857 w 760573"/>
                  <a:gd name="csY13" fmla="*/ 4092 h 228590"/>
                  <a:gd name="csX14" fmla="*/ 2857 w 760573"/>
                  <a:gd name="csY14" fmla="*/ 221805 h 228590"/>
                  <a:gd name="csX15" fmla="*/ 2857 w 760573"/>
                  <a:gd name="csY15" fmla="*/ 4092 h 228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60573" h="228590">
                    <a:moveTo>
                      <a:pt x="2857" y="4092"/>
                    </a:moveTo>
                    <a:cubicBezTo>
                      <a:pt x="235507" y="14832"/>
                      <a:pt x="480251" y="-9116"/>
                      <a:pt x="758706" y="4092"/>
                    </a:cubicBezTo>
                    <a:moveTo>
                      <a:pt x="2857" y="4092"/>
                    </a:moveTo>
                    <a:cubicBezTo>
                      <a:pt x="253043" y="6196"/>
                      <a:pt x="521747" y="3366"/>
                      <a:pt x="758706" y="4092"/>
                    </a:cubicBezTo>
                    <a:moveTo>
                      <a:pt x="758706" y="4092"/>
                    </a:moveTo>
                    <a:cubicBezTo>
                      <a:pt x="766189" y="54529"/>
                      <a:pt x="748049" y="134865"/>
                      <a:pt x="758706" y="221805"/>
                    </a:cubicBezTo>
                    <a:moveTo>
                      <a:pt x="758706" y="4092"/>
                    </a:moveTo>
                    <a:cubicBezTo>
                      <a:pt x="754322" y="84210"/>
                      <a:pt x="755078" y="153007"/>
                      <a:pt x="758706" y="221805"/>
                    </a:cubicBezTo>
                    <a:moveTo>
                      <a:pt x="758706" y="221805"/>
                    </a:moveTo>
                    <a:cubicBezTo>
                      <a:pt x="553871" y="218902"/>
                      <a:pt x="330442" y="216072"/>
                      <a:pt x="2857" y="221805"/>
                    </a:cubicBezTo>
                    <a:moveTo>
                      <a:pt x="758706" y="221805"/>
                    </a:moveTo>
                    <a:cubicBezTo>
                      <a:pt x="462338" y="235376"/>
                      <a:pt x="174510" y="224925"/>
                      <a:pt x="2857" y="221805"/>
                    </a:cubicBezTo>
                    <a:moveTo>
                      <a:pt x="2857" y="221805"/>
                    </a:moveTo>
                    <a:cubicBezTo>
                      <a:pt x="15706" y="160192"/>
                      <a:pt x="12758" y="85081"/>
                      <a:pt x="2857" y="4092"/>
                    </a:cubicBezTo>
                    <a:moveTo>
                      <a:pt x="2857" y="221805"/>
                    </a:moveTo>
                    <a:cubicBezTo>
                      <a:pt x="5049" y="163603"/>
                      <a:pt x="-4551" y="105038"/>
                      <a:pt x="2857" y="409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118" name="صورة 473">
              <a:extLst>
                <a:ext uri="{FF2B5EF4-FFF2-40B4-BE49-F238E27FC236}">
                  <a16:creationId xmlns:a16="http://schemas.microsoft.com/office/drawing/2014/main" id="{BC066406-1846-A0D0-AD9D-E2DACE05433C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2970561" y="3553714"/>
              <a:ext cx="740732" cy="123370"/>
            </a:xfrm>
            <a:custGeom>
              <a:avLst/>
              <a:gdLst>
                <a:gd name="csX0" fmla="*/ 0 w 740732"/>
                <a:gd name="csY0" fmla="*/ 0 h 123370"/>
                <a:gd name="csX1" fmla="*/ 740733 w 740732"/>
                <a:gd name="csY1" fmla="*/ 0 h 123370"/>
                <a:gd name="csX2" fmla="*/ 740733 w 740732"/>
                <a:gd name="csY2" fmla="*/ 123371 h 123370"/>
                <a:gd name="csX3" fmla="*/ 0 w 74073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0732" h="123370">
                  <a:moveTo>
                    <a:pt x="0" y="0"/>
                  </a:moveTo>
                  <a:lnTo>
                    <a:pt x="740733" y="0"/>
                  </a:lnTo>
                  <a:lnTo>
                    <a:pt x="74073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122" name="!!رسم 9">
            <a:extLst>
              <a:ext uri="{FF2B5EF4-FFF2-40B4-BE49-F238E27FC236}">
                <a16:creationId xmlns:a16="http://schemas.microsoft.com/office/drawing/2014/main" id="{1D1C5177-03CC-74EC-AE32-34DA9BB01FA8}"/>
              </a:ext>
            </a:extLst>
          </p:cNvPr>
          <p:cNvGrpSpPr/>
          <p:nvPr/>
        </p:nvGrpSpPr>
        <p:grpSpPr>
          <a:xfrm>
            <a:off x="4098735" y="796091"/>
            <a:ext cx="1587284" cy="754738"/>
            <a:chOff x="6821615" y="806901"/>
            <a:chExt cx="1587284" cy="754738"/>
          </a:xfrm>
          <a:noFill/>
        </p:grpSpPr>
        <p:sp>
          <p:nvSpPr>
            <p:cNvPr id="2123" name="مستطيل 475">
              <a:extLst>
                <a:ext uri="{FF2B5EF4-FFF2-40B4-BE49-F238E27FC236}">
                  <a16:creationId xmlns:a16="http://schemas.microsoft.com/office/drawing/2014/main" id="{5AA2D8EB-6738-4BDD-E256-F91AE8B9CC81}"/>
                </a:ext>
              </a:extLst>
            </p:cNvPr>
            <p:cNvSpPr/>
            <p:nvPr/>
          </p:nvSpPr>
          <p:spPr>
            <a:xfrm>
              <a:off x="6821615" y="810529"/>
              <a:ext cx="1587284" cy="725710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24" name="صورة 476">
              <a:extLst>
                <a:ext uri="{FF2B5EF4-FFF2-40B4-BE49-F238E27FC236}">
                  <a16:creationId xmlns:a16="http://schemas.microsoft.com/office/drawing/2014/main" id="{C6461D88-AEC4-F9E0-C9A1-F692D29DE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832952" y="806901"/>
              <a:ext cx="1496582" cy="754738"/>
            </a:xfrm>
            <a:custGeom>
              <a:avLst/>
              <a:gdLst>
                <a:gd name="csX0" fmla="*/ 0 w 1496582"/>
                <a:gd name="csY0" fmla="*/ 0 h 754738"/>
                <a:gd name="csX1" fmla="*/ 1496582 w 1496582"/>
                <a:gd name="csY1" fmla="*/ 0 h 754738"/>
                <a:gd name="csX2" fmla="*/ 1496582 w 1496582"/>
                <a:gd name="csY2" fmla="*/ 754739 h 754738"/>
                <a:gd name="csX3" fmla="*/ 0 w 1496582"/>
                <a:gd name="csY3" fmla="*/ 754739 h 754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6582" h="754738">
                  <a:moveTo>
                    <a:pt x="0" y="0"/>
                  </a:moveTo>
                  <a:lnTo>
                    <a:pt x="1496582" y="0"/>
                  </a:lnTo>
                  <a:lnTo>
                    <a:pt x="1496582" y="754739"/>
                  </a:lnTo>
                  <a:lnTo>
                    <a:pt x="0" y="754739"/>
                  </a:lnTo>
                  <a:close/>
                </a:path>
              </a:pathLst>
            </a:custGeom>
          </p:spPr>
        </p:pic>
      </p:grpSp>
      <p:grpSp>
        <p:nvGrpSpPr>
          <p:cNvPr id="2125" name="!!رسم 9">
            <a:extLst>
              <a:ext uri="{FF2B5EF4-FFF2-40B4-BE49-F238E27FC236}">
                <a16:creationId xmlns:a16="http://schemas.microsoft.com/office/drawing/2014/main" id="{AF2922CF-4EB7-9625-9B2F-8AA9D6DB78CD}"/>
              </a:ext>
            </a:extLst>
          </p:cNvPr>
          <p:cNvGrpSpPr/>
          <p:nvPr/>
        </p:nvGrpSpPr>
        <p:grpSpPr>
          <a:xfrm>
            <a:off x="2409411" y="3347833"/>
            <a:ext cx="253209" cy="140083"/>
            <a:chOff x="5132291" y="3358643"/>
            <a:chExt cx="253209" cy="140083"/>
          </a:xfrm>
        </p:grpSpPr>
        <p:sp>
          <p:nvSpPr>
            <p:cNvPr id="2126" name="شكل حر: شكل 478">
              <a:extLst>
                <a:ext uri="{FF2B5EF4-FFF2-40B4-BE49-F238E27FC236}">
                  <a16:creationId xmlns:a16="http://schemas.microsoft.com/office/drawing/2014/main" id="{D090265C-780F-25D4-CA35-9476AEC53048}"/>
                </a:ext>
              </a:extLst>
            </p:cNvPr>
            <p:cNvSpPr/>
            <p:nvPr/>
          </p:nvSpPr>
          <p:spPr>
            <a:xfrm>
              <a:off x="5158746" y="3396743"/>
              <a:ext cx="226754" cy="98914"/>
            </a:xfrm>
            <a:custGeom>
              <a:avLst/>
              <a:gdLst>
                <a:gd name="csX0" fmla="*/ 226755 w 226754"/>
                <a:gd name="csY0" fmla="*/ 98915 h 98914"/>
                <a:gd name="csX1" fmla="*/ 1 w 226754"/>
                <a:gd name="csY1" fmla="*/ 98915 h 98914"/>
                <a:gd name="csX2" fmla="*/ 1 w 226754"/>
                <a:gd name="csY2" fmla="*/ 1 h 989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6754" h="98914">
                  <a:moveTo>
                    <a:pt x="226755" y="98915"/>
                  </a:moveTo>
                  <a:lnTo>
                    <a:pt x="1" y="98915"/>
                  </a:lnTo>
                  <a:lnTo>
                    <a:pt x="1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شكل حر: شكل 479">
              <a:extLst>
                <a:ext uri="{FF2B5EF4-FFF2-40B4-BE49-F238E27FC236}">
                  <a16:creationId xmlns:a16="http://schemas.microsoft.com/office/drawing/2014/main" id="{8B464A56-7B9B-A7FA-209A-1243B299833D}"/>
                </a:ext>
              </a:extLst>
            </p:cNvPr>
            <p:cNvSpPr/>
            <p:nvPr/>
          </p:nvSpPr>
          <p:spPr>
            <a:xfrm>
              <a:off x="5132291" y="3358643"/>
              <a:ext cx="52909" cy="50799"/>
            </a:xfrm>
            <a:custGeom>
              <a:avLst/>
              <a:gdLst>
                <a:gd name="csX0" fmla="*/ 26455 w 52909"/>
                <a:gd name="csY0" fmla="*/ 1 h 50799"/>
                <a:gd name="csX1" fmla="*/ 52910 w 52909"/>
                <a:gd name="csY1" fmla="*/ 50800 h 50799"/>
                <a:gd name="csX2" fmla="*/ 26455 w 52909"/>
                <a:gd name="csY2" fmla="*/ 38100 h 50799"/>
                <a:gd name="csX3" fmla="*/ 1 w 52909"/>
                <a:gd name="csY3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26455" y="1"/>
                  </a:moveTo>
                  <a:lnTo>
                    <a:pt x="52910" y="50800"/>
                  </a:lnTo>
                  <a:lnTo>
                    <a:pt x="26455" y="38100"/>
                  </a:lnTo>
                  <a:lnTo>
                    <a:pt x="1" y="50800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شكل حر: شكل 480">
              <a:extLst>
                <a:ext uri="{FF2B5EF4-FFF2-40B4-BE49-F238E27FC236}">
                  <a16:creationId xmlns:a16="http://schemas.microsoft.com/office/drawing/2014/main" id="{5FBC6EFA-5C29-34AA-4AF1-466232AF28E0}"/>
                </a:ext>
              </a:extLst>
            </p:cNvPr>
            <p:cNvSpPr/>
            <p:nvPr/>
          </p:nvSpPr>
          <p:spPr>
            <a:xfrm>
              <a:off x="5157648" y="3396743"/>
              <a:ext cx="227852" cy="101983"/>
            </a:xfrm>
            <a:custGeom>
              <a:avLst/>
              <a:gdLst>
                <a:gd name="csX0" fmla="*/ 227853 w 227852"/>
                <a:gd name="csY0" fmla="*/ 98915 h 101983"/>
                <a:gd name="csX1" fmla="*/ 1098 w 227852"/>
                <a:gd name="csY1" fmla="*/ 98915 h 101983"/>
                <a:gd name="csX2" fmla="*/ 227853 w 227852"/>
                <a:gd name="csY2" fmla="*/ 98915 h 101983"/>
                <a:gd name="csX3" fmla="*/ 1098 w 227852"/>
                <a:gd name="csY3" fmla="*/ 98915 h 101983"/>
                <a:gd name="csX4" fmla="*/ 1098 w 227852"/>
                <a:gd name="csY4" fmla="*/ 98915 h 101983"/>
                <a:gd name="csX5" fmla="*/ 1098 w 227852"/>
                <a:gd name="csY5" fmla="*/ 1 h 101983"/>
                <a:gd name="csX6" fmla="*/ 1098 w 227852"/>
                <a:gd name="csY6" fmla="*/ 98915 h 101983"/>
                <a:gd name="csX7" fmla="*/ 1098 w 227852"/>
                <a:gd name="csY7" fmla="*/ 1 h 1019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27852" h="101983">
                  <a:moveTo>
                    <a:pt x="227853" y="98915"/>
                  </a:moveTo>
                  <a:cubicBezTo>
                    <a:pt x="157634" y="109220"/>
                    <a:pt x="93538" y="89481"/>
                    <a:pt x="1098" y="98915"/>
                  </a:cubicBezTo>
                  <a:moveTo>
                    <a:pt x="227853" y="98915"/>
                  </a:moveTo>
                  <a:cubicBezTo>
                    <a:pt x="141988" y="96810"/>
                    <a:pt x="50001" y="94125"/>
                    <a:pt x="1098" y="98915"/>
                  </a:cubicBezTo>
                  <a:moveTo>
                    <a:pt x="1098" y="98915"/>
                  </a:moveTo>
                  <a:cubicBezTo>
                    <a:pt x="4424" y="75982"/>
                    <a:pt x="1249" y="50510"/>
                    <a:pt x="1098" y="1"/>
                  </a:cubicBezTo>
                  <a:moveTo>
                    <a:pt x="1098" y="98915"/>
                  </a:moveTo>
                  <a:cubicBezTo>
                    <a:pt x="-1774" y="58710"/>
                    <a:pt x="2005" y="22135"/>
                    <a:pt x="1098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9" name="شكل حر: شكل 481">
              <a:extLst>
                <a:ext uri="{FF2B5EF4-FFF2-40B4-BE49-F238E27FC236}">
                  <a16:creationId xmlns:a16="http://schemas.microsoft.com/office/drawing/2014/main" id="{5E6273A2-072F-0A1E-7A79-011960DC5336}"/>
                </a:ext>
              </a:extLst>
            </p:cNvPr>
            <p:cNvSpPr/>
            <p:nvPr/>
          </p:nvSpPr>
          <p:spPr>
            <a:xfrm>
              <a:off x="5132291" y="3358643"/>
              <a:ext cx="52909" cy="50799"/>
            </a:xfrm>
            <a:custGeom>
              <a:avLst/>
              <a:gdLst>
                <a:gd name="csX0" fmla="*/ 26455 w 52909"/>
                <a:gd name="csY0" fmla="*/ 1 h 50799"/>
                <a:gd name="csX1" fmla="*/ 52910 w 52909"/>
                <a:gd name="csY1" fmla="*/ 50800 h 50799"/>
                <a:gd name="csX2" fmla="*/ 26455 w 52909"/>
                <a:gd name="csY2" fmla="*/ 38100 h 50799"/>
                <a:gd name="csX3" fmla="*/ 1 w 52909"/>
                <a:gd name="csY3" fmla="*/ 50800 h 50799"/>
                <a:gd name="csX4" fmla="*/ 26455 w 52909"/>
                <a:gd name="csY4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26455" y="1"/>
                  </a:moveTo>
                  <a:cubicBezTo>
                    <a:pt x="32653" y="14297"/>
                    <a:pt x="47165" y="26562"/>
                    <a:pt x="52910" y="50800"/>
                  </a:cubicBezTo>
                  <a:cubicBezTo>
                    <a:pt x="47770" y="44269"/>
                    <a:pt x="36433" y="43470"/>
                    <a:pt x="26455" y="38100"/>
                  </a:cubicBezTo>
                  <a:cubicBezTo>
                    <a:pt x="25095" y="43325"/>
                    <a:pt x="14211" y="38826"/>
                    <a:pt x="1" y="50800"/>
                  </a:cubicBezTo>
                  <a:cubicBezTo>
                    <a:pt x="13228" y="44922"/>
                    <a:pt x="7483" y="38899"/>
                    <a:pt x="26455" y="1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0" name="شكل حر: شكل 482">
              <a:extLst>
                <a:ext uri="{FF2B5EF4-FFF2-40B4-BE49-F238E27FC236}">
                  <a16:creationId xmlns:a16="http://schemas.microsoft.com/office/drawing/2014/main" id="{F25F23B0-5CC4-DD9B-64BE-613037D5B683}"/>
                </a:ext>
              </a:extLst>
            </p:cNvPr>
            <p:cNvSpPr/>
            <p:nvPr/>
          </p:nvSpPr>
          <p:spPr>
            <a:xfrm>
              <a:off x="5132291" y="3358643"/>
              <a:ext cx="52909" cy="50799"/>
            </a:xfrm>
            <a:custGeom>
              <a:avLst/>
              <a:gdLst>
                <a:gd name="csX0" fmla="*/ 26455 w 52909"/>
                <a:gd name="csY0" fmla="*/ 1 h 50799"/>
                <a:gd name="csX1" fmla="*/ 52910 w 52909"/>
                <a:gd name="csY1" fmla="*/ 50800 h 50799"/>
                <a:gd name="csX2" fmla="*/ 26455 w 52909"/>
                <a:gd name="csY2" fmla="*/ 1 h 50799"/>
                <a:gd name="csX3" fmla="*/ 52910 w 52909"/>
                <a:gd name="csY3" fmla="*/ 50800 h 50799"/>
                <a:gd name="csX4" fmla="*/ 52910 w 52909"/>
                <a:gd name="csY4" fmla="*/ 50800 h 50799"/>
                <a:gd name="csX5" fmla="*/ 26455 w 52909"/>
                <a:gd name="csY5" fmla="*/ 38100 h 50799"/>
                <a:gd name="csX6" fmla="*/ 52910 w 52909"/>
                <a:gd name="csY6" fmla="*/ 50800 h 50799"/>
                <a:gd name="csX7" fmla="*/ 26455 w 52909"/>
                <a:gd name="csY7" fmla="*/ 38100 h 50799"/>
                <a:gd name="csX8" fmla="*/ 26455 w 52909"/>
                <a:gd name="csY8" fmla="*/ 38100 h 50799"/>
                <a:gd name="csX9" fmla="*/ 1 w 52909"/>
                <a:gd name="csY9" fmla="*/ 50800 h 50799"/>
                <a:gd name="csX10" fmla="*/ 26455 w 52909"/>
                <a:gd name="csY10" fmla="*/ 38100 h 50799"/>
                <a:gd name="csX11" fmla="*/ 1 w 52909"/>
                <a:gd name="csY11" fmla="*/ 50800 h 50799"/>
                <a:gd name="csX12" fmla="*/ 1 w 52909"/>
                <a:gd name="csY12" fmla="*/ 50800 h 50799"/>
                <a:gd name="csX13" fmla="*/ 26455 w 52909"/>
                <a:gd name="csY13" fmla="*/ 1 h 50799"/>
                <a:gd name="csX14" fmla="*/ 1 w 52909"/>
                <a:gd name="csY14" fmla="*/ 50800 h 50799"/>
                <a:gd name="csX15" fmla="*/ 26455 w 52909"/>
                <a:gd name="csY15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26455" y="1"/>
                  </a:moveTo>
                  <a:cubicBezTo>
                    <a:pt x="35526" y="20828"/>
                    <a:pt x="47468" y="29464"/>
                    <a:pt x="52910" y="50800"/>
                  </a:cubicBezTo>
                  <a:moveTo>
                    <a:pt x="26455" y="1"/>
                  </a:moveTo>
                  <a:cubicBezTo>
                    <a:pt x="38322" y="19014"/>
                    <a:pt x="47921" y="38100"/>
                    <a:pt x="52910" y="50800"/>
                  </a:cubicBezTo>
                  <a:moveTo>
                    <a:pt x="52910" y="50800"/>
                  </a:moveTo>
                  <a:cubicBezTo>
                    <a:pt x="46410" y="48623"/>
                    <a:pt x="38171" y="45648"/>
                    <a:pt x="26455" y="38100"/>
                  </a:cubicBezTo>
                  <a:moveTo>
                    <a:pt x="52910" y="50800"/>
                  </a:moveTo>
                  <a:cubicBezTo>
                    <a:pt x="42177" y="44922"/>
                    <a:pt x="33333" y="40350"/>
                    <a:pt x="26455" y="38100"/>
                  </a:cubicBezTo>
                  <a:moveTo>
                    <a:pt x="26455" y="38100"/>
                  </a:moveTo>
                  <a:cubicBezTo>
                    <a:pt x="14815" y="44704"/>
                    <a:pt x="4762" y="47099"/>
                    <a:pt x="1" y="50800"/>
                  </a:cubicBezTo>
                  <a:moveTo>
                    <a:pt x="26455" y="38100"/>
                  </a:moveTo>
                  <a:cubicBezTo>
                    <a:pt x="18519" y="42455"/>
                    <a:pt x="7635" y="45212"/>
                    <a:pt x="1" y="50800"/>
                  </a:cubicBezTo>
                  <a:moveTo>
                    <a:pt x="1" y="50800"/>
                  </a:moveTo>
                  <a:cubicBezTo>
                    <a:pt x="8315" y="33020"/>
                    <a:pt x="16176" y="16039"/>
                    <a:pt x="26455" y="1"/>
                  </a:cubicBezTo>
                  <a:moveTo>
                    <a:pt x="1" y="50800"/>
                  </a:moveTo>
                  <a:cubicBezTo>
                    <a:pt x="10885" y="32440"/>
                    <a:pt x="15571" y="14878"/>
                    <a:pt x="26455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31" name="!!رسم 9">
            <a:extLst>
              <a:ext uri="{FF2B5EF4-FFF2-40B4-BE49-F238E27FC236}">
                <a16:creationId xmlns:a16="http://schemas.microsoft.com/office/drawing/2014/main" id="{47680C52-B998-2037-16D3-51918D7D7F32}"/>
              </a:ext>
            </a:extLst>
          </p:cNvPr>
          <p:cNvGrpSpPr/>
          <p:nvPr/>
        </p:nvGrpSpPr>
        <p:grpSpPr>
          <a:xfrm>
            <a:off x="1789614" y="3267134"/>
            <a:ext cx="616017" cy="145142"/>
            <a:chOff x="4512494" y="3277944"/>
            <a:chExt cx="616017" cy="145142"/>
          </a:xfrm>
          <a:noFill/>
        </p:grpSpPr>
        <p:sp>
          <p:nvSpPr>
            <p:cNvPr id="2132" name="مستطيل 484">
              <a:extLst>
                <a:ext uri="{FF2B5EF4-FFF2-40B4-BE49-F238E27FC236}">
                  <a16:creationId xmlns:a16="http://schemas.microsoft.com/office/drawing/2014/main" id="{9451BB16-3187-237D-6E11-4AE6EA6C6517}"/>
                </a:ext>
              </a:extLst>
            </p:cNvPr>
            <p:cNvSpPr/>
            <p:nvPr/>
          </p:nvSpPr>
          <p:spPr>
            <a:xfrm>
              <a:off x="4516273" y="3277944"/>
              <a:ext cx="612238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33" name="صورة 485">
              <a:extLst>
                <a:ext uri="{FF2B5EF4-FFF2-40B4-BE49-F238E27FC236}">
                  <a16:creationId xmlns:a16="http://schemas.microsoft.com/office/drawing/2014/main" id="{1F20FC1C-4A85-5342-58F6-4C7234BF8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4512494" y="3314230"/>
              <a:ext cx="597121" cy="87085"/>
            </a:xfrm>
            <a:custGeom>
              <a:avLst/>
              <a:gdLst>
                <a:gd name="csX0" fmla="*/ 0 w 597121"/>
                <a:gd name="csY0" fmla="*/ 0 h 87085"/>
                <a:gd name="csX1" fmla="*/ 597121 w 597121"/>
                <a:gd name="csY1" fmla="*/ 0 h 87085"/>
                <a:gd name="csX2" fmla="*/ 597121 w 597121"/>
                <a:gd name="csY2" fmla="*/ 87085 h 87085"/>
                <a:gd name="csX3" fmla="*/ 0 w 597121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7121" h="87085">
                  <a:moveTo>
                    <a:pt x="0" y="0"/>
                  </a:moveTo>
                  <a:lnTo>
                    <a:pt x="597121" y="0"/>
                  </a:lnTo>
                  <a:lnTo>
                    <a:pt x="597121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134" name="!!رسم 9">
            <a:extLst>
              <a:ext uri="{FF2B5EF4-FFF2-40B4-BE49-F238E27FC236}">
                <a16:creationId xmlns:a16="http://schemas.microsoft.com/office/drawing/2014/main" id="{2C9726C1-510A-CB4C-F067-94E049C68347}"/>
              </a:ext>
            </a:extLst>
          </p:cNvPr>
          <p:cNvGrpSpPr/>
          <p:nvPr/>
        </p:nvGrpSpPr>
        <p:grpSpPr>
          <a:xfrm>
            <a:off x="2641456" y="3449799"/>
            <a:ext cx="65120" cy="64342"/>
            <a:chOff x="5364336" y="3460609"/>
            <a:chExt cx="65120" cy="64342"/>
          </a:xfrm>
          <a:noFill/>
        </p:grpSpPr>
        <p:sp>
          <p:nvSpPr>
            <p:cNvPr id="2135" name="شكل بيضاوي 487">
              <a:extLst>
                <a:ext uri="{FF2B5EF4-FFF2-40B4-BE49-F238E27FC236}">
                  <a16:creationId xmlns:a16="http://schemas.microsoft.com/office/drawing/2014/main" id="{6E6DDE9C-5EFA-3DC6-1281-CE8F3C523496}"/>
                </a:ext>
              </a:extLst>
            </p:cNvPr>
            <p:cNvSpPr/>
            <p:nvPr/>
          </p:nvSpPr>
          <p:spPr>
            <a:xfrm>
              <a:off x="5370383" y="3466629"/>
              <a:ext cx="52909" cy="50799"/>
            </a:xfrm>
            <a:prstGeom prst="ellipse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6" name="شكل حر: شكل 488">
              <a:extLst>
                <a:ext uri="{FF2B5EF4-FFF2-40B4-BE49-F238E27FC236}">
                  <a16:creationId xmlns:a16="http://schemas.microsoft.com/office/drawing/2014/main" id="{8DE30636-C73F-FF1F-2E41-5EFBDF402BAD}"/>
                </a:ext>
              </a:extLst>
            </p:cNvPr>
            <p:cNvSpPr/>
            <p:nvPr/>
          </p:nvSpPr>
          <p:spPr>
            <a:xfrm>
              <a:off x="5364336" y="3460609"/>
              <a:ext cx="65120" cy="64342"/>
            </a:xfrm>
            <a:custGeom>
              <a:avLst/>
              <a:gdLst>
                <a:gd name="csX0" fmla="*/ 32125 w 65120"/>
                <a:gd name="csY0" fmla="*/ 5512 h 64342"/>
                <a:gd name="csX1" fmla="*/ 43160 w 65120"/>
                <a:gd name="csY1" fmla="*/ 17486 h 64342"/>
                <a:gd name="csX2" fmla="*/ 58428 w 65120"/>
                <a:gd name="csY2" fmla="*/ 22639 h 64342"/>
                <a:gd name="csX3" fmla="*/ 58126 w 65120"/>
                <a:gd name="csY3" fmla="*/ 44192 h 64342"/>
                <a:gd name="csX4" fmla="*/ 41270 w 65120"/>
                <a:gd name="csY4" fmla="*/ 47531 h 64342"/>
                <a:gd name="csX5" fmla="*/ 25548 w 65120"/>
                <a:gd name="csY5" fmla="*/ 59868 h 64342"/>
                <a:gd name="csX6" fmla="*/ 14362 w 65120"/>
                <a:gd name="csY6" fmla="*/ 42451 h 64342"/>
                <a:gd name="csX7" fmla="*/ 7786 w 65120"/>
                <a:gd name="csY7" fmla="*/ 36282 h 64342"/>
                <a:gd name="csX8" fmla="*/ 14664 w 65120"/>
                <a:gd name="csY8" fmla="*/ 14656 h 64342"/>
                <a:gd name="csX9" fmla="*/ 36962 w 65120"/>
                <a:gd name="csY9" fmla="*/ 10665 h 64342"/>
                <a:gd name="csX10" fmla="*/ 35677 w 65120"/>
                <a:gd name="csY10" fmla="*/ 8923 h 64342"/>
                <a:gd name="csX11" fmla="*/ 21920 w 65120"/>
                <a:gd name="csY11" fmla="*/ 214 h 64342"/>
                <a:gd name="csX12" fmla="*/ 33561 w 65120"/>
                <a:gd name="csY12" fmla="*/ 6818 h 64342"/>
                <a:gd name="csX13" fmla="*/ 64550 w 65120"/>
                <a:gd name="csY13" fmla="*/ 21332 h 64342"/>
                <a:gd name="csX14" fmla="*/ 54347 w 65120"/>
                <a:gd name="csY14" fmla="*/ 23727 h 64342"/>
                <a:gd name="csX15" fmla="*/ 63417 w 65120"/>
                <a:gd name="csY15" fmla="*/ 53699 h 64342"/>
                <a:gd name="csX16" fmla="*/ 24868 w 65120"/>
                <a:gd name="csY16" fmla="*/ 61101 h 64342"/>
                <a:gd name="csX17" fmla="*/ 14967 w 65120"/>
                <a:gd name="csY17" fmla="*/ 62190 h 64342"/>
                <a:gd name="csX18" fmla="*/ 1 w 65120"/>
                <a:gd name="csY18" fmla="*/ 32218 h 64342"/>
                <a:gd name="csX19" fmla="*/ 14286 w 65120"/>
                <a:gd name="csY19" fmla="*/ 13568 h 64342"/>
                <a:gd name="csX20" fmla="*/ 21165 w 65120"/>
                <a:gd name="csY20" fmla="*/ 3988 h 64342"/>
                <a:gd name="csX21" fmla="*/ 31444 w 65120"/>
                <a:gd name="csY21" fmla="*/ 20825 h 64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5120" h="64342">
                  <a:moveTo>
                    <a:pt x="32125" y="5512"/>
                  </a:moveTo>
                  <a:cubicBezTo>
                    <a:pt x="36282" y="5004"/>
                    <a:pt x="38776" y="14583"/>
                    <a:pt x="43160" y="17486"/>
                  </a:cubicBezTo>
                  <a:cubicBezTo>
                    <a:pt x="47544" y="20317"/>
                    <a:pt x="55934" y="18140"/>
                    <a:pt x="58428" y="22639"/>
                  </a:cubicBezTo>
                  <a:cubicBezTo>
                    <a:pt x="60922" y="27066"/>
                    <a:pt x="60922" y="40056"/>
                    <a:pt x="58126" y="44192"/>
                  </a:cubicBezTo>
                  <a:cubicBezTo>
                    <a:pt x="55253" y="48402"/>
                    <a:pt x="46712" y="44918"/>
                    <a:pt x="41270" y="47531"/>
                  </a:cubicBezTo>
                  <a:cubicBezTo>
                    <a:pt x="35828" y="50143"/>
                    <a:pt x="30008" y="60739"/>
                    <a:pt x="25548" y="59868"/>
                  </a:cubicBezTo>
                  <a:cubicBezTo>
                    <a:pt x="21089" y="58997"/>
                    <a:pt x="17310" y="46442"/>
                    <a:pt x="14362" y="42451"/>
                  </a:cubicBezTo>
                  <a:cubicBezTo>
                    <a:pt x="11339" y="38532"/>
                    <a:pt x="7710" y="40854"/>
                    <a:pt x="7786" y="36282"/>
                  </a:cubicBezTo>
                  <a:cubicBezTo>
                    <a:pt x="7862" y="31638"/>
                    <a:pt x="9751" y="18938"/>
                    <a:pt x="14664" y="14656"/>
                  </a:cubicBezTo>
                  <a:cubicBezTo>
                    <a:pt x="19502" y="10447"/>
                    <a:pt x="33485" y="11608"/>
                    <a:pt x="36962" y="10665"/>
                  </a:cubicBezTo>
                  <a:cubicBezTo>
                    <a:pt x="40514" y="9721"/>
                    <a:pt x="37567" y="10229"/>
                    <a:pt x="35677" y="8923"/>
                  </a:cubicBezTo>
                  <a:moveTo>
                    <a:pt x="21920" y="214"/>
                  </a:moveTo>
                  <a:cubicBezTo>
                    <a:pt x="26531" y="-1019"/>
                    <a:pt x="26456" y="3335"/>
                    <a:pt x="33561" y="6818"/>
                  </a:cubicBezTo>
                  <a:cubicBezTo>
                    <a:pt x="40665" y="10374"/>
                    <a:pt x="61073" y="18502"/>
                    <a:pt x="64550" y="21332"/>
                  </a:cubicBezTo>
                  <a:cubicBezTo>
                    <a:pt x="68027" y="24090"/>
                    <a:pt x="54498" y="18357"/>
                    <a:pt x="54347" y="23727"/>
                  </a:cubicBezTo>
                  <a:cubicBezTo>
                    <a:pt x="54195" y="29170"/>
                    <a:pt x="68330" y="47458"/>
                    <a:pt x="63417" y="53699"/>
                  </a:cubicBezTo>
                  <a:cubicBezTo>
                    <a:pt x="58579" y="59940"/>
                    <a:pt x="32956" y="59723"/>
                    <a:pt x="24868" y="61101"/>
                  </a:cubicBezTo>
                  <a:cubicBezTo>
                    <a:pt x="16781" y="62480"/>
                    <a:pt x="19048" y="66980"/>
                    <a:pt x="14967" y="62190"/>
                  </a:cubicBezTo>
                  <a:cubicBezTo>
                    <a:pt x="10809" y="57328"/>
                    <a:pt x="152" y="40274"/>
                    <a:pt x="1" y="32218"/>
                  </a:cubicBezTo>
                  <a:cubicBezTo>
                    <a:pt x="-75" y="24090"/>
                    <a:pt x="10734" y="18212"/>
                    <a:pt x="14286" y="13568"/>
                  </a:cubicBezTo>
                  <a:cubicBezTo>
                    <a:pt x="17839" y="8850"/>
                    <a:pt x="18292" y="2754"/>
                    <a:pt x="21165" y="3988"/>
                  </a:cubicBezTo>
                  <a:cubicBezTo>
                    <a:pt x="23961" y="5222"/>
                    <a:pt x="30386" y="18938"/>
                    <a:pt x="31444" y="20825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37" name="!!رسم 9">
            <a:extLst>
              <a:ext uri="{FF2B5EF4-FFF2-40B4-BE49-F238E27FC236}">
                <a16:creationId xmlns:a16="http://schemas.microsoft.com/office/drawing/2014/main" id="{6347C1C8-BF6B-3248-3BD7-918CA2BCE7E2}"/>
              </a:ext>
            </a:extLst>
          </p:cNvPr>
          <p:cNvGrpSpPr/>
          <p:nvPr/>
        </p:nvGrpSpPr>
        <p:grpSpPr>
          <a:xfrm>
            <a:off x="4322106" y="3990232"/>
            <a:ext cx="688466" cy="663008"/>
            <a:chOff x="7044986" y="4001042"/>
            <a:chExt cx="688466" cy="663008"/>
          </a:xfrm>
        </p:grpSpPr>
        <p:grpSp>
          <p:nvGrpSpPr>
            <p:cNvPr id="2138" name="رسم 9">
              <a:extLst>
                <a:ext uri="{FF2B5EF4-FFF2-40B4-BE49-F238E27FC236}">
                  <a16:creationId xmlns:a16="http://schemas.microsoft.com/office/drawing/2014/main" id="{735B303C-AC59-3DD3-8457-23B2400963FA}"/>
                </a:ext>
              </a:extLst>
            </p:cNvPr>
            <p:cNvGrpSpPr/>
            <p:nvPr/>
          </p:nvGrpSpPr>
          <p:grpSpPr>
            <a:xfrm>
              <a:off x="7044986" y="4001042"/>
              <a:ext cx="688466" cy="663008"/>
              <a:chOff x="7044986" y="4001042"/>
              <a:chExt cx="688466" cy="663008"/>
            </a:xfrm>
            <a:noFill/>
          </p:grpSpPr>
          <p:grpSp>
            <p:nvGrpSpPr>
              <p:cNvPr id="2159" name="رسم 9">
                <a:extLst>
                  <a:ext uri="{FF2B5EF4-FFF2-40B4-BE49-F238E27FC236}">
                    <a16:creationId xmlns:a16="http://schemas.microsoft.com/office/drawing/2014/main" id="{F899D638-A971-039C-FF53-63D24C13950E}"/>
                  </a:ext>
                </a:extLst>
              </p:cNvPr>
              <p:cNvGrpSpPr/>
              <p:nvPr/>
            </p:nvGrpSpPr>
            <p:grpSpPr>
              <a:xfrm>
                <a:off x="7044986" y="4001042"/>
                <a:ext cx="688466" cy="662210"/>
                <a:chOff x="7044986" y="4001042"/>
                <a:chExt cx="688466" cy="662210"/>
              </a:xfrm>
              <a:noFill/>
            </p:grpSpPr>
            <p:sp>
              <p:nvSpPr>
                <p:cNvPr id="2161" name="مستطيل 492">
                  <a:extLst>
                    <a:ext uri="{FF2B5EF4-FFF2-40B4-BE49-F238E27FC236}">
                      <a16:creationId xmlns:a16="http://schemas.microsoft.com/office/drawing/2014/main" id="{C8706429-B18D-DC7B-3D5E-D381F1A10C2F}"/>
                    </a:ext>
                  </a:extLst>
                </p:cNvPr>
                <p:cNvSpPr/>
                <p:nvPr/>
              </p:nvSpPr>
              <p:spPr>
                <a:xfrm>
                  <a:off x="7048369" y="4003655"/>
                  <a:ext cx="680264" cy="653139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" name="شكل حر: شكل 493">
                  <a:extLst>
                    <a:ext uri="{FF2B5EF4-FFF2-40B4-BE49-F238E27FC236}">
                      <a16:creationId xmlns:a16="http://schemas.microsoft.com/office/drawing/2014/main" id="{DDD44764-3EE7-100F-E6AD-4D4527F98ECC}"/>
                    </a:ext>
                  </a:extLst>
                </p:cNvPr>
                <p:cNvSpPr/>
                <p:nvPr/>
              </p:nvSpPr>
              <p:spPr>
                <a:xfrm>
                  <a:off x="7046480" y="4001042"/>
                  <a:ext cx="684497" cy="662210"/>
                </a:xfrm>
                <a:custGeom>
                  <a:avLst/>
                  <a:gdLst>
                    <a:gd name="csX0" fmla="*/ 2948 w 684497"/>
                    <a:gd name="csY0" fmla="*/ 1452 h 662210"/>
                    <a:gd name="csX1" fmla="*/ 2948 w 684497"/>
                    <a:gd name="csY1" fmla="*/ 1452 h 662210"/>
                    <a:gd name="csX2" fmla="*/ 2948 w 684497"/>
                    <a:gd name="csY2" fmla="*/ 1452 h 662210"/>
                    <a:gd name="csX3" fmla="*/ 2948 w 684497"/>
                    <a:gd name="csY3" fmla="*/ 1452 h 662210"/>
                    <a:gd name="csX4" fmla="*/ 907 w 684497"/>
                    <a:gd name="csY4" fmla="*/ 47897 h 662210"/>
                    <a:gd name="csX5" fmla="*/ 40590 w 684497"/>
                    <a:gd name="csY5" fmla="*/ 4064 h 662210"/>
                    <a:gd name="csX6" fmla="*/ 907 w 684497"/>
                    <a:gd name="csY6" fmla="*/ 47897 h 662210"/>
                    <a:gd name="csX7" fmla="*/ 40590 w 684497"/>
                    <a:gd name="csY7" fmla="*/ 4064 h 662210"/>
                    <a:gd name="csX8" fmla="*/ 3931 w 684497"/>
                    <a:gd name="csY8" fmla="*/ 88827 h 662210"/>
                    <a:gd name="csX9" fmla="*/ 83295 w 684497"/>
                    <a:gd name="csY9" fmla="*/ 1234 h 662210"/>
                    <a:gd name="csX10" fmla="*/ 3931 w 684497"/>
                    <a:gd name="csY10" fmla="*/ 88827 h 662210"/>
                    <a:gd name="csX11" fmla="*/ 83295 w 684497"/>
                    <a:gd name="csY11" fmla="*/ 1234 h 662210"/>
                    <a:gd name="csX12" fmla="*/ 1966 w 684497"/>
                    <a:gd name="csY12" fmla="*/ 135273 h 662210"/>
                    <a:gd name="csX13" fmla="*/ 120936 w 684497"/>
                    <a:gd name="csY13" fmla="*/ 3847 h 662210"/>
                    <a:gd name="csX14" fmla="*/ 1966 w 684497"/>
                    <a:gd name="csY14" fmla="*/ 135273 h 662210"/>
                    <a:gd name="csX15" fmla="*/ 120936 w 684497"/>
                    <a:gd name="csY15" fmla="*/ 3847 h 662210"/>
                    <a:gd name="csX16" fmla="*/ 1 w 684497"/>
                    <a:gd name="csY16" fmla="*/ 181718 h 662210"/>
                    <a:gd name="csX17" fmla="*/ 163642 w 684497"/>
                    <a:gd name="csY17" fmla="*/ 944 h 662210"/>
                    <a:gd name="csX18" fmla="*/ 1 w 684497"/>
                    <a:gd name="csY18" fmla="*/ 181718 h 662210"/>
                    <a:gd name="csX19" fmla="*/ 163642 w 684497"/>
                    <a:gd name="csY19" fmla="*/ 944 h 662210"/>
                    <a:gd name="csX20" fmla="*/ 2948 w 684497"/>
                    <a:gd name="csY20" fmla="*/ 222648 h 662210"/>
                    <a:gd name="csX21" fmla="*/ 201283 w 684497"/>
                    <a:gd name="csY21" fmla="*/ 3556 h 662210"/>
                    <a:gd name="csX22" fmla="*/ 2948 w 684497"/>
                    <a:gd name="csY22" fmla="*/ 222648 h 662210"/>
                    <a:gd name="csX23" fmla="*/ 201283 w 684497"/>
                    <a:gd name="csY23" fmla="*/ 3556 h 662210"/>
                    <a:gd name="csX24" fmla="*/ 983 w 684497"/>
                    <a:gd name="csY24" fmla="*/ 269094 h 662210"/>
                    <a:gd name="csX25" fmla="*/ 243989 w 684497"/>
                    <a:gd name="csY25" fmla="*/ 726 h 662210"/>
                    <a:gd name="csX26" fmla="*/ 983 w 684497"/>
                    <a:gd name="csY26" fmla="*/ 269094 h 662210"/>
                    <a:gd name="csX27" fmla="*/ 243989 w 684497"/>
                    <a:gd name="csY27" fmla="*/ 726 h 662210"/>
                    <a:gd name="csX28" fmla="*/ 3931 w 684497"/>
                    <a:gd name="csY28" fmla="*/ 310024 h 662210"/>
                    <a:gd name="csX29" fmla="*/ 281630 w 684497"/>
                    <a:gd name="csY29" fmla="*/ 3339 h 662210"/>
                    <a:gd name="csX30" fmla="*/ 3931 w 684497"/>
                    <a:gd name="csY30" fmla="*/ 310024 h 662210"/>
                    <a:gd name="csX31" fmla="*/ 281630 w 684497"/>
                    <a:gd name="csY31" fmla="*/ 3339 h 662210"/>
                    <a:gd name="csX32" fmla="*/ 1966 w 684497"/>
                    <a:gd name="csY32" fmla="*/ 356469 h 662210"/>
                    <a:gd name="csX33" fmla="*/ 324335 w 684497"/>
                    <a:gd name="csY33" fmla="*/ 508 h 662210"/>
                    <a:gd name="csX34" fmla="*/ 1966 w 684497"/>
                    <a:gd name="csY34" fmla="*/ 356469 h 662210"/>
                    <a:gd name="csX35" fmla="*/ 324335 w 684497"/>
                    <a:gd name="csY35" fmla="*/ 508 h 662210"/>
                    <a:gd name="csX36" fmla="*/ 1 w 684497"/>
                    <a:gd name="csY36" fmla="*/ 402915 h 662210"/>
                    <a:gd name="csX37" fmla="*/ 361977 w 684497"/>
                    <a:gd name="csY37" fmla="*/ 3121 h 662210"/>
                    <a:gd name="csX38" fmla="*/ 1 w 684497"/>
                    <a:gd name="csY38" fmla="*/ 402915 h 662210"/>
                    <a:gd name="csX39" fmla="*/ 361977 w 684497"/>
                    <a:gd name="csY39" fmla="*/ 3121 h 662210"/>
                    <a:gd name="csX40" fmla="*/ 3024 w 684497"/>
                    <a:gd name="csY40" fmla="*/ 443845 h 662210"/>
                    <a:gd name="csX41" fmla="*/ 404682 w 684497"/>
                    <a:gd name="csY41" fmla="*/ 218 h 662210"/>
                    <a:gd name="csX42" fmla="*/ 3024 w 684497"/>
                    <a:gd name="csY42" fmla="*/ 443845 h 662210"/>
                    <a:gd name="csX43" fmla="*/ 404682 w 684497"/>
                    <a:gd name="csY43" fmla="*/ 218 h 662210"/>
                    <a:gd name="csX44" fmla="*/ 983 w 684497"/>
                    <a:gd name="csY44" fmla="*/ 490290 h 662210"/>
                    <a:gd name="csX45" fmla="*/ 442324 w 684497"/>
                    <a:gd name="csY45" fmla="*/ 2831 h 662210"/>
                    <a:gd name="csX46" fmla="*/ 983 w 684497"/>
                    <a:gd name="csY46" fmla="*/ 490290 h 662210"/>
                    <a:gd name="csX47" fmla="*/ 442324 w 684497"/>
                    <a:gd name="csY47" fmla="*/ 2831 h 662210"/>
                    <a:gd name="csX48" fmla="*/ 4007 w 684497"/>
                    <a:gd name="csY48" fmla="*/ 531221 h 662210"/>
                    <a:gd name="csX49" fmla="*/ 485029 w 684497"/>
                    <a:gd name="csY49" fmla="*/ 1 h 662210"/>
                    <a:gd name="csX50" fmla="*/ 4007 w 684497"/>
                    <a:gd name="csY50" fmla="*/ 531221 h 662210"/>
                    <a:gd name="csX51" fmla="*/ 485029 w 684497"/>
                    <a:gd name="csY51" fmla="*/ 1 h 662210"/>
                    <a:gd name="csX52" fmla="*/ 2041 w 684497"/>
                    <a:gd name="csY52" fmla="*/ 577666 h 662210"/>
                    <a:gd name="csX53" fmla="*/ 522671 w 684497"/>
                    <a:gd name="csY53" fmla="*/ 2613 h 662210"/>
                    <a:gd name="csX54" fmla="*/ 2041 w 684497"/>
                    <a:gd name="csY54" fmla="*/ 577666 h 662210"/>
                    <a:gd name="csX55" fmla="*/ 522671 w 684497"/>
                    <a:gd name="csY55" fmla="*/ 2613 h 662210"/>
                    <a:gd name="csX56" fmla="*/ 76 w 684497"/>
                    <a:gd name="csY56" fmla="*/ 624111 h 662210"/>
                    <a:gd name="csX57" fmla="*/ 560388 w 684497"/>
                    <a:gd name="csY57" fmla="*/ 5225 h 662210"/>
                    <a:gd name="csX58" fmla="*/ 76 w 684497"/>
                    <a:gd name="csY58" fmla="*/ 624111 h 662210"/>
                    <a:gd name="csX59" fmla="*/ 560388 w 684497"/>
                    <a:gd name="csY59" fmla="*/ 5225 h 662210"/>
                    <a:gd name="csX60" fmla="*/ 8012 w 684497"/>
                    <a:gd name="csY60" fmla="*/ 659599 h 662210"/>
                    <a:gd name="csX61" fmla="*/ 603018 w 684497"/>
                    <a:gd name="csY61" fmla="*/ 2323 h 662210"/>
                    <a:gd name="csX62" fmla="*/ 8012 w 684497"/>
                    <a:gd name="csY62" fmla="*/ 659599 h 662210"/>
                    <a:gd name="csX63" fmla="*/ 603018 w 684497"/>
                    <a:gd name="csY63" fmla="*/ 2323 h 662210"/>
                    <a:gd name="csX64" fmla="*/ 45654 w 684497"/>
                    <a:gd name="csY64" fmla="*/ 662211 h 662210"/>
                    <a:gd name="csX65" fmla="*/ 640734 w 684497"/>
                    <a:gd name="csY65" fmla="*/ 4935 h 662210"/>
                    <a:gd name="csX66" fmla="*/ 45654 w 684497"/>
                    <a:gd name="csY66" fmla="*/ 662211 h 662210"/>
                    <a:gd name="csX67" fmla="*/ 640734 w 684497"/>
                    <a:gd name="csY67" fmla="*/ 4935 h 662210"/>
                    <a:gd name="csX68" fmla="*/ 88359 w 684497"/>
                    <a:gd name="csY68" fmla="*/ 659308 h 662210"/>
                    <a:gd name="csX69" fmla="*/ 683364 w 684497"/>
                    <a:gd name="csY69" fmla="*/ 2105 h 662210"/>
                    <a:gd name="csX70" fmla="*/ 88359 w 684497"/>
                    <a:gd name="csY70" fmla="*/ 659308 h 662210"/>
                    <a:gd name="csX71" fmla="*/ 683364 w 684497"/>
                    <a:gd name="csY71" fmla="*/ 2105 h 662210"/>
                    <a:gd name="csX72" fmla="*/ 126001 w 684497"/>
                    <a:gd name="csY72" fmla="*/ 661921 h 662210"/>
                    <a:gd name="csX73" fmla="*/ 681399 w 684497"/>
                    <a:gd name="csY73" fmla="*/ 48550 h 662210"/>
                    <a:gd name="csX74" fmla="*/ 126001 w 684497"/>
                    <a:gd name="csY74" fmla="*/ 661921 h 662210"/>
                    <a:gd name="csX75" fmla="*/ 681399 w 684497"/>
                    <a:gd name="csY75" fmla="*/ 48550 h 662210"/>
                    <a:gd name="csX76" fmla="*/ 168706 w 684497"/>
                    <a:gd name="csY76" fmla="*/ 659091 h 662210"/>
                    <a:gd name="csX77" fmla="*/ 684422 w 684497"/>
                    <a:gd name="csY77" fmla="*/ 89480 h 662210"/>
                    <a:gd name="csX78" fmla="*/ 168706 w 684497"/>
                    <a:gd name="csY78" fmla="*/ 659091 h 662210"/>
                    <a:gd name="csX79" fmla="*/ 684422 w 684497"/>
                    <a:gd name="csY79" fmla="*/ 89480 h 662210"/>
                    <a:gd name="csX80" fmla="*/ 206347 w 684497"/>
                    <a:gd name="csY80" fmla="*/ 661703 h 662210"/>
                    <a:gd name="csX81" fmla="*/ 682457 w 684497"/>
                    <a:gd name="csY81" fmla="*/ 135926 h 662210"/>
                    <a:gd name="csX82" fmla="*/ 206347 w 684497"/>
                    <a:gd name="csY82" fmla="*/ 661703 h 662210"/>
                    <a:gd name="csX83" fmla="*/ 682457 w 684497"/>
                    <a:gd name="csY83" fmla="*/ 135926 h 662210"/>
                    <a:gd name="csX84" fmla="*/ 249053 w 684497"/>
                    <a:gd name="csY84" fmla="*/ 658800 h 662210"/>
                    <a:gd name="csX85" fmla="*/ 680416 w 684497"/>
                    <a:gd name="csY85" fmla="*/ 182299 h 662210"/>
                    <a:gd name="csX86" fmla="*/ 249053 w 684497"/>
                    <a:gd name="csY86" fmla="*/ 658800 h 662210"/>
                    <a:gd name="csX87" fmla="*/ 680416 w 684497"/>
                    <a:gd name="csY87" fmla="*/ 182299 h 662210"/>
                    <a:gd name="csX88" fmla="*/ 286694 w 684497"/>
                    <a:gd name="csY88" fmla="*/ 661413 h 662210"/>
                    <a:gd name="csX89" fmla="*/ 683440 w 684497"/>
                    <a:gd name="csY89" fmla="*/ 223301 h 662210"/>
                    <a:gd name="csX90" fmla="*/ 286694 w 684497"/>
                    <a:gd name="csY90" fmla="*/ 661413 h 662210"/>
                    <a:gd name="csX91" fmla="*/ 683440 w 684497"/>
                    <a:gd name="csY91" fmla="*/ 223301 h 662210"/>
                    <a:gd name="csX92" fmla="*/ 329400 w 684497"/>
                    <a:gd name="csY92" fmla="*/ 658583 h 662210"/>
                    <a:gd name="csX93" fmla="*/ 681474 w 684497"/>
                    <a:gd name="csY93" fmla="*/ 269674 h 662210"/>
                    <a:gd name="csX94" fmla="*/ 329400 w 684497"/>
                    <a:gd name="csY94" fmla="*/ 658583 h 662210"/>
                    <a:gd name="csX95" fmla="*/ 681474 w 684497"/>
                    <a:gd name="csY95" fmla="*/ 269674 h 662210"/>
                    <a:gd name="csX96" fmla="*/ 367041 w 684497"/>
                    <a:gd name="csY96" fmla="*/ 661195 h 662210"/>
                    <a:gd name="csX97" fmla="*/ 684422 w 684497"/>
                    <a:gd name="csY97" fmla="*/ 310677 h 662210"/>
                    <a:gd name="csX98" fmla="*/ 367041 w 684497"/>
                    <a:gd name="csY98" fmla="*/ 661195 h 662210"/>
                    <a:gd name="csX99" fmla="*/ 684422 w 684497"/>
                    <a:gd name="csY99" fmla="*/ 310677 h 662210"/>
                    <a:gd name="csX100" fmla="*/ 409747 w 684497"/>
                    <a:gd name="csY100" fmla="*/ 658292 h 662210"/>
                    <a:gd name="csX101" fmla="*/ 682457 w 684497"/>
                    <a:gd name="csY101" fmla="*/ 357123 h 662210"/>
                    <a:gd name="csX102" fmla="*/ 409747 w 684497"/>
                    <a:gd name="csY102" fmla="*/ 658292 h 662210"/>
                    <a:gd name="csX103" fmla="*/ 682457 w 684497"/>
                    <a:gd name="csY103" fmla="*/ 357123 h 662210"/>
                    <a:gd name="csX104" fmla="*/ 447388 w 684497"/>
                    <a:gd name="csY104" fmla="*/ 660905 h 662210"/>
                    <a:gd name="csX105" fmla="*/ 680492 w 684497"/>
                    <a:gd name="csY105" fmla="*/ 403495 h 662210"/>
                    <a:gd name="csX106" fmla="*/ 447388 w 684497"/>
                    <a:gd name="csY106" fmla="*/ 660905 h 662210"/>
                    <a:gd name="csX107" fmla="*/ 680492 w 684497"/>
                    <a:gd name="csY107" fmla="*/ 403495 h 662210"/>
                    <a:gd name="csX108" fmla="*/ 490094 w 684497"/>
                    <a:gd name="csY108" fmla="*/ 658075 h 662210"/>
                    <a:gd name="csX109" fmla="*/ 683440 w 684497"/>
                    <a:gd name="csY109" fmla="*/ 444498 h 662210"/>
                    <a:gd name="csX110" fmla="*/ 490094 w 684497"/>
                    <a:gd name="csY110" fmla="*/ 658075 h 662210"/>
                    <a:gd name="csX111" fmla="*/ 683440 w 684497"/>
                    <a:gd name="csY111" fmla="*/ 444498 h 662210"/>
                    <a:gd name="csX112" fmla="*/ 527735 w 684497"/>
                    <a:gd name="csY112" fmla="*/ 660687 h 662210"/>
                    <a:gd name="csX113" fmla="*/ 681474 w 684497"/>
                    <a:gd name="csY113" fmla="*/ 490871 h 662210"/>
                    <a:gd name="csX114" fmla="*/ 527735 w 684497"/>
                    <a:gd name="csY114" fmla="*/ 660687 h 662210"/>
                    <a:gd name="csX115" fmla="*/ 681474 w 684497"/>
                    <a:gd name="csY115" fmla="*/ 490871 h 662210"/>
                    <a:gd name="csX116" fmla="*/ 570440 w 684497"/>
                    <a:gd name="csY116" fmla="*/ 657857 h 662210"/>
                    <a:gd name="csX117" fmla="*/ 684498 w 684497"/>
                    <a:gd name="csY117" fmla="*/ 531873 h 662210"/>
                    <a:gd name="csX118" fmla="*/ 570440 w 684497"/>
                    <a:gd name="csY118" fmla="*/ 657857 h 662210"/>
                    <a:gd name="csX119" fmla="*/ 684498 w 684497"/>
                    <a:gd name="csY119" fmla="*/ 531873 h 662210"/>
                    <a:gd name="csX120" fmla="*/ 608082 w 684497"/>
                    <a:gd name="csY120" fmla="*/ 660470 h 662210"/>
                    <a:gd name="csX121" fmla="*/ 682533 w 684497"/>
                    <a:gd name="csY121" fmla="*/ 578319 h 662210"/>
                    <a:gd name="csX122" fmla="*/ 608082 w 684497"/>
                    <a:gd name="csY122" fmla="*/ 660470 h 662210"/>
                    <a:gd name="csX123" fmla="*/ 682533 w 684497"/>
                    <a:gd name="csY123" fmla="*/ 578319 h 662210"/>
                    <a:gd name="csX124" fmla="*/ 650787 w 684497"/>
                    <a:gd name="csY124" fmla="*/ 657567 h 662210"/>
                    <a:gd name="csX125" fmla="*/ 680492 w 684497"/>
                    <a:gd name="csY125" fmla="*/ 624692 h 662210"/>
                    <a:gd name="csX126" fmla="*/ 650787 w 684497"/>
                    <a:gd name="csY126" fmla="*/ 657567 h 662210"/>
                    <a:gd name="csX127" fmla="*/ 680492 w 684497"/>
                    <a:gd name="csY127" fmla="*/ 624692 h 6622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</a:cxnLst>
                  <a:rect l="l" t="t" r="r" b="b"/>
                  <a:pathLst>
                    <a:path w="684497" h="662210">
                      <a:moveTo>
                        <a:pt x="2948" y="1452"/>
                      </a:moveTo>
                      <a:cubicBezTo>
                        <a:pt x="2948" y="1452"/>
                        <a:pt x="2948" y="1452"/>
                        <a:pt x="2948" y="1452"/>
                      </a:cubicBezTo>
                      <a:moveTo>
                        <a:pt x="2948" y="1452"/>
                      </a:moveTo>
                      <a:cubicBezTo>
                        <a:pt x="2948" y="1452"/>
                        <a:pt x="2948" y="1452"/>
                        <a:pt x="2948" y="1452"/>
                      </a:cubicBezTo>
                      <a:moveTo>
                        <a:pt x="907" y="47897"/>
                      </a:moveTo>
                      <a:cubicBezTo>
                        <a:pt x="14740" y="32657"/>
                        <a:pt x="22147" y="26416"/>
                        <a:pt x="40590" y="4064"/>
                      </a:cubicBezTo>
                      <a:moveTo>
                        <a:pt x="907" y="47897"/>
                      </a:moveTo>
                      <a:cubicBezTo>
                        <a:pt x="12926" y="37447"/>
                        <a:pt x="23356" y="22933"/>
                        <a:pt x="40590" y="4064"/>
                      </a:cubicBezTo>
                      <a:moveTo>
                        <a:pt x="3931" y="88827"/>
                      </a:moveTo>
                      <a:cubicBezTo>
                        <a:pt x="19652" y="66911"/>
                        <a:pt x="67422" y="33311"/>
                        <a:pt x="83295" y="1234"/>
                      </a:cubicBezTo>
                      <a:moveTo>
                        <a:pt x="3931" y="88827"/>
                      </a:moveTo>
                      <a:cubicBezTo>
                        <a:pt x="30310" y="59799"/>
                        <a:pt x="49433" y="30698"/>
                        <a:pt x="83295" y="1234"/>
                      </a:cubicBezTo>
                      <a:moveTo>
                        <a:pt x="1966" y="135273"/>
                      </a:moveTo>
                      <a:cubicBezTo>
                        <a:pt x="30612" y="108276"/>
                        <a:pt x="78382" y="56461"/>
                        <a:pt x="120936" y="3847"/>
                      </a:cubicBezTo>
                      <a:moveTo>
                        <a:pt x="1966" y="135273"/>
                      </a:moveTo>
                      <a:cubicBezTo>
                        <a:pt x="47846" y="86650"/>
                        <a:pt x="80423" y="38826"/>
                        <a:pt x="120936" y="3847"/>
                      </a:cubicBezTo>
                      <a:moveTo>
                        <a:pt x="1" y="181718"/>
                      </a:moveTo>
                      <a:cubicBezTo>
                        <a:pt x="30008" y="151964"/>
                        <a:pt x="75132" y="91440"/>
                        <a:pt x="163642" y="944"/>
                      </a:cubicBezTo>
                      <a:moveTo>
                        <a:pt x="1" y="181718"/>
                      </a:moveTo>
                      <a:cubicBezTo>
                        <a:pt x="40363" y="130918"/>
                        <a:pt x="91836" y="81498"/>
                        <a:pt x="163642" y="944"/>
                      </a:cubicBezTo>
                      <a:moveTo>
                        <a:pt x="2948" y="222648"/>
                      </a:moveTo>
                      <a:cubicBezTo>
                        <a:pt x="45881" y="163938"/>
                        <a:pt x="113076" y="106462"/>
                        <a:pt x="201283" y="3556"/>
                      </a:cubicBezTo>
                      <a:moveTo>
                        <a:pt x="2948" y="222648"/>
                      </a:moveTo>
                      <a:cubicBezTo>
                        <a:pt x="71806" y="142748"/>
                        <a:pt x="142251" y="73805"/>
                        <a:pt x="201283" y="3556"/>
                      </a:cubicBezTo>
                      <a:moveTo>
                        <a:pt x="983" y="269094"/>
                      </a:moveTo>
                      <a:cubicBezTo>
                        <a:pt x="45881" y="212561"/>
                        <a:pt x="106197" y="153416"/>
                        <a:pt x="243989" y="726"/>
                      </a:cubicBezTo>
                      <a:moveTo>
                        <a:pt x="983" y="269094"/>
                      </a:moveTo>
                      <a:cubicBezTo>
                        <a:pt x="60317" y="205304"/>
                        <a:pt x="117838" y="140571"/>
                        <a:pt x="243989" y="726"/>
                      </a:cubicBezTo>
                      <a:moveTo>
                        <a:pt x="3931" y="310024"/>
                      </a:moveTo>
                      <a:cubicBezTo>
                        <a:pt x="67346" y="244928"/>
                        <a:pt x="127361" y="172574"/>
                        <a:pt x="281630" y="3339"/>
                      </a:cubicBezTo>
                      <a:moveTo>
                        <a:pt x="3931" y="310024"/>
                      </a:moveTo>
                      <a:cubicBezTo>
                        <a:pt x="71051" y="233244"/>
                        <a:pt x="126454" y="160165"/>
                        <a:pt x="281630" y="3339"/>
                      </a:cubicBezTo>
                      <a:moveTo>
                        <a:pt x="1966" y="356469"/>
                      </a:moveTo>
                      <a:cubicBezTo>
                        <a:pt x="93801" y="265465"/>
                        <a:pt x="162433" y="181501"/>
                        <a:pt x="324335" y="508"/>
                      </a:cubicBezTo>
                      <a:moveTo>
                        <a:pt x="1966" y="356469"/>
                      </a:moveTo>
                      <a:cubicBezTo>
                        <a:pt x="64550" y="276714"/>
                        <a:pt x="131821" y="214012"/>
                        <a:pt x="324335" y="508"/>
                      </a:cubicBezTo>
                      <a:moveTo>
                        <a:pt x="1" y="402915"/>
                      </a:moveTo>
                      <a:cubicBezTo>
                        <a:pt x="83220" y="301751"/>
                        <a:pt x="179590" y="229470"/>
                        <a:pt x="361977" y="3121"/>
                      </a:cubicBezTo>
                      <a:moveTo>
                        <a:pt x="1" y="402915"/>
                      </a:moveTo>
                      <a:cubicBezTo>
                        <a:pt x="117233" y="285495"/>
                        <a:pt x="227965" y="166478"/>
                        <a:pt x="361977" y="3121"/>
                      </a:cubicBezTo>
                      <a:moveTo>
                        <a:pt x="3024" y="443845"/>
                      </a:moveTo>
                      <a:cubicBezTo>
                        <a:pt x="143158" y="291809"/>
                        <a:pt x="293724" y="137595"/>
                        <a:pt x="404682" y="218"/>
                      </a:cubicBezTo>
                      <a:moveTo>
                        <a:pt x="3024" y="443845"/>
                      </a:moveTo>
                      <a:cubicBezTo>
                        <a:pt x="101738" y="328675"/>
                        <a:pt x="190248" y="227003"/>
                        <a:pt x="404682" y="218"/>
                      </a:cubicBezTo>
                      <a:moveTo>
                        <a:pt x="983" y="490290"/>
                      </a:moveTo>
                      <a:cubicBezTo>
                        <a:pt x="125547" y="353784"/>
                        <a:pt x="226604" y="225406"/>
                        <a:pt x="442324" y="2831"/>
                      </a:cubicBezTo>
                      <a:moveTo>
                        <a:pt x="983" y="490290"/>
                      </a:moveTo>
                      <a:cubicBezTo>
                        <a:pt x="109145" y="365686"/>
                        <a:pt x="222447" y="245291"/>
                        <a:pt x="442324" y="2831"/>
                      </a:cubicBezTo>
                      <a:moveTo>
                        <a:pt x="4007" y="531221"/>
                      </a:moveTo>
                      <a:cubicBezTo>
                        <a:pt x="167194" y="348051"/>
                        <a:pt x="342174" y="156754"/>
                        <a:pt x="485029" y="1"/>
                      </a:cubicBezTo>
                      <a:moveTo>
                        <a:pt x="4007" y="531221"/>
                      </a:moveTo>
                      <a:cubicBezTo>
                        <a:pt x="121012" y="420767"/>
                        <a:pt x="215569" y="299211"/>
                        <a:pt x="485029" y="1"/>
                      </a:cubicBezTo>
                      <a:moveTo>
                        <a:pt x="2041" y="577666"/>
                      </a:moveTo>
                      <a:cubicBezTo>
                        <a:pt x="146636" y="433685"/>
                        <a:pt x="276490" y="291591"/>
                        <a:pt x="522671" y="2613"/>
                      </a:cubicBezTo>
                      <a:moveTo>
                        <a:pt x="2041" y="577666"/>
                      </a:moveTo>
                      <a:cubicBezTo>
                        <a:pt x="119425" y="452916"/>
                        <a:pt x="254193" y="311911"/>
                        <a:pt x="522671" y="2613"/>
                      </a:cubicBezTo>
                      <a:moveTo>
                        <a:pt x="76" y="624111"/>
                      </a:moveTo>
                      <a:cubicBezTo>
                        <a:pt x="204533" y="390795"/>
                        <a:pt x="421916" y="152908"/>
                        <a:pt x="560388" y="5225"/>
                      </a:cubicBezTo>
                      <a:moveTo>
                        <a:pt x="76" y="624111"/>
                      </a:moveTo>
                      <a:cubicBezTo>
                        <a:pt x="175509" y="408793"/>
                        <a:pt x="374977" y="204723"/>
                        <a:pt x="560388" y="5225"/>
                      </a:cubicBezTo>
                      <a:moveTo>
                        <a:pt x="8012" y="659599"/>
                      </a:moveTo>
                      <a:cubicBezTo>
                        <a:pt x="172334" y="477227"/>
                        <a:pt x="315416" y="286438"/>
                        <a:pt x="603018" y="2323"/>
                      </a:cubicBezTo>
                      <a:moveTo>
                        <a:pt x="8012" y="659599"/>
                      </a:moveTo>
                      <a:cubicBezTo>
                        <a:pt x="151851" y="491742"/>
                        <a:pt x="299997" y="334045"/>
                        <a:pt x="603018" y="2323"/>
                      </a:cubicBezTo>
                      <a:moveTo>
                        <a:pt x="45654" y="662211"/>
                      </a:moveTo>
                      <a:cubicBezTo>
                        <a:pt x="184201" y="486009"/>
                        <a:pt x="346180" y="320619"/>
                        <a:pt x="640734" y="4935"/>
                      </a:cubicBezTo>
                      <a:moveTo>
                        <a:pt x="45654" y="662211"/>
                      </a:moveTo>
                      <a:cubicBezTo>
                        <a:pt x="234314" y="440071"/>
                        <a:pt x="442021" y="210021"/>
                        <a:pt x="640734" y="4935"/>
                      </a:cubicBezTo>
                      <a:moveTo>
                        <a:pt x="88359" y="659308"/>
                      </a:moveTo>
                      <a:cubicBezTo>
                        <a:pt x="253361" y="485573"/>
                        <a:pt x="392060" y="311112"/>
                        <a:pt x="683364" y="2105"/>
                      </a:cubicBezTo>
                      <a:moveTo>
                        <a:pt x="88359" y="659308"/>
                      </a:moveTo>
                      <a:cubicBezTo>
                        <a:pt x="276263" y="442829"/>
                        <a:pt x="478831" y="221487"/>
                        <a:pt x="683364" y="2105"/>
                      </a:cubicBezTo>
                      <a:moveTo>
                        <a:pt x="126001" y="661921"/>
                      </a:moveTo>
                      <a:cubicBezTo>
                        <a:pt x="261600" y="502773"/>
                        <a:pt x="418892" y="338617"/>
                        <a:pt x="681399" y="48550"/>
                      </a:cubicBezTo>
                      <a:moveTo>
                        <a:pt x="126001" y="661921"/>
                      </a:moveTo>
                      <a:cubicBezTo>
                        <a:pt x="300602" y="465544"/>
                        <a:pt x="485180" y="269529"/>
                        <a:pt x="681399" y="48550"/>
                      </a:cubicBezTo>
                      <a:moveTo>
                        <a:pt x="168706" y="659091"/>
                      </a:moveTo>
                      <a:cubicBezTo>
                        <a:pt x="284049" y="511118"/>
                        <a:pt x="431817" y="387675"/>
                        <a:pt x="684422" y="89480"/>
                      </a:cubicBezTo>
                      <a:moveTo>
                        <a:pt x="168706" y="659091"/>
                      </a:moveTo>
                      <a:cubicBezTo>
                        <a:pt x="272333" y="539421"/>
                        <a:pt x="386315" y="422872"/>
                        <a:pt x="684422" y="89480"/>
                      </a:cubicBezTo>
                      <a:moveTo>
                        <a:pt x="206347" y="661703"/>
                      </a:moveTo>
                      <a:cubicBezTo>
                        <a:pt x="359105" y="493048"/>
                        <a:pt x="477244" y="353639"/>
                        <a:pt x="682457" y="135926"/>
                      </a:cubicBezTo>
                      <a:moveTo>
                        <a:pt x="206347" y="661703"/>
                      </a:moveTo>
                      <a:cubicBezTo>
                        <a:pt x="351546" y="491814"/>
                        <a:pt x="510350" y="311620"/>
                        <a:pt x="682457" y="135926"/>
                      </a:cubicBezTo>
                      <a:moveTo>
                        <a:pt x="249053" y="658800"/>
                      </a:moveTo>
                      <a:cubicBezTo>
                        <a:pt x="346784" y="550960"/>
                        <a:pt x="440283" y="445804"/>
                        <a:pt x="680416" y="182299"/>
                      </a:cubicBezTo>
                      <a:moveTo>
                        <a:pt x="249053" y="658800"/>
                      </a:moveTo>
                      <a:cubicBezTo>
                        <a:pt x="422823" y="477373"/>
                        <a:pt x="587144" y="302694"/>
                        <a:pt x="680416" y="182299"/>
                      </a:cubicBezTo>
                      <a:moveTo>
                        <a:pt x="286694" y="661413"/>
                      </a:moveTo>
                      <a:cubicBezTo>
                        <a:pt x="386089" y="557128"/>
                        <a:pt x="474447" y="462496"/>
                        <a:pt x="683440" y="223301"/>
                      </a:cubicBezTo>
                      <a:moveTo>
                        <a:pt x="286694" y="661413"/>
                      </a:moveTo>
                      <a:cubicBezTo>
                        <a:pt x="415037" y="516851"/>
                        <a:pt x="564545" y="357123"/>
                        <a:pt x="683440" y="223301"/>
                      </a:cubicBezTo>
                      <a:moveTo>
                        <a:pt x="329400" y="658583"/>
                      </a:moveTo>
                      <a:cubicBezTo>
                        <a:pt x="456383" y="514384"/>
                        <a:pt x="595308" y="343479"/>
                        <a:pt x="681474" y="269674"/>
                      </a:cubicBezTo>
                      <a:moveTo>
                        <a:pt x="329400" y="658583"/>
                      </a:moveTo>
                      <a:cubicBezTo>
                        <a:pt x="407479" y="566490"/>
                        <a:pt x="499617" y="461552"/>
                        <a:pt x="681474" y="269674"/>
                      </a:cubicBezTo>
                      <a:moveTo>
                        <a:pt x="367041" y="661195"/>
                      </a:moveTo>
                      <a:cubicBezTo>
                        <a:pt x="477244" y="538550"/>
                        <a:pt x="579057" y="434338"/>
                        <a:pt x="684422" y="310677"/>
                      </a:cubicBezTo>
                      <a:moveTo>
                        <a:pt x="367041" y="661195"/>
                      </a:moveTo>
                      <a:cubicBezTo>
                        <a:pt x="471651" y="550089"/>
                        <a:pt x="568097" y="446022"/>
                        <a:pt x="684422" y="310677"/>
                      </a:cubicBezTo>
                      <a:moveTo>
                        <a:pt x="409747" y="658292"/>
                      </a:moveTo>
                      <a:cubicBezTo>
                        <a:pt x="510426" y="536083"/>
                        <a:pt x="607099" y="453061"/>
                        <a:pt x="682457" y="357123"/>
                      </a:cubicBezTo>
                      <a:moveTo>
                        <a:pt x="409747" y="658292"/>
                      </a:moveTo>
                      <a:cubicBezTo>
                        <a:pt x="474674" y="577158"/>
                        <a:pt x="550864" y="498346"/>
                        <a:pt x="682457" y="357123"/>
                      </a:cubicBezTo>
                      <a:moveTo>
                        <a:pt x="447388" y="660905"/>
                      </a:moveTo>
                      <a:cubicBezTo>
                        <a:pt x="529322" y="570046"/>
                        <a:pt x="594249" y="512352"/>
                        <a:pt x="680492" y="403495"/>
                      </a:cubicBezTo>
                      <a:moveTo>
                        <a:pt x="447388" y="660905"/>
                      </a:moveTo>
                      <a:cubicBezTo>
                        <a:pt x="519118" y="577738"/>
                        <a:pt x="595534" y="498926"/>
                        <a:pt x="680492" y="403495"/>
                      </a:cubicBezTo>
                      <a:moveTo>
                        <a:pt x="490094" y="658075"/>
                      </a:moveTo>
                      <a:cubicBezTo>
                        <a:pt x="558271" y="591672"/>
                        <a:pt x="630001" y="493338"/>
                        <a:pt x="683440" y="444498"/>
                      </a:cubicBezTo>
                      <a:moveTo>
                        <a:pt x="490094" y="658075"/>
                      </a:moveTo>
                      <a:cubicBezTo>
                        <a:pt x="546102" y="600889"/>
                        <a:pt x="604605" y="537026"/>
                        <a:pt x="683440" y="444498"/>
                      </a:cubicBezTo>
                      <a:moveTo>
                        <a:pt x="527735" y="660687"/>
                      </a:moveTo>
                      <a:cubicBezTo>
                        <a:pt x="566812" y="616492"/>
                        <a:pt x="604453" y="600453"/>
                        <a:pt x="681474" y="490871"/>
                      </a:cubicBezTo>
                      <a:moveTo>
                        <a:pt x="527735" y="660687"/>
                      </a:moveTo>
                      <a:cubicBezTo>
                        <a:pt x="575731" y="600889"/>
                        <a:pt x="643380" y="536010"/>
                        <a:pt x="681474" y="490871"/>
                      </a:cubicBezTo>
                      <a:moveTo>
                        <a:pt x="570440" y="657857"/>
                      </a:moveTo>
                      <a:cubicBezTo>
                        <a:pt x="611861" y="602993"/>
                        <a:pt x="648293" y="563297"/>
                        <a:pt x="684498" y="531873"/>
                      </a:cubicBezTo>
                      <a:moveTo>
                        <a:pt x="570440" y="657857"/>
                      </a:moveTo>
                      <a:cubicBezTo>
                        <a:pt x="592813" y="620918"/>
                        <a:pt x="625239" y="596317"/>
                        <a:pt x="684498" y="531873"/>
                      </a:cubicBezTo>
                      <a:moveTo>
                        <a:pt x="608082" y="660470"/>
                      </a:moveTo>
                      <a:cubicBezTo>
                        <a:pt x="631059" y="639932"/>
                        <a:pt x="672480" y="606331"/>
                        <a:pt x="682533" y="578319"/>
                      </a:cubicBezTo>
                      <a:moveTo>
                        <a:pt x="608082" y="660470"/>
                      </a:moveTo>
                      <a:cubicBezTo>
                        <a:pt x="633176" y="644068"/>
                        <a:pt x="644438" y="616782"/>
                        <a:pt x="682533" y="578319"/>
                      </a:cubicBezTo>
                      <a:moveTo>
                        <a:pt x="650787" y="657567"/>
                      </a:moveTo>
                      <a:cubicBezTo>
                        <a:pt x="661218" y="645229"/>
                        <a:pt x="671648" y="634924"/>
                        <a:pt x="680492" y="624692"/>
                      </a:cubicBezTo>
                      <a:moveTo>
                        <a:pt x="650787" y="657567"/>
                      </a:moveTo>
                      <a:cubicBezTo>
                        <a:pt x="659781" y="647044"/>
                        <a:pt x="670439" y="636811"/>
                        <a:pt x="680492" y="624692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" name="شكل حر: شكل 494">
                  <a:extLst>
                    <a:ext uri="{FF2B5EF4-FFF2-40B4-BE49-F238E27FC236}">
                      <a16:creationId xmlns:a16="http://schemas.microsoft.com/office/drawing/2014/main" id="{F454F0E1-A823-CE4B-DD2D-9211B73981EA}"/>
                    </a:ext>
                  </a:extLst>
                </p:cNvPr>
                <p:cNvSpPr/>
                <p:nvPr/>
              </p:nvSpPr>
              <p:spPr>
                <a:xfrm>
                  <a:off x="7044986" y="4002029"/>
                  <a:ext cx="688466" cy="660591"/>
                </a:xfrm>
                <a:custGeom>
                  <a:avLst/>
                  <a:gdLst>
                    <a:gd name="csX0" fmla="*/ 3384 w 688466"/>
                    <a:gd name="csY0" fmla="*/ 1626 h 660591"/>
                    <a:gd name="csX1" fmla="*/ 683649 w 688466"/>
                    <a:gd name="csY1" fmla="*/ 1626 h 660591"/>
                    <a:gd name="csX2" fmla="*/ 3384 w 688466"/>
                    <a:gd name="csY2" fmla="*/ 1626 h 660591"/>
                    <a:gd name="csX3" fmla="*/ 683649 w 688466"/>
                    <a:gd name="csY3" fmla="*/ 1626 h 660591"/>
                    <a:gd name="csX4" fmla="*/ 683649 w 688466"/>
                    <a:gd name="csY4" fmla="*/ 1626 h 660591"/>
                    <a:gd name="csX5" fmla="*/ 683649 w 688466"/>
                    <a:gd name="csY5" fmla="*/ 654766 h 660591"/>
                    <a:gd name="csX6" fmla="*/ 683649 w 688466"/>
                    <a:gd name="csY6" fmla="*/ 1626 h 660591"/>
                    <a:gd name="csX7" fmla="*/ 683649 w 688466"/>
                    <a:gd name="csY7" fmla="*/ 654766 h 660591"/>
                    <a:gd name="csX8" fmla="*/ 683649 w 688466"/>
                    <a:gd name="csY8" fmla="*/ 654766 h 660591"/>
                    <a:gd name="csX9" fmla="*/ 3384 w 688466"/>
                    <a:gd name="csY9" fmla="*/ 654766 h 660591"/>
                    <a:gd name="csX10" fmla="*/ 683649 w 688466"/>
                    <a:gd name="csY10" fmla="*/ 654766 h 660591"/>
                    <a:gd name="csX11" fmla="*/ 3384 w 688466"/>
                    <a:gd name="csY11" fmla="*/ 654766 h 660591"/>
                    <a:gd name="csX12" fmla="*/ 3384 w 688466"/>
                    <a:gd name="csY12" fmla="*/ 654766 h 660591"/>
                    <a:gd name="csX13" fmla="*/ 3384 w 688466"/>
                    <a:gd name="csY13" fmla="*/ 1626 h 660591"/>
                    <a:gd name="csX14" fmla="*/ 3384 w 688466"/>
                    <a:gd name="csY14" fmla="*/ 654766 h 660591"/>
                    <a:gd name="csX15" fmla="*/ 3384 w 688466"/>
                    <a:gd name="csY15" fmla="*/ 1626 h 6605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88466" h="660591">
                      <a:moveTo>
                        <a:pt x="3384" y="1626"/>
                      </a:moveTo>
                      <a:cubicBezTo>
                        <a:pt x="220464" y="9391"/>
                        <a:pt x="442684" y="-4542"/>
                        <a:pt x="683649" y="1626"/>
                      </a:cubicBezTo>
                      <a:moveTo>
                        <a:pt x="3384" y="1626"/>
                      </a:moveTo>
                      <a:cubicBezTo>
                        <a:pt x="191818" y="465"/>
                        <a:pt x="385618" y="4094"/>
                        <a:pt x="683649" y="1626"/>
                      </a:cubicBezTo>
                      <a:moveTo>
                        <a:pt x="683649" y="1626"/>
                      </a:moveTo>
                      <a:cubicBezTo>
                        <a:pt x="676166" y="154461"/>
                        <a:pt x="697557" y="288935"/>
                        <a:pt x="683649" y="654766"/>
                      </a:cubicBezTo>
                      <a:moveTo>
                        <a:pt x="683649" y="1626"/>
                      </a:moveTo>
                      <a:cubicBezTo>
                        <a:pt x="681306" y="185739"/>
                        <a:pt x="683800" y="361143"/>
                        <a:pt x="683649" y="654766"/>
                      </a:cubicBezTo>
                      <a:moveTo>
                        <a:pt x="683649" y="654766"/>
                      </a:moveTo>
                      <a:cubicBezTo>
                        <a:pt x="523484" y="662241"/>
                        <a:pt x="358709" y="662821"/>
                        <a:pt x="3384" y="654766"/>
                      </a:cubicBezTo>
                      <a:moveTo>
                        <a:pt x="683649" y="654766"/>
                      </a:moveTo>
                      <a:cubicBezTo>
                        <a:pt x="478285" y="662241"/>
                        <a:pt x="282217" y="651573"/>
                        <a:pt x="3384" y="654766"/>
                      </a:cubicBezTo>
                      <a:moveTo>
                        <a:pt x="3384" y="654766"/>
                      </a:moveTo>
                      <a:cubicBezTo>
                        <a:pt x="-6291" y="466879"/>
                        <a:pt x="8373" y="275655"/>
                        <a:pt x="3384" y="1626"/>
                      </a:cubicBezTo>
                      <a:moveTo>
                        <a:pt x="3384" y="654766"/>
                      </a:moveTo>
                      <a:cubicBezTo>
                        <a:pt x="-4174" y="425949"/>
                        <a:pt x="5123" y="210703"/>
                        <a:pt x="3384" y="1626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60" name="صورة 495">
                <a:extLst>
                  <a:ext uri="{FF2B5EF4-FFF2-40B4-BE49-F238E27FC236}">
                    <a16:creationId xmlns:a16="http://schemas.microsoft.com/office/drawing/2014/main" id="{DFBED6BB-5EB8-BBA1-9E0A-110DBFF4B8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52149" y="4018169"/>
                <a:ext cx="665147" cy="645882"/>
              </a:xfrm>
              <a:custGeom>
                <a:avLst/>
                <a:gdLst>
                  <a:gd name="csX0" fmla="*/ 0 w 665147"/>
                  <a:gd name="csY0" fmla="*/ 0 h 645882"/>
                  <a:gd name="csX1" fmla="*/ 665148 w 665147"/>
                  <a:gd name="csY1" fmla="*/ 0 h 645882"/>
                  <a:gd name="csX2" fmla="*/ 665148 w 665147"/>
                  <a:gd name="csY2" fmla="*/ 645882 h 645882"/>
                  <a:gd name="csX3" fmla="*/ 0 w 665147"/>
                  <a:gd name="csY3" fmla="*/ 645882 h 645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5147" h="645882">
                    <a:moveTo>
                      <a:pt x="0" y="0"/>
                    </a:moveTo>
                    <a:lnTo>
                      <a:pt x="665148" y="0"/>
                    </a:lnTo>
                    <a:lnTo>
                      <a:pt x="665148" y="645882"/>
                    </a:lnTo>
                    <a:lnTo>
                      <a:pt x="0" y="645882"/>
                    </a:lnTo>
                    <a:close/>
                  </a:path>
                </a:pathLst>
              </a:custGeom>
            </p:spPr>
          </p:pic>
        </p:grpSp>
        <p:grpSp>
          <p:nvGrpSpPr>
            <p:cNvPr id="2139" name="رسم 9">
              <a:extLst>
                <a:ext uri="{FF2B5EF4-FFF2-40B4-BE49-F238E27FC236}">
                  <a16:creationId xmlns:a16="http://schemas.microsoft.com/office/drawing/2014/main" id="{E1077045-E600-5D5A-8F94-C50821D0F0AD}"/>
                </a:ext>
              </a:extLst>
            </p:cNvPr>
            <p:cNvGrpSpPr/>
            <p:nvPr/>
          </p:nvGrpSpPr>
          <p:grpSpPr>
            <a:xfrm>
              <a:off x="7290241" y="4156924"/>
              <a:ext cx="340132" cy="209585"/>
              <a:chOff x="7290241" y="4156924"/>
              <a:chExt cx="340132" cy="209585"/>
            </a:xfrm>
          </p:grpSpPr>
          <p:grpSp>
            <p:nvGrpSpPr>
              <p:cNvPr id="2152" name="رسم 9">
                <a:extLst>
                  <a:ext uri="{FF2B5EF4-FFF2-40B4-BE49-F238E27FC236}">
                    <a16:creationId xmlns:a16="http://schemas.microsoft.com/office/drawing/2014/main" id="{F43FE232-210C-BB94-8B26-B97797E5D19B}"/>
                  </a:ext>
                </a:extLst>
              </p:cNvPr>
              <p:cNvGrpSpPr/>
              <p:nvPr/>
            </p:nvGrpSpPr>
            <p:grpSpPr>
              <a:xfrm>
                <a:off x="7437783" y="4156924"/>
                <a:ext cx="52909" cy="209585"/>
                <a:chOff x="7437783" y="4156924"/>
                <a:chExt cx="52909" cy="209585"/>
              </a:xfrm>
            </p:grpSpPr>
            <p:sp>
              <p:nvSpPr>
                <p:cNvPr id="2154" name="شكل حر: شكل 498">
                  <a:extLst>
                    <a:ext uri="{FF2B5EF4-FFF2-40B4-BE49-F238E27FC236}">
                      <a16:creationId xmlns:a16="http://schemas.microsoft.com/office/drawing/2014/main" id="{7128984D-B7C1-5A0C-50FF-9C7183F05FA3}"/>
                    </a:ext>
                  </a:extLst>
                </p:cNvPr>
                <p:cNvSpPr/>
                <p:nvPr/>
              </p:nvSpPr>
              <p:spPr>
                <a:xfrm>
                  <a:off x="7464162" y="4195024"/>
                  <a:ext cx="377" cy="171485"/>
                </a:xfrm>
                <a:custGeom>
                  <a:avLst/>
                  <a:gdLst>
                    <a:gd name="csX0" fmla="*/ 1 w 377"/>
                    <a:gd name="csY0" fmla="*/ 1 h 171485"/>
                    <a:gd name="csX1" fmla="*/ 378 w 377"/>
                    <a:gd name="csY1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" h="171485">
                      <a:moveTo>
                        <a:pt x="1" y="1"/>
                      </a:moveTo>
                      <a:lnTo>
                        <a:pt x="378" y="171486"/>
                      </a:lnTo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" name="شكل حر: شكل 499">
                  <a:extLst>
                    <a:ext uri="{FF2B5EF4-FFF2-40B4-BE49-F238E27FC236}">
                      <a16:creationId xmlns:a16="http://schemas.microsoft.com/office/drawing/2014/main" id="{7636AD7B-F043-1463-EF38-5C577A6B39D4}"/>
                    </a:ext>
                  </a:extLst>
                </p:cNvPr>
                <p:cNvSpPr/>
                <p:nvPr/>
              </p:nvSpPr>
              <p:spPr>
                <a:xfrm>
                  <a:off x="7437783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lnTo>
                        <a:pt x="52910" y="50728"/>
                      </a:lnTo>
                      <a:lnTo>
                        <a:pt x="26380" y="38100"/>
                      </a:lnTo>
                      <a:lnTo>
                        <a:pt x="1" y="50800"/>
                      </a:lnTo>
                      <a:close/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" name="شكل حر: شكل 500">
                  <a:extLst>
                    <a:ext uri="{FF2B5EF4-FFF2-40B4-BE49-F238E27FC236}">
                      <a16:creationId xmlns:a16="http://schemas.microsoft.com/office/drawing/2014/main" id="{7FB50949-C57D-6908-B8CD-D08F815A1B61}"/>
                    </a:ext>
                  </a:extLst>
                </p:cNvPr>
                <p:cNvSpPr/>
                <p:nvPr/>
              </p:nvSpPr>
              <p:spPr>
                <a:xfrm>
                  <a:off x="7461561" y="4195024"/>
                  <a:ext cx="7445" cy="171485"/>
                </a:xfrm>
                <a:custGeom>
                  <a:avLst/>
                  <a:gdLst>
                    <a:gd name="csX0" fmla="*/ 2602 w 7445"/>
                    <a:gd name="csY0" fmla="*/ 1 h 171485"/>
                    <a:gd name="csX1" fmla="*/ 2980 w 7445"/>
                    <a:gd name="csY1" fmla="*/ 171486 h 171485"/>
                    <a:gd name="csX2" fmla="*/ 2602 w 7445"/>
                    <a:gd name="csY2" fmla="*/ 1 h 171485"/>
                    <a:gd name="csX3" fmla="*/ 2980 w 7445"/>
                    <a:gd name="csY3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45" h="171485">
                      <a:moveTo>
                        <a:pt x="2602" y="1"/>
                      </a:moveTo>
                      <a:cubicBezTo>
                        <a:pt x="-7753" y="57840"/>
                        <a:pt x="17114" y="100511"/>
                        <a:pt x="2980" y="171486"/>
                      </a:cubicBezTo>
                      <a:moveTo>
                        <a:pt x="2602" y="1"/>
                      </a:moveTo>
                      <a:cubicBezTo>
                        <a:pt x="6986" y="66185"/>
                        <a:pt x="4114" y="125258"/>
                        <a:pt x="2980" y="171486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" name="شكل حر: شكل 501">
                  <a:extLst>
                    <a:ext uri="{FF2B5EF4-FFF2-40B4-BE49-F238E27FC236}">
                      <a16:creationId xmlns:a16="http://schemas.microsoft.com/office/drawing/2014/main" id="{12BADEF1-77C8-19A2-8C57-9A02119DA473}"/>
                    </a:ext>
                  </a:extLst>
                </p:cNvPr>
                <p:cNvSpPr/>
                <p:nvPr/>
              </p:nvSpPr>
              <p:spPr>
                <a:xfrm>
                  <a:off x="7437783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  <a:gd name="csX4" fmla="*/ 26304 w 52909"/>
                    <a:gd name="csY4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9985" y="29102"/>
                        <a:pt x="38397" y="34327"/>
                        <a:pt x="52910" y="50728"/>
                      </a:cubicBezTo>
                      <a:cubicBezTo>
                        <a:pt x="47090" y="45865"/>
                        <a:pt x="35072" y="46736"/>
                        <a:pt x="26380" y="38100"/>
                      </a:cubicBezTo>
                      <a:cubicBezTo>
                        <a:pt x="23280" y="40495"/>
                        <a:pt x="15193" y="39116"/>
                        <a:pt x="1" y="50800"/>
                      </a:cubicBezTo>
                      <a:cubicBezTo>
                        <a:pt x="14588" y="43108"/>
                        <a:pt x="20257" y="33456"/>
                        <a:pt x="26304" y="1"/>
                      </a:cubicBezTo>
                    </a:path>
                  </a:pathLst>
                </a:custGeom>
                <a:solidFill>
                  <a:srgbClr val="000000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" name="شكل حر: شكل 502">
                  <a:extLst>
                    <a:ext uri="{FF2B5EF4-FFF2-40B4-BE49-F238E27FC236}">
                      <a16:creationId xmlns:a16="http://schemas.microsoft.com/office/drawing/2014/main" id="{C744809A-C163-6AC0-92F8-920007B55100}"/>
                    </a:ext>
                  </a:extLst>
                </p:cNvPr>
                <p:cNvSpPr/>
                <p:nvPr/>
              </p:nvSpPr>
              <p:spPr>
                <a:xfrm>
                  <a:off x="7437783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04 w 52909"/>
                    <a:gd name="csY2" fmla="*/ 1 h 50799"/>
                    <a:gd name="csX3" fmla="*/ 52910 w 52909"/>
                    <a:gd name="csY3" fmla="*/ 50728 h 50799"/>
                    <a:gd name="csX4" fmla="*/ 52910 w 52909"/>
                    <a:gd name="csY4" fmla="*/ 50728 h 50799"/>
                    <a:gd name="csX5" fmla="*/ 26380 w 52909"/>
                    <a:gd name="csY5" fmla="*/ 38100 h 50799"/>
                    <a:gd name="csX6" fmla="*/ 52910 w 52909"/>
                    <a:gd name="csY6" fmla="*/ 50728 h 50799"/>
                    <a:gd name="csX7" fmla="*/ 26380 w 52909"/>
                    <a:gd name="csY7" fmla="*/ 38100 h 50799"/>
                    <a:gd name="csX8" fmla="*/ 26380 w 52909"/>
                    <a:gd name="csY8" fmla="*/ 38100 h 50799"/>
                    <a:gd name="csX9" fmla="*/ 1 w 52909"/>
                    <a:gd name="csY9" fmla="*/ 50800 h 50799"/>
                    <a:gd name="csX10" fmla="*/ 26380 w 52909"/>
                    <a:gd name="csY10" fmla="*/ 38100 h 50799"/>
                    <a:gd name="csX11" fmla="*/ 1 w 52909"/>
                    <a:gd name="csY11" fmla="*/ 50800 h 50799"/>
                    <a:gd name="csX12" fmla="*/ 1 w 52909"/>
                    <a:gd name="csY12" fmla="*/ 50800 h 50799"/>
                    <a:gd name="csX13" fmla="*/ 26304 w 52909"/>
                    <a:gd name="csY13" fmla="*/ 1 h 50799"/>
                    <a:gd name="csX14" fmla="*/ 1 w 52909"/>
                    <a:gd name="csY14" fmla="*/ 50800 h 50799"/>
                    <a:gd name="csX15" fmla="*/ 26304 w 52909"/>
                    <a:gd name="csY15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0764" y="17490"/>
                        <a:pt x="49055" y="28884"/>
                        <a:pt x="52910" y="50728"/>
                      </a:cubicBezTo>
                      <a:moveTo>
                        <a:pt x="26304" y="1"/>
                      </a:moveTo>
                      <a:cubicBezTo>
                        <a:pt x="37415" y="20248"/>
                        <a:pt x="45729" y="37520"/>
                        <a:pt x="52910" y="50728"/>
                      </a:cubicBezTo>
                      <a:moveTo>
                        <a:pt x="52910" y="50728"/>
                      </a:moveTo>
                      <a:cubicBezTo>
                        <a:pt x="44218" y="47099"/>
                        <a:pt x="40060" y="46301"/>
                        <a:pt x="26380" y="38100"/>
                      </a:cubicBezTo>
                      <a:moveTo>
                        <a:pt x="52910" y="50728"/>
                      </a:moveTo>
                      <a:cubicBezTo>
                        <a:pt x="45805" y="47825"/>
                        <a:pt x="40967" y="43253"/>
                        <a:pt x="26380" y="38100"/>
                      </a:cubicBezTo>
                      <a:moveTo>
                        <a:pt x="26380" y="38100"/>
                      </a:moveTo>
                      <a:cubicBezTo>
                        <a:pt x="21164" y="38681"/>
                        <a:pt x="13152" y="43543"/>
                        <a:pt x="1" y="50800"/>
                      </a:cubicBezTo>
                      <a:moveTo>
                        <a:pt x="26380" y="38100"/>
                      </a:moveTo>
                      <a:cubicBezTo>
                        <a:pt x="18443" y="43761"/>
                        <a:pt x="9070" y="47172"/>
                        <a:pt x="1" y="50800"/>
                      </a:cubicBezTo>
                      <a:moveTo>
                        <a:pt x="1" y="50800"/>
                      </a:moveTo>
                      <a:cubicBezTo>
                        <a:pt x="7106" y="37883"/>
                        <a:pt x="8390" y="28739"/>
                        <a:pt x="26304" y="1"/>
                      </a:cubicBezTo>
                      <a:moveTo>
                        <a:pt x="1" y="50800"/>
                      </a:moveTo>
                      <a:cubicBezTo>
                        <a:pt x="8012" y="33746"/>
                        <a:pt x="13984" y="21772"/>
                        <a:pt x="26304" y="1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53" name="صورة 503">
                <a:extLst>
                  <a:ext uri="{FF2B5EF4-FFF2-40B4-BE49-F238E27FC236}">
                    <a16:creationId xmlns:a16="http://schemas.microsoft.com/office/drawing/2014/main" id="{73F88BDE-EAA0-AA94-3125-87E7AE1E46F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290241" y="4210482"/>
                <a:ext cx="340132" cy="114299"/>
              </a:xfrm>
              <a:custGeom>
                <a:avLst/>
                <a:gdLst>
                  <a:gd name="csX0" fmla="*/ 0 w 340132"/>
                  <a:gd name="csY0" fmla="*/ 0 h 114299"/>
                  <a:gd name="csX1" fmla="*/ 340132 w 340132"/>
                  <a:gd name="csY1" fmla="*/ 0 h 114299"/>
                  <a:gd name="csX2" fmla="*/ 340132 w 340132"/>
                  <a:gd name="csY2" fmla="*/ 114299 h 114299"/>
                  <a:gd name="csX3" fmla="*/ 0 w 340132"/>
                  <a:gd name="csY3" fmla="*/ 114299 h 114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132" h="114299">
                    <a:moveTo>
                      <a:pt x="0" y="0"/>
                    </a:moveTo>
                    <a:lnTo>
                      <a:pt x="340132" y="0"/>
                    </a:lnTo>
                    <a:lnTo>
                      <a:pt x="340132" y="114299"/>
                    </a:lnTo>
                    <a:lnTo>
                      <a:pt x="0" y="114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40" name="رسم 9">
              <a:extLst>
                <a:ext uri="{FF2B5EF4-FFF2-40B4-BE49-F238E27FC236}">
                  <a16:creationId xmlns:a16="http://schemas.microsoft.com/office/drawing/2014/main" id="{28532DD5-B830-C915-30D2-2238EABEA3A5}"/>
                </a:ext>
              </a:extLst>
            </p:cNvPr>
            <p:cNvGrpSpPr/>
            <p:nvPr/>
          </p:nvGrpSpPr>
          <p:grpSpPr>
            <a:xfrm>
              <a:off x="7191222" y="4001157"/>
              <a:ext cx="539453" cy="154388"/>
              <a:chOff x="7191222" y="4001157"/>
              <a:chExt cx="539453" cy="154388"/>
            </a:xfrm>
            <a:noFill/>
          </p:grpSpPr>
          <p:grpSp>
            <p:nvGrpSpPr>
              <p:cNvPr id="2147" name="رسم 9">
                <a:extLst>
                  <a:ext uri="{FF2B5EF4-FFF2-40B4-BE49-F238E27FC236}">
                    <a16:creationId xmlns:a16="http://schemas.microsoft.com/office/drawing/2014/main" id="{B72ACAFD-197C-4E23-F8A2-B692DA34A1E9}"/>
                  </a:ext>
                </a:extLst>
              </p:cNvPr>
              <p:cNvGrpSpPr/>
              <p:nvPr/>
            </p:nvGrpSpPr>
            <p:grpSpPr>
              <a:xfrm>
                <a:off x="7191222" y="4001157"/>
                <a:ext cx="539453" cy="154388"/>
                <a:chOff x="7191222" y="4001157"/>
                <a:chExt cx="539453" cy="154388"/>
              </a:xfrm>
              <a:noFill/>
            </p:grpSpPr>
            <p:sp>
              <p:nvSpPr>
                <p:cNvPr id="2149" name="مستطيل 506">
                  <a:extLst>
                    <a:ext uri="{FF2B5EF4-FFF2-40B4-BE49-F238E27FC236}">
                      <a16:creationId xmlns:a16="http://schemas.microsoft.com/office/drawing/2014/main" id="{341DC3A8-F6A2-FF55-3782-F1312411A788}"/>
                    </a:ext>
                  </a:extLst>
                </p:cNvPr>
                <p:cNvSpPr/>
                <p:nvPr/>
              </p:nvSpPr>
              <p:spPr>
                <a:xfrm>
                  <a:off x="7199539" y="4003655"/>
                  <a:ext cx="52909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0" name="شكل حر: شكل 507">
                  <a:extLst>
                    <a:ext uri="{FF2B5EF4-FFF2-40B4-BE49-F238E27FC236}">
                      <a16:creationId xmlns:a16="http://schemas.microsoft.com/office/drawing/2014/main" id="{5F6A24DD-B63C-F9E4-6E06-91C0C2F40CE4}"/>
                    </a:ext>
                  </a:extLst>
                </p:cNvPr>
                <p:cNvSpPr/>
                <p:nvPr/>
              </p:nvSpPr>
              <p:spPr>
                <a:xfrm>
                  <a:off x="7198028" y="4001695"/>
                  <a:ext cx="532647" cy="153850"/>
                </a:xfrm>
                <a:custGeom>
                  <a:avLst/>
                  <a:gdLst>
                    <a:gd name="csX0" fmla="*/ 1966 w 532647"/>
                    <a:gd name="csY0" fmla="*/ 1524 h 153850"/>
                    <a:gd name="csX1" fmla="*/ 1966 w 532647"/>
                    <a:gd name="csY1" fmla="*/ 1524 h 153850"/>
                    <a:gd name="csX2" fmla="*/ 1966 w 532647"/>
                    <a:gd name="csY2" fmla="*/ 1524 h 153850"/>
                    <a:gd name="csX3" fmla="*/ 1966 w 532647"/>
                    <a:gd name="csY3" fmla="*/ 1524 h 153850"/>
                    <a:gd name="csX4" fmla="*/ 1 w 532647"/>
                    <a:gd name="csY4" fmla="*/ 47897 h 153850"/>
                    <a:gd name="csX5" fmla="*/ 39607 w 532647"/>
                    <a:gd name="csY5" fmla="*/ 4137 h 153850"/>
                    <a:gd name="csX6" fmla="*/ 1 w 532647"/>
                    <a:gd name="csY6" fmla="*/ 47897 h 153850"/>
                    <a:gd name="csX7" fmla="*/ 39607 w 532647"/>
                    <a:gd name="csY7" fmla="*/ 4137 h 153850"/>
                    <a:gd name="csX8" fmla="*/ 2948 w 532647"/>
                    <a:gd name="csY8" fmla="*/ 88900 h 153850"/>
                    <a:gd name="csX9" fmla="*/ 82313 w 532647"/>
                    <a:gd name="csY9" fmla="*/ 1234 h 153850"/>
                    <a:gd name="csX10" fmla="*/ 2948 w 532647"/>
                    <a:gd name="csY10" fmla="*/ 88900 h 153850"/>
                    <a:gd name="csX11" fmla="*/ 82313 w 532647"/>
                    <a:gd name="csY11" fmla="*/ 1234 h 153850"/>
                    <a:gd name="csX12" fmla="*/ 983 w 532647"/>
                    <a:gd name="csY12" fmla="*/ 135273 h 153850"/>
                    <a:gd name="csX13" fmla="*/ 119954 w 532647"/>
                    <a:gd name="csY13" fmla="*/ 3847 h 153850"/>
                    <a:gd name="csX14" fmla="*/ 983 w 532647"/>
                    <a:gd name="csY14" fmla="*/ 135273 h 153850"/>
                    <a:gd name="csX15" fmla="*/ 119954 w 532647"/>
                    <a:gd name="csY15" fmla="*/ 3847 h 153850"/>
                    <a:gd name="csX16" fmla="*/ 28723 w 532647"/>
                    <a:gd name="csY16" fmla="*/ 148844 h 153850"/>
                    <a:gd name="csX17" fmla="*/ 162659 w 532647"/>
                    <a:gd name="csY17" fmla="*/ 1016 h 153850"/>
                    <a:gd name="csX18" fmla="*/ 28723 w 532647"/>
                    <a:gd name="csY18" fmla="*/ 148844 h 153850"/>
                    <a:gd name="csX19" fmla="*/ 162659 w 532647"/>
                    <a:gd name="csY19" fmla="*/ 1016 h 153850"/>
                    <a:gd name="csX20" fmla="*/ 66440 w 532647"/>
                    <a:gd name="csY20" fmla="*/ 151456 h 153850"/>
                    <a:gd name="csX21" fmla="*/ 200301 w 532647"/>
                    <a:gd name="csY21" fmla="*/ 3629 h 153850"/>
                    <a:gd name="csX22" fmla="*/ 66440 w 532647"/>
                    <a:gd name="csY22" fmla="*/ 151456 h 153850"/>
                    <a:gd name="csX23" fmla="*/ 200301 w 532647"/>
                    <a:gd name="csY23" fmla="*/ 3629 h 153850"/>
                    <a:gd name="csX24" fmla="*/ 109070 w 532647"/>
                    <a:gd name="csY24" fmla="*/ 148626 h 153850"/>
                    <a:gd name="csX25" fmla="*/ 243006 w 532647"/>
                    <a:gd name="csY25" fmla="*/ 726 h 153850"/>
                    <a:gd name="csX26" fmla="*/ 109070 w 532647"/>
                    <a:gd name="csY26" fmla="*/ 148626 h 153850"/>
                    <a:gd name="csX27" fmla="*/ 243006 w 532647"/>
                    <a:gd name="csY27" fmla="*/ 726 h 153850"/>
                    <a:gd name="csX28" fmla="*/ 146786 w 532647"/>
                    <a:gd name="csY28" fmla="*/ 151239 h 153850"/>
                    <a:gd name="csX29" fmla="*/ 280648 w 532647"/>
                    <a:gd name="csY29" fmla="*/ 3339 h 153850"/>
                    <a:gd name="csX30" fmla="*/ 146786 w 532647"/>
                    <a:gd name="csY30" fmla="*/ 151239 h 153850"/>
                    <a:gd name="csX31" fmla="*/ 280648 w 532647"/>
                    <a:gd name="csY31" fmla="*/ 3339 h 153850"/>
                    <a:gd name="csX32" fmla="*/ 184504 w 532647"/>
                    <a:gd name="csY32" fmla="*/ 153851 h 153850"/>
                    <a:gd name="csX33" fmla="*/ 323353 w 532647"/>
                    <a:gd name="csY33" fmla="*/ 508 h 153850"/>
                    <a:gd name="csX34" fmla="*/ 184504 w 532647"/>
                    <a:gd name="csY34" fmla="*/ 153851 h 153850"/>
                    <a:gd name="csX35" fmla="*/ 323353 w 532647"/>
                    <a:gd name="csY35" fmla="*/ 508 h 153850"/>
                    <a:gd name="csX36" fmla="*/ 227133 w 532647"/>
                    <a:gd name="csY36" fmla="*/ 150948 h 153850"/>
                    <a:gd name="csX37" fmla="*/ 360994 w 532647"/>
                    <a:gd name="csY37" fmla="*/ 3121 h 153850"/>
                    <a:gd name="csX38" fmla="*/ 227133 w 532647"/>
                    <a:gd name="csY38" fmla="*/ 150948 h 153850"/>
                    <a:gd name="csX39" fmla="*/ 360994 w 532647"/>
                    <a:gd name="csY39" fmla="*/ 3121 h 153850"/>
                    <a:gd name="csX40" fmla="*/ 264851 w 532647"/>
                    <a:gd name="csY40" fmla="*/ 153561 h 153850"/>
                    <a:gd name="csX41" fmla="*/ 403700 w 532647"/>
                    <a:gd name="csY41" fmla="*/ 218 h 153850"/>
                    <a:gd name="csX42" fmla="*/ 264851 w 532647"/>
                    <a:gd name="csY42" fmla="*/ 153561 h 153850"/>
                    <a:gd name="csX43" fmla="*/ 403700 w 532647"/>
                    <a:gd name="csY43" fmla="*/ 218 h 153850"/>
                    <a:gd name="csX44" fmla="*/ 307480 w 532647"/>
                    <a:gd name="csY44" fmla="*/ 150730 h 153850"/>
                    <a:gd name="csX45" fmla="*/ 441341 w 532647"/>
                    <a:gd name="csY45" fmla="*/ 2831 h 153850"/>
                    <a:gd name="csX46" fmla="*/ 307480 w 532647"/>
                    <a:gd name="csY46" fmla="*/ 150730 h 153850"/>
                    <a:gd name="csX47" fmla="*/ 441341 w 532647"/>
                    <a:gd name="csY47" fmla="*/ 2831 h 153850"/>
                    <a:gd name="csX48" fmla="*/ 345197 w 532647"/>
                    <a:gd name="csY48" fmla="*/ 153343 h 153850"/>
                    <a:gd name="csX49" fmla="*/ 484047 w 532647"/>
                    <a:gd name="csY49" fmla="*/ 1 h 153850"/>
                    <a:gd name="csX50" fmla="*/ 345197 w 532647"/>
                    <a:gd name="csY50" fmla="*/ 153343 h 153850"/>
                    <a:gd name="csX51" fmla="*/ 484047 w 532647"/>
                    <a:gd name="csY51" fmla="*/ 1 h 153850"/>
                    <a:gd name="csX52" fmla="*/ 387827 w 532647"/>
                    <a:gd name="csY52" fmla="*/ 150513 h 153850"/>
                    <a:gd name="csX53" fmla="*/ 521688 w 532647"/>
                    <a:gd name="csY53" fmla="*/ 2613 h 153850"/>
                    <a:gd name="csX54" fmla="*/ 387827 w 532647"/>
                    <a:gd name="csY54" fmla="*/ 150513 h 153850"/>
                    <a:gd name="csX55" fmla="*/ 521688 w 532647"/>
                    <a:gd name="csY55" fmla="*/ 2613 h 153850"/>
                    <a:gd name="csX56" fmla="*/ 425544 w 532647"/>
                    <a:gd name="csY56" fmla="*/ 153125 h 153850"/>
                    <a:gd name="csX57" fmla="*/ 529624 w 532647"/>
                    <a:gd name="csY57" fmla="*/ 38100 h 153850"/>
                    <a:gd name="csX58" fmla="*/ 425544 w 532647"/>
                    <a:gd name="csY58" fmla="*/ 153125 h 153850"/>
                    <a:gd name="csX59" fmla="*/ 529624 w 532647"/>
                    <a:gd name="csY59" fmla="*/ 38100 h 153850"/>
                    <a:gd name="csX60" fmla="*/ 468174 w 532647"/>
                    <a:gd name="csY60" fmla="*/ 150222 h 153850"/>
                    <a:gd name="csX61" fmla="*/ 532648 w 532647"/>
                    <a:gd name="csY61" fmla="*/ 79030 h 153850"/>
                    <a:gd name="csX62" fmla="*/ 468174 w 532647"/>
                    <a:gd name="csY62" fmla="*/ 150222 h 153850"/>
                    <a:gd name="csX63" fmla="*/ 532648 w 532647"/>
                    <a:gd name="csY63" fmla="*/ 79030 h 153850"/>
                    <a:gd name="csX64" fmla="*/ 505891 w 532647"/>
                    <a:gd name="csY64" fmla="*/ 152835 h 153850"/>
                    <a:gd name="csX65" fmla="*/ 530683 w 532647"/>
                    <a:gd name="csY65" fmla="*/ 125476 h 153850"/>
                    <a:gd name="csX66" fmla="*/ 505891 w 532647"/>
                    <a:gd name="csY66" fmla="*/ 152835 h 153850"/>
                    <a:gd name="csX67" fmla="*/ 530683 w 532647"/>
                    <a:gd name="csY67" fmla="*/ 125476 h 1538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</a:cxnLst>
                  <a:rect l="l" t="t" r="r" b="b"/>
                  <a:pathLst>
                    <a:path w="532647" h="153850">
                      <a:moveTo>
                        <a:pt x="1966" y="1524"/>
                      </a:moveTo>
                      <a:cubicBezTo>
                        <a:pt x="1966" y="1524"/>
                        <a:pt x="1966" y="1524"/>
                        <a:pt x="1966" y="1524"/>
                      </a:cubicBezTo>
                      <a:moveTo>
                        <a:pt x="1966" y="1524"/>
                      </a:moveTo>
                      <a:cubicBezTo>
                        <a:pt x="1966" y="1524"/>
                        <a:pt x="1966" y="1524"/>
                        <a:pt x="1966" y="1524"/>
                      </a:cubicBezTo>
                      <a:moveTo>
                        <a:pt x="1" y="47897"/>
                      </a:moveTo>
                      <a:cubicBezTo>
                        <a:pt x="19577" y="30771"/>
                        <a:pt x="23659" y="22933"/>
                        <a:pt x="39607" y="4137"/>
                      </a:cubicBezTo>
                      <a:moveTo>
                        <a:pt x="1" y="47897"/>
                      </a:moveTo>
                      <a:cubicBezTo>
                        <a:pt x="9449" y="41947"/>
                        <a:pt x="18972" y="27940"/>
                        <a:pt x="39607" y="4137"/>
                      </a:cubicBezTo>
                      <a:moveTo>
                        <a:pt x="2948" y="88900"/>
                      </a:moveTo>
                      <a:cubicBezTo>
                        <a:pt x="24339" y="58493"/>
                        <a:pt x="57218" y="27650"/>
                        <a:pt x="82313" y="1234"/>
                      </a:cubicBezTo>
                      <a:moveTo>
                        <a:pt x="2948" y="88900"/>
                      </a:moveTo>
                      <a:cubicBezTo>
                        <a:pt x="28269" y="59726"/>
                        <a:pt x="53666" y="25400"/>
                        <a:pt x="82313" y="1234"/>
                      </a:cubicBezTo>
                      <a:moveTo>
                        <a:pt x="983" y="135273"/>
                      </a:moveTo>
                      <a:cubicBezTo>
                        <a:pt x="53893" y="74458"/>
                        <a:pt x="95993" y="34036"/>
                        <a:pt x="119954" y="3847"/>
                      </a:cubicBezTo>
                      <a:moveTo>
                        <a:pt x="983" y="135273"/>
                      </a:moveTo>
                      <a:cubicBezTo>
                        <a:pt x="23583" y="106897"/>
                        <a:pt x="57899" y="78304"/>
                        <a:pt x="119954" y="3847"/>
                      </a:cubicBezTo>
                      <a:moveTo>
                        <a:pt x="28723" y="148844"/>
                      </a:moveTo>
                      <a:cubicBezTo>
                        <a:pt x="50794" y="127798"/>
                        <a:pt x="105139" y="68000"/>
                        <a:pt x="162659" y="1016"/>
                      </a:cubicBezTo>
                      <a:moveTo>
                        <a:pt x="28723" y="148844"/>
                      </a:moveTo>
                      <a:cubicBezTo>
                        <a:pt x="62661" y="123299"/>
                        <a:pt x="78306" y="91512"/>
                        <a:pt x="162659" y="1016"/>
                      </a:cubicBezTo>
                      <a:moveTo>
                        <a:pt x="66440" y="151456"/>
                      </a:moveTo>
                      <a:cubicBezTo>
                        <a:pt x="85865" y="110816"/>
                        <a:pt x="115721" y="85417"/>
                        <a:pt x="200301" y="3629"/>
                      </a:cubicBezTo>
                      <a:moveTo>
                        <a:pt x="66440" y="151456"/>
                      </a:moveTo>
                      <a:cubicBezTo>
                        <a:pt x="93197" y="119235"/>
                        <a:pt x="134088" y="83820"/>
                        <a:pt x="200301" y="3629"/>
                      </a:cubicBezTo>
                      <a:moveTo>
                        <a:pt x="109070" y="148626"/>
                      </a:moveTo>
                      <a:cubicBezTo>
                        <a:pt x="141269" y="97826"/>
                        <a:pt x="187829" y="57186"/>
                        <a:pt x="243006" y="726"/>
                      </a:cubicBezTo>
                      <a:moveTo>
                        <a:pt x="109070" y="148626"/>
                      </a:moveTo>
                      <a:cubicBezTo>
                        <a:pt x="143007" y="114808"/>
                        <a:pt x="178683" y="66838"/>
                        <a:pt x="243006" y="726"/>
                      </a:cubicBezTo>
                      <a:moveTo>
                        <a:pt x="146786" y="151239"/>
                      </a:moveTo>
                      <a:cubicBezTo>
                        <a:pt x="204760" y="81425"/>
                        <a:pt x="240814" y="45720"/>
                        <a:pt x="280648" y="3339"/>
                      </a:cubicBezTo>
                      <a:moveTo>
                        <a:pt x="146786" y="151239"/>
                      </a:moveTo>
                      <a:cubicBezTo>
                        <a:pt x="182538" y="109655"/>
                        <a:pt x="232500" y="56896"/>
                        <a:pt x="280648" y="3339"/>
                      </a:cubicBezTo>
                      <a:moveTo>
                        <a:pt x="184504" y="153851"/>
                      </a:moveTo>
                      <a:cubicBezTo>
                        <a:pt x="229628" y="90569"/>
                        <a:pt x="274072" y="36649"/>
                        <a:pt x="323353" y="508"/>
                      </a:cubicBezTo>
                      <a:moveTo>
                        <a:pt x="184504" y="153851"/>
                      </a:moveTo>
                      <a:cubicBezTo>
                        <a:pt x="232727" y="106462"/>
                        <a:pt x="284125" y="51889"/>
                        <a:pt x="323353" y="508"/>
                      </a:cubicBezTo>
                      <a:moveTo>
                        <a:pt x="227133" y="150948"/>
                      </a:moveTo>
                      <a:cubicBezTo>
                        <a:pt x="285939" y="102253"/>
                        <a:pt x="316021" y="47897"/>
                        <a:pt x="360994" y="3121"/>
                      </a:cubicBezTo>
                      <a:moveTo>
                        <a:pt x="227133" y="150948"/>
                      </a:moveTo>
                      <a:cubicBezTo>
                        <a:pt x="263339" y="108929"/>
                        <a:pt x="312393" y="54429"/>
                        <a:pt x="360994" y="3121"/>
                      </a:cubicBezTo>
                      <a:moveTo>
                        <a:pt x="264851" y="153561"/>
                      </a:moveTo>
                      <a:cubicBezTo>
                        <a:pt x="302870" y="119960"/>
                        <a:pt x="356081" y="82441"/>
                        <a:pt x="403700" y="218"/>
                      </a:cubicBezTo>
                      <a:moveTo>
                        <a:pt x="264851" y="153561"/>
                      </a:moveTo>
                      <a:cubicBezTo>
                        <a:pt x="302794" y="108929"/>
                        <a:pt x="351622" y="54864"/>
                        <a:pt x="403700" y="218"/>
                      </a:cubicBezTo>
                      <a:moveTo>
                        <a:pt x="307480" y="150730"/>
                      </a:moveTo>
                      <a:cubicBezTo>
                        <a:pt x="349808" y="107623"/>
                        <a:pt x="403624" y="45793"/>
                        <a:pt x="441341" y="2831"/>
                      </a:cubicBezTo>
                      <a:moveTo>
                        <a:pt x="307480" y="150730"/>
                      </a:moveTo>
                      <a:cubicBezTo>
                        <a:pt x="355552" y="101672"/>
                        <a:pt x="386844" y="61976"/>
                        <a:pt x="441341" y="2831"/>
                      </a:cubicBezTo>
                      <a:moveTo>
                        <a:pt x="345197" y="153343"/>
                      </a:moveTo>
                      <a:cubicBezTo>
                        <a:pt x="410578" y="90932"/>
                        <a:pt x="460313" y="35197"/>
                        <a:pt x="484047" y="1"/>
                      </a:cubicBezTo>
                      <a:moveTo>
                        <a:pt x="345197" y="153343"/>
                      </a:moveTo>
                      <a:cubicBezTo>
                        <a:pt x="378606" y="121049"/>
                        <a:pt x="409973" y="82078"/>
                        <a:pt x="484047" y="1"/>
                      </a:cubicBezTo>
                      <a:moveTo>
                        <a:pt x="387827" y="150513"/>
                      </a:moveTo>
                      <a:cubicBezTo>
                        <a:pt x="425242" y="117275"/>
                        <a:pt x="461220" y="79176"/>
                        <a:pt x="521688" y="2613"/>
                      </a:cubicBezTo>
                      <a:moveTo>
                        <a:pt x="387827" y="150513"/>
                      </a:moveTo>
                      <a:cubicBezTo>
                        <a:pt x="422823" y="101527"/>
                        <a:pt x="473767" y="66258"/>
                        <a:pt x="521688" y="2613"/>
                      </a:cubicBezTo>
                      <a:moveTo>
                        <a:pt x="425544" y="153125"/>
                      </a:moveTo>
                      <a:cubicBezTo>
                        <a:pt x="443533" y="125766"/>
                        <a:pt x="485558" y="113792"/>
                        <a:pt x="529624" y="38100"/>
                      </a:cubicBezTo>
                      <a:moveTo>
                        <a:pt x="425544" y="153125"/>
                      </a:moveTo>
                      <a:cubicBezTo>
                        <a:pt x="454871" y="116985"/>
                        <a:pt x="499542" y="70394"/>
                        <a:pt x="529624" y="38100"/>
                      </a:cubicBezTo>
                      <a:moveTo>
                        <a:pt x="468174" y="150222"/>
                      </a:moveTo>
                      <a:cubicBezTo>
                        <a:pt x="491227" y="139409"/>
                        <a:pt x="500902" y="111905"/>
                        <a:pt x="532648" y="79030"/>
                      </a:cubicBezTo>
                      <a:moveTo>
                        <a:pt x="468174" y="150222"/>
                      </a:moveTo>
                      <a:cubicBezTo>
                        <a:pt x="495309" y="125186"/>
                        <a:pt x="521688" y="91222"/>
                        <a:pt x="532648" y="79030"/>
                      </a:cubicBezTo>
                      <a:moveTo>
                        <a:pt x="505891" y="152835"/>
                      </a:moveTo>
                      <a:cubicBezTo>
                        <a:pt x="517909" y="142965"/>
                        <a:pt x="521310" y="132878"/>
                        <a:pt x="530683" y="125476"/>
                      </a:cubicBezTo>
                      <a:moveTo>
                        <a:pt x="505891" y="152835"/>
                      </a:moveTo>
                      <a:cubicBezTo>
                        <a:pt x="510955" y="146158"/>
                        <a:pt x="518135" y="137958"/>
                        <a:pt x="530683" y="125476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1" name="شكل حر: شكل 508">
                  <a:extLst>
                    <a:ext uri="{FF2B5EF4-FFF2-40B4-BE49-F238E27FC236}">
                      <a16:creationId xmlns:a16="http://schemas.microsoft.com/office/drawing/2014/main" id="{507FEEA8-C161-F006-034E-EC120A43725F}"/>
                    </a:ext>
                  </a:extLst>
                </p:cNvPr>
                <p:cNvSpPr/>
                <p:nvPr/>
              </p:nvSpPr>
              <p:spPr>
                <a:xfrm>
                  <a:off x="7191222" y="4001157"/>
                  <a:ext cx="538958" cy="152264"/>
                </a:xfrm>
                <a:custGeom>
                  <a:avLst/>
                  <a:gdLst>
                    <a:gd name="csX0" fmla="*/ 8318 w 538958"/>
                    <a:gd name="csY0" fmla="*/ 2498 h 152264"/>
                    <a:gd name="csX1" fmla="*/ 537413 w 538958"/>
                    <a:gd name="csY1" fmla="*/ 2498 h 152264"/>
                    <a:gd name="csX2" fmla="*/ 8318 w 538958"/>
                    <a:gd name="csY2" fmla="*/ 2498 h 152264"/>
                    <a:gd name="csX3" fmla="*/ 537413 w 538958"/>
                    <a:gd name="csY3" fmla="*/ 2498 h 152264"/>
                    <a:gd name="csX4" fmla="*/ 537413 w 538958"/>
                    <a:gd name="csY4" fmla="*/ 2498 h 152264"/>
                    <a:gd name="csX5" fmla="*/ 537413 w 538958"/>
                    <a:gd name="csY5" fmla="*/ 147640 h 152264"/>
                    <a:gd name="csX6" fmla="*/ 537413 w 538958"/>
                    <a:gd name="csY6" fmla="*/ 2498 h 152264"/>
                    <a:gd name="csX7" fmla="*/ 537413 w 538958"/>
                    <a:gd name="csY7" fmla="*/ 147640 h 152264"/>
                    <a:gd name="csX8" fmla="*/ 537413 w 538958"/>
                    <a:gd name="csY8" fmla="*/ 147640 h 152264"/>
                    <a:gd name="csX9" fmla="*/ 8318 w 538958"/>
                    <a:gd name="csY9" fmla="*/ 147640 h 152264"/>
                    <a:gd name="csX10" fmla="*/ 537413 w 538958"/>
                    <a:gd name="csY10" fmla="*/ 147640 h 152264"/>
                    <a:gd name="csX11" fmla="*/ 8318 w 538958"/>
                    <a:gd name="csY11" fmla="*/ 147640 h 152264"/>
                    <a:gd name="csX12" fmla="*/ 8318 w 538958"/>
                    <a:gd name="csY12" fmla="*/ 147640 h 152264"/>
                    <a:gd name="csX13" fmla="*/ 8318 w 538958"/>
                    <a:gd name="csY13" fmla="*/ 2498 h 152264"/>
                    <a:gd name="csX14" fmla="*/ 8318 w 538958"/>
                    <a:gd name="csY14" fmla="*/ 147640 h 152264"/>
                    <a:gd name="csX15" fmla="*/ 8318 w 538958"/>
                    <a:gd name="csY15" fmla="*/ 2498 h 1522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38958" h="152264">
                      <a:moveTo>
                        <a:pt x="8318" y="2498"/>
                      </a:moveTo>
                      <a:cubicBezTo>
                        <a:pt x="189798" y="-6283"/>
                        <a:pt x="345578" y="11642"/>
                        <a:pt x="537413" y="2498"/>
                      </a:cubicBezTo>
                      <a:moveTo>
                        <a:pt x="8318" y="2498"/>
                      </a:moveTo>
                      <a:cubicBezTo>
                        <a:pt x="127062" y="9464"/>
                        <a:pt x="256917" y="1844"/>
                        <a:pt x="537413" y="2498"/>
                      </a:cubicBezTo>
                      <a:moveTo>
                        <a:pt x="537413" y="2498"/>
                      </a:moveTo>
                      <a:cubicBezTo>
                        <a:pt x="524790" y="58014"/>
                        <a:pt x="528947" y="73327"/>
                        <a:pt x="537413" y="147640"/>
                      </a:cubicBezTo>
                      <a:moveTo>
                        <a:pt x="537413" y="2498"/>
                      </a:moveTo>
                      <a:cubicBezTo>
                        <a:pt x="543460" y="35445"/>
                        <a:pt x="529250" y="74343"/>
                        <a:pt x="537413" y="147640"/>
                      </a:cubicBezTo>
                      <a:moveTo>
                        <a:pt x="537413" y="147640"/>
                      </a:moveTo>
                      <a:cubicBezTo>
                        <a:pt x="340061" y="145027"/>
                        <a:pt x="146790" y="138351"/>
                        <a:pt x="8318" y="147640"/>
                      </a:cubicBezTo>
                      <a:moveTo>
                        <a:pt x="537413" y="147640"/>
                      </a:moveTo>
                      <a:cubicBezTo>
                        <a:pt x="337113" y="158670"/>
                        <a:pt x="142784" y="146333"/>
                        <a:pt x="8318" y="147640"/>
                      </a:cubicBezTo>
                      <a:moveTo>
                        <a:pt x="8318" y="147640"/>
                      </a:moveTo>
                      <a:cubicBezTo>
                        <a:pt x="1364" y="90381"/>
                        <a:pt x="-6270" y="56345"/>
                        <a:pt x="8318" y="2498"/>
                      </a:cubicBezTo>
                      <a:moveTo>
                        <a:pt x="8318" y="147640"/>
                      </a:moveTo>
                      <a:cubicBezTo>
                        <a:pt x="12627" y="105839"/>
                        <a:pt x="9301" y="76520"/>
                        <a:pt x="8318" y="2498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48" name="صورة 509">
                <a:extLst>
                  <a:ext uri="{FF2B5EF4-FFF2-40B4-BE49-F238E27FC236}">
                    <a16:creationId xmlns:a16="http://schemas.microsoft.com/office/drawing/2014/main" id="{3C3DAA6F-7524-4724-B496-76C8DF8A81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03319" y="4025426"/>
                <a:ext cx="513977" cy="123370"/>
              </a:xfrm>
              <a:custGeom>
                <a:avLst/>
                <a:gdLst>
                  <a:gd name="csX0" fmla="*/ 0 w 513977"/>
                  <a:gd name="csY0" fmla="*/ 0 h 123370"/>
                  <a:gd name="csX1" fmla="*/ 513978 w 513977"/>
                  <a:gd name="csY1" fmla="*/ 0 h 123370"/>
                  <a:gd name="csX2" fmla="*/ 513978 w 513977"/>
                  <a:gd name="csY2" fmla="*/ 123371 h 123370"/>
                  <a:gd name="csX3" fmla="*/ 0 w 51397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977" h="123370">
                    <a:moveTo>
                      <a:pt x="0" y="0"/>
                    </a:moveTo>
                    <a:lnTo>
                      <a:pt x="513978" y="0"/>
                    </a:lnTo>
                    <a:lnTo>
                      <a:pt x="51397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141" name="رسم 9">
              <a:extLst>
                <a:ext uri="{FF2B5EF4-FFF2-40B4-BE49-F238E27FC236}">
                  <a16:creationId xmlns:a16="http://schemas.microsoft.com/office/drawing/2014/main" id="{1C4DE113-2DCA-3C6B-430D-94E4975BD53A}"/>
                </a:ext>
              </a:extLst>
            </p:cNvPr>
            <p:cNvGrpSpPr/>
            <p:nvPr/>
          </p:nvGrpSpPr>
          <p:grpSpPr>
            <a:xfrm>
              <a:off x="7348291" y="4361275"/>
              <a:ext cx="237841" cy="156835"/>
              <a:chOff x="7348291" y="4361275"/>
              <a:chExt cx="237841" cy="156835"/>
            </a:xfrm>
            <a:noFill/>
          </p:grpSpPr>
          <p:grpSp>
            <p:nvGrpSpPr>
              <p:cNvPr id="2142" name="رسم 9">
                <a:extLst>
                  <a:ext uri="{FF2B5EF4-FFF2-40B4-BE49-F238E27FC236}">
                    <a16:creationId xmlns:a16="http://schemas.microsoft.com/office/drawing/2014/main" id="{EB5FB155-1925-2D14-3CC8-1B529B1DC2DF}"/>
                  </a:ext>
                </a:extLst>
              </p:cNvPr>
              <p:cNvGrpSpPr/>
              <p:nvPr/>
            </p:nvGrpSpPr>
            <p:grpSpPr>
              <a:xfrm>
                <a:off x="7348291" y="4361275"/>
                <a:ext cx="237841" cy="156835"/>
                <a:chOff x="7348291" y="4361275"/>
                <a:chExt cx="237841" cy="156835"/>
              </a:xfrm>
              <a:noFill/>
            </p:grpSpPr>
            <p:sp>
              <p:nvSpPr>
                <p:cNvPr id="2144" name="مستطيل 512">
                  <a:extLst>
                    <a:ext uri="{FF2B5EF4-FFF2-40B4-BE49-F238E27FC236}">
                      <a16:creationId xmlns:a16="http://schemas.microsoft.com/office/drawing/2014/main" id="{D9983F0C-C9AC-29F1-D5B7-AD0BE32FAC60}"/>
                    </a:ext>
                  </a:extLst>
                </p:cNvPr>
                <p:cNvSpPr/>
                <p:nvPr/>
              </p:nvSpPr>
              <p:spPr>
                <a:xfrm>
                  <a:off x="7350709" y="4366510"/>
                  <a:ext cx="22675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5" name="شكل حر: شكل 513">
                  <a:extLst>
                    <a:ext uri="{FF2B5EF4-FFF2-40B4-BE49-F238E27FC236}">
                      <a16:creationId xmlns:a16="http://schemas.microsoft.com/office/drawing/2014/main" id="{AD101D50-EA42-0514-4E91-71A130DDACEE}"/>
                    </a:ext>
                  </a:extLst>
                </p:cNvPr>
                <p:cNvSpPr/>
                <p:nvPr/>
              </p:nvSpPr>
              <p:spPr>
                <a:xfrm>
                  <a:off x="7348291" y="4364768"/>
                  <a:ext cx="233028" cy="153342"/>
                </a:xfrm>
                <a:custGeom>
                  <a:avLst/>
                  <a:gdLst>
                    <a:gd name="csX0" fmla="*/ 907 w 233028"/>
                    <a:gd name="csY0" fmla="*/ 3411 h 153342"/>
                    <a:gd name="csX1" fmla="*/ 907 w 233028"/>
                    <a:gd name="csY1" fmla="*/ 3411 h 153342"/>
                    <a:gd name="csX2" fmla="*/ 907 w 233028"/>
                    <a:gd name="csY2" fmla="*/ 3411 h 153342"/>
                    <a:gd name="csX3" fmla="*/ 907 w 233028"/>
                    <a:gd name="csY3" fmla="*/ 3411 h 153342"/>
                    <a:gd name="csX4" fmla="*/ 3931 w 233028"/>
                    <a:gd name="csY4" fmla="*/ 44341 h 153342"/>
                    <a:gd name="csX5" fmla="*/ 43613 w 233028"/>
                    <a:gd name="csY5" fmla="*/ 508 h 153342"/>
                    <a:gd name="csX6" fmla="*/ 3931 w 233028"/>
                    <a:gd name="csY6" fmla="*/ 44341 h 153342"/>
                    <a:gd name="csX7" fmla="*/ 43613 w 233028"/>
                    <a:gd name="csY7" fmla="*/ 508 h 153342"/>
                    <a:gd name="csX8" fmla="*/ 1966 w 233028"/>
                    <a:gd name="csY8" fmla="*/ 90787 h 153342"/>
                    <a:gd name="csX9" fmla="*/ 81254 w 233028"/>
                    <a:gd name="csY9" fmla="*/ 3121 h 153342"/>
                    <a:gd name="csX10" fmla="*/ 1966 w 233028"/>
                    <a:gd name="csY10" fmla="*/ 90787 h 153342"/>
                    <a:gd name="csX11" fmla="*/ 81254 w 233028"/>
                    <a:gd name="csY11" fmla="*/ 3121 h 153342"/>
                    <a:gd name="csX12" fmla="*/ 1 w 233028"/>
                    <a:gd name="csY12" fmla="*/ 137160 h 153342"/>
                    <a:gd name="csX13" fmla="*/ 123960 w 233028"/>
                    <a:gd name="csY13" fmla="*/ 291 h 153342"/>
                    <a:gd name="csX14" fmla="*/ 1 w 233028"/>
                    <a:gd name="csY14" fmla="*/ 137160 h 153342"/>
                    <a:gd name="csX15" fmla="*/ 123960 w 233028"/>
                    <a:gd name="csY15" fmla="*/ 291 h 153342"/>
                    <a:gd name="csX16" fmla="*/ 27740 w 233028"/>
                    <a:gd name="csY16" fmla="*/ 150730 h 153342"/>
                    <a:gd name="csX17" fmla="*/ 161601 w 233028"/>
                    <a:gd name="csY17" fmla="*/ 2903 h 153342"/>
                    <a:gd name="csX18" fmla="*/ 27740 w 233028"/>
                    <a:gd name="csY18" fmla="*/ 150730 h 153342"/>
                    <a:gd name="csX19" fmla="*/ 161601 w 233028"/>
                    <a:gd name="csY19" fmla="*/ 2903 h 153342"/>
                    <a:gd name="csX20" fmla="*/ 65457 w 233028"/>
                    <a:gd name="csY20" fmla="*/ 153343 h 153342"/>
                    <a:gd name="csX21" fmla="*/ 204307 w 233028"/>
                    <a:gd name="csY21" fmla="*/ 1 h 153342"/>
                    <a:gd name="csX22" fmla="*/ 65457 w 233028"/>
                    <a:gd name="csY22" fmla="*/ 153343 h 153342"/>
                    <a:gd name="csX23" fmla="*/ 204307 w 233028"/>
                    <a:gd name="csY23" fmla="*/ 1 h 153342"/>
                    <a:gd name="csX24" fmla="*/ 108087 w 233028"/>
                    <a:gd name="csY24" fmla="*/ 150513 h 153342"/>
                    <a:gd name="csX25" fmla="*/ 232046 w 233028"/>
                    <a:gd name="csY25" fmla="*/ 13571 h 153342"/>
                    <a:gd name="csX26" fmla="*/ 108087 w 233028"/>
                    <a:gd name="csY26" fmla="*/ 150513 h 153342"/>
                    <a:gd name="csX27" fmla="*/ 232046 w 233028"/>
                    <a:gd name="csY27" fmla="*/ 13571 h 153342"/>
                    <a:gd name="csX28" fmla="*/ 145804 w 233028"/>
                    <a:gd name="csY28" fmla="*/ 153125 h 153342"/>
                    <a:gd name="csX29" fmla="*/ 230081 w 233028"/>
                    <a:gd name="csY29" fmla="*/ 60017 h 153342"/>
                    <a:gd name="csX30" fmla="*/ 145804 w 233028"/>
                    <a:gd name="csY30" fmla="*/ 153125 h 153342"/>
                    <a:gd name="csX31" fmla="*/ 230081 w 233028"/>
                    <a:gd name="csY31" fmla="*/ 60017 h 153342"/>
                    <a:gd name="csX32" fmla="*/ 188434 w 233028"/>
                    <a:gd name="csY32" fmla="*/ 150295 h 153342"/>
                    <a:gd name="csX33" fmla="*/ 233029 w 233028"/>
                    <a:gd name="csY33" fmla="*/ 100947 h 153342"/>
                    <a:gd name="csX34" fmla="*/ 188434 w 233028"/>
                    <a:gd name="csY34" fmla="*/ 150295 h 153342"/>
                    <a:gd name="csX35" fmla="*/ 233029 w 233028"/>
                    <a:gd name="csY35" fmla="*/ 100947 h 153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233028" h="153342">
                      <a:moveTo>
                        <a:pt x="907" y="3411"/>
                      </a:moveTo>
                      <a:cubicBezTo>
                        <a:pt x="907" y="3411"/>
                        <a:pt x="907" y="3411"/>
                        <a:pt x="907" y="3411"/>
                      </a:cubicBezTo>
                      <a:moveTo>
                        <a:pt x="907" y="3411"/>
                      </a:moveTo>
                      <a:cubicBezTo>
                        <a:pt x="907" y="3411"/>
                        <a:pt x="907" y="3411"/>
                        <a:pt x="907" y="3411"/>
                      </a:cubicBezTo>
                      <a:moveTo>
                        <a:pt x="3931" y="44341"/>
                      </a:moveTo>
                      <a:cubicBezTo>
                        <a:pt x="16478" y="36068"/>
                        <a:pt x="26984" y="20175"/>
                        <a:pt x="43613" y="508"/>
                      </a:cubicBezTo>
                      <a:moveTo>
                        <a:pt x="3931" y="44341"/>
                      </a:moveTo>
                      <a:cubicBezTo>
                        <a:pt x="19728" y="26489"/>
                        <a:pt x="30612" y="12628"/>
                        <a:pt x="43613" y="508"/>
                      </a:cubicBezTo>
                      <a:moveTo>
                        <a:pt x="1966" y="90787"/>
                      </a:moveTo>
                      <a:cubicBezTo>
                        <a:pt x="26984" y="67782"/>
                        <a:pt x="52532" y="26707"/>
                        <a:pt x="81254" y="3121"/>
                      </a:cubicBezTo>
                      <a:moveTo>
                        <a:pt x="1966" y="90787"/>
                      </a:moveTo>
                      <a:cubicBezTo>
                        <a:pt x="18821" y="71120"/>
                        <a:pt x="45503" y="42962"/>
                        <a:pt x="81254" y="3121"/>
                      </a:cubicBezTo>
                      <a:moveTo>
                        <a:pt x="1" y="137160"/>
                      </a:moveTo>
                      <a:cubicBezTo>
                        <a:pt x="22903" y="100003"/>
                        <a:pt x="81935" y="47825"/>
                        <a:pt x="123960" y="291"/>
                      </a:cubicBezTo>
                      <a:moveTo>
                        <a:pt x="1" y="137160"/>
                      </a:moveTo>
                      <a:cubicBezTo>
                        <a:pt x="31746" y="98189"/>
                        <a:pt x="65004" y="57404"/>
                        <a:pt x="123960" y="291"/>
                      </a:cubicBezTo>
                      <a:moveTo>
                        <a:pt x="27740" y="150730"/>
                      </a:moveTo>
                      <a:cubicBezTo>
                        <a:pt x="78987" y="86723"/>
                        <a:pt x="109070" y="52615"/>
                        <a:pt x="161601" y="2903"/>
                      </a:cubicBezTo>
                      <a:moveTo>
                        <a:pt x="27740" y="150730"/>
                      </a:moveTo>
                      <a:cubicBezTo>
                        <a:pt x="72487" y="102543"/>
                        <a:pt x="123733" y="38318"/>
                        <a:pt x="161601" y="2903"/>
                      </a:cubicBezTo>
                      <a:moveTo>
                        <a:pt x="65457" y="153343"/>
                      </a:moveTo>
                      <a:cubicBezTo>
                        <a:pt x="97203" y="127363"/>
                        <a:pt x="117459" y="93399"/>
                        <a:pt x="204307" y="1"/>
                      </a:cubicBezTo>
                      <a:moveTo>
                        <a:pt x="65457" y="153343"/>
                      </a:moveTo>
                      <a:cubicBezTo>
                        <a:pt x="96825" y="107986"/>
                        <a:pt x="140815" y="68362"/>
                        <a:pt x="204307" y="1"/>
                      </a:cubicBezTo>
                      <a:moveTo>
                        <a:pt x="108087" y="150513"/>
                      </a:moveTo>
                      <a:cubicBezTo>
                        <a:pt x="146938" y="120323"/>
                        <a:pt x="167724" y="78595"/>
                        <a:pt x="232046" y="13571"/>
                      </a:cubicBezTo>
                      <a:moveTo>
                        <a:pt x="108087" y="150513"/>
                      </a:moveTo>
                      <a:cubicBezTo>
                        <a:pt x="160165" y="100294"/>
                        <a:pt x="200452" y="42454"/>
                        <a:pt x="232046" y="13571"/>
                      </a:cubicBezTo>
                      <a:moveTo>
                        <a:pt x="145804" y="153125"/>
                      </a:moveTo>
                      <a:cubicBezTo>
                        <a:pt x="167270" y="133676"/>
                        <a:pt x="184881" y="111542"/>
                        <a:pt x="230081" y="60017"/>
                      </a:cubicBezTo>
                      <a:moveTo>
                        <a:pt x="145804" y="153125"/>
                      </a:moveTo>
                      <a:cubicBezTo>
                        <a:pt x="169008" y="125621"/>
                        <a:pt x="185032" y="107188"/>
                        <a:pt x="230081" y="60017"/>
                      </a:cubicBezTo>
                      <a:moveTo>
                        <a:pt x="188434" y="150295"/>
                      </a:moveTo>
                      <a:cubicBezTo>
                        <a:pt x="192289" y="140861"/>
                        <a:pt x="214208" y="130265"/>
                        <a:pt x="233029" y="100947"/>
                      </a:cubicBezTo>
                      <a:moveTo>
                        <a:pt x="188434" y="150295"/>
                      </a:moveTo>
                      <a:cubicBezTo>
                        <a:pt x="195312" y="140571"/>
                        <a:pt x="207028" y="132950"/>
                        <a:pt x="233029" y="100947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6" name="شكل حر: شكل 514">
                  <a:extLst>
                    <a:ext uri="{FF2B5EF4-FFF2-40B4-BE49-F238E27FC236}">
                      <a16:creationId xmlns:a16="http://schemas.microsoft.com/office/drawing/2014/main" id="{F0CF5ECB-4093-B18A-D371-D15599B5FF19}"/>
                    </a:ext>
                  </a:extLst>
                </p:cNvPr>
                <p:cNvSpPr/>
                <p:nvPr/>
              </p:nvSpPr>
              <p:spPr>
                <a:xfrm>
                  <a:off x="7349778" y="4361275"/>
                  <a:ext cx="236354" cy="156809"/>
                </a:xfrm>
                <a:custGeom>
                  <a:avLst/>
                  <a:gdLst>
                    <a:gd name="csX0" fmla="*/ 932 w 236354"/>
                    <a:gd name="csY0" fmla="*/ 5235 h 156809"/>
                    <a:gd name="csX1" fmla="*/ 227687 w 236354"/>
                    <a:gd name="csY1" fmla="*/ 5235 h 156809"/>
                    <a:gd name="csX2" fmla="*/ 932 w 236354"/>
                    <a:gd name="csY2" fmla="*/ 5235 h 156809"/>
                    <a:gd name="csX3" fmla="*/ 227687 w 236354"/>
                    <a:gd name="csY3" fmla="*/ 5235 h 156809"/>
                    <a:gd name="csX4" fmla="*/ 227687 w 236354"/>
                    <a:gd name="csY4" fmla="*/ 5235 h 156809"/>
                    <a:gd name="csX5" fmla="*/ 227687 w 236354"/>
                    <a:gd name="csY5" fmla="*/ 150377 h 156809"/>
                    <a:gd name="csX6" fmla="*/ 227687 w 236354"/>
                    <a:gd name="csY6" fmla="*/ 5235 h 156809"/>
                    <a:gd name="csX7" fmla="*/ 227687 w 236354"/>
                    <a:gd name="csY7" fmla="*/ 150377 h 156809"/>
                    <a:gd name="csX8" fmla="*/ 227687 w 236354"/>
                    <a:gd name="csY8" fmla="*/ 150377 h 156809"/>
                    <a:gd name="csX9" fmla="*/ 932 w 236354"/>
                    <a:gd name="csY9" fmla="*/ 150377 h 156809"/>
                    <a:gd name="csX10" fmla="*/ 227687 w 236354"/>
                    <a:gd name="csY10" fmla="*/ 150377 h 156809"/>
                    <a:gd name="csX11" fmla="*/ 932 w 236354"/>
                    <a:gd name="csY11" fmla="*/ 150377 h 156809"/>
                    <a:gd name="csX12" fmla="*/ 932 w 236354"/>
                    <a:gd name="csY12" fmla="*/ 150377 h 156809"/>
                    <a:gd name="csX13" fmla="*/ 932 w 236354"/>
                    <a:gd name="csY13" fmla="*/ 5235 h 156809"/>
                    <a:gd name="csX14" fmla="*/ 932 w 236354"/>
                    <a:gd name="csY14" fmla="*/ 150377 h 156809"/>
                    <a:gd name="csX15" fmla="*/ 932 w 236354"/>
                    <a:gd name="csY15" fmla="*/ 5235 h 1568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36354" h="156809">
                      <a:moveTo>
                        <a:pt x="932" y="5235"/>
                      </a:moveTo>
                      <a:cubicBezTo>
                        <a:pt x="76517" y="-7030"/>
                        <a:pt x="156410" y="12347"/>
                        <a:pt x="227687" y="5235"/>
                      </a:cubicBezTo>
                      <a:moveTo>
                        <a:pt x="932" y="5235"/>
                      </a:moveTo>
                      <a:cubicBezTo>
                        <a:pt x="75987" y="-2313"/>
                        <a:pt x="134641" y="-1152"/>
                        <a:pt x="227687" y="5235"/>
                      </a:cubicBezTo>
                      <a:moveTo>
                        <a:pt x="227687" y="5235"/>
                      </a:moveTo>
                      <a:cubicBezTo>
                        <a:pt x="241367" y="52624"/>
                        <a:pt x="236908" y="92320"/>
                        <a:pt x="227687" y="150377"/>
                      </a:cubicBezTo>
                      <a:moveTo>
                        <a:pt x="227687" y="5235"/>
                      </a:moveTo>
                      <a:cubicBezTo>
                        <a:pt x="228216" y="32884"/>
                        <a:pt x="220733" y="66630"/>
                        <a:pt x="227687" y="150377"/>
                      </a:cubicBezTo>
                      <a:moveTo>
                        <a:pt x="227687" y="150377"/>
                      </a:moveTo>
                      <a:cubicBezTo>
                        <a:pt x="145752" y="156763"/>
                        <a:pt x="87476" y="160900"/>
                        <a:pt x="932" y="150377"/>
                      </a:cubicBezTo>
                      <a:moveTo>
                        <a:pt x="227687" y="150377"/>
                      </a:moveTo>
                      <a:cubicBezTo>
                        <a:pt x="171829" y="146168"/>
                        <a:pt x="135473" y="154803"/>
                        <a:pt x="932" y="150377"/>
                      </a:cubicBezTo>
                      <a:moveTo>
                        <a:pt x="932" y="150377"/>
                      </a:moveTo>
                      <a:cubicBezTo>
                        <a:pt x="14008" y="101609"/>
                        <a:pt x="10455" y="60243"/>
                        <a:pt x="932" y="5235"/>
                      </a:cubicBezTo>
                      <a:moveTo>
                        <a:pt x="932" y="150377"/>
                      </a:moveTo>
                      <a:cubicBezTo>
                        <a:pt x="-3452" y="86006"/>
                        <a:pt x="9548" y="33537"/>
                        <a:pt x="932" y="5235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43" name="صورة 515">
                <a:extLst>
                  <a:ext uri="{FF2B5EF4-FFF2-40B4-BE49-F238E27FC236}">
                    <a16:creationId xmlns:a16="http://schemas.microsoft.com/office/drawing/2014/main" id="{C80C1DD8-BA5B-4606-F348-272D2E283D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54489" y="4388281"/>
                <a:ext cx="211637" cy="123370"/>
              </a:xfrm>
              <a:custGeom>
                <a:avLst/>
                <a:gdLst>
                  <a:gd name="csX0" fmla="*/ 0 w 211637"/>
                  <a:gd name="csY0" fmla="*/ 0 h 123370"/>
                  <a:gd name="csX1" fmla="*/ 211638 w 211637"/>
                  <a:gd name="csY1" fmla="*/ 0 h 123370"/>
                  <a:gd name="csX2" fmla="*/ 211638 w 211637"/>
                  <a:gd name="csY2" fmla="*/ 123371 h 123370"/>
                  <a:gd name="csX3" fmla="*/ 0 w 21163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637" h="123370">
                    <a:moveTo>
                      <a:pt x="0" y="0"/>
                    </a:moveTo>
                    <a:lnTo>
                      <a:pt x="211638" y="0"/>
                    </a:lnTo>
                    <a:lnTo>
                      <a:pt x="21163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164" name="!!رسم 9">
            <a:extLst>
              <a:ext uri="{FF2B5EF4-FFF2-40B4-BE49-F238E27FC236}">
                <a16:creationId xmlns:a16="http://schemas.microsoft.com/office/drawing/2014/main" id="{B1BE6838-F1F4-B238-34AF-15946CBFE6A9}"/>
              </a:ext>
            </a:extLst>
          </p:cNvPr>
          <p:cNvGrpSpPr/>
          <p:nvPr/>
        </p:nvGrpSpPr>
        <p:grpSpPr>
          <a:xfrm>
            <a:off x="5453115" y="3989256"/>
            <a:ext cx="689788" cy="663984"/>
            <a:chOff x="8175995" y="4000066"/>
            <a:chExt cx="689788" cy="663984"/>
          </a:xfrm>
        </p:grpSpPr>
        <p:grpSp>
          <p:nvGrpSpPr>
            <p:cNvPr id="2165" name="رسم 9">
              <a:extLst>
                <a:ext uri="{FF2B5EF4-FFF2-40B4-BE49-F238E27FC236}">
                  <a16:creationId xmlns:a16="http://schemas.microsoft.com/office/drawing/2014/main" id="{EB2B4CDB-B41D-5F1B-63EF-0EDCB643C9B8}"/>
                </a:ext>
              </a:extLst>
            </p:cNvPr>
            <p:cNvGrpSpPr/>
            <p:nvPr/>
          </p:nvGrpSpPr>
          <p:grpSpPr>
            <a:xfrm>
              <a:off x="8175995" y="4000066"/>
              <a:ext cx="689563" cy="663984"/>
              <a:chOff x="8175995" y="4000066"/>
              <a:chExt cx="689563" cy="663984"/>
            </a:xfrm>
            <a:noFill/>
          </p:grpSpPr>
          <p:grpSp>
            <p:nvGrpSpPr>
              <p:cNvPr id="2186" name="رسم 9">
                <a:extLst>
                  <a:ext uri="{FF2B5EF4-FFF2-40B4-BE49-F238E27FC236}">
                    <a16:creationId xmlns:a16="http://schemas.microsoft.com/office/drawing/2014/main" id="{4B9AA9CE-3FA6-33C7-9EC1-22F5DC85D3F1}"/>
                  </a:ext>
                </a:extLst>
              </p:cNvPr>
              <p:cNvGrpSpPr/>
              <p:nvPr/>
            </p:nvGrpSpPr>
            <p:grpSpPr>
              <a:xfrm>
                <a:off x="8175995" y="4000066"/>
                <a:ext cx="689563" cy="663912"/>
                <a:chOff x="8175995" y="4000066"/>
                <a:chExt cx="689563" cy="663912"/>
              </a:xfrm>
              <a:noFill/>
            </p:grpSpPr>
            <p:sp>
              <p:nvSpPr>
                <p:cNvPr id="2188" name="مستطيل 519">
                  <a:extLst>
                    <a:ext uri="{FF2B5EF4-FFF2-40B4-BE49-F238E27FC236}">
                      <a16:creationId xmlns:a16="http://schemas.microsoft.com/office/drawing/2014/main" id="{853639B9-4C5E-2CE3-C7B6-4F18F21E8E8C}"/>
                    </a:ext>
                  </a:extLst>
                </p:cNvPr>
                <p:cNvSpPr/>
                <p:nvPr/>
              </p:nvSpPr>
              <p:spPr>
                <a:xfrm>
                  <a:off x="8182144" y="4003655"/>
                  <a:ext cx="680264" cy="653139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9" name="شكل حر: شكل 520">
                  <a:extLst>
                    <a:ext uri="{FF2B5EF4-FFF2-40B4-BE49-F238E27FC236}">
                      <a16:creationId xmlns:a16="http://schemas.microsoft.com/office/drawing/2014/main" id="{127D22BC-6E75-573F-7B9D-45F736FC5777}"/>
                    </a:ext>
                  </a:extLst>
                </p:cNvPr>
                <p:cNvSpPr/>
                <p:nvPr/>
              </p:nvSpPr>
              <p:spPr>
                <a:xfrm>
                  <a:off x="8180179" y="4001114"/>
                  <a:ext cx="684497" cy="662863"/>
                </a:xfrm>
                <a:custGeom>
                  <a:avLst/>
                  <a:gdLst>
                    <a:gd name="csX0" fmla="*/ 983 w 684497"/>
                    <a:gd name="csY0" fmla="*/ 3629 h 662863"/>
                    <a:gd name="csX1" fmla="*/ 983 w 684497"/>
                    <a:gd name="csY1" fmla="*/ 3629 h 662863"/>
                    <a:gd name="csX2" fmla="*/ 983 w 684497"/>
                    <a:gd name="csY2" fmla="*/ 3629 h 662863"/>
                    <a:gd name="csX3" fmla="*/ 983 w 684497"/>
                    <a:gd name="csY3" fmla="*/ 3629 h 662863"/>
                    <a:gd name="csX4" fmla="*/ 3931 w 684497"/>
                    <a:gd name="csY4" fmla="*/ 44632 h 662863"/>
                    <a:gd name="csX5" fmla="*/ 43613 w 684497"/>
                    <a:gd name="csY5" fmla="*/ 799 h 662863"/>
                    <a:gd name="csX6" fmla="*/ 3931 w 684497"/>
                    <a:gd name="csY6" fmla="*/ 44632 h 662863"/>
                    <a:gd name="csX7" fmla="*/ 43613 w 684497"/>
                    <a:gd name="csY7" fmla="*/ 799 h 662863"/>
                    <a:gd name="csX8" fmla="*/ 1966 w 684497"/>
                    <a:gd name="csY8" fmla="*/ 91005 h 662863"/>
                    <a:gd name="csX9" fmla="*/ 81330 w 684497"/>
                    <a:gd name="csY9" fmla="*/ 3411 h 662863"/>
                    <a:gd name="csX10" fmla="*/ 1966 w 684497"/>
                    <a:gd name="csY10" fmla="*/ 91005 h 662863"/>
                    <a:gd name="csX11" fmla="*/ 81330 w 684497"/>
                    <a:gd name="csY11" fmla="*/ 3411 h 662863"/>
                    <a:gd name="csX12" fmla="*/ 1 w 684497"/>
                    <a:gd name="csY12" fmla="*/ 137450 h 662863"/>
                    <a:gd name="csX13" fmla="*/ 123960 w 684497"/>
                    <a:gd name="csY13" fmla="*/ 509 h 662863"/>
                    <a:gd name="csX14" fmla="*/ 1 w 684497"/>
                    <a:gd name="csY14" fmla="*/ 137450 h 662863"/>
                    <a:gd name="csX15" fmla="*/ 123960 w 684497"/>
                    <a:gd name="csY15" fmla="*/ 509 h 662863"/>
                    <a:gd name="csX16" fmla="*/ 2948 w 684497"/>
                    <a:gd name="csY16" fmla="*/ 178380 h 662863"/>
                    <a:gd name="csX17" fmla="*/ 161677 w 684497"/>
                    <a:gd name="csY17" fmla="*/ 3121 h 662863"/>
                    <a:gd name="csX18" fmla="*/ 2948 w 684497"/>
                    <a:gd name="csY18" fmla="*/ 178380 h 662863"/>
                    <a:gd name="csX19" fmla="*/ 161677 w 684497"/>
                    <a:gd name="csY19" fmla="*/ 3121 h 662863"/>
                    <a:gd name="csX20" fmla="*/ 983 w 684497"/>
                    <a:gd name="csY20" fmla="*/ 224826 h 662863"/>
                    <a:gd name="csX21" fmla="*/ 204307 w 684497"/>
                    <a:gd name="csY21" fmla="*/ 291 h 662863"/>
                    <a:gd name="csX22" fmla="*/ 983 w 684497"/>
                    <a:gd name="csY22" fmla="*/ 224826 h 662863"/>
                    <a:gd name="csX23" fmla="*/ 204307 w 684497"/>
                    <a:gd name="csY23" fmla="*/ 291 h 662863"/>
                    <a:gd name="csX24" fmla="*/ 4007 w 684497"/>
                    <a:gd name="csY24" fmla="*/ 265756 h 662863"/>
                    <a:gd name="csX25" fmla="*/ 242024 w 684497"/>
                    <a:gd name="csY25" fmla="*/ 2903 h 662863"/>
                    <a:gd name="csX26" fmla="*/ 4007 w 684497"/>
                    <a:gd name="csY26" fmla="*/ 265756 h 662863"/>
                    <a:gd name="csX27" fmla="*/ 242024 w 684497"/>
                    <a:gd name="csY27" fmla="*/ 2903 h 662863"/>
                    <a:gd name="csX28" fmla="*/ 2041 w 684497"/>
                    <a:gd name="csY28" fmla="*/ 312201 h 662863"/>
                    <a:gd name="csX29" fmla="*/ 284654 w 684497"/>
                    <a:gd name="csY29" fmla="*/ 1 h 662863"/>
                    <a:gd name="csX30" fmla="*/ 2041 w 684497"/>
                    <a:gd name="csY30" fmla="*/ 312201 h 662863"/>
                    <a:gd name="csX31" fmla="*/ 284654 w 684497"/>
                    <a:gd name="csY31" fmla="*/ 1 h 662863"/>
                    <a:gd name="csX32" fmla="*/ 1 w 684497"/>
                    <a:gd name="csY32" fmla="*/ 358647 h 662863"/>
                    <a:gd name="csX33" fmla="*/ 322371 w 684497"/>
                    <a:gd name="csY33" fmla="*/ 2613 h 662863"/>
                    <a:gd name="csX34" fmla="*/ 1 w 684497"/>
                    <a:gd name="csY34" fmla="*/ 358647 h 662863"/>
                    <a:gd name="csX35" fmla="*/ 322371 w 684497"/>
                    <a:gd name="csY35" fmla="*/ 2613 h 662863"/>
                    <a:gd name="csX36" fmla="*/ 3024 w 684497"/>
                    <a:gd name="csY36" fmla="*/ 399577 h 662863"/>
                    <a:gd name="csX37" fmla="*/ 360087 w 684497"/>
                    <a:gd name="csY37" fmla="*/ 5226 h 662863"/>
                    <a:gd name="csX38" fmla="*/ 3024 w 684497"/>
                    <a:gd name="csY38" fmla="*/ 399577 h 662863"/>
                    <a:gd name="csX39" fmla="*/ 360087 w 684497"/>
                    <a:gd name="csY39" fmla="*/ 5226 h 662863"/>
                    <a:gd name="csX40" fmla="*/ 1059 w 684497"/>
                    <a:gd name="csY40" fmla="*/ 446022 h 662863"/>
                    <a:gd name="csX41" fmla="*/ 402717 w 684497"/>
                    <a:gd name="csY41" fmla="*/ 2395 h 662863"/>
                    <a:gd name="csX42" fmla="*/ 1059 w 684497"/>
                    <a:gd name="csY42" fmla="*/ 446022 h 662863"/>
                    <a:gd name="csX43" fmla="*/ 402717 w 684497"/>
                    <a:gd name="csY43" fmla="*/ 2395 h 662863"/>
                    <a:gd name="csX44" fmla="*/ 4007 w 684497"/>
                    <a:gd name="csY44" fmla="*/ 486952 h 662863"/>
                    <a:gd name="csX45" fmla="*/ 440434 w 684497"/>
                    <a:gd name="csY45" fmla="*/ 5008 h 662863"/>
                    <a:gd name="csX46" fmla="*/ 4007 w 684497"/>
                    <a:gd name="csY46" fmla="*/ 486952 h 662863"/>
                    <a:gd name="csX47" fmla="*/ 440434 w 684497"/>
                    <a:gd name="csY47" fmla="*/ 5008 h 662863"/>
                    <a:gd name="csX48" fmla="*/ 2041 w 684497"/>
                    <a:gd name="csY48" fmla="*/ 533398 h 662863"/>
                    <a:gd name="csX49" fmla="*/ 483064 w 684497"/>
                    <a:gd name="csY49" fmla="*/ 2178 h 662863"/>
                    <a:gd name="csX50" fmla="*/ 2041 w 684497"/>
                    <a:gd name="csY50" fmla="*/ 533398 h 662863"/>
                    <a:gd name="csX51" fmla="*/ 483064 w 684497"/>
                    <a:gd name="csY51" fmla="*/ 2178 h 662863"/>
                    <a:gd name="csX52" fmla="*/ 76 w 684497"/>
                    <a:gd name="csY52" fmla="*/ 579843 h 662863"/>
                    <a:gd name="csX53" fmla="*/ 520781 w 684497"/>
                    <a:gd name="csY53" fmla="*/ 4790 h 662863"/>
                    <a:gd name="csX54" fmla="*/ 76 w 684497"/>
                    <a:gd name="csY54" fmla="*/ 579843 h 662863"/>
                    <a:gd name="csX55" fmla="*/ 520781 w 684497"/>
                    <a:gd name="csY55" fmla="*/ 4790 h 662863"/>
                    <a:gd name="csX56" fmla="*/ 3024 w 684497"/>
                    <a:gd name="csY56" fmla="*/ 620773 h 662863"/>
                    <a:gd name="csX57" fmla="*/ 563411 w 684497"/>
                    <a:gd name="csY57" fmla="*/ 1887 h 662863"/>
                    <a:gd name="csX58" fmla="*/ 3024 w 684497"/>
                    <a:gd name="csY58" fmla="*/ 620773 h 662863"/>
                    <a:gd name="csX59" fmla="*/ 563411 w 684497"/>
                    <a:gd name="csY59" fmla="*/ 1887 h 662863"/>
                    <a:gd name="csX60" fmla="*/ 6047 w 684497"/>
                    <a:gd name="csY60" fmla="*/ 661776 h 662863"/>
                    <a:gd name="csX61" fmla="*/ 601128 w 684497"/>
                    <a:gd name="csY61" fmla="*/ 4500 h 662863"/>
                    <a:gd name="csX62" fmla="*/ 6047 w 684497"/>
                    <a:gd name="csY62" fmla="*/ 661776 h 662863"/>
                    <a:gd name="csX63" fmla="*/ 601128 w 684497"/>
                    <a:gd name="csY63" fmla="*/ 4500 h 662863"/>
                    <a:gd name="csX64" fmla="*/ 48677 w 684497"/>
                    <a:gd name="csY64" fmla="*/ 658873 h 662863"/>
                    <a:gd name="csX65" fmla="*/ 643757 w 684497"/>
                    <a:gd name="csY65" fmla="*/ 1670 h 662863"/>
                    <a:gd name="csX66" fmla="*/ 48677 w 684497"/>
                    <a:gd name="csY66" fmla="*/ 658873 h 662863"/>
                    <a:gd name="csX67" fmla="*/ 643757 w 684497"/>
                    <a:gd name="csY67" fmla="*/ 1670 h 662863"/>
                    <a:gd name="csX68" fmla="*/ 86394 w 684497"/>
                    <a:gd name="csY68" fmla="*/ 661485 h 662863"/>
                    <a:gd name="csX69" fmla="*/ 681475 w 684497"/>
                    <a:gd name="csY69" fmla="*/ 4282 h 662863"/>
                    <a:gd name="csX70" fmla="*/ 86394 w 684497"/>
                    <a:gd name="csY70" fmla="*/ 661485 h 662863"/>
                    <a:gd name="csX71" fmla="*/ 681475 w 684497"/>
                    <a:gd name="csY71" fmla="*/ 4282 h 662863"/>
                    <a:gd name="csX72" fmla="*/ 129024 w 684497"/>
                    <a:gd name="csY72" fmla="*/ 658655 h 662863"/>
                    <a:gd name="csX73" fmla="*/ 684422 w 684497"/>
                    <a:gd name="csY73" fmla="*/ 45212 h 662863"/>
                    <a:gd name="csX74" fmla="*/ 129024 w 684497"/>
                    <a:gd name="csY74" fmla="*/ 658655 h 662863"/>
                    <a:gd name="csX75" fmla="*/ 684422 w 684497"/>
                    <a:gd name="csY75" fmla="*/ 45212 h 662863"/>
                    <a:gd name="csX76" fmla="*/ 166741 w 684497"/>
                    <a:gd name="csY76" fmla="*/ 661268 h 662863"/>
                    <a:gd name="csX77" fmla="*/ 682457 w 684497"/>
                    <a:gd name="csY77" fmla="*/ 91658 h 662863"/>
                    <a:gd name="csX78" fmla="*/ 166741 w 684497"/>
                    <a:gd name="csY78" fmla="*/ 661268 h 662863"/>
                    <a:gd name="csX79" fmla="*/ 682457 w 684497"/>
                    <a:gd name="csY79" fmla="*/ 91658 h 662863"/>
                    <a:gd name="csX80" fmla="*/ 209371 w 684497"/>
                    <a:gd name="csY80" fmla="*/ 658365 h 662863"/>
                    <a:gd name="csX81" fmla="*/ 680492 w 684497"/>
                    <a:gd name="csY81" fmla="*/ 138031 h 662863"/>
                    <a:gd name="csX82" fmla="*/ 209371 w 684497"/>
                    <a:gd name="csY82" fmla="*/ 658365 h 662863"/>
                    <a:gd name="csX83" fmla="*/ 680492 w 684497"/>
                    <a:gd name="csY83" fmla="*/ 138031 h 662863"/>
                    <a:gd name="csX84" fmla="*/ 247088 w 684497"/>
                    <a:gd name="csY84" fmla="*/ 660977 h 662863"/>
                    <a:gd name="csX85" fmla="*/ 683440 w 684497"/>
                    <a:gd name="csY85" fmla="*/ 179033 h 662863"/>
                    <a:gd name="csX86" fmla="*/ 247088 w 684497"/>
                    <a:gd name="csY86" fmla="*/ 660977 h 662863"/>
                    <a:gd name="csX87" fmla="*/ 683440 w 684497"/>
                    <a:gd name="csY87" fmla="*/ 179033 h 662863"/>
                    <a:gd name="csX88" fmla="*/ 289718 w 684497"/>
                    <a:gd name="csY88" fmla="*/ 658147 h 662863"/>
                    <a:gd name="csX89" fmla="*/ 681475 w 684497"/>
                    <a:gd name="csY89" fmla="*/ 225479 h 662863"/>
                    <a:gd name="csX90" fmla="*/ 289718 w 684497"/>
                    <a:gd name="csY90" fmla="*/ 658147 h 662863"/>
                    <a:gd name="csX91" fmla="*/ 681475 w 684497"/>
                    <a:gd name="csY91" fmla="*/ 225479 h 662863"/>
                    <a:gd name="csX92" fmla="*/ 327435 w 684497"/>
                    <a:gd name="csY92" fmla="*/ 660760 h 662863"/>
                    <a:gd name="csX93" fmla="*/ 684422 w 684497"/>
                    <a:gd name="csY93" fmla="*/ 266409 h 662863"/>
                    <a:gd name="csX94" fmla="*/ 327435 w 684497"/>
                    <a:gd name="csY94" fmla="*/ 660760 h 662863"/>
                    <a:gd name="csX95" fmla="*/ 684422 w 684497"/>
                    <a:gd name="csY95" fmla="*/ 266409 h 662863"/>
                    <a:gd name="csX96" fmla="*/ 370065 w 684497"/>
                    <a:gd name="csY96" fmla="*/ 657857 h 662863"/>
                    <a:gd name="csX97" fmla="*/ 682457 w 684497"/>
                    <a:gd name="csY97" fmla="*/ 312854 h 662863"/>
                    <a:gd name="csX98" fmla="*/ 370065 w 684497"/>
                    <a:gd name="csY98" fmla="*/ 657857 h 662863"/>
                    <a:gd name="csX99" fmla="*/ 682457 w 684497"/>
                    <a:gd name="csY99" fmla="*/ 312854 h 662863"/>
                    <a:gd name="csX100" fmla="*/ 407781 w 684497"/>
                    <a:gd name="csY100" fmla="*/ 660469 h 662863"/>
                    <a:gd name="csX101" fmla="*/ 680492 w 684497"/>
                    <a:gd name="csY101" fmla="*/ 359227 h 662863"/>
                    <a:gd name="csX102" fmla="*/ 407781 w 684497"/>
                    <a:gd name="csY102" fmla="*/ 660469 h 662863"/>
                    <a:gd name="csX103" fmla="*/ 680492 w 684497"/>
                    <a:gd name="csY103" fmla="*/ 359227 h 662863"/>
                    <a:gd name="csX104" fmla="*/ 450411 w 684497"/>
                    <a:gd name="csY104" fmla="*/ 657639 h 662863"/>
                    <a:gd name="csX105" fmla="*/ 683515 w 684497"/>
                    <a:gd name="csY105" fmla="*/ 400230 h 662863"/>
                    <a:gd name="csX106" fmla="*/ 450411 w 684497"/>
                    <a:gd name="csY106" fmla="*/ 657639 h 662863"/>
                    <a:gd name="csX107" fmla="*/ 683515 w 684497"/>
                    <a:gd name="csY107" fmla="*/ 400230 h 662863"/>
                    <a:gd name="csX108" fmla="*/ 488128 w 684497"/>
                    <a:gd name="csY108" fmla="*/ 660252 h 662863"/>
                    <a:gd name="csX109" fmla="*/ 681550 w 684497"/>
                    <a:gd name="csY109" fmla="*/ 446675 h 662863"/>
                    <a:gd name="csX110" fmla="*/ 488128 w 684497"/>
                    <a:gd name="csY110" fmla="*/ 660252 h 662863"/>
                    <a:gd name="csX111" fmla="*/ 681550 w 684497"/>
                    <a:gd name="csY111" fmla="*/ 446675 h 662863"/>
                    <a:gd name="csX112" fmla="*/ 525845 w 684497"/>
                    <a:gd name="csY112" fmla="*/ 662864 h 662863"/>
                    <a:gd name="csX113" fmla="*/ 684498 w 684497"/>
                    <a:gd name="csY113" fmla="*/ 487605 h 662863"/>
                    <a:gd name="csX114" fmla="*/ 525845 w 684497"/>
                    <a:gd name="csY114" fmla="*/ 662864 h 662863"/>
                    <a:gd name="csX115" fmla="*/ 684498 w 684497"/>
                    <a:gd name="csY115" fmla="*/ 487605 h 662863"/>
                    <a:gd name="csX116" fmla="*/ 568475 w 684497"/>
                    <a:gd name="csY116" fmla="*/ 659962 h 662863"/>
                    <a:gd name="csX117" fmla="*/ 682533 w 684497"/>
                    <a:gd name="csY117" fmla="*/ 534051 h 662863"/>
                    <a:gd name="csX118" fmla="*/ 568475 w 684497"/>
                    <a:gd name="csY118" fmla="*/ 659962 h 662863"/>
                    <a:gd name="csX119" fmla="*/ 682533 w 684497"/>
                    <a:gd name="csY119" fmla="*/ 534051 h 662863"/>
                    <a:gd name="csX120" fmla="*/ 606192 w 684497"/>
                    <a:gd name="csY120" fmla="*/ 662574 h 662863"/>
                    <a:gd name="csX121" fmla="*/ 680568 w 684497"/>
                    <a:gd name="csY121" fmla="*/ 580424 h 662863"/>
                    <a:gd name="csX122" fmla="*/ 606192 w 684497"/>
                    <a:gd name="csY122" fmla="*/ 662574 h 662863"/>
                    <a:gd name="csX123" fmla="*/ 680568 w 684497"/>
                    <a:gd name="csY123" fmla="*/ 580424 h 662863"/>
                    <a:gd name="csX124" fmla="*/ 648822 w 684497"/>
                    <a:gd name="csY124" fmla="*/ 659744 h 662863"/>
                    <a:gd name="csX125" fmla="*/ 683515 w 684497"/>
                    <a:gd name="csY125" fmla="*/ 621427 h 662863"/>
                    <a:gd name="csX126" fmla="*/ 648822 w 684497"/>
                    <a:gd name="csY126" fmla="*/ 659744 h 662863"/>
                    <a:gd name="csX127" fmla="*/ 683515 w 684497"/>
                    <a:gd name="csY127" fmla="*/ 621427 h 6628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</a:cxnLst>
                  <a:rect l="l" t="t" r="r" b="b"/>
                  <a:pathLst>
                    <a:path w="684497" h="662863"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3931" y="44632"/>
                      </a:moveTo>
                      <a:cubicBezTo>
                        <a:pt x="14437" y="31569"/>
                        <a:pt x="25700" y="22933"/>
                        <a:pt x="43613" y="799"/>
                      </a:cubicBezTo>
                      <a:moveTo>
                        <a:pt x="3931" y="44632"/>
                      </a:moveTo>
                      <a:cubicBezTo>
                        <a:pt x="16327" y="31206"/>
                        <a:pt x="26304" y="17926"/>
                        <a:pt x="43613" y="799"/>
                      </a:cubicBezTo>
                      <a:moveTo>
                        <a:pt x="1966" y="91005"/>
                      </a:moveTo>
                      <a:cubicBezTo>
                        <a:pt x="32653" y="59581"/>
                        <a:pt x="67573" y="21264"/>
                        <a:pt x="81330" y="3411"/>
                      </a:cubicBezTo>
                      <a:moveTo>
                        <a:pt x="1966" y="91005"/>
                      </a:moveTo>
                      <a:cubicBezTo>
                        <a:pt x="17838" y="72862"/>
                        <a:pt x="50794" y="39479"/>
                        <a:pt x="81330" y="3411"/>
                      </a:cubicBezTo>
                      <a:moveTo>
                        <a:pt x="1" y="137450"/>
                      </a:moveTo>
                      <a:cubicBezTo>
                        <a:pt x="47468" y="95141"/>
                        <a:pt x="70824" y="54066"/>
                        <a:pt x="123960" y="509"/>
                      </a:cubicBezTo>
                      <a:moveTo>
                        <a:pt x="1" y="137450"/>
                      </a:moveTo>
                      <a:cubicBezTo>
                        <a:pt x="47846" y="94415"/>
                        <a:pt x="91912" y="46083"/>
                        <a:pt x="123960" y="509"/>
                      </a:cubicBezTo>
                      <a:moveTo>
                        <a:pt x="2948" y="178380"/>
                      </a:moveTo>
                      <a:cubicBezTo>
                        <a:pt x="62056" y="102979"/>
                        <a:pt x="116855" y="52397"/>
                        <a:pt x="161677" y="3121"/>
                      </a:cubicBezTo>
                      <a:moveTo>
                        <a:pt x="2948" y="178380"/>
                      </a:moveTo>
                      <a:cubicBezTo>
                        <a:pt x="53363" y="124024"/>
                        <a:pt x="99395" y="74894"/>
                        <a:pt x="161677" y="3121"/>
                      </a:cubicBezTo>
                      <a:moveTo>
                        <a:pt x="983" y="224826"/>
                      </a:moveTo>
                      <a:cubicBezTo>
                        <a:pt x="74527" y="136942"/>
                        <a:pt x="156839" y="58783"/>
                        <a:pt x="204307" y="291"/>
                      </a:cubicBezTo>
                      <a:moveTo>
                        <a:pt x="983" y="224826"/>
                      </a:moveTo>
                      <a:cubicBezTo>
                        <a:pt x="81783" y="144127"/>
                        <a:pt x="153741" y="57767"/>
                        <a:pt x="204307" y="291"/>
                      </a:cubicBezTo>
                      <a:moveTo>
                        <a:pt x="4007" y="265756"/>
                      </a:moveTo>
                      <a:cubicBezTo>
                        <a:pt x="99092" y="169164"/>
                        <a:pt x="205063" y="70177"/>
                        <a:pt x="242024" y="2903"/>
                      </a:cubicBezTo>
                      <a:moveTo>
                        <a:pt x="4007" y="265756"/>
                      </a:moveTo>
                      <a:cubicBezTo>
                        <a:pt x="102494" y="167567"/>
                        <a:pt x="192364" y="62121"/>
                        <a:pt x="242024" y="2903"/>
                      </a:cubicBezTo>
                      <a:moveTo>
                        <a:pt x="2041" y="312201"/>
                      </a:moveTo>
                      <a:cubicBezTo>
                        <a:pt x="75510" y="257337"/>
                        <a:pt x="120332" y="186000"/>
                        <a:pt x="284654" y="1"/>
                      </a:cubicBezTo>
                      <a:moveTo>
                        <a:pt x="2041" y="312201"/>
                      </a:moveTo>
                      <a:cubicBezTo>
                        <a:pt x="106953" y="209295"/>
                        <a:pt x="198940" y="90061"/>
                        <a:pt x="284654" y="1"/>
                      </a:cubicBezTo>
                      <a:moveTo>
                        <a:pt x="1" y="358647"/>
                      </a:moveTo>
                      <a:cubicBezTo>
                        <a:pt x="112547" y="233244"/>
                        <a:pt x="226604" y="107478"/>
                        <a:pt x="322371" y="2613"/>
                      </a:cubicBezTo>
                      <a:moveTo>
                        <a:pt x="1" y="358647"/>
                      </a:moveTo>
                      <a:cubicBezTo>
                        <a:pt x="107936" y="236437"/>
                        <a:pt x="210127" y="124024"/>
                        <a:pt x="322371" y="2613"/>
                      </a:cubicBezTo>
                      <a:moveTo>
                        <a:pt x="3024" y="399577"/>
                      </a:moveTo>
                      <a:cubicBezTo>
                        <a:pt x="132955" y="261982"/>
                        <a:pt x="257745" y="113647"/>
                        <a:pt x="360087" y="5226"/>
                      </a:cubicBezTo>
                      <a:moveTo>
                        <a:pt x="3024" y="399577"/>
                      </a:moveTo>
                      <a:cubicBezTo>
                        <a:pt x="120105" y="279980"/>
                        <a:pt x="226302" y="153706"/>
                        <a:pt x="360087" y="5226"/>
                      </a:cubicBezTo>
                      <a:moveTo>
                        <a:pt x="1059" y="446022"/>
                      </a:moveTo>
                      <a:cubicBezTo>
                        <a:pt x="128495" y="312491"/>
                        <a:pt x="227133" y="205449"/>
                        <a:pt x="402717" y="2395"/>
                      </a:cubicBezTo>
                      <a:moveTo>
                        <a:pt x="1059" y="446022"/>
                      </a:moveTo>
                      <a:cubicBezTo>
                        <a:pt x="100151" y="331215"/>
                        <a:pt x="191382" y="217060"/>
                        <a:pt x="402717" y="2395"/>
                      </a:cubicBezTo>
                      <a:moveTo>
                        <a:pt x="4007" y="486952"/>
                      </a:moveTo>
                      <a:cubicBezTo>
                        <a:pt x="147013" y="323885"/>
                        <a:pt x="273467" y="180122"/>
                        <a:pt x="440434" y="5008"/>
                      </a:cubicBezTo>
                      <a:moveTo>
                        <a:pt x="4007" y="486952"/>
                      </a:moveTo>
                      <a:cubicBezTo>
                        <a:pt x="123582" y="365686"/>
                        <a:pt x="230610" y="229543"/>
                        <a:pt x="440434" y="5008"/>
                      </a:cubicBezTo>
                      <a:moveTo>
                        <a:pt x="2041" y="533398"/>
                      </a:moveTo>
                      <a:cubicBezTo>
                        <a:pt x="96069" y="409519"/>
                        <a:pt x="217988" y="288616"/>
                        <a:pt x="483064" y="2178"/>
                      </a:cubicBezTo>
                      <a:moveTo>
                        <a:pt x="2041" y="533398"/>
                      </a:moveTo>
                      <a:cubicBezTo>
                        <a:pt x="119122" y="408866"/>
                        <a:pt x="236279" y="270183"/>
                        <a:pt x="483064" y="2178"/>
                      </a:cubicBezTo>
                      <a:moveTo>
                        <a:pt x="76" y="579843"/>
                      </a:moveTo>
                      <a:cubicBezTo>
                        <a:pt x="142403" y="429331"/>
                        <a:pt x="295009" y="248266"/>
                        <a:pt x="520781" y="4790"/>
                      </a:cubicBezTo>
                      <a:moveTo>
                        <a:pt x="76" y="579843"/>
                      </a:moveTo>
                      <a:cubicBezTo>
                        <a:pt x="142403" y="408648"/>
                        <a:pt x="294328" y="237090"/>
                        <a:pt x="520781" y="4790"/>
                      </a:cubicBezTo>
                      <a:moveTo>
                        <a:pt x="3024" y="620773"/>
                      </a:moveTo>
                      <a:cubicBezTo>
                        <a:pt x="180800" y="438692"/>
                        <a:pt x="340889" y="236727"/>
                        <a:pt x="563411" y="1887"/>
                      </a:cubicBezTo>
                      <a:moveTo>
                        <a:pt x="3024" y="620773"/>
                      </a:moveTo>
                      <a:cubicBezTo>
                        <a:pt x="219348" y="388110"/>
                        <a:pt x="421991" y="167567"/>
                        <a:pt x="563411" y="1887"/>
                      </a:cubicBezTo>
                      <a:moveTo>
                        <a:pt x="6047" y="661776"/>
                      </a:moveTo>
                      <a:cubicBezTo>
                        <a:pt x="167497" y="449433"/>
                        <a:pt x="354116" y="270908"/>
                        <a:pt x="601128" y="4500"/>
                      </a:cubicBezTo>
                      <a:moveTo>
                        <a:pt x="6047" y="661776"/>
                      </a:moveTo>
                      <a:cubicBezTo>
                        <a:pt x="131594" y="531003"/>
                        <a:pt x="250489" y="392900"/>
                        <a:pt x="601128" y="4500"/>
                      </a:cubicBezTo>
                      <a:moveTo>
                        <a:pt x="48677" y="658873"/>
                      </a:moveTo>
                      <a:cubicBezTo>
                        <a:pt x="253361" y="445369"/>
                        <a:pt x="430835" y="218730"/>
                        <a:pt x="643757" y="1670"/>
                      </a:cubicBezTo>
                      <a:moveTo>
                        <a:pt x="48677" y="658873"/>
                      </a:moveTo>
                      <a:cubicBezTo>
                        <a:pt x="217836" y="478897"/>
                        <a:pt x="375356" y="295945"/>
                        <a:pt x="643757" y="1670"/>
                      </a:cubicBezTo>
                      <a:moveTo>
                        <a:pt x="86394" y="661485"/>
                      </a:moveTo>
                      <a:cubicBezTo>
                        <a:pt x="217005" y="518375"/>
                        <a:pt x="362355" y="374902"/>
                        <a:pt x="681475" y="4282"/>
                      </a:cubicBezTo>
                      <a:moveTo>
                        <a:pt x="86394" y="661485"/>
                      </a:moveTo>
                      <a:cubicBezTo>
                        <a:pt x="285636" y="460827"/>
                        <a:pt x="464243" y="247250"/>
                        <a:pt x="681475" y="4282"/>
                      </a:cubicBezTo>
                      <a:moveTo>
                        <a:pt x="129024" y="658655"/>
                      </a:moveTo>
                      <a:cubicBezTo>
                        <a:pt x="304306" y="461190"/>
                        <a:pt x="496442" y="258498"/>
                        <a:pt x="684422" y="45212"/>
                      </a:cubicBezTo>
                      <a:moveTo>
                        <a:pt x="129024" y="658655"/>
                      </a:moveTo>
                      <a:cubicBezTo>
                        <a:pt x="313452" y="452046"/>
                        <a:pt x="492285" y="246162"/>
                        <a:pt x="684422" y="45212"/>
                      </a:cubicBezTo>
                      <a:moveTo>
                        <a:pt x="166741" y="661268"/>
                      </a:moveTo>
                      <a:cubicBezTo>
                        <a:pt x="329324" y="460319"/>
                        <a:pt x="517304" y="278093"/>
                        <a:pt x="682457" y="91658"/>
                      </a:cubicBezTo>
                      <a:moveTo>
                        <a:pt x="166741" y="661268"/>
                      </a:moveTo>
                      <a:cubicBezTo>
                        <a:pt x="316928" y="502482"/>
                        <a:pt x="465302" y="346164"/>
                        <a:pt x="682457" y="91658"/>
                      </a:cubicBezTo>
                      <a:moveTo>
                        <a:pt x="209371" y="658365"/>
                      </a:moveTo>
                      <a:cubicBezTo>
                        <a:pt x="411334" y="436951"/>
                        <a:pt x="592587" y="247250"/>
                        <a:pt x="680492" y="138031"/>
                      </a:cubicBezTo>
                      <a:moveTo>
                        <a:pt x="209371" y="658365"/>
                      </a:moveTo>
                      <a:cubicBezTo>
                        <a:pt x="350110" y="502918"/>
                        <a:pt x="506495" y="329763"/>
                        <a:pt x="680492" y="138031"/>
                      </a:cubicBezTo>
                      <a:moveTo>
                        <a:pt x="247088" y="660977"/>
                      </a:moveTo>
                      <a:cubicBezTo>
                        <a:pt x="364396" y="523600"/>
                        <a:pt x="491076" y="388764"/>
                        <a:pt x="683440" y="179033"/>
                      </a:cubicBezTo>
                      <a:moveTo>
                        <a:pt x="247088" y="660977"/>
                      </a:moveTo>
                      <a:cubicBezTo>
                        <a:pt x="342929" y="544501"/>
                        <a:pt x="455400" y="446675"/>
                        <a:pt x="683440" y="179033"/>
                      </a:cubicBezTo>
                      <a:moveTo>
                        <a:pt x="289718" y="658147"/>
                      </a:moveTo>
                      <a:cubicBezTo>
                        <a:pt x="429399" y="513804"/>
                        <a:pt x="563713" y="360751"/>
                        <a:pt x="681475" y="225479"/>
                      </a:cubicBezTo>
                      <a:moveTo>
                        <a:pt x="289718" y="658147"/>
                      </a:moveTo>
                      <a:cubicBezTo>
                        <a:pt x="406874" y="522294"/>
                        <a:pt x="531514" y="388328"/>
                        <a:pt x="681475" y="225479"/>
                      </a:cubicBezTo>
                      <a:moveTo>
                        <a:pt x="327435" y="660760"/>
                      </a:moveTo>
                      <a:cubicBezTo>
                        <a:pt x="461296" y="510755"/>
                        <a:pt x="580418" y="378241"/>
                        <a:pt x="684422" y="266409"/>
                      </a:cubicBezTo>
                      <a:moveTo>
                        <a:pt x="327435" y="660760"/>
                      </a:moveTo>
                      <a:cubicBezTo>
                        <a:pt x="404380" y="559305"/>
                        <a:pt x="494477" y="476647"/>
                        <a:pt x="684422" y="266409"/>
                      </a:cubicBezTo>
                      <a:moveTo>
                        <a:pt x="370065" y="657857"/>
                      </a:moveTo>
                      <a:cubicBezTo>
                        <a:pt x="494099" y="532309"/>
                        <a:pt x="582987" y="431726"/>
                        <a:pt x="682457" y="312854"/>
                      </a:cubicBezTo>
                      <a:moveTo>
                        <a:pt x="370065" y="657857"/>
                      </a:moveTo>
                      <a:cubicBezTo>
                        <a:pt x="452150" y="578174"/>
                        <a:pt x="529549" y="494427"/>
                        <a:pt x="682457" y="312854"/>
                      </a:cubicBezTo>
                      <a:moveTo>
                        <a:pt x="407781" y="660469"/>
                      </a:moveTo>
                      <a:cubicBezTo>
                        <a:pt x="487448" y="592834"/>
                        <a:pt x="555399" y="513078"/>
                        <a:pt x="680492" y="359227"/>
                      </a:cubicBezTo>
                      <a:moveTo>
                        <a:pt x="407781" y="660469"/>
                      </a:moveTo>
                      <a:cubicBezTo>
                        <a:pt x="478756" y="581730"/>
                        <a:pt x="545573" y="497112"/>
                        <a:pt x="680492" y="359227"/>
                      </a:cubicBezTo>
                      <a:moveTo>
                        <a:pt x="450411" y="657639"/>
                      </a:moveTo>
                      <a:cubicBezTo>
                        <a:pt x="533933" y="584198"/>
                        <a:pt x="599011" y="492468"/>
                        <a:pt x="683515" y="400230"/>
                      </a:cubicBezTo>
                      <a:moveTo>
                        <a:pt x="450411" y="657639"/>
                      </a:moveTo>
                      <a:cubicBezTo>
                        <a:pt x="531212" y="569828"/>
                        <a:pt x="602413" y="491306"/>
                        <a:pt x="683515" y="400230"/>
                      </a:cubicBezTo>
                      <a:moveTo>
                        <a:pt x="488128" y="660252"/>
                      </a:moveTo>
                      <a:cubicBezTo>
                        <a:pt x="543154" y="577303"/>
                        <a:pt x="619949" y="526866"/>
                        <a:pt x="681550" y="446675"/>
                      </a:cubicBezTo>
                      <a:moveTo>
                        <a:pt x="488128" y="660252"/>
                      </a:moveTo>
                      <a:cubicBezTo>
                        <a:pt x="536881" y="614242"/>
                        <a:pt x="580946" y="563805"/>
                        <a:pt x="681550" y="446675"/>
                      </a:cubicBezTo>
                      <a:moveTo>
                        <a:pt x="525845" y="662864"/>
                      </a:moveTo>
                      <a:cubicBezTo>
                        <a:pt x="568097" y="621427"/>
                        <a:pt x="613070" y="583762"/>
                        <a:pt x="684498" y="487605"/>
                      </a:cubicBezTo>
                      <a:moveTo>
                        <a:pt x="525845" y="662864"/>
                      </a:moveTo>
                      <a:cubicBezTo>
                        <a:pt x="595156" y="590801"/>
                        <a:pt x="648293" y="525487"/>
                        <a:pt x="684498" y="487605"/>
                      </a:cubicBezTo>
                      <a:moveTo>
                        <a:pt x="568475" y="659962"/>
                      </a:moveTo>
                      <a:cubicBezTo>
                        <a:pt x="599389" y="629046"/>
                        <a:pt x="626524" y="605243"/>
                        <a:pt x="682533" y="534051"/>
                      </a:cubicBezTo>
                      <a:moveTo>
                        <a:pt x="568475" y="659962"/>
                      </a:moveTo>
                      <a:cubicBezTo>
                        <a:pt x="608837" y="627305"/>
                        <a:pt x="643229" y="580061"/>
                        <a:pt x="682533" y="534051"/>
                      </a:cubicBezTo>
                      <a:moveTo>
                        <a:pt x="606192" y="662574"/>
                      </a:moveTo>
                      <a:cubicBezTo>
                        <a:pt x="636350" y="638553"/>
                        <a:pt x="652677" y="607493"/>
                        <a:pt x="680568" y="580424"/>
                      </a:cubicBezTo>
                      <a:moveTo>
                        <a:pt x="606192" y="662574"/>
                      </a:moveTo>
                      <a:cubicBezTo>
                        <a:pt x="620931" y="642399"/>
                        <a:pt x="633705" y="632602"/>
                        <a:pt x="680568" y="580424"/>
                      </a:cubicBezTo>
                      <a:moveTo>
                        <a:pt x="648822" y="659744"/>
                      </a:moveTo>
                      <a:cubicBezTo>
                        <a:pt x="656910" y="645955"/>
                        <a:pt x="677317" y="630643"/>
                        <a:pt x="683515" y="621427"/>
                      </a:cubicBezTo>
                      <a:moveTo>
                        <a:pt x="648822" y="659744"/>
                      </a:moveTo>
                      <a:cubicBezTo>
                        <a:pt x="660160" y="649366"/>
                        <a:pt x="665602" y="639569"/>
                        <a:pt x="683515" y="621427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0" name="شكل حر: شكل 521">
                  <a:extLst>
                    <a:ext uri="{FF2B5EF4-FFF2-40B4-BE49-F238E27FC236}">
                      <a16:creationId xmlns:a16="http://schemas.microsoft.com/office/drawing/2014/main" id="{8915AF9F-544A-51FB-84D1-8AB70404CA75}"/>
                    </a:ext>
                  </a:extLst>
                </p:cNvPr>
                <p:cNvSpPr/>
                <p:nvPr/>
              </p:nvSpPr>
              <p:spPr>
                <a:xfrm>
                  <a:off x="8175995" y="4000066"/>
                  <a:ext cx="689563" cy="656727"/>
                </a:xfrm>
                <a:custGeom>
                  <a:avLst/>
                  <a:gdLst>
                    <a:gd name="csX0" fmla="*/ 6150 w 689563"/>
                    <a:gd name="csY0" fmla="*/ 3589 h 656727"/>
                    <a:gd name="csX1" fmla="*/ 686414 w 689563"/>
                    <a:gd name="csY1" fmla="*/ 3589 h 656727"/>
                    <a:gd name="csX2" fmla="*/ 6150 w 689563"/>
                    <a:gd name="csY2" fmla="*/ 3589 h 656727"/>
                    <a:gd name="csX3" fmla="*/ 686414 w 689563"/>
                    <a:gd name="csY3" fmla="*/ 3589 h 656727"/>
                    <a:gd name="csX4" fmla="*/ 686414 w 689563"/>
                    <a:gd name="csY4" fmla="*/ 3589 h 656727"/>
                    <a:gd name="csX5" fmla="*/ 686414 w 689563"/>
                    <a:gd name="csY5" fmla="*/ 656728 h 656727"/>
                    <a:gd name="csX6" fmla="*/ 686414 w 689563"/>
                    <a:gd name="csY6" fmla="*/ 3589 h 656727"/>
                    <a:gd name="csX7" fmla="*/ 686414 w 689563"/>
                    <a:gd name="csY7" fmla="*/ 656728 h 656727"/>
                    <a:gd name="csX8" fmla="*/ 686414 w 689563"/>
                    <a:gd name="csY8" fmla="*/ 656728 h 656727"/>
                    <a:gd name="csX9" fmla="*/ 6150 w 689563"/>
                    <a:gd name="csY9" fmla="*/ 656728 h 656727"/>
                    <a:gd name="csX10" fmla="*/ 686414 w 689563"/>
                    <a:gd name="csY10" fmla="*/ 656728 h 656727"/>
                    <a:gd name="csX11" fmla="*/ 6150 w 689563"/>
                    <a:gd name="csY11" fmla="*/ 656728 h 656727"/>
                    <a:gd name="csX12" fmla="*/ 6150 w 689563"/>
                    <a:gd name="csY12" fmla="*/ 656728 h 656727"/>
                    <a:gd name="csX13" fmla="*/ 6150 w 689563"/>
                    <a:gd name="csY13" fmla="*/ 3589 h 656727"/>
                    <a:gd name="csX14" fmla="*/ 6150 w 689563"/>
                    <a:gd name="csY14" fmla="*/ 656728 h 656727"/>
                    <a:gd name="csX15" fmla="*/ 6150 w 689563"/>
                    <a:gd name="csY15" fmla="*/ 3589 h 6567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89563" h="656727">
                      <a:moveTo>
                        <a:pt x="6150" y="3589"/>
                      </a:moveTo>
                      <a:cubicBezTo>
                        <a:pt x="210305" y="2718"/>
                        <a:pt x="448473" y="-4031"/>
                        <a:pt x="686414" y="3589"/>
                      </a:cubicBezTo>
                      <a:moveTo>
                        <a:pt x="6150" y="3589"/>
                      </a:moveTo>
                      <a:cubicBezTo>
                        <a:pt x="167221" y="2065"/>
                        <a:pt x="332828" y="6419"/>
                        <a:pt x="686414" y="3589"/>
                      </a:cubicBezTo>
                      <a:moveTo>
                        <a:pt x="686414" y="3589"/>
                      </a:moveTo>
                      <a:cubicBezTo>
                        <a:pt x="697298" y="262958"/>
                        <a:pt x="675606" y="521819"/>
                        <a:pt x="686414" y="656728"/>
                      </a:cubicBezTo>
                      <a:moveTo>
                        <a:pt x="686414" y="3589"/>
                      </a:moveTo>
                      <a:cubicBezTo>
                        <a:pt x="691100" y="229212"/>
                        <a:pt x="682181" y="461077"/>
                        <a:pt x="686414" y="656728"/>
                      </a:cubicBezTo>
                      <a:moveTo>
                        <a:pt x="686414" y="656728"/>
                      </a:moveTo>
                      <a:cubicBezTo>
                        <a:pt x="528366" y="653027"/>
                        <a:pt x="342351" y="649907"/>
                        <a:pt x="6150" y="656728"/>
                      </a:cubicBezTo>
                      <a:moveTo>
                        <a:pt x="686414" y="656728"/>
                      </a:moveTo>
                      <a:cubicBezTo>
                        <a:pt x="479538" y="648310"/>
                        <a:pt x="273721" y="655277"/>
                        <a:pt x="6150" y="656728"/>
                      </a:cubicBezTo>
                      <a:moveTo>
                        <a:pt x="6150" y="656728"/>
                      </a:moveTo>
                      <a:cubicBezTo>
                        <a:pt x="-4130" y="400553"/>
                        <a:pt x="329" y="149312"/>
                        <a:pt x="6150" y="3589"/>
                      </a:cubicBezTo>
                      <a:moveTo>
                        <a:pt x="6150" y="656728"/>
                      </a:moveTo>
                      <a:cubicBezTo>
                        <a:pt x="3882" y="467173"/>
                        <a:pt x="4260" y="259257"/>
                        <a:pt x="6150" y="3589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87" name="صورة 522">
                <a:extLst>
                  <a:ext uri="{FF2B5EF4-FFF2-40B4-BE49-F238E27FC236}">
                    <a16:creationId xmlns:a16="http://schemas.microsoft.com/office/drawing/2014/main" id="{35582D70-4600-D10C-C9C9-E3FEEBE82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85923" y="4018169"/>
                <a:ext cx="665147" cy="645882"/>
              </a:xfrm>
              <a:custGeom>
                <a:avLst/>
                <a:gdLst>
                  <a:gd name="csX0" fmla="*/ 0 w 665147"/>
                  <a:gd name="csY0" fmla="*/ 0 h 645882"/>
                  <a:gd name="csX1" fmla="*/ 665148 w 665147"/>
                  <a:gd name="csY1" fmla="*/ 0 h 645882"/>
                  <a:gd name="csX2" fmla="*/ 665148 w 665147"/>
                  <a:gd name="csY2" fmla="*/ 645882 h 645882"/>
                  <a:gd name="csX3" fmla="*/ 0 w 665147"/>
                  <a:gd name="csY3" fmla="*/ 645882 h 645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5147" h="645882">
                    <a:moveTo>
                      <a:pt x="0" y="0"/>
                    </a:moveTo>
                    <a:lnTo>
                      <a:pt x="665148" y="0"/>
                    </a:lnTo>
                    <a:lnTo>
                      <a:pt x="665148" y="645882"/>
                    </a:lnTo>
                    <a:lnTo>
                      <a:pt x="0" y="645882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6" name="رسم 9">
              <a:extLst>
                <a:ext uri="{FF2B5EF4-FFF2-40B4-BE49-F238E27FC236}">
                  <a16:creationId xmlns:a16="http://schemas.microsoft.com/office/drawing/2014/main" id="{FFF8328A-01E1-B7C8-6289-105FF5F90143}"/>
                </a:ext>
              </a:extLst>
            </p:cNvPr>
            <p:cNvGrpSpPr/>
            <p:nvPr/>
          </p:nvGrpSpPr>
          <p:grpSpPr>
            <a:xfrm>
              <a:off x="8424016" y="4156924"/>
              <a:ext cx="340132" cy="209585"/>
              <a:chOff x="8424016" y="4156924"/>
              <a:chExt cx="340132" cy="209585"/>
            </a:xfrm>
          </p:grpSpPr>
          <p:grpSp>
            <p:nvGrpSpPr>
              <p:cNvPr id="2179" name="رسم 9">
                <a:extLst>
                  <a:ext uri="{FF2B5EF4-FFF2-40B4-BE49-F238E27FC236}">
                    <a16:creationId xmlns:a16="http://schemas.microsoft.com/office/drawing/2014/main" id="{656C9900-8FB9-3313-FCD2-4C9FFCA077F2}"/>
                  </a:ext>
                </a:extLst>
              </p:cNvPr>
              <p:cNvGrpSpPr/>
              <p:nvPr/>
            </p:nvGrpSpPr>
            <p:grpSpPr>
              <a:xfrm>
                <a:off x="8571558" y="4156924"/>
                <a:ext cx="52909" cy="209585"/>
                <a:chOff x="8571558" y="4156924"/>
                <a:chExt cx="52909" cy="209585"/>
              </a:xfrm>
            </p:grpSpPr>
            <p:sp>
              <p:nvSpPr>
                <p:cNvPr id="2181" name="شكل حر: شكل 525">
                  <a:extLst>
                    <a:ext uri="{FF2B5EF4-FFF2-40B4-BE49-F238E27FC236}">
                      <a16:creationId xmlns:a16="http://schemas.microsoft.com/office/drawing/2014/main" id="{EE541E5A-5C84-58F4-1CE4-201B7FCB62DF}"/>
                    </a:ext>
                  </a:extLst>
                </p:cNvPr>
                <p:cNvSpPr/>
                <p:nvPr/>
              </p:nvSpPr>
              <p:spPr>
                <a:xfrm>
                  <a:off x="8597937" y="4195024"/>
                  <a:ext cx="377" cy="171485"/>
                </a:xfrm>
                <a:custGeom>
                  <a:avLst/>
                  <a:gdLst>
                    <a:gd name="csX0" fmla="*/ 1 w 377"/>
                    <a:gd name="csY0" fmla="*/ 1 h 171485"/>
                    <a:gd name="csX1" fmla="*/ 378 w 377"/>
                    <a:gd name="csY1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" h="171485">
                      <a:moveTo>
                        <a:pt x="1" y="1"/>
                      </a:moveTo>
                      <a:lnTo>
                        <a:pt x="378" y="171486"/>
                      </a:lnTo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2" name="شكل حر: شكل 526">
                  <a:extLst>
                    <a:ext uri="{FF2B5EF4-FFF2-40B4-BE49-F238E27FC236}">
                      <a16:creationId xmlns:a16="http://schemas.microsoft.com/office/drawing/2014/main" id="{C28AF822-BC9D-A9AA-5723-2A7318687181}"/>
                    </a:ext>
                  </a:extLst>
                </p:cNvPr>
                <p:cNvSpPr/>
                <p:nvPr/>
              </p:nvSpPr>
              <p:spPr>
                <a:xfrm>
                  <a:off x="8571558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lnTo>
                        <a:pt x="52910" y="50728"/>
                      </a:lnTo>
                      <a:lnTo>
                        <a:pt x="26380" y="38100"/>
                      </a:lnTo>
                      <a:lnTo>
                        <a:pt x="1" y="50800"/>
                      </a:lnTo>
                      <a:close/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3" name="شكل حر: شكل 527">
                  <a:extLst>
                    <a:ext uri="{FF2B5EF4-FFF2-40B4-BE49-F238E27FC236}">
                      <a16:creationId xmlns:a16="http://schemas.microsoft.com/office/drawing/2014/main" id="{4C5E4FFD-8A06-D070-F491-3B369AD2B6FA}"/>
                    </a:ext>
                  </a:extLst>
                </p:cNvPr>
                <p:cNvSpPr/>
                <p:nvPr/>
              </p:nvSpPr>
              <p:spPr>
                <a:xfrm>
                  <a:off x="8596676" y="4195024"/>
                  <a:ext cx="9161" cy="171485"/>
                </a:xfrm>
                <a:custGeom>
                  <a:avLst/>
                  <a:gdLst>
                    <a:gd name="csX0" fmla="*/ 1261 w 9161"/>
                    <a:gd name="csY0" fmla="*/ 1 h 171485"/>
                    <a:gd name="csX1" fmla="*/ 1639 w 9161"/>
                    <a:gd name="csY1" fmla="*/ 171486 h 171485"/>
                    <a:gd name="csX2" fmla="*/ 1261 w 9161"/>
                    <a:gd name="csY2" fmla="*/ 1 h 171485"/>
                    <a:gd name="csX3" fmla="*/ 1639 w 9161"/>
                    <a:gd name="csY3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161" h="171485">
                      <a:moveTo>
                        <a:pt x="1261" y="1"/>
                      </a:moveTo>
                      <a:cubicBezTo>
                        <a:pt x="8895" y="65605"/>
                        <a:pt x="14186" y="116767"/>
                        <a:pt x="1639" y="171486"/>
                      </a:cubicBezTo>
                      <a:moveTo>
                        <a:pt x="1261" y="1"/>
                      </a:moveTo>
                      <a:cubicBezTo>
                        <a:pt x="-2065" y="40931"/>
                        <a:pt x="2320" y="75692"/>
                        <a:pt x="1639" y="171486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4" name="شكل حر: شكل 528">
                  <a:extLst>
                    <a:ext uri="{FF2B5EF4-FFF2-40B4-BE49-F238E27FC236}">
                      <a16:creationId xmlns:a16="http://schemas.microsoft.com/office/drawing/2014/main" id="{1F3CC1F9-910D-C4BC-34BE-79028AF45887}"/>
                    </a:ext>
                  </a:extLst>
                </p:cNvPr>
                <p:cNvSpPr/>
                <p:nvPr/>
              </p:nvSpPr>
              <p:spPr>
                <a:xfrm>
                  <a:off x="8571558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  <a:gd name="csX4" fmla="*/ 26304 w 52909"/>
                    <a:gd name="csY4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43235" y="25546"/>
                        <a:pt x="47619" y="40060"/>
                        <a:pt x="52910" y="50728"/>
                      </a:cubicBezTo>
                      <a:cubicBezTo>
                        <a:pt x="39909" y="51018"/>
                        <a:pt x="37944" y="40785"/>
                        <a:pt x="26380" y="38100"/>
                      </a:cubicBezTo>
                      <a:cubicBezTo>
                        <a:pt x="21316" y="42745"/>
                        <a:pt x="11414" y="41656"/>
                        <a:pt x="1" y="50800"/>
                      </a:cubicBezTo>
                      <a:cubicBezTo>
                        <a:pt x="12547" y="40350"/>
                        <a:pt x="21466" y="18071"/>
                        <a:pt x="26304" y="1"/>
                      </a:cubicBezTo>
                    </a:path>
                  </a:pathLst>
                </a:custGeom>
                <a:solidFill>
                  <a:srgbClr val="000000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5" name="شكل حر: شكل 529">
                  <a:extLst>
                    <a:ext uri="{FF2B5EF4-FFF2-40B4-BE49-F238E27FC236}">
                      <a16:creationId xmlns:a16="http://schemas.microsoft.com/office/drawing/2014/main" id="{EAE86EA4-E3CC-204A-E34E-2A6A0B5B424B}"/>
                    </a:ext>
                  </a:extLst>
                </p:cNvPr>
                <p:cNvSpPr/>
                <p:nvPr/>
              </p:nvSpPr>
              <p:spPr>
                <a:xfrm>
                  <a:off x="8571558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04 w 52909"/>
                    <a:gd name="csY2" fmla="*/ 1 h 50799"/>
                    <a:gd name="csX3" fmla="*/ 52910 w 52909"/>
                    <a:gd name="csY3" fmla="*/ 50728 h 50799"/>
                    <a:gd name="csX4" fmla="*/ 52910 w 52909"/>
                    <a:gd name="csY4" fmla="*/ 50728 h 50799"/>
                    <a:gd name="csX5" fmla="*/ 26380 w 52909"/>
                    <a:gd name="csY5" fmla="*/ 38100 h 50799"/>
                    <a:gd name="csX6" fmla="*/ 52910 w 52909"/>
                    <a:gd name="csY6" fmla="*/ 50728 h 50799"/>
                    <a:gd name="csX7" fmla="*/ 26380 w 52909"/>
                    <a:gd name="csY7" fmla="*/ 38100 h 50799"/>
                    <a:gd name="csX8" fmla="*/ 26380 w 52909"/>
                    <a:gd name="csY8" fmla="*/ 38100 h 50799"/>
                    <a:gd name="csX9" fmla="*/ 1 w 52909"/>
                    <a:gd name="csY9" fmla="*/ 50800 h 50799"/>
                    <a:gd name="csX10" fmla="*/ 26380 w 52909"/>
                    <a:gd name="csY10" fmla="*/ 38100 h 50799"/>
                    <a:gd name="csX11" fmla="*/ 1 w 52909"/>
                    <a:gd name="csY11" fmla="*/ 50800 h 50799"/>
                    <a:gd name="csX12" fmla="*/ 1 w 52909"/>
                    <a:gd name="csY12" fmla="*/ 50800 h 50799"/>
                    <a:gd name="csX13" fmla="*/ 26304 w 52909"/>
                    <a:gd name="csY13" fmla="*/ 1 h 50799"/>
                    <a:gd name="csX14" fmla="*/ 1 w 52909"/>
                    <a:gd name="csY14" fmla="*/ 50800 h 50799"/>
                    <a:gd name="csX15" fmla="*/ 26304 w 52909"/>
                    <a:gd name="csY15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7793" y="20175"/>
                        <a:pt x="48299" y="34980"/>
                        <a:pt x="52910" y="50728"/>
                      </a:cubicBezTo>
                      <a:moveTo>
                        <a:pt x="26304" y="1"/>
                      </a:moveTo>
                      <a:cubicBezTo>
                        <a:pt x="31066" y="12047"/>
                        <a:pt x="38851" y="21917"/>
                        <a:pt x="52910" y="50728"/>
                      </a:cubicBezTo>
                      <a:moveTo>
                        <a:pt x="52910" y="50728"/>
                      </a:moveTo>
                      <a:cubicBezTo>
                        <a:pt x="44520" y="46664"/>
                        <a:pt x="34921" y="40713"/>
                        <a:pt x="26380" y="38100"/>
                      </a:cubicBezTo>
                      <a:moveTo>
                        <a:pt x="52910" y="50728"/>
                      </a:moveTo>
                      <a:cubicBezTo>
                        <a:pt x="46788" y="48333"/>
                        <a:pt x="42026" y="44777"/>
                        <a:pt x="26380" y="38100"/>
                      </a:cubicBezTo>
                      <a:moveTo>
                        <a:pt x="26380" y="38100"/>
                      </a:moveTo>
                      <a:cubicBezTo>
                        <a:pt x="21618" y="40785"/>
                        <a:pt x="12699" y="44196"/>
                        <a:pt x="1" y="50800"/>
                      </a:cubicBezTo>
                      <a:moveTo>
                        <a:pt x="26380" y="38100"/>
                      </a:moveTo>
                      <a:cubicBezTo>
                        <a:pt x="22449" y="41293"/>
                        <a:pt x="14664" y="44487"/>
                        <a:pt x="1" y="50800"/>
                      </a:cubicBezTo>
                      <a:moveTo>
                        <a:pt x="1" y="50800"/>
                      </a:moveTo>
                      <a:cubicBezTo>
                        <a:pt x="1966" y="33383"/>
                        <a:pt x="10053" y="18506"/>
                        <a:pt x="26304" y="1"/>
                      </a:cubicBezTo>
                      <a:moveTo>
                        <a:pt x="1" y="50800"/>
                      </a:moveTo>
                      <a:cubicBezTo>
                        <a:pt x="6954" y="36431"/>
                        <a:pt x="12245" y="27142"/>
                        <a:pt x="26304" y="1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80" name="صورة 530">
                <a:extLst>
                  <a:ext uri="{FF2B5EF4-FFF2-40B4-BE49-F238E27FC236}">
                    <a16:creationId xmlns:a16="http://schemas.microsoft.com/office/drawing/2014/main" id="{65F303C5-7F61-8636-081A-B75138A35D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24016" y="4210482"/>
                <a:ext cx="340132" cy="114299"/>
              </a:xfrm>
              <a:custGeom>
                <a:avLst/>
                <a:gdLst>
                  <a:gd name="csX0" fmla="*/ 0 w 340132"/>
                  <a:gd name="csY0" fmla="*/ 0 h 114299"/>
                  <a:gd name="csX1" fmla="*/ 340132 w 340132"/>
                  <a:gd name="csY1" fmla="*/ 0 h 114299"/>
                  <a:gd name="csX2" fmla="*/ 340132 w 340132"/>
                  <a:gd name="csY2" fmla="*/ 114299 h 114299"/>
                  <a:gd name="csX3" fmla="*/ 0 w 340132"/>
                  <a:gd name="csY3" fmla="*/ 114299 h 114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132" h="114299">
                    <a:moveTo>
                      <a:pt x="0" y="0"/>
                    </a:moveTo>
                    <a:lnTo>
                      <a:pt x="340132" y="0"/>
                    </a:lnTo>
                    <a:lnTo>
                      <a:pt x="340132" y="114299"/>
                    </a:lnTo>
                    <a:lnTo>
                      <a:pt x="0" y="114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7" name="رسم 9">
              <a:extLst>
                <a:ext uri="{FF2B5EF4-FFF2-40B4-BE49-F238E27FC236}">
                  <a16:creationId xmlns:a16="http://schemas.microsoft.com/office/drawing/2014/main" id="{405622D4-99B3-D068-1E07-DCF8636B1DC6}"/>
                </a:ext>
              </a:extLst>
            </p:cNvPr>
            <p:cNvGrpSpPr/>
            <p:nvPr/>
          </p:nvGrpSpPr>
          <p:grpSpPr>
            <a:xfrm>
              <a:off x="8331412" y="4001042"/>
              <a:ext cx="534371" cy="154358"/>
              <a:chOff x="8331412" y="4001042"/>
              <a:chExt cx="534371" cy="154358"/>
            </a:xfrm>
            <a:noFill/>
          </p:grpSpPr>
          <p:grpSp>
            <p:nvGrpSpPr>
              <p:cNvPr id="2174" name="رسم 9">
                <a:extLst>
                  <a:ext uri="{FF2B5EF4-FFF2-40B4-BE49-F238E27FC236}">
                    <a16:creationId xmlns:a16="http://schemas.microsoft.com/office/drawing/2014/main" id="{B78A08FD-0871-5B0D-365E-72622BBEB7FA}"/>
                  </a:ext>
                </a:extLst>
              </p:cNvPr>
              <p:cNvGrpSpPr/>
              <p:nvPr/>
            </p:nvGrpSpPr>
            <p:grpSpPr>
              <a:xfrm>
                <a:off x="8331412" y="4001042"/>
                <a:ext cx="534371" cy="154358"/>
                <a:chOff x="8331412" y="4001042"/>
                <a:chExt cx="534371" cy="154358"/>
              </a:xfrm>
              <a:noFill/>
            </p:grpSpPr>
            <p:sp>
              <p:nvSpPr>
                <p:cNvPr id="2176" name="مستطيل 533">
                  <a:extLst>
                    <a:ext uri="{FF2B5EF4-FFF2-40B4-BE49-F238E27FC236}">
                      <a16:creationId xmlns:a16="http://schemas.microsoft.com/office/drawing/2014/main" id="{4DBF2B9B-B351-F27C-9989-08260F0A3E29}"/>
                    </a:ext>
                  </a:extLst>
                </p:cNvPr>
                <p:cNvSpPr/>
                <p:nvPr/>
              </p:nvSpPr>
              <p:spPr>
                <a:xfrm>
                  <a:off x="8333314" y="4003655"/>
                  <a:ext cx="52909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7" name="شكل حر: شكل 534">
                  <a:extLst>
                    <a:ext uri="{FF2B5EF4-FFF2-40B4-BE49-F238E27FC236}">
                      <a16:creationId xmlns:a16="http://schemas.microsoft.com/office/drawing/2014/main" id="{E9AB3934-32C9-2BF1-4436-1D5D881B63E9}"/>
                    </a:ext>
                  </a:extLst>
                </p:cNvPr>
                <p:cNvSpPr/>
                <p:nvPr/>
              </p:nvSpPr>
              <p:spPr>
                <a:xfrm>
                  <a:off x="8331726" y="4001042"/>
                  <a:ext cx="533705" cy="154358"/>
                </a:xfrm>
                <a:custGeom>
                  <a:avLst/>
                  <a:gdLst>
                    <a:gd name="csX0" fmla="*/ 1 w 533705"/>
                    <a:gd name="csY0" fmla="*/ 4355 h 154358"/>
                    <a:gd name="csX1" fmla="*/ 1 w 533705"/>
                    <a:gd name="csY1" fmla="*/ 4355 h 154358"/>
                    <a:gd name="csX2" fmla="*/ 1 w 533705"/>
                    <a:gd name="csY2" fmla="*/ 4355 h 154358"/>
                    <a:gd name="csX3" fmla="*/ 1 w 533705"/>
                    <a:gd name="csY3" fmla="*/ 4355 h 154358"/>
                    <a:gd name="csX4" fmla="*/ 2948 w 533705"/>
                    <a:gd name="csY4" fmla="*/ 45357 h 154358"/>
                    <a:gd name="csX5" fmla="*/ 42631 w 533705"/>
                    <a:gd name="csY5" fmla="*/ 1524 h 154358"/>
                    <a:gd name="csX6" fmla="*/ 2948 w 533705"/>
                    <a:gd name="csY6" fmla="*/ 45357 h 154358"/>
                    <a:gd name="csX7" fmla="*/ 42631 w 533705"/>
                    <a:gd name="csY7" fmla="*/ 1524 h 154358"/>
                    <a:gd name="csX8" fmla="*/ 983 w 533705"/>
                    <a:gd name="csY8" fmla="*/ 91730 h 154358"/>
                    <a:gd name="csX9" fmla="*/ 80347 w 533705"/>
                    <a:gd name="csY9" fmla="*/ 4137 h 154358"/>
                    <a:gd name="csX10" fmla="*/ 983 w 533705"/>
                    <a:gd name="csY10" fmla="*/ 91730 h 154358"/>
                    <a:gd name="csX11" fmla="*/ 80347 w 533705"/>
                    <a:gd name="csY11" fmla="*/ 4137 h 154358"/>
                    <a:gd name="csX12" fmla="*/ 4007 w 533705"/>
                    <a:gd name="csY12" fmla="*/ 132733 h 154358"/>
                    <a:gd name="csX13" fmla="*/ 122977 w 533705"/>
                    <a:gd name="csY13" fmla="*/ 1234 h 154358"/>
                    <a:gd name="csX14" fmla="*/ 4007 w 533705"/>
                    <a:gd name="csY14" fmla="*/ 132733 h 154358"/>
                    <a:gd name="csX15" fmla="*/ 122977 w 533705"/>
                    <a:gd name="csY15" fmla="*/ 1234 h 154358"/>
                    <a:gd name="csX16" fmla="*/ 26758 w 533705"/>
                    <a:gd name="csY16" fmla="*/ 151746 h 154358"/>
                    <a:gd name="csX17" fmla="*/ 160694 w 533705"/>
                    <a:gd name="csY17" fmla="*/ 3847 h 154358"/>
                    <a:gd name="csX18" fmla="*/ 26758 w 533705"/>
                    <a:gd name="csY18" fmla="*/ 151746 h 154358"/>
                    <a:gd name="csX19" fmla="*/ 160694 w 533705"/>
                    <a:gd name="csY19" fmla="*/ 3847 h 154358"/>
                    <a:gd name="csX20" fmla="*/ 64475 w 533705"/>
                    <a:gd name="csY20" fmla="*/ 154359 h 154358"/>
                    <a:gd name="csX21" fmla="*/ 203324 w 533705"/>
                    <a:gd name="csY21" fmla="*/ 1016 h 154358"/>
                    <a:gd name="csX22" fmla="*/ 64475 w 533705"/>
                    <a:gd name="csY22" fmla="*/ 154359 h 154358"/>
                    <a:gd name="csX23" fmla="*/ 203324 w 533705"/>
                    <a:gd name="csY23" fmla="*/ 1016 h 154358"/>
                    <a:gd name="csX24" fmla="*/ 107105 w 533705"/>
                    <a:gd name="csY24" fmla="*/ 151529 h 154358"/>
                    <a:gd name="csX25" fmla="*/ 241041 w 533705"/>
                    <a:gd name="csY25" fmla="*/ 3629 h 154358"/>
                    <a:gd name="csX26" fmla="*/ 107105 w 533705"/>
                    <a:gd name="csY26" fmla="*/ 151529 h 154358"/>
                    <a:gd name="csX27" fmla="*/ 241041 w 533705"/>
                    <a:gd name="csY27" fmla="*/ 3629 h 154358"/>
                    <a:gd name="csX28" fmla="*/ 144822 w 533705"/>
                    <a:gd name="csY28" fmla="*/ 154141 h 154358"/>
                    <a:gd name="csX29" fmla="*/ 283671 w 533705"/>
                    <a:gd name="csY29" fmla="*/ 799 h 154358"/>
                    <a:gd name="csX30" fmla="*/ 144822 w 533705"/>
                    <a:gd name="csY30" fmla="*/ 154141 h 154358"/>
                    <a:gd name="csX31" fmla="*/ 283671 w 533705"/>
                    <a:gd name="csY31" fmla="*/ 799 h 154358"/>
                    <a:gd name="csX32" fmla="*/ 187527 w 533705"/>
                    <a:gd name="csY32" fmla="*/ 151239 h 154358"/>
                    <a:gd name="csX33" fmla="*/ 321388 w 533705"/>
                    <a:gd name="csY33" fmla="*/ 3411 h 154358"/>
                    <a:gd name="csX34" fmla="*/ 187527 w 533705"/>
                    <a:gd name="csY34" fmla="*/ 151239 h 154358"/>
                    <a:gd name="csX35" fmla="*/ 321388 w 533705"/>
                    <a:gd name="csY35" fmla="*/ 3411 h 154358"/>
                    <a:gd name="csX36" fmla="*/ 225168 w 533705"/>
                    <a:gd name="csY36" fmla="*/ 153851 h 154358"/>
                    <a:gd name="csX37" fmla="*/ 364018 w 533705"/>
                    <a:gd name="csY37" fmla="*/ 508 h 154358"/>
                    <a:gd name="csX38" fmla="*/ 225168 w 533705"/>
                    <a:gd name="csY38" fmla="*/ 153851 h 154358"/>
                    <a:gd name="csX39" fmla="*/ 364018 w 533705"/>
                    <a:gd name="csY39" fmla="*/ 508 h 154358"/>
                    <a:gd name="csX40" fmla="*/ 267874 w 533705"/>
                    <a:gd name="csY40" fmla="*/ 151021 h 154358"/>
                    <a:gd name="csX41" fmla="*/ 401735 w 533705"/>
                    <a:gd name="csY41" fmla="*/ 3121 h 154358"/>
                    <a:gd name="csX42" fmla="*/ 267874 w 533705"/>
                    <a:gd name="csY42" fmla="*/ 151021 h 154358"/>
                    <a:gd name="csX43" fmla="*/ 401735 w 533705"/>
                    <a:gd name="csY43" fmla="*/ 3121 h 154358"/>
                    <a:gd name="csX44" fmla="*/ 305515 w 533705"/>
                    <a:gd name="csY44" fmla="*/ 153633 h 154358"/>
                    <a:gd name="csX45" fmla="*/ 444365 w 533705"/>
                    <a:gd name="csY45" fmla="*/ 291 h 154358"/>
                    <a:gd name="csX46" fmla="*/ 305515 w 533705"/>
                    <a:gd name="csY46" fmla="*/ 153633 h 154358"/>
                    <a:gd name="csX47" fmla="*/ 444365 w 533705"/>
                    <a:gd name="csY47" fmla="*/ 291 h 154358"/>
                    <a:gd name="csX48" fmla="*/ 348220 w 533705"/>
                    <a:gd name="csY48" fmla="*/ 150730 h 154358"/>
                    <a:gd name="csX49" fmla="*/ 482082 w 533705"/>
                    <a:gd name="csY49" fmla="*/ 2903 h 154358"/>
                    <a:gd name="csX50" fmla="*/ 348220 w 533705"/>
                    <a:gd name="csY50" fmla="*/ 150730 h 154358"/>
                    <a:gd name="csX51" fmla="*/ 482082 w 533705"/>
                    <a:gd name="csY51" fmla="*/ 2903 h 154358"/>
                    <a:gd name="csX52" fmla="*/ 385862 w 533705"/>
                    <a:gd name="csY52" fmla="*/ 153343 h 154358"/>
                    <a:gd name="csX53" fmla="*/ 524712 w 533705"/>
                    <a:gd name="csY53" fmla="*/ 1 h 154358"/>
                    <a:gd name="csX54" fmla="*/ 385862 w 533705"/>
                    <a:gd name="csY54" fmla="*/ 153343 h 154358"/>
                    <a:gd name="csX55" fmla="*/ 524712 w 533705"/>
                    <a:gd name="csY55" fmla="*/ 1 h 154358"/>
                    <a:gd name="csX56" fmla="*/ 428567 w 533705"/>
                    <a:gd name="csY56" fmla="*/ 150513 h 154358"/>
                    <a:gd name="csX57" fmla="*/ 532648 w 533705"/>
                    <a:gd name="csY57" fmla="*/ 35488 h 154358"/>
                    <a:gd name="csX58" fmla="*/ 428567 w 533705"/>
                    <a:gd name="csY58" fmla="*/ 150513 h 154358"/>
                    <a:gd name="csX59" fmla="*/ 532648 w 533705"/>
                    <a:gd name="csY59" fmla="*/ 35488 h 154358"/>
                    <a:gd name="csX60" fmla="*/ 466208 w 533705"/>
                    <a:gd name="csY60" fmla="*/ 153125 h 154358"/>
                    <a:gd name="csX61" fmla="*/ 530683 w 533705"/>
                    <a:gd name="csY61" fmla="*/ 81933 h 154358"/>
                    <a:gd name="csX62" fmla="*/ 466208 w 533705"/>
                    <a:gd name="csY62" fmla="*/ 153125 h 154358"/>
                    <a:gd name="csX63" fmla="*/ 530683 w 533705"/>
                    <a:gd name="csY63" fmla="*/ 81933 h 154358"/>
                    <a:gd name="csX64" fmla="*/ 508914 w 533705"/>
                    <a:gd name="csY64" fmla="*/ 150222 h 154358"/>
                    <a:gd name="csX65" fmla="*/ 533706 w 533705"/>
                    <a:gd name="csY65" fmla="*/ 122863 h 154358"/>
                    <a:gd name="csX66" fmla="*/ 508914 w 533705"/>
                    <a:gd name="csY66" fmla="*/ 150222 h 154358"/>
                    <a:gd name="csX67" fmla="*/ 533706 w 533705"/>
                    <a:gd name="csY67" fmla="*/ 122863 h 1543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</a:cxnLst>
                  <a:rect l="l" t="t" r="r" b="b"/>
                  <a:pathLst>
                    <a:path w="533705" h="154358"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2948" y="45357"/>
                      </a:moveTo>
                      <a:cubicBezTo>
                        <a:pt x="14060" y="24747"/>
                        <a:pt x="31671" y="8782"/>
                        <a:pt x="42631" y="1524"/>
                      </a:cubicBezTo>
                      <a:moveTo>
                        <a:pt x="2948" y="45357"/>
                      </a:moveTo>
                      <a:cubicBezTo>
                        <a:pt x="12094" y="39044"/>
                        <a:pt x="18670" y="28376"/>
                        <a:pt x="42631" y="1524"/>
                      </a:cubicBezTo>
                      <a:moveTo>
                        <a:pt x="983" y="91730"/>
                      </a:moveTo>
                      <a:cubicBezTo>
                        <a:pt x="26077" y="78087"/>
                        <a:pt x="28421" y="48696"/>
                        <a:pt x="80347" y="4137"/>
                      </a:cubicBezTo>
                      <a:moveTo>
                        <a:pt x="983" y="91730"/>
                      </a:moveTo>
                      <a:cubicBezTo>
                        <a:pt x="19350" y="71047"/>
                        <a:pt x="46183" y="50365"/>
                        <a:pt x="80347" y="4137"/>
                      </a:cubicBezTo>
                      <a:moveTo>
                        <a:pt x="4007" y="132733"/>
                      </a:moveTo>
                      <a:cubicBezTo>
                        <a:pt x="18141" y="114445"/>
                        <a:pt x="72487" y="66113"/>
                        <a:pt x="122977" y="1234"/>
                      </a:cubicBezTo>
                      <a:moveTo>
                        <a:pt x="4007" y="132733"/>
                      </a:moveTo>
                      <a:cubicBezTo>
                        <a:pt x="56311" y="77071"/>
                        <a:pt x="100755" y="32730"/>
                        <a:pt x="122977" y="1234"/>
                      </a:cubicBezTo>
                      <a:moveTo>
                        <a:pt x="26758" y="151746"/>
                      </a:moveTo>
                      <a:cubicBezTo>
                        <a:pt x="66969" y="85344"/>
                        <a:pt x="143461" y="33165"/>
                        <a:pt x="160694" y="3847"/>
                      </a:cubicBezTo>
                      <a:moveTo>
                        <a:pt x="26758" y="151746"/>
                      </a:moveTo>
                      <a:cubicBezTo>
                        <a:pt x="67196" y="106389"/>
                        <a:pt x="112547" y="55517"/>
                        <a:pt x="160694" y="3847"/>
                      </a:cubicBezTo>
                      <a:moveTo>
                        <a:pt x="64475" y="154359"/>
                      </a:moveTo>
                      <a:cubicBezTo>
                        <a:pt x="113151" y="101600"/>
                        <a:pt x="163037" y="56896"/>
                        <a:pt x="203324" y="1016"/>
                      </a:cubicBezTo>
                      <a:moveTo>
                        <a:pt x="64475" y="154359"/>
                      </a:moveTo>
                      <a:cubicBezTo>
                        <a:pt x="89493" y="116404"/>
                        <a:pt x="124565" y="84618"/>
                        <a:pt x="203324" y="1016"/>
                      </a:cubicBezTo>
                      <a:moveTo>
                        <a:pt x="107105" y="151529"/>
                      </a:moveTo>
                      <a:cubicBezTo>
                        <a:pt x="158427" y="119089"/>
                        <a:pt x="192516" y="53122"/>
                        <a:pt x="241041" y="3629"/>
                      </a:cubicBezTo>
                      <a:moveTo>
                        <a:pt x="107105" y="151529"/>
                      </a:moveTo>
                      <a:cubicBezTo>
                        <a:pt x="153363" y="109438"/>
                        <a:pt x="183294" y="66911"/>
                        <a:pt x="241041" y="3629"/>
                      </a:cubicBezTo>
                      <a:moveTo>
                        <a:pt x="144822" y="154141"/>
                      </a:moveTo>
                      <a:cubicBezTo>
                        <a:pt x="187225" y="102253"/>
                        <a:pt x="219197" y="76781"/>
                        <a:pt x="283671" y="799"/>
                      </a:cubicBezTo>
                      <a:moveTo>
                        <a:pt x="144822" y="154141"/>
                      </a:moveTo>
                      <a:cubicBezTo>
                        <a:pt x="174299" y="113501"/>
                        <a:pt x="201737" y="81207"/>
                        <a:pt x="283671" y="799"/>
                      </a:cubicBezTo>
                      <a:moveTo>
                        <a:pt x="187527" y="151239"/>
                      </a:moveTo>
                      <a:cubicBezTo>
                        <a:pt x="240890" y="106535"/>
                        <a:pt x="285712" y="57767"/>
                        <a:pt x="321388" y="3411"/>
                      </a:cubicBezTo>
                      <a:moveTo>
                        <a:pt x="187527" y="151239"/>
                      </a:moveTo>
                      <a:cubicBezTo>
                        <a:pt x="222523" y="111615"/>
                        <a:pt x="254798" y="65822"/>
                        <a:pt x="321388" y="3411"/>
                      </a:cubicBezTo>
                      <a:moveTo>
                        <a:pt x="225168" y="153851"/>
                      </a:moveTo>
                      <a:cubicBezTo>
                        <a:pt x="287602" y="106970"/>
                        <a:pt x="320557" y="46011"/>
                        <a:pt x="364018" y="508"/>
                      </a:cubicBezTo>
                      <a:moveTo>
                        <a:pt x="225168" y="153851"/>
                      </a:moveTo>
                      <a:cubicBezTo>
                        <a:pt x="274223" y="101600"/>
                        <a:pt x="326679" y="41148"/>
                        <a:pt x="364018" y="508"/>
                      </a:cubicBezTo>
                      <a:moveTo>
                        <a:pt x="267874" y="151021"/>
                      </a:moveTo>
                      <a:cubicBezTo>
                        <a:pt x="304533" y="105664"/>
                        <a:pt x="334917" y="93617"/>
                        <a:pt x="401735" y="3121"/>
                      </a:cubicBezTo>
                      <a:moveTo>
                        <a:pt x="267874" y="151021"/>
                      </a:moveTo>
                      <a:cubicBezTo>
                        <a:pt x="322597" y="88682"/>
                        <a:pt x="373617" y="28666"/>
                        <a:pt x="401735" y="3121"/>
                      </a:cubicBezTo>
                      <a:moveTo>
                        <a:pt x="305515" y="153633"/>
                      </a:moveTo>
                      <a:cubicBezTo>
                        <a:pt x="365530" y="106027"/>
                        <a:pt x="428870" y="31351"/>
                        <a:pt x="444365" y="291"/>
                      </a:cubicBezTo>
                      <a:moveTo>
                        <a:pt x="305515" y="153633"/>
                      </a:moveTo>
                      <a:cubicBezTo>
                        <a:pt x="346936" y="112631"/>
                        <a:pt x="386316" y="57767"/>
                        <a:pt x="444365" y="291"/>
                      </a:cubicBezTo>
                      <a:moveTo>
                        <a:pt x="348220" y="150730"/>
                      </a:moveTo>
                      <a:cubicBezTo>
                        <a:pt x="377472" y="113139"/>
                        <a:pt x="425015" y="65387"/>
                        <a:pt x="482082" y="2903"/>
                      </a:cubicBezTo>
                      <a:moveTo>
                        <a:pt x="348220" y="150730"/>
                      </a:moveTo>
                      <a:cubicBezTo>
                        <a:pt x="404305" y="90859"/>
                        <a:pt x="443533" y="43325"/>
                        <a:pt x="482082" y="2903"/>
                      </a:cubicBezTo>
                      <a:moveTo>
                        <a:pt x="385862" y="153343"/>
                      </a:moveTo>
                      <a:cubicBezTo>
                        <a:pt x="438545" y="105954"/>
                        <a:pt x="486541" y="21046"/>
                        <a:pt x="524712" y="1"/>
                      </a:cubicBezTo>
                      <a:moveTo>
                        <a:pt x="385862" y="153343"/>
                      </a:moveTo>
                      <a:cubicBezTo>
                        <a:pt x="423503" y="103559"/>
                        <a:pt x="478680" y="50510"/>
                        <a:pt x="524712" y="1"/>
                      </a:cubicBezTo>
                      <a:moveTo>
                        <a:pt x="428567" y="150513"/>
                      </a:moveTo>
                      <a:cubicBezTo>
                        <a:pt x="462203" y="104720"/>
                        <a:pt x="512391" y="79974"/>
                        <a:pt x="532648" y="35488"/>
                      </a:cubicBezTo>
                      <a:moveTo>
                        <a:pt x="428567" y="150513"/>
                      </a:moveTo>
                      <a:cubicBezTo>
                        <a:pt x="469459" y="112050"/>
                        <a:pt x="500676" y="71555"/>
                        <a:pt x="532648" y="35488"/>
                      </a:cubicBezTo>
                      <a:moveTo>
                        <a:pt x="466208" y="153125"/>
                      </a:moveTo>
                      <a:cubicBezTo>
                        <a:pt x="484047" y="139046"/>
                        <a:pt x="503019" y="109075"/>
                        <a:pt x="530683" y="81933"/>
                      </a:cubicBezTo>
                      <a:moveTo>
                        <a:pt x="466208" y="153125"/>
                      </a:moveTo>
                      <a:cubicBezTo>
                        <a:pt x="483896" y="136942"/>
                        <a:pt x="504304" y="109510"/>
                        <a:pt x="530683" y="81933"/>
                      </a:cubicBezTo>
                      <a:moveTo>
                        <a:pt x="508914" y="150222"/>
                      </a:moveTo>
                      <a:cubicBezTo>
                        <a:pt x="520705" y="142603"/>
                        <a:pt x="531212" y="132950"/>
                        <a:pt x="533706" y="122863"/>
                      </a:cubicBezTo>
                      <a:moveTo>
                        <a:pt x="508914" y="150222"/>
                      </a:moveTo>
                      <a:cubicBezTo>
                        <a:pt x="514205" y="143401"/>
                        <a:pt x="521764" y="136507"/>
                        <a:pt x="533706" y="122863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8" name="شكل حر: شكل 535">
                  <a:extLst>
                    <a:ext uri="{FF2B5EF4-FFF2-40B4-BE49-F238E27FC236}">
                      <a16:creationId xmlns:a16="http://schemas.microsoft.com/office/drawing/2014/main" id="{50FD1390-2855-5DAF-514F-54712E5D1CBE}"/>
                    </a:ext>
                  </a:extLst>
                </p:cNvPr>
                <p:cNvSpPr/>
                <p:nvPr/>
              </p:nvSpPr>
              <p:spPr>
                <a:xfrm>
                  <a:off x="8331412" y="4002359"/>
                  <a:ext cx="534371" cy="150640"/>
                </a:xfrm>
                <a:custGeom>
                  <a:avLst/>
                  <a:gdLst>
                    <a:gd name="csX0" fmla="*/ 1902 w 534371"/>
                    <a:gd name="csY0" fmla="*/ 1296 h 150640"/>
                    <a:gd name="csX1" fmla="*/ 530997 w 534371"/>
                    <a:gd name="csY1" fmla="*/ 1296 h 150640"/>
                    <a:gd name="csX2" fmla="*/ 1902 w 534371"/>
                    <a:gd name="csY2" fmla="*/ 1296 h 150640"/>
                    <a:gd name="csX3" fmla="*/ 530997 w 534371"/>
                    <a:gd name="csY3" fmla="*/ 1296 h 150640"/>
                    <a:gd name="csX4" fmla="*/ 530997 w 534371"/>
                    <a:gd name="csY4" fmla="*/ 1296 h 150640"/>
                    <a:gd name="csX5" fmla="*/ 530997 w 534371"/>
                    <a:gd name="csY5" fmla="*/ 146438 h 150640"/>
                    <a:gd name="csX6" fmla="*/ 530997 w 534371"/>
                    <a:gd name="csY6" fmla="*/ 1296 h 150640"/>
                    <a:gd name="csX7" fmla="*/ 530997 w 534371"/>
                    <a:gd name="csY7" fmla="*/ 146438 h 150640"/>
                    <a:gd name="csX8" fmla="*/ 530997 w 534371"/>
                    <a:gd name="csY8" fmla="*/ 146438 h 150640"/>
                    <a:gd name="csX9" fmla="*/ 1902 w 534371"/>
                    <a:gd name="csY9" fmla="*/ 146438 h 150640"/>
                    <a:gd name="csX10" fmla="*/ 530997 w 534371"/>
                    <a:gd name="csY10" fmla="*/ 146438 h 150640"/>
                    <a:gd name="csX11" fmla="*/ 1902 w 534371"/>
                    <a:gd name="csY11" fmla="*/ 146438 h 150640"/>
                    <a:gd name="csX12" fmla="*/ 1902 w 534371"/>
                    <a:gd name="csY12" fmla="*/ 146438 h 150640"/>
                    <a:gd name="csX13" fmla="*/ 1902 w 534371"/>
                    <a:gd name="csY13" fmla="*/ 1296 h 150640"/>
                    <a:gd name="csX14" fmla="*/ 1902 w 534371"/>
                    <a:gd name="csY14" fmla="*/ 146438 h 150640"/>
                    <a:gd name="csX15" fmla="*/ 1902 w 534371"/>
                    <a:gd name="csY15" fmla="*/ 1296 h 150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34371" h="150640">
                      <a:moveTo>
                        <a:pt x="1902" y="1296"/>
                      </a:moveTo>
                      <a:cubicBezTo>
                        <a:pt x="170457" y="3909"/>
                        <a:pt x="336895" y="1441"/>
                        <a:pt x="530997" y="1296"/>
                      </a:cubicBezTo>
                      <a:moveTo>
                        <a:pt x="1902" y="1296"/>
                      </a:moveTo>
                      <a:cubicBezTo>
                        <a:pt x="166980" y="6667"/>
                        <a:pt x="326993" y="-3421"/>
                        <a:pt x="530997" y="1296"/>
                      </a:cubicBezTo>
                      <a:moveTo>
                        <a:pt x="530997" y="1296"/>
                      </a:moveTo>
                      <a:cubicBezTo>
                        <a:pt x="534172" y="18859"/>
                        <a:pt x="526084" y="60224"/>
                        <a:pt x="530997" y="146438"/>
                      </a:cubicBezTo>
                      <a:moveTo>
                        <a:pt x="530997" y="1296"/>
                      </a:moveTo>
                      <a:cubicBezTo>
                        <a:pt x="537346" y="56886"/>
                        <a:pt x="533189" y="106379"/>
                        <a:pt x="530997" y="146438"/>
                      </a:cubicBezTo>
                      <a:moveTo>
                        <a:pt x="530997" y="146438"/>
                      </a:moveTo>
                      <a:cubicBezTo>
                        <a:pt x="335157" y="157324"/>
                        <a:pt x="137804" y="143245"/>
                        <a:pt x="1902" y="146438"/>
                      </a:cubicBezTo>
                      <a:moveTo>
                        <a:pt x="530997" y="146438"/>
                      </a:moveTo>
                      <a:cubicBezTo>
                        <a:pt x="404997" y="150865"/>
                        <a:pt x="272346" y="146366"/>
                        <a:pt x="1902" y="146438"/>
                      </a:cubicBezTo>
                      <a:moveTo>
                        <a:pt x="1902" y="146438"/>
                      </a:moveTo>
                      <a:cubicBezTo>
                        <a:pt x="8100" y="105799"/>
                        <a:pt x="14071" y="85188"/>
                        <a:pt x="1902" y="1296"/>
                      </a:cubicBezTo>
                      <a:moveTo>
                        <a:pt x="1902" y="146438"/>
                      </a:moveTo>
                      <a:cubicBezTo>
                        <a:pt x="-4900" y="83519"/>
                        <a:pt x="9310" y="32865"/>
                        <a:pt x="1902" y="1296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75" name="صورة 536">
                <a:extLst>
                  <a:ext uri="{FF2B5EF4-FFF2-40B4-BE49-F238E27FC236}">
                    <a16:creationId xmlns:a16="http://schemas.microsoft.com/office/drawing/2014/main" id="{45D004C7-4E7C-D9FB-AF59-FD6BBBC86A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37093" y="4025426"/>
                <a:ext cx="513977" cy="123370"/>
              </a:xfrm>
              <a:custGeom>
                <a:avLst/>
                <a:gdLst>
                  <a:gd name="csX0" fmla="*/ 0 w 513977"/>
                  <a:gd name="csY0" fmla="*/ 0 h 123370"/>
                  <a:gd name="csX1" fmla="*/ 513978 w 513977"/>
                  <a:gd name="csY1" fmla="*/ 0 h 123370"/>
                  <a:gd name="csX2" fmla="*/ 513978 w 513977"/>
                  <a:gd name="csY2" fmla="*/ 123371 h 123370"/>
                  <a:gd name="csX3" fmla="*/ 0 w 51397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977" h="123370">
                    <a:moveTo>
                      <a:pt x="0" y="0"/>
                    </a:moveTo>
                    <a:lnTo>
                      <a:pt x="513978" y="0"/>
                    </a:lnTo>
                    <a:lnTo>
                      <a:pt x="51397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8" name="رسم 9">
              <a:extLst>
                <a:ext uri="{FF2B5EF4-FFF2-40B4-BE49-F238E27FC236}">
                  <a16:creationId xmlns:a16="http://schemas.microsoft.com/office/drawing/2014/main" id="{298194A7-5EC3-96B9-5279-E7D135944565}"/>
                </a:ext>
              </a:extLst>
            </p:cNvPr>
            <p:cNvGrpSpPr/>
            <p:nvPr/>
          </p:nvGrpSpPr>
          <p:grpSpPr>
            <a:xfrm>
              <a:off x="8481932" y="4363854"/>
              <a:ext cx="236859" cy="153893"/>
              <a:chOff x="8481932" y="4363854"/>
              <a:chExt cx="236859" cy="153893"/>
            </a:xfrm>
            <a:noFill/>
          </p:grpSpPr>
          <p:grpSp>
            <p:nvGrpSpPr>
              <p:cNvPr id="2169" name="رسم 9">
                <a:extLst>
                  <a:ext uri="{FF2B5EF4-FFF2-40B4-BE49-F238E27FC236}">
                    <a16:creationId xmlns:a16="http://schemas.microsoft.com/office/drawing/2014/main" id="{7A3D9EAC-3A70-C54A-F5C4-C7124A3B017A}"/>
                  </a:ext>
                </a:extLst>
              </p:cNvPr>
              <p:cNvGrpSpPr/>
              <p:nvPr/>
            </p:nvGrpSpPr>
            <p:grpSpPr>
              <a:xfrm>
                <a:off x="8481932" y="4363854"/>
                <a:ext cx="236859" cy="153893"/>
                <a:chOff x="8481932" y="4363854"/>
                <a:chExt cx="236859" cy="153893"/>
              </a:xfrm>
              <a:noFill/>
            </p:grpSpPr>
            <p:sp>
              <p:nvSpPr>
                <p:cNvPr id="2171" name="مستطيل 539">
                  <a:extLst>
                    <a:ext uri="{FF2B5EF4-FFF2-40B4-BE49-F238E27FC236}">
                      <a16:creationId xmlns:a16="http://schemas.microsoft.com/office/drawing/2014/main" id="{F2AD4C11-0065-F101-4C97-424E7E5808B1}"/>
                    </a:ext>
                  </a:extLst>
                </p:cNvPr>
                <p:cNvSpPr/>
                <p:nvPr/>
              </p:nvSpPr>
              <p:spPr>
                <a:xfrm>
                  <a:off x="8484484" y="4366510"/>
                  <a:ext cx="22675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2" name="شكل حر: شكل 540">
                  <a:extLst>
                    <a:ext uri="{FF2B5EF4-FFF2-40B4-BE49-F238E27FC236}">
                      <a16:creationId xmlns:a16="http://schemas.microsoft.com/office/drawing/2014/main" id="{8D388978-1F3A-F11B-582F-D7091F330BD5}"/>
                    </a:ext>
                  </a:extLst>
                </p:cNvPr>
                <p:cNvSpPr/>
                <p:nvPr/>
              </p:nvSpPr>
              <p:spPr>
                <a:xfrm>
                  <a:off x="8483955" y="4364405"/>
                  <a:ext cx="231138" cy="153342"/>
                </a:xfrm>
                <a:custGeom>
                  <a:avLst/>
                  <a:gdLst>
                    <a:gd name="csX0" fmla="*/ 1966 w 231138"/>
                    <a:gd name="csY0" fmla="*/ 509 h 153342"/>
                    <a:gd name="csX1" fmla="*/ 1966 w 231138"/>
                    <a:gd name="csY1" fmla="*/ 509 h 153342"/>
                    <a:gd name="csX2" fmla="*/ 1966 w 231138"/>
                    <a:gd name="csY2" fmla="*/ 509 h 153342"/>
                    <a:gd name="csX3" fmla="*/ 1966 w 231138"/>
                    <a:gd name="csY3" fmla="*/ 509 h 153342"/>
                    <a:gd name="csX4" fmla="*/ 1 w 231138"/>
                    <a:gd name="csY4" fmla="*/ 46954 h 153342"/>
                    <a:gd name="csX5" fmla="*/ 39683 w 231138"/>
                    <a:gd name="csY5" fmla="*/ 3121 h 153342"/>
                    <a:gd name="csX6" fmla="*/ 1 w 231138"/>
                    <a:gd name="csY6" fmla="*/ 46954 h 153342"/>
                    <a:gd name="csX7" fmla="*/ 39683 w 231138"/>
                    <a:gd name="csY7" fmla="*/ 3121 h 153342"/>
                    <a:gd name="csX8" fmla="*/ 2948 w 231138"/>
                    <a:gd name="csY8" fmla="*/ 87884 h 153342"/>
                    <a:gd name="csX9" fmla="*/ 82313 w 231138"/>
                    <a:gd name="csY9" fmla="*/ 291 h 153342"/>
                    <a:gd name="csX10" fmla="*/ 2948 w 231138"/>
                    <a:gd name="csY10" fmla="*/ 87884 h 153342"/>
                    <a:gd name="csX11" fmla="*/ 82313 w 231138"/>
                    <a:gd name="csY11" fmla="*/ 291 h 153342"/>
                    <a:gd name="csX12" fmla="*/ 983 w 231138"/>
                    <a:gd name="csY12" fmla="*/ 134330 h 153342"/>
                    <a:gd name="csX13" fmla="*/ 120029 w 231138"/>
                    <a:gd name="csY13" fmla="*/ 2903 h 153342"/>
                    <a:gd name="csX14" fmla="*/ 983 w 231138"/>
                    <a:gd name="csY14" fmla="*/ 134330 h 153342"/>
                    <a:gd name="csX15" fmla="*/ 120029 w 231138"/>
                    <a:gd name="csY15" fmla="*/ 2903 h 153342"/>
                    <a:gd name="csX16" fmla="*/ 23810 w 231138"/>
                    <a:gd name="csY16" fmla="*/ 153343 h 153342"/>
                    <a:gd name="csX17" fmla="*/ 162659 w 231138"/>
                    <a:gd name="csY17" fmla="*/ 1 h 153342"/>
                    <a:gd name="csX18" fmla="*/ 23810 w 231138"/>
                    <a:gd name="csY18" fmla="*/ 153343 h 153342"/>
                    <a:gd name="csX19" fmla="*/ 162659 w 231138"/>
                    <a:gd name="csY19" fmla="*/ 1 h 153342"/>
                    <a:gd name="csX20" fmla="*/ 66440 w 231138"/>
                    <a:gd name="csY20" fmla="*/ 150513 h 153342"/>
                    <a:gd name="csX21" fmla="*/ 200376 w 231138"/>
                    <a:gd name="csY21" fmla="*/ 2613 h 153342"/>
                    <a:gd name="csX22" fmla="*/ 66440 w 231138"/>
                    <a:gd name="csY22" fmla="*/ 150513 h 153342"/>
                    <a:gd name="csX23" fmla="*/ 200376 w 231138"/>
                    <a:gd name="csY23" fmla="*/ 2613 h 153342"/>
                    <a:gd name="csX24" fmla="*/ 104157 w 231138"/>
                    <a:gd name="csY24" fmla="*/ 153125 h 153342"/>
                    <a:gd name="csX25" fmla="*/ 228116 w 231138"/>
                    <a:gd name="csY25" fmla="*/ 16184 h 153342"/>
                    <a:gd name="csX26" fmla="*/ 104157 w 231138"/>
                    <a:gd name="csY26" fmla="*/ 153125 h 153342"/>
                    <a:gd name="csX27" fmla="*/ 228116 w 231138"/>
                    <a:gd name="csY27" fmla="*/ 16184 h 153342"/>
                    <a:gd name="csX28" fmla="*/ 146786 w 231138"/>
                    <a:gd name="csY28" fmla="*/ 150223 h 153342"/>
                    <a:gd name="csX29" fmla="*/ 231139 w 231138"/>
                    <a:gd name="csY29" fmla="*/ 57114 h 153342"/>
                    <a:gd name="csX30" fmla="*/ 146786 w 231138"/>
                    <a:gd name="csY30" fmla="*/ 150223 h 153342"/>
                    <a:gd name="csX31" fmla="*/ 231139 w 231138"/>
                    <a:gd name="csY31" fmla="*/ 57114 h 153342"/>
                    <a:gd name="csX32" fmla="*/ 184504 w 231138"/>
                    <a:gd name="csY32" fmla="*/ 152835 h 153342"/>
                    <a:gd name="csX33" fmla="*/ 229174 w 231138"/>
                    <a:gd name="csY33" fmla="*/ 103560 h 153342"/>
                    <a:gd name="csX34" fmla="*/ 184504 w 231138"/>
                    <a:gd name="csY34" fmla="*/ 152835 h 153342"/>
                    <a:gd name="csX35" fmla="*/ 229174 w 231138"/>
                    <a:gd name="csY35" fmla="*/ 103560 h 153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231138" h="153342">
                      <a:moveTo>
                        <a:pt x="1966" y="509"/>
                      </a:moveTo>
                      <a:cubicBezTo>
                        <a:pt x="1966" y="509"/>
                        <a:pt x="1966" y="509"/>
                        <a:pt x="1966" y="509"/>
                      </a:cubicBezTo>
                      <a:moveTo>
                        <a:pt x="1966" y="509"/>
                      </a:moveTo>
                      <a:cubicBezTo>
                        <a:pt x="1966" y="509"/>
                        <a:pt x="1966" y="509"/>
                        <a:pt x="1966" y="509"/>
                      </a:cubicBezTo>
                      <a:moveTo>
                        <a:pt x="1" y="46954"/>
                      </a:moveTo>
                      <a:cubicBezTo>
                        <a:pt x="16100" y="35197"/>
                        <a:pt x="28043" y="11177"/>
                        <a:pt x="39683" y="3121"/>
                      </a:cubicBezTo>
                      <a:moveTo>
                        <a:pt x="1" y="46954"/>
                      </a:moveTo>
                      <a:cubicBezTo>
                        <a:pt x="15420" y="27940"/>
                        <a:pt x="29403" y="17490"/>
                        <a:pt x="39683" y="3121"/>
                      </a:cubicBezTo>
                      <a:moveTo>
                        <a:pt x="2948" y="87884"/>
                      </a:moveTo>
                      <a:cubicBezTo>
                        <a:pt x="31822" y="58348"/>
                        <a:pt x="50945" y="41947"/>
                        <a:pt x="82313" y="291"/>
                      </a:cubicBezTo>
                      <a:moveTo>
                        <a:pt x="2948" y="87884"/>
                      </a:moveTo>
                      <a:cubicBezTo>
                        <a:pt x="28798" y="59146"/>
                        <a:pt x="60620" y="27070"/>
                        <a:pt x="82313" y="291"/>
                      </a:cubicBezTo>
                      <a:moveTo>
                        <a:pt x="983" y="134330"/>
                      </a:moveTo>
                      <a:cubicBezTo>
                        <a:pt x="37793" y="85997"/>
                        <a:pt x="70975" y="30263"/>
                        <a:pt x="120029" y="2903"/>
                      </a:cubicBezTo>
                      <a:moveTo>
                        <a:pt x="983" y="134330"/>
                      </a:moveTo>
                      <a:cubicBezTo>
                        <a:pt x="22298" y="110381"/>
                        <a:pt x="55707" y="66984"/>
                        <a:pt x="120029" y="2903"/>
                      </a:cubicBezTo>
                      <a:moveTo>
                        <a:pt x="23810" y="153343"/>
                      </a:moveTo>
                      <a:cubicBezTo>
                        <a:pt x="67951" y="100947"/>
                        <a:pt x="94935" y="73297"/>
                        <a:pt x="162659" y="1"/>
                      </a:cubicBezTo>
                      <a:moveTo>
                        <a:pt x="23810" y="153343"/>
                      </a:moveTo>
                      <a:cubicBezTo>
                        <a:pt x="64777" y="113284"/>
                        <a:pt x="105290" y="57912"/>
                        <a:pt x="162659" y="1"/>
                      </a:cubicBezTo>
                      <a:moveTo>
                        <a:pt x="66440" y="150513"/>
                      </a:moveTo>
                      <a:cubicBezTo>
                        <a:pt x="124564" y="115388"/>
                        <a:pt x="162130" y="65242"/>
                        <a:pt x="200376" y="2613"/>
                      </a:cubicBezTo>
                      <a:moveTo>
                        <a:pt x="66440" y="150513"/>
                      </a:moveTo>
                      <a:cubicBezTo>
                        <a:pt x="111790" y="102108"/>
                        <a:pt x="147618" y="68943"/>
                        <a:pt x="200376" y="2613"/>
                      </a:cubicBezTo>
                      <a:moveTo>
                        <a:pt x="104157" y="153125"/>
                      </a:moveTo>
                      <a:cubicBezTo>
                        <a:pt x="132199" y="111978"/>
                        <a:pt x="170898" y="73805"/>
                        <a:pt x="228116" y="16184"/>
                      </a:cubicBezTo>
                      <a:moveTo>
                        <a:pt x="104157" y="153125"/>
                      </a:moveTo>
                      <a:cubicBezTo>
                        <a:pt x="153211" y="92529"/>
                        <a:pt x="202719" y="40350"/>
                        <a:pt x="228116" y="16184"/>
                      </a:cubicBezTo>
                      <a:moveTo>
                        <a:pt x="146786" y="150223"/>
                      </a:moveTo>
                      <a:cubicBezTo>
                        <a:pt x="171351" y="125549"/>
                        <a:pt x="204080" y="91658"/>
                        <a:pt x="231139" y="57114"/>
                      </a:cubicBezTo>
                      <a:moveTo>
                        <a:pt x="146786" y="150223"/>
                      </a:moveTo>
                      <a:cubicBezTo>
                        <a:pt x="183218" y="115026"/>
                        <a:pt x="211714" y="80917"/>
                        <a:pt x="231139" y="57114"/>
                      </a:cubicBezTo>
                      <a:moveTo>
                        <a:pt x="184504" y="152835"/>
                      </a:moveTo>
                      <a:cubicBezTo>
                        <a:pt x="202417" y="127435"/>
                        <a:pt x="221238" y="107696"/>
                        <a:pt x="229174" y="103560"/>
                      </a:cubicBezTo>
                      <a:moveTo>
                        <a:pt x="184504" y="152835"/>
                      </a:moveTo>
                      <a:cubicBezTo>
                        <a:pt x="197353" y="134838"/>
                        <a:pt x="218063" y="119380"/>
                        <a:pt x="229174" y="103560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3" name="شكل حر: شكل 541">
                  <a:extLst>
                    <a:ext uri="{FF2B5EF4-FFF2-40B4-BE49-F238E27FC236}">
                      <a16:creationId xmlns:a16="http://schemas.microsoft.com/office/drawing/2014/main" id="{84A91941-9C93-5151-7073-3B957533D0F8}"/>
                    </a:ext>
                  </a:extLst>
                </p:cNvPr>
                <p:cNvSpPr/>
                <p:nvPr/>
              </p:nvSpPr>
              <p:spPr>
                <a:xfrm>
                  <a:off x="8481932" y="4363854"/>
                  <a:ext cx="236859" cy="152438"/>
                </a:xfrm>
                <a:custGeom>
                  <a:avLst/>
                  <a:gdLst>
                    <a:gd name="csX0" fmla="*/ 2552 w 236859"/>
                    <a:gd name="csY0" fmla="*/ 2656 h 152438"/>
                    <a:gd name="csX1" fmla="*/ 229307 w 236859"/>
                    <a:gd name="csY1" fmla="*/ 2656 h 152438"/>
                    <a:gd name="csX2" fmla="*/ 2552 w 236859"/>
                    <a:gd name="csY2" fmla="*/ 2656 h 152438"/>
                    <a:gd name="csX3" fmla="*/ 229307 w 236859"/>
                    <a:gd name="csY3" fmla="*/ 2656 h 152438"/>
                    <a:gd name="csX4" fmla="*/ 229307 w 236859"/>
                    <a:gd name="csY4" fmla="*/ 2656 h 152438"/>
                    <a:gd name="csX5" fmla="*/ 229307 w 236859"/>
                    <a:gd name="csY5" fmla="*/ 147798 h 152438"/>
                    <a:gd name="csX6" fmla="*/ 229307 w 236859"/>
                    <a:gd name="csY6" fmla="*/ 2656 h 152438"/>
                    <a:gd name="csX7" fmla="*/ 229307 w 236859"/>
                    <a:gd name="csY7" fmla="*/ 147798 h 152438"/>
                    <a:gd name="csX8" fmla="*/ 229307 w 236859"/>
                    <a:gd name="csY8" fmla="*/ 147798 h 152438"/>
                    <a:gd name="csX9" fmla="*/ 2552 w 236859"/>
                    <a:gd name="csY9" fmla="*/ 147798 h 152438"/>
                    <a:gd name="csX10" fmla="*/ 229307 w 236859"/>
                    <a:gd name="csY10" fmla="*/ 147798 h 152438"/>
                    <a:gd name="csX11" fmla="*/ 2552 w 236859"/>
                    <a:gd name="csY11" fmla="*/ 147798 h 152438"/>
                    <a:gd name="csX12" fmla="*/ 2552 w 236859"/>
                    <a:gd name="csY12" fmla="*/ 147798 h 152438"/>
                    <a:gd name="csX13" fmla="*/ 2552 w 236859"/>
                    <a:gd name="csY13" fmla="*/ 2656 h 152438"/>
                    <a:gd name="csX14" fmla="*/ 2552 w 236859"/>
                    <a:gd name="csY14" fmla="*/ 147798 h 152438"/>
                    <a:gd name="csX15" fmla="*/ 2552 w 236859"/>
                    <a:gd name="csY15" fmla="*/ 2656 h 1524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36859" h="152438">
                      <a:moveTo>
                        <a:pt x="2552" y="2656"/>
                      </a:moveTo>
                      <a:cubicBezTo>
                        <a:pt x="65212" y="-320"/>
                        <a:pt x="155763" y="-1408"/>
                        <a:pt x="229307" y="2656"/>
                      </a:cubicBezTo>
                      <a:moveTo>
                        <a:pt x="2552" y="2656"/>
                      </a:moveTo>
                      <a:cubicBezTo>
                        <a:pt x="87056" y="7083"/>
                        <a:pt x="169368" y="5849"/>
                        <a:pt x="229307" y="2656"/>
                      </a:cubicBezTo>
                      <a:moveTo>
                        <a:pt x="229307" y="2656"/>
                      </a:moveTo>
                      <a:cubicBezTo>
                        <a:pt x="231574" y="41046"/>
                        <a:pt x="245104" y="77839"/>
                        <a:pt x="229307" y="147798"/>
                      </a:cubicBezTo>
                      <a:moveTo>
                        <a:pt x="229307" y="2656"/>
                      </a:moveTo>
                      <a:cubicBezTo>
                        <a:pt x="230138" y="53020"/>
                        <a:pt x="232708" y="111803"/>
                        <a:pt x="229307" y="147798"/>
                      </a:cubicBezTo>
                      <a:moveTo>
                        <a:pt x="229307" y="147798"/>
                      </a:moveTo>
                      <a:cubicBezTo>
                        <a:pt x="148658" y="136695"/>
                        <a:pt x="86149" y="162457"/>
                        <a:pt x="2552" y="147798"/>
                      </a:cubicBezTo>
                      <a:moveTo>
                        <a:pt x="229307" y="147798"/>
                      </a:moveTo>
                      <a:cubicBezTo>
                        <a:pt x="161205" y="153821"/>
                        <a:pt x="99905" y="141194"/>
                        <a:pt x="2552" y="147798"/>
                      </a:cubicBezTo>
                      <a:moveTo>
                        <a:pt x="2552" y="147798"/>
                      </a:moveTo>
                      <a:cubicBezTo>
                        <a:pt x="-4477" y="86548"/>
                        <a:pt x="5576" y="29652"/>
                        <a:pt x="2552" y="2656"/>
                      </a:cubicBezTo>
                      <a:moveTo>
                        <a:pt x="2552" y="147798"/>
                      </a:moveTo>
                      <a:cubicBezTo>
                        <a:pt x="-849" y="105852"/>
                        <a:pt x="-472" y="46561"/>
                        <a:pt x="2552" y="2656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70" name="صورة 542">
                <a:extLst>
                  <a:ext uri="{FF2B5EF4-FFF2-40B4-BE49-F238E27FC236}">
                    <a16:creationId xmlns:a16="http://schemas.microsoft.com/office/drawing/2014/main" id="{3BE0C68E-D6E1-E46D-4DB8-FFC9765203D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488263" y="4388281"/>
                <a:ext cx="211637" cy="123370"/>
              </a:xfrm>
              <a:custGeom>
                <a:avLst/>
                <a:gdLst>
                  <a:gd name="csX0" fmla="*/ 0 w 211637"/>
                  <a:gd name="csY0" fmla="*/ 0 h 123370"/>
                  <a:gd name="csX1" fmla="*/ 211638 w 211637"/>
                  <a:gd name="csY1" fmla="*/ 0 h 123370"/>
                  <a:gd name="csX2" fmla="*/ 211638 w 211637"/>
                  <a:gd name="csY2" fmla="*/ 123371 h 123370"/>
                  <a:gd name="csX3" fmla="*/ 0 w 21163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637" h="123370">
                    <a:moveTo>
                      <a:pt x="0" y="0"/>
                    </a:moveTo>
                    <a:lnTo>
                      <a:pt x="211638" y="0"/>
                    </a:lnTo>
                    <a:lnTo>
                      <a:pt x="21163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191" name="!!رسم 9">
            <a:extLst>
              <a:ext uri="{FF2B5EF4-FFF2-40B4-BE49-F238E27FC236}">
                <a16:creationId xmlns:a16="http://schemas.microsoft.com/office/drawing/2014/main" id="{13B21255-205C-54D3-9691-895C45A2D048}"/>
              </a:ext>
            </a:extLst>
          </p:cNvPr>
          <p:cNvGrpSpPr/>
          <p:nvPr/>
        </p:nvGrpSpPr>
        <p:grpSpPr>
          <a:xfrm>
            <a:off x="4927750" y="1805263"/>
            <a:ext cx="473237" cy="609452"/>
            <a:chOff x="7650630" y="1816073"/>
            <a:chExt cx="473237" cy="609452"/>
          </a:xfrm>
          <a:noFill/>
        </p:grpSpPr>
        <p:grpSp>
          <p:nvGrpSpPr>
            <p:cNvPr id="2192" name="رسم 9">
              <a:extLst>
                <a:ext uri="{FF2B5EF4-FFF2-40B4-BE49-F238E27FC236}">
                  <a16:creationId xmlns:a16="http://schemas.microsoft.com/office/drawing/2014/main" id="{40F97F22-1CEB-30DE-DD5F-D70BFB65AB33}"/>
                </a:ext>
              </a:extLst>
            </p:cNvPr>
            <p:cNvGrpSpPr/>
            <p:nvPr/>
          </p:nvGrpSpPr>
          <p:grpSpPr>
            <a:xfrm>
              <a:off x="7650630" y="1816073"/>
              <a:ext cx="473237" cy="609452"/>
              <a:chOff x="7650630" y="1816073"/>
              <a:chExt cx="473237" cy="609452"/>
            </a:xfrm>
            <a:noFill/>
          </p:grpSpPr>
          <p:sp>
            <p:nvSpPr>
              <p:cNvPr id="2194" name="مستطيل 545">
                <a:extLst>
                  <a:ext uri="{FF2B5EF4-FFF2-40B4-BE49-F238E27FC236}">
                    <a16:creationId xmlns:a16="http://schemas.microsoft.com/office/drawing/2014/main" id="{2EB2BC4A-3615-3D13-0774-CBD7F276FBDD}"/>
                  </a:ext>
                </a:extLst>
              </p:cNvPr>
              <p:cNvSpPr/>
              <p:nvPr/>
            </p:nvSpPr>
            <p:spPr>
              <a:xfrm>
                <a:off x="7653049" y="1826524"/>
                <a:ext cx="453509" cy="58056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5" name="شكل حر: شكل 546">
                <a:extLst>
                  <a:ext uri="{FF2B5EF4-FFF2-40B4-BE49-F238E27FC236}">
                    <a16:creationId xmlns:a16="http://schemas.microsoft.com/office/drawing/2014/main" id="{B31C1950-F7E2-FE14-B134-5CFCA86A1B76}"/>
                  </a:ext>
                </a:extLst>
              </p:cNvPr>
              <p:cNvSpPr/>
              <p:nvPr/>
            </p:nvSpPr>
            <p:spPr>
              <a:xfrm>
                <a:off x="7650630" y="1823838"/>
                <a:ext cx="473237" cy="601686"/>
              </a:xfrm>
              <a:custGeom>
                <a:avLst/>
                <a:gdLst>
                  <a:gd name="csX0" fmla="*/ 3931 w 473237"/>
                  <a:gd name="csY0" fmla="*/ 1016 h 601686"/>
                  <a:gd name="csX1" fmla="*/ 3931 w 473237"/>
                  <a:gd name="csY1" fmla="*/ 1016 h 601686"/>
                  <a:gd name="csX2" fmla="*/ 3931 w 473237"/>
                  <a:gd name="csY2" fmla="*/ 1016 h 601686"/>
                  <a:gd name="csX3" fmla="*/ 3931 w 473237"/>
                  <a:gd name="csY3" fmla="*/ 1016 h 601686"/>
                  <a:gd name="csX4" fmla="*/ 1966 w 473237"/>
                  <a:gd name="csY4" fmla="*/ 47389 h 601686"/>
                  <a:gd name="csX5" fmla="*/ 41648 w 473237"/>
                  <a:gd name="csY5" fmla="*/ 3629 h 601686"/>
                  <a:gd name="csX6" fmla="*/ 1966 w 473237"/>
                  <a:gd name="csY6" fmla="*/ 47389 h 601686"/>
                  <a:gd name="csX7" fmla="*/ 41648 w 473237"/>
                  <a:gd name="csY7" fmla="*/ 3629 h 601686"/>
                  <a:gd name="csX8" fmla="*/ 1 w 473237"/>
                  <a:gd name="csY8" fmla="*/ 93835 h 601686"/>
                  <a:gd name="csX9" fmla="*/ 84278 w 473237"/>
                  <a:gd name="csY9" fmla="*/ 726 h 601686"/>
                  <a:gd name="csX10" fmla="*/ 1 w 473237"/>
                  <a:gd name="csY10" fmla="*/ 93835 h 601686"/>
                  <a:gd name="csX11" fmla="*/ 84278 w 473237"/>
                  <a:gd name="csY11" fmla="*/ 726 h 601686"/>
                  <a:gd name="csX12" fmla="*/ 2948 w 473237"/>
                  <a:gd name="csY12" fmla="*/ 134765 h 601686"/>
                  <a:gd name="csX13" fmla="*/ 121995 w 473237"/>
                  <a:gd name="csY13" fmla="*/ 3339 h 601686"/>
                  <a:gd name="csX14" fmla="*/ 2948 w 473237"/>
                  <a:gd name="csY14" fmla="*/ 134765 h 601686"/>
                  <a:gd name="csX15" fmla="*/ 121995 w 473237"/>
                  <a:gd name="csY15" fmla="*/ 3339 h 601686"/>
                  <a:gd name="csX16" fmla="*/ 983 w 473237"/>
                  <a:gd name="csY16" fmla="*/ 181210 h 601686"/>
                  <a:gd name="csX17" fmla="*/ 164625 w 473237"/>
                  <a:gd name="csY17" fmla="*/ 508 h 601686"/>
                  <a:gd name="csX18" fmla="*/ 983 w 473237"/>
                  <a:gd name="csY18" fmla="*/ 181210 h 601686"/>
                  <a:gd name="csX19" fmla="*/ 164625 w 473237"/>
                  <a:gd name="csY19" fmla="*/ 508 h 601686"/>
                  <a:gd name="csX20" fmla="*/ 4007 w 473237"/>
                  <a:gd name="csY20" fmla="*/ 222213 h 601686"/>
                  <a:gd name="csX21" fmla="*/ 202342 w 473237"/>
                  <a:gd name="csY21" fmla="*/ 3121 h 601686"/>
                  <a:gd name="csX22" fmla="*/ 4007 w 473237"/>
                  <a:gd name="csY22" fmla="*/ 222213 h 601686"/>
                  <a:gd name="csX23" fmla="*/ 202342 w 473237"/>
                  <a:gd name="csY23" fmla="*/ 3121 h 601686"/>
                  <a:gd name="csX24" fmla="*/ 2041 w 473237"/>
                  <a:gd name="csY24" fmla="*/ 268586 h 601686"/>
                  <a:gd name="csX25" fmla="*/ 244972 w 473237"/>
                  <a:gd name="csY25" fmla="*/ 218 h 601686"/>
                  <a:gd name="csX26" fmla="*/ 2041 w 473237"/>
                  <a:gd name="csY26" fmla="*/ 268586 h 601686"/>
                  <a:gd name="csX27" fmla="*/ 244972 w 473237"/>
                  <a:gd name="csY27" fmla="*/ 218 h 601686"/>
                  <a:gd name="csX28" fmla="*/ 76 w 473237"/>
                  <a:gd name="csY28" fmla="*/ 315031 h 601686"/>
                  <a:gd name="csX29" fmla="*/ 282688 w 473237"/>
                  <a:gd name="csY29" fmla="*/ 2831 h 601686"/>
                  <a:gd name="csX30" fmla="*/ 76 w 473237"/>
                  <a:gd name="csY30" fmla="*/ 315031 h 601686"/>
                  <a:gd name="csX31" fmla="*/ 282688 w 473237"/>
                  <a:gd name="csY31" fmla="*/ 2831 h 601686"/>
                  <a:gd name="csX32" fmla="*/ 3024 w 473237"/>
                  <a:gd name="csY32" fmla="*/ 355961 h 601686"/>
                  <a:gd name="csX33" fmla="*/ 325318 w 473237"/>
                  <a:gd name="csY33" fmla="*/ 1 h 601686"/>
                  <a:gd name="csX34" fmla="*/ 3024 w 473237"/>
                  <a:gd name="csY34" fmla="*/ 355961 h 601686"/>
                  <a:gd name="csX35" fmla="*/ 325318 w 473237"/>
                  <a:gd name="csY35" fmla="*/ 1 h 601686"/>
                  <a:gd name="csX36" fmla="*/ 1059 w 473237"/>
                  <a:gd name="csY36" fmla="*/ 402407 h 601686"/>
                  <a:gd name="csX37" fmla="*/ 363035 w 473237"/>
                  <a:gd name="csY37" fmla="*/ 2613 h 601686"/>
                  <a:gd name="csX38" fmla="*/ 1059 w 473237"/>
                  <a:gd name="csY38" fmla="*/ 402407 h 601686"/>
                  <a:gd name="csX39" fmla="*/ 363035 w 473237"/>
                  <a:gd name="csY39" fmla="*/ 2613 h 601686"/>
                  <a:gd name="csX40" fmla="*/ 4007 w 473237"/>
                  <a:gd name="csY40" fmla="*/ 443409 h 601686"/>
                  <a:gd name="csX41" fmla="*/ 400752 w 473237"/>
                  <a:gd name="csY41" fmla="*/ 5226 h 601686"/>
                  <a:gd name="csX42" fmla="*/ 4007 w 473237"/>
                  <a:gd name="csY42" fmla="*/ 443409 h 601686"/>
                  <a:gd name="csX43" fmla="*/ 400752 w 473237"/>
                  <a:gd name="csY43" fmla="*/ 5226 h 601686"/>
                  <a:gd name="csX44" fmla="*/ 2041 w 473237"/>
                  <a:gd name="csY44" fmla="*/ 489782 h 601686"/>
                  <a:gd name="csX45" fmla="*/ 443382 w 473237"/>
                  <a:gd name="csY45" fmla="*/ 2323 h 601686"/>
                  <a:gd name="csX46" fmla="*/ 2041 w 473237"/>
                  <a:gd name="csY46" fmla="*/ 489782 h 601686"/>
                  <a:gd name="csX47" fmla="*/ 443382 w 473237"/>
                  <a:gd name="csY47" fmla="*/ 2323 h 601686"/>
                  <a:gd name="csX48" fmla="*/ 76 w 473237"/>
                  <a:gd name="csY48" fmla="*/ 536228 h 601686"/>
                  <a:gd name="csX49" fmla="*/ 471197 w 473237"/>
                  <a:gd name="csY49" fmla="*/ 15894 h 601686"/>
                  <a:gd name="csX50" fmla="*/ 76 w 473237"/>
                  <a:gd name="csY50" fmla="*/ 536228 h 601686"/>
                  <a:gd name="csX51" fmla="*/ 471197 w 473237"/>
                  <a:gd name="csY51" fmla="*/ 15894 h 601686"/>
                  <a:gd name="csX52" fmla="*/ 3024 w 473237"/>
                  <a:gd name="csY52" fmla="*/ 577158 h 601686"/>
                  <a:gd name="csX53" fmla="*/ 469156 w 473237"/>
                  <a:gd name="csY53" fmla="*/ 62339 h 601686"/>
                  <a:gd name="csX54" fmla="*/ 3024 w 473237"/>
                  <a:gd name="csY54" fmla="*/ 577158 h 601686"/>
                  <a:gd name="csX55" fmla="*/ 469156 w 473237"/>
                  <a:gd name="csY55" fmla="*/ 62339 h 601686"/>
                  <a:gd name="csX56" fmla="*/ 20938 w 473237"/>
                  <a:gd name="csY56" fmla="*/ 601687 h 601686"/>
                  <a:gd name="csX57" fmla="*/ 472180 w 473237"/>
                  <a:gd name="csY57" fmla="*/ 103269 h 601686"/>
                  <a:gd name="csX58" fmla="*/ 20938 w 473237"/>
                  <a:gd name="csY58" fmla="*/ 601687 h 601686"/>
                  <a:gd name="csX59" fmla="*/ 472180 w 473237"/>
                  <a:gd name="csY59" fmla="*/ 103269 h 601686"/>
                  <a:gd name="csX60" fmla="*/ 63568 w 473237"/>
                  <a:gd name="csY60" fmla="*/ 598857 h 601686"/>
                  <a:gd name="csX61" fmla="*/ 470215 w 473237"/>
                  <a:gd name="csY61" fmla="*/ 149714 h 601686"/>
                  <a:gd name="csX62" fmla="*/ 63568 w 473237"/>
                  <a:gd name="csY62" fmla="*/ 598857 h 601686"/>
                  <a:gd name="csX63" fmla="*/ 470215 w 473237"/>
                  <a:gd name="csY63" fmla="*/ 149714 h 601686"/>
                  <a:gd name="csX64" fmla="*/ 101285 w 473237"/>
                  <a:gd name="csY64" fmla="*/ 601469 h 601686"/>
                  <a:gd name="csX65" fmla="*/ 473163 w 473237"/>
                  <a:gd name="csY65" fmla="*/ 190717 h 601686"/>
                  <a:gd name="csX66" fmla="*/ 101285 w 473237"/>
                  <a:gd name="csY66" fmla="*/ 601469 h 601686"/>
                  <a:gd name="csX67" fmla="*/ 473163 w 473237"/>
                  <a:gd name="csY67" fmla="*/ 190717 h 601686"/>
                  <a:gd name="csX68" fmla="*/ 143914 w 473237"/>
                  <a:gd name="csY68" fmla="*/ 598566 h 601686"/>
                  <a:gd name="csX69" fmla="*/ 471197 w 473237"/>
                  <a:gd name="csY69" fmla="*/ 237090 h 601686"/>
                  <a:gd name="csX70" fmla="*/ 143914 w 473237"/>
                  <a:gd name="csY70" fmla="*/ 598566 h 601686"/>
                  <a:gd name="csX71" fmla="*/ 471197 w 473237"/>
                  <a:gd name="csY71" fmla="*/ 237090 h 601686"/>
                  <a:gd name="csX72" fmla="*/ 181631 w 473237"/>
                  <a:gd name="csY72" fmla="*/ 601179 h 601686"/>
                  <a:gd name="csX73" fmla="*/ 469232 w 473237"/>
                  <a:gd name="csY73" fmla="*/ 283535 h 601686"/>
                  <a:gd name="csX74" fmla="*/ 181631 w 473237"/>
                  <a:gd name="csY74" fmla="*/ 601179 h 601686"/>
                  <a:gd name="csX75" fmla="*/ 469232 w 473237"/>
                  <a:gd name="csY75" fmla="*/ 283535 h 601686"/>
                  <a:gd name="csX76" fmla="*/ 224261 w 473237"/>
                  <a:gd name="csY76" fmla="*/ 598349 h 601686"/>
                  <a:gd name="csX77" fmla="*/ 472180 w 473237"/>
                  <a:gd name="csY77" fmla="*/ 324466 h 601686"/>
                  <a:gd name="csX78" fmla="*/ 224261 w 473237"/>
                  <a:gd name="csY78" fmla="*/ 598349 h 601686"/>
                  <a:gd name="csX79" fmla="*/ 472180 w 473237"/>
                  <a:gd name="csY79" fmla="*/ 324466 h 601686"/>
                  <a:gd name="csX80" fmla="*/ 261978 w 473237"/>
                  <a:gd name="csY80" fmla="*/ 600961 h 601686"/>
                  <a:gd name="csX81" fmla="*/ 470215 w 473237"/>
                  <a:gd name="csY81" fmla="*/ 370911 h 601686"/>
                  <a:gd name="csX82" fmla="*/ 261978 w 473237"/>
                  <a:gd name="csY82" fmla="*/ 600961 h 601686"/>
                  <a:gd name="csX83" fmla="*/ 470215 w 473237"/>
                  <a:gd name="csY83" fmla="*/ 370911 h 601686"/>
                  <a:gd name="csX84" fmla="*/ 304608 w 473237"/>
                  <a:gd name="csY84" fmla="*/ 598058 h 601686"/>
                  <a:gd name="csX85" fmla="*/ 473238 w 473237"/>
                  <a:gd name="csY85" fmla="*/ 411841 h 601686"/>
                  <a:gd name="csX86" fmla="*/ 304608 w 473237"/>
                  <a:gd name="csY86" fmla="*/ 598058 h 601686"/>
                  <a:gd name="csX87" fmla="*/ 473238 w 473237"/>
                  <a:gd name="csY87" fmla="*/ 411841 h 601686"/>
                  <a:gd name="csX88" fmla="*/ 342325 w 473237"/>
                  <a:gd name="csY88" fmla="*/ 600671 h 601686"/>
                  <a:gd name="csX89" fmla="*/ 471273 w 473237"/>
                  <a:gd name="csY89" fmla="*/ 458287 h 601686"/>
                  <a:gd name="csX90" fmla="*/ 342325 w 473237"/>
                  <a:gd name="csY90" fmla="*/ 600671 h 601686"/>
                  <a:gd name="csX91" fmla="*/ 471273 w 473237"/>
                  <a:gd name="csY91" fmla="*/ 458287 h 601686"/>
                  <a:gd name="csX92" fmla="*/ 384955 w 473237"/>
                  <a:gd name="csY92" fmla="*/ 597841 h 601686"/>
                  <a:gd name="csX93" fmla="*/ 469232 w 473237"/>
                  <a:gd name="csY93" fmla="*/ 504732 h 601686"/>
                  <a:gd name="csX94" fmla="*/ 384955 w 473237"/>
                  <a:gd name="csY94" fmla="*/ 597841 h 601686"/>
                  <a:gd name="csX95" fmla="*/ 469232 w 473237"/>
                  <a:gd name="csY95" fmla="*/ 504732 h 601686"/>
                  <a:gd name="csX96" fmla="*/ 422671 w 473237"/>
                  <a:gd name="csY96" fmla="*/ 600453 h 601686"/>
                  <a:gd name="csX97" fmla="*/ 472255 w 473237"/>
                  <a:gd name="csY97" fmla="*/ 545662 h 601686"/>
                  <a:gd name="csX98" fmla="*/ 422671 w 473237"/>
                  <a:gd name="csY98" fmla="*/ 600453 h 601686"/>
                  <a:gd name="csX99" fmla="*/ 472255 w 473237"/>
                  <a:gd name="csY99" fmla="*/ 545662 h 6016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</a:cxnLst>
                <a:rect l="l" t="t" r="r" b="b"/>
                <a:pathLst>
                  <a:path w="473237" h="601686">
                    <a:moveTo>
                      <a:pt x="3931" y="1016"/>
                    </a:moveTo>
                    <a:cubicBezTo>
                      <a:pt x="3931" y="1016"/>
                      <a:pt x="3931" y="1016"/>
                      <a:pt x="3931" y="1016"/>
                    </a:cubicBezTo>
                    <a:moveTo>
                      <a:pt x="3931" y="1016"/>
                    </a:moveTo>
                    <a:cubicBezTo>
                      <a:pt x="3931" y="1016"/>
                      <a:pt x="3931" y="1016"/>
                      <a:pt x="3931" y="1016"/>
                    </a:cubicBezTo>
                    <a:moveTo>
                      <a:pt x="1966" y="47389"/>
                    </a:moveTo>
                    <a:cubicBezTo>
                      <a:pt x="11036" y="32948"/>
                      <a:pt x="29403" y="24167"/>
                      <a:pt x="41648" y="3629"/>
                    </a:cubicBezTo>
                    <a:moveTo>
                      <a:pt x="1966" y="47389"/>
                    </a:moveTo>
                    <a:cubicBezTo>
                      <a:pt x="15647" y="31061"/>
                      <a:pt x="29252" y="17998"/>
                      <a:pt x="41648" y="3629"/>
                    </a:cubicBezTo>
                    <a:moveTo>
                      <a:pt x="1" y="93835"/>
                    </a:moveTo>
                    <a:cubicBezTo>
                      <a:pt x="6954" y="70322"/>
                      <a:pt x="45125" y="42092"/>
                      <a:pt x="84278" y="726"/>
                    </a:cubicBezTo>
                    <a:moveTo>
                      <a:pt x="1" y="93835"/>
                    </a:moveTo>
                    <a:cubicBezTo>
                      <a:pt x="18443" y="73370"/>
                      <a:pt x="53590" y="45793"/>
                      <a:pt x="84278" y="726"/>
                    </a:cubicBezTo>
                    <a:moveTo>
                      <a:pt x="2948" y="134765"/>
                    </a:moveTo>
                    <a:cubicBezTo>
                      <a:pt x="38624" y="111760"/>
                      <a:pt x="57067" y="74821"/>
                      <a:pt x="121995" y="3339"/>
                    </a:cubicBezTo>
                    <a:moveTo>
                      <a:pt x="2948" y="134765"/>
                    </a:moveTo>
                    <a:cubicBezTo>
                      <a:pt x="32048" y="101745"/>
                      <a:pt x="63114" y="62121"/>
                      <a:pt x="121995" y="3339"/>
                    </a:cubicBezTo>
                    <a:moveTo>
                      <a:pt x="983" y="181210"/>
                    </a:moveTo>
                    <a:cubicBezTo>
                      <a:pt x="49282" y="139119"/>
                      <a:pt x="60468" y="103124"/>
                      <a:pt x="164625" y="508"/>
                    </a:cubicBezTo>
                    <a:moveTo>
                      <a:pt x="983" y="181210"/>
                    </a:moveTo>
                    <a:cubicBezTo>
                      <a:pt x="50794" y="129395"/>
                      <a:pt x="91232" y="93254"/>
                      <a:pt x="164625" y="508"/>
                    </a:cubicBezTo>
                    <a:moveTo>
                      <a:pt x="4007" y="222213"/>
                    </a:moveTo>
                    <a:cubicBezTo>
                      <a:pt x="60393" y="147828"/>
                      <a:pt x="138321" y="67346"/>
                      <a:pt x="202342" y="3121"/>
                    </a:cubicBezTo>
                    <a:moveTo>
                      <a:pt x="4007" y="222213"/>
                    </a:moveTo>
                    <a:cubicBezTo>
                      <a:pt x="74149" y="152980"/>
                      <a:pt x="132955" y="79103"/>
                      <a:pt x="202342" y="3121"/>
                    </a:cubicBezTo>
                    <a:moveTo>
                      <a:pt x="2041" y="268586"/>
                    </a:moveTo>
                    <a:cubicBezTo>
                      <a:pt x="67271" y="218149"/>
                      <a:pt x="110128" y="145941"/>
                      <a:pt x="244972" y="218"/>
                    </a:cubicBezTo>
                    <a:moveTo>
                      <a:pt x="2041" y="268586"/>
                    </a:moveTo>
                    <a:cubicBezTo>
                      <a:pt x="83597" y="190282"/>
                      <a:pt x="152229" y="97609"/>
                      <a:pt x="244972" y="218"/>
                    </a:cubicBezTo>
                    <a:moveTo>
                      <a:pt x="76" y="315031"/>
                    </a:moveTo>
                    <a:cubicBezTo>
                      <a:pt x="53590" y="242678"/>
                      <a:pt x="133559" y="178888"/>
                      <a:pt x="282688" y="2831"/>
                    </a:cubicBezTo>
                    <a:moveTo>
                      <a:pt x="76" y="315031"/>
                    </a:moveTo>
                    <a:cubicBezTo>
                      <a:pt x="86545" y="222503"/>
                      <a:pt x="171351" y="124532"/>
                      <a:pt x="282688" y="2831"/>
                    </a:cubicBezTo>
                    <a:moveTo>
                      <a:pt x="3024" y="355961"/>
                    </a:moveTo>
                    <a:cubicBezTo>
                      <a:pt x="77777" y="266191"/>
                      <a:pt x="165229" y="173736"/>
                      <a:pt x="325318" y="1"/>
                    </a:cubicBezTo>
                    <a:moveTo>
                      <a:pt x="3024" y="355961"/>
                    </a:moveTo>
                    <a:cubicBezTo>
                      <a:pt x="71806" y="275408"/>
                      <a:pt x="136431" y="213577"/>
                      <a:pt x="325318" y="1"/>
                    </a:cubicBezTo>
                    <a:moveTo>
                      <a:pt x="1059" y="402407"/>
                    </a:moveTo>
                    <a:cubicBezTo>
                      <a:pt x="85941" y="287890"/>
                      <a:pt x="195237" y="212198"/>
                      <a:pt x="363035" y="2613"/>
                    </a:cubicBezTo>
                    <a:moveTo>
                      <a:pt x="1059" y="402407"/>
                    </a:moveTo>
                    <a:cubicBezTo>
                      <a:pt x="120105" y="261764"/>
                      <a:pt x="258123" y="117783"/>
                      <a:pt x="363035" y="2613"/>
                    </a:cubicBezTo>
                    <a:moveTo>
                      <a:pt x="4007" y="443409"/>
                    </a:moveTo>
                    <a:cubicBezTo>
                      <a:pt x="154647" y="279326"/>
                      <a:pt x="303625" y="116550"/>
                      <a:pt x="400752" y="5226"/>
                    </a:cubicBezTo>
                    <a:moveTo>
                      <a:pt x="4007" y="443409"/>
                    </a:moveTo>
                    <a:cubicBezTo>
                      <a:pt x="106726" y="332811"/>
                      <a:pt x="225773" y="201385"/>
                      <a:pt x="400752" y="5226"/>
                    </a:cubicBezTo>
                    <a:moveTo>
                      <a:pt x="2041" y="489782"/>
                    </a:moveTo>
                    <a:cubicBezTo>
                      <a:pt x="110959" y="357340"/>
                      <a:pt x="227587" y="233897"/>
                      <a:pt x="443382" y="2323"/>
                    </a:cubicBezTo>
                    <a:moveTo>
                      <a:pt x="2041" y="489782"/>
                    </a:moveTo>
                    <a:cubicBezTo>
                      <a:pt x="156839" y="304001"/>
                      <a:pt x="315795" y="138248"/>
                      <a:pt x="443382" y="2323"/>
                    </a:cubicBezTo>
                    <a:moveTo>
                      <a:pt x="76" y="536228"/>
                    </a:moveTo>
                    <a:cubicBezTo>
                      <a:pt x="132803" y="373088"/>
                      <a:pt x="280723" y="211545"/>
                      <a:pt x="471197" y="15894"/>
                    </a:cubicBezTo>
                    <a:moveTo>
                      <a:pt x="76" y="536228"/>
                    </a:moveTo>
                    <a:cubicBezTo>
                      <a:pt x="184352" y="345511"/>
                      <a:pt x="364774" y="140135"/>
                      <a:pt x="471197" y="15894"/>
                    </a:cubicBezTo>
                    <a:moveTo>
                      <a:pt x="3024" y="577158"/>
                    </a:moveTo>
                    <a:cubicBezTo>
                      <a:pt x="179061" y="387385"/>
                      <a:pt x="363413" y="181283"/>
                      <a:pt x="469156" y="62339"/>
                    </a:cubicBezTo>
                    <a:moveTo>
                      <a:pt x="3024" y="577158"/>
                    </a:moveTo>
                    <a:cubicBezTo>
                      <a:pt x="177776" y="381144"/>
                      <a:pt x="365454" y="180339"/>
                      <a:pt x="469156" y="62339"/>
                    </a:cubicBezTo>
                    <a:moveTo>
                      <a:pt x="20938" y="601687"/>
                    </a:moveTo>
                    <a:cubicBezTo>
                      <a:pt x="118895" y="495806"/>
                      <a:pt x="203324" y="403205"/>
                      <a:pt x="472180" y="103269"/>
                    </a:cubicBezTo>
                    <a:moveTo>
                      <a:pt x="20938" y="601687"/>
                    </a:moveTo>
                    <a:cubicBezTo>
                      <a:pt x="192364" y="414816"/>
                      <a:pt x="349127" y="236727"/>
                      <a:pt x="472180" y="103269"/>
                    </a:cubicBezTo>
                    <a:moveTo>
                      <a:pt x="63568" y="598857"/>
                    </a:moveTo>
                    <a:cubicBezTo>
                      <a:pt x="166136" y="479114"/>
                      <a:pt x="281857" y="373233"/>
                      <a:pt x="470215" y="149714"/>
                    </a:cubicBezTo>
                    <a:moveTo>
                      <a:pt x="63568" y="598857"/>
                    </a:moveTo>
                    <a:cubicBezTo>
                      <a:pt x="160316" y="499507"/>
                      <a:pt x="239907" y="402987"/>
                      <a:pt x="470215" y="149714"/>
                    </a:cubicBezTo>
                    <a:moveTo>
                      <a:pt x="101285" y="601469"/>
                    </a:moveTo>
                    <a:cubicBezTo>
                      <a:pt x="203249" y="480058"/>
                      <a:pt x="308311" y="366992"/>
                      <a:pt x="473163" y="190717"/>
                    </a:cubicBezTo>
                    <a:moveTo>
                      <a:pt x="101285" y="601469"/>
                    </a:moveTo>
                    <a:cubicBezTo>
                      <a:pt x="245879" y="435209"/>
                      <a:pt x="407026" y="264885"/>
                      <a:pt x="473163" y="190717"/>
                    </a:cubicBezTo>
                    <a:moveTo>
                      <a:pt x="143914" y="598566"/>
                    </a:moveTo>
                    <a:cubicBezTo>
                      <a:pt x="250489" y="500087"/>
                      <a:pt x="323580" y="402842"/>
                      <a:pt x="471197" y="237090"/>
                    </a:cubicBezTo>
                    <a:moveTo>
                      <a:pt x="143914" y="598566"/>
                    </a:moveTo>
                    <a:cubicBezTo>
                      <a:pt x="212697" y="520044"/>
                      <a:pt x="286619" y="440579"/>
                      <a:pt x="471197" y="237090"/>
                    </a:cubicBezTo>
                    <a:moveTo>
                      <a:pt x="181631" y="601179"/>
                    </a:moveTo>
                    <a:cubicBezTo>
                      <a:pt x="239076" y="531511"/>
                      <a:pt x="298032" y="471495"/>
                      <a:pt x="469232" y="283535"/>
                    </a:cubicBezTo>
                    <a:moveTo>
                      <a:pt x="181631" y="601179"/>
                    </a:moveTo>
                    <a:cubicBezTo>
                      <a:pt x="299317" y="469608"/>
                      <a:pt x="403473" y="345947"/>
                      <a:pt x="469232" y="283535"/>
                    </a:cubicBezTo>
                    <a:moveTo>
                      <a:pt x="224261" y="598349"/>
                    </a:moveTo>
                    <a:cubicBezTo>
                      <a:pt x="313452" y="515327"/>
                      <a:pt x="376943" y="423598"/>
                      <a:pt x="472180" y="324466"/>
                    </a:cubicBezTo>
                    <a:moveTo>
                      <a:pt x="224261" y="598349"/>
                    </a:moveTo>
                    <a:cubicBezTo>
                      <a:pt x="292968" y="516706"/>
                      <a:pt x="375204" y="445369"/>
                      <a:pt x="472180" y="324466"/>
                    </a:cubicBezTo>
                    <a:moveTo>
                      <a:pt x="261978" y="600961"/>
                    </a:moveTo>
                    <a:cubicBezTo>
                      <a:pt x="318213" y="521931"/>
                      <a:pt x="373315" y="468592"/>
                      <a:pt x="470215" y="370911"/>
                    </a:cubicBezTo>
                    <a:moveTo>
                      <a:pt x="261978" y="600961"/>
                    </a:moveTo>
                    <a:cubicBezTo>
                      <a:pt x="312922" y="553209"/>
                      <a:pt x="357744" y="489637"/>
                      <a:pt x="470215" y="370911"/>
                    </a:cubicBezTo>
                    <a:moveTo>
                      <a:pt x="304608" y="598058"/>
                    </a:moveTo>
                    <a:cubicBezTo>
                      <a:pt x="373466" y="523891"/>
                      <a:pt x="442929" y="454513"/>
                      <a:pt x="473238" y="411841"/>
                    </a:cubicBezTo>
                    <a:moveTo>
                      <a:pt x="304608" y="598058"/>
                    </a:moveTo>
                    <a:cubicBezTo>
                      <a:pt x="348145" y="546605"/>
                      <a:pt x="395461" y="506256"/>
                      <a:pt x="473238" y="411841"/>
                    </a:cubicBezTo>
                    <a:moveTo>
                      <a:pt x="342325" y="600671"/>
                    </a:moveTo>
                    <a:cubicBezTo>
                      <a:pt x="374297" y="564313"/>
                      <a:pt x="432271" y="515327"/>
                      <a:pt x="471273" y="458287"/>
                    </a:cubicBezTo>
                    <a:moveTo>
                      <a:pt x="342325" y="600671"/>
                    </a:moveTo>
                    <a:cubicBezTo>
                      <a:pt x="393874" y="547549"/>
                      <a:pt x="435068" y="503281"/>
                      <a:pt x="471273" y="458287"/>
                    </a:cubicBezTo>
                    <a:moveTo>
                      <a:pt x="384955" y="597841"/>
                    </a:moveTo>
                    <a:cubicBezTo>
                      <a:pt x="420858" y="552556"/>
                      <a:pt x="455702" y="517359"/>
                      <a:pt x="469232" y="504732"/>
                    </a:cubicBezTo>
                    <a:moveTo>
                      <a:pt x="384955" y="597841"/>
                    </a:moveTo>
                    <a:cubicBezTo>
                      <a:pt x="416549" y="560176"/>
                      <a:pt x="437713" y="533325"/>
                      <a:pt x="469232" y="504732"/>
                    </a:cubicBezTo>
                    <a:moveTo>
                      <a:pt x="422671" y="600453"/>
                    </a:moveTo>
                    <a:cubicBezTo>
                      <a:pt x="437260" y="581875"/>
                      <a:pt x="442929" y="568812"/>
                      <a:pt x="472255" y="545662"/>
                    </a:cubicBezTo>
                    <a:moveTo>
                      <a:pt x="422671" y="600453"/>
                    </a:moveTo>
                    <a:cubicBezTo>
                      <a:pt x="437864" y="581222"/>
                      <a:pt x="456080" y="566200"/>
                      <a:pt x="472255" y="545662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6" name="شكل حر: شكل 547">
                <a:extLst>
                  <a:ext uri="{FF2B5EF4-FFF2-40B4-BE49-F238E27FC236}">
                    <a16:creationId xmlns:a16="http://schemas.microsoft.com/office/drawing/2014/main" id="{F8FA0E48-BC2C-EF76-E91C-CF094B70D287}"/>
                  </a:ext>
                </a:extLst>
              </p:cNvPr>
              <p:cNvSpPr/>
              <p:nvPr/>
            </p:nvSpPr>
            <p:spPr>
              <a:xfrm>
                <a:off x="7652841" y="1816073"/>
                <a:ext cx="456064" cy="595190"/>
              </a:xfrm>
              <a:custGeom>
                <a:avLst/>
                <a:gdLst>
                  <a:gd name="csX0" fmla="*/ 208 w 456064"/>
                  <a:gd name="csY0" fmla="*/ 10451 h 595190"/>
                  <a:gd name="csX1" fmla="*/ 453718 w 456064"/>
                  <a:gd name="csY1" fmla="*/ 10451 h 595190"/>
                  <a:gd name="csX2" fmla="*/ 208 w 456064"/>
                  <a:gd name="csY2" fmla="*/ 10451 h 595190"/>
                  <a:gd name="csX3" fmla="*/ 453718 w 456064"/>
                  <a:gd name="csY3" fmla="*/ 10451 h 595190"/>
                  <a:gd name="csX4" fmla="*/ 453718 w 456064"/>
                  <a:gd name="csY4" fmla="*/ 10451 h 595190"/>
                  <a:gd name="csX5" fmla="*/ 453718 w 456064"/>
                  <a:gd name="csY5" fmla="*/ 591020 h 595190"/>
                  <a:gd name="csX6" fmla="*/ 453718 w 456064"/>
                  <a:gd name="csY6" fmla="*/ 10451 h 595190"/>
                  <a:gd name="csX7" fmla="*/ 453718 w 456064"/>
                  <a:gd name="csY7" fmla="*/ 591020 h 595190"/>
                  <a:gd name="csX8" fmla="*/ 453718 w 456064"/>
                  <a:gd name="csY8" fmla="*/ 591020 h 595190"/>
                  <a:gd name="csX9" fmla="*/ 208 w 456064"/>
                  <a:gd name="csY9" fmla="*/ 591020 h 595190"/>
                  <a:gd name="csX10" fmla="*/ 453718 w 456064"/>
                  <a:gd name="csY10" fmla="*/ 591020 h 595190"/>
                  <a:gd name="csX11" fmla="*/ 208 w 456064"/>
                  <a:gd name="csY11" fmla="*/ 591020 h 595190"/>
                  <a:gd name="csX12" fmla="*/ 208 w 456064"/>
                  <a:gd name="csY12" fmla="*/ 591020 h 595190"/>
                  <a:gd name="csX13" fmla="*/ 208 w 456064"/>
                  <a:gd name="csY13" fmla="*/ 10451 h 595190"/>
                  <a:gd name="csX14" fmla="*/ 208 w 456064"/>
                  <a:gd name="csY14" fmla="*/ 591020 h 595190"/>
                  <a:gd name="csX15" fmla="*/ 208 w 456064"/>
                  <a:gd name="csY15" fmla="*/ 10451 h 595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6064" h="595190">
                    <a:moveTo>
                      <a:pt x="208" y="10451"/>
                    </a:moveTo>
                    <a:cubicBezTo>
                      <a:pt x="157425" y="-3700"/>
                      <a:pt x="281762" y="-3265"/>
                      <a:pt x="453718" y="10451"/>
                    </a:cubicBezTo>
                    <a:moveTo>
                      <a:pt x="208" y="10451"/>
                    </a:moveTo>
                    <a:cubicBezTo>
                      <a:pt x="105045" y="13354"/>
                      <a:pt x="225603" y="6460"/>
                      <a:pt x="453718" y="10451"/>
                    </a:cubicBezTo>
                    <a:moveTo>
                      <a:pt x="453718" y="10451"/>
                    </a:moveTo>
                    <a:cubicBezTo>
                      <a:pt x="452056" y="158496"/>
                      <a:pt x="456968" y="337602"/>
                      <a:pt x="453718" y="591020"/>
                    </a:cubicBezTo>
                    <a:moveTo>
                      <a:pt x="453718" y="10451"/>
                    </a:moveTo>
                    <a:cubicBezTo>
                      <a:pt x="450846" y="201531"/>
                      <a:pt x="460218" y="401174"/>
                      <a:pt x="453718" y="591020"/>
                    </a:cubicBezTo>
                    <a:moveTo>
                      <a:pt x="453718" y="591020"/>
                    </a:moveTo>
                    <a:cubicBezTo>
                      <a:pt x="311316" y="590512"/>
                      <a:pt x="176321" y="598132"/>
                      <a:pt x="208" y="591020"/>
                    </a:cubicBezTo>
                    <a:moveTo>
                      <a:pt x="453718" y="591020"/>
                    </a:moveTo>
                    <a:cubicBezTo>
                      <a:pt x="312526" y="599293"/>
                      <a:pt x="161356" y="593052"/>
                      <a:pt x="208" y="591020"/>
                    </a:cubicBezTo>
                    <a:moveTo>
                      <a:pt x="208" y="591020"/>
                    </a:moveTo>
                    <a:cubicBezTo>
                      <a:pt x="14191" y="406907"/>
                      <a:pt x="-1983" y="240356"/>
                      <a:pt x="208" y="10451"/>
                    </a:cubicBezTo>
                    <a:moveTo>
                      <a:pt x="208" y="591020"/>
                    </a:moveTo>
                    <a:cubicBezTo>
                      <a:pt x="5575" y="429912"/>
                      <a:pt x="7238" y="250879"/>
                      <a:pt x="208" y="10451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193" name="صورة 548">
              <a:extLst>
                <a:ext uri="{FF2B5EF4-FFF2-40B4-BE49-F238E27FC236}">
                  <a16:creationId xmlns:a16="http://schemas.microsoft.com/office/drawing/2014/main" id="{9C30C410-85E1-8433-506D-CF37FE9B379A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7656828" y="2066008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197" name="!!رسم 9">
            <a:extLst>
              <a:ext uri="{FF2B5EF4-FFF2-40B4-BE49-F238E27FC236}">
                <a16:creationId xmlns:a16="http://schemas.microsoft.com/office/drawing/2014/main" id="{ECFCEBFB-8405-C125-BB21-AE22BCB03C0A}"/>
              </a:ext>
            </a:extLst>
          </p:cNvPr>
          <p:cNvGrpSpPr/>
          <p:nvPr/>
        </p:nvGrpSpPr>
        <p:grpSpPr>
          <a:xfrm>
            <a:off x="5570111" y="1813398"/>
            <a:ext cx="462615" cy="587818"/>
            <a:chOff x="8292991" y="1824208"/>
            <a:chExt cx="462615" cy="587818"/>
          </a:xfrm>
          <a:noFill/>
        </p:grpSpPr>
        <p:sp>
          <p:nvSpPr>
            <p:cNvPr id="2198" name="مستطيل 550">
              <a:extLst>
                <a:ext uri="{FF2B5EF4-FFF2-40B4-BE49-F238E27FC236}">
                  <a16:creationId xmlns:a16="http://schemas.microsoft.com/office/drawing/2014/main" id="{7053E076-72DD-A6C6-77C5-2DF75977A65C}"/>
                </a:ext>
              </a:extLst>
            </p:cNvPr>
            <p:cNvSpPr/>
            <p:nvPr/>
          </p:nvSpPr>
          <p:spPr>
            <a:xfrm>
              <a:off x="8295521" y="1826524"/>
              <a:ext cx="453509" cy="580568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" name="شكل حر: شكل 551">
              <a:extLst>
                <a:ext uri="{FF2B5EF4-FFF2-40B4-BE49-F238E27FC236}">
                  <a16:creationId xmlns:a16="http://schemas.microsoft.com/office/drawing/2014/main" id="{52515243-67A0-2871-FE3D-1D84B39E5D24}"/>
                </a:ext>
              </a:extLst>
            </p:cNvPr>
            <p:cNvSpPr/>
            <p:nvPr/>
          </p:nvSpPr>
          <p:spPr>
            <a:xfrm>
              <a:off x="8293254" y="1824927"/>
              <a:ext cx="462353" cy="587099"/>
            </a:xfrm>
            <a:custGeom>
              <a:avLst/>
              <a:gdLst>
                <a:gd name="csX0" fmla="*/ 1 w 462353"/>
                <a:gd name="csY0" fmla="*/ 4064 h 587099"/>
                <a:gd name="csX1" fmla="*/ 1 w 462353"/>
                <a:gd name="csY1" fmla="*/ 4064 h 587099"/>
                <a:gd name="csX2" fmla="*/ 1 w 462353"/>
                <a:gd name="csY2" fmla="*/ 4064 h 587099"/>
                <a:gd name="csX3" fmla="*/ 1 w 462353"/>
                <a:gd name="csY3" fmla="*/ 4064 h 587099"/>
                <a:gd name="csX4" fmla="*/ 3024 w 462353"/>
                <a:gd name="csY4" fmla="*/ 45067 h 587099"/>
                <a:gd name="csX5" fmla="*/ 42631 w 462353"/>
                <a:gd name="csY5" fmla="*/ 1234 h 587099"/>
                <a:gd name="csX6" fmla="*/ 3024 w 462353"/>
                <a:gd name="csY6" fmla="*/ 45067 h 587099"/>
                <a:gd name="csX7" fmla="*/ 42631 w 462353"/>
                <a:gd name="csY7" fmla="*/ 1234 h 587099"/>
                <a:gd name="csX8" fmla="*/ 983 w 462353"/>
                <a:gd name="csY8" fmla="*/ 91440 h 587099"/>
                <a:gd name="csX9" fmla="*/ 80347 w 462353"/>
                <a:gd name="csY9" fmla="*/ 3847 h 587099"/>
                <a:gd name="csX10" fmla="*/ 983 w 462353"/>
                <a:gd name="csY10" fmla="*/ 91440 h 587099"/>
                <a:gd name="csX11" fmla="*/ 80347 w 462353"/>
                <a:gd name="csY11" fmla="*/ 3847 h 587099"/>
                <a:gd name="csX12" fmla="*/ 4006 w 462353"/>
                <a:gd name="csY12" fmla="*/ 132443 h 587099"/>
                <a:gd name="csX13" fmla="*/ 122977 w 462353"/>
                <a:gd name="csY13" fmla="*/ 944 h 587099"/>
                <a:gd name="csX14" fmla="*/ 4006 w 462353"/>
                <a:gd name="csY14" fmla="*/ 132443 h 587099"/>
                <a:gd name="csX15" fmla="*/ 122977 w 462353"/>
                <a:gd name="csY15" fmla="*/ 944 h 587099"/>
                <a:gd name="csX16" fmla="*/ 2041 w 462353"/>
                <a:gd name="csY16" fmla="*/ 178888 h 587099"/>
                <a:gd name="csX17" fmla="*/ 160694 w 462353"/>
                <a:gd name="csY17" fmla="*/ 3557 h 587099"/>
                <a:gd name="csX18" fmla="*/ 2041 w 462353"/>
                <a:gd name="csY18" fmla="*/ 178888 h 587099"/>
                <a:gd name="csX19" fmla="*/ 160694 w 462353"/>
                <a:gd name="csY19" fmla="*/ 3557 h 587099"/>
                <a:gd name="csX20" fmla="*/ 76 w 462353"/>
                <a:gd name="csY20" fmla="*/ 225261 h 587099"/>
                <a:gd name="csX21" fmla="*/ 203324 w 462353"/>
                <a:gd name="csY21" fmla="*/ 726 h 587099"/>
                <a:gd name="csX22" fmla="*/ 76 w 462353"/>
                <a:gd name="csY22" fmla="*/ 225261 h 587099"/>
                <a:gd name="csX23" fmla="*/ 203324 w 462353"/>
                <a:gd name="csY23" fmla="*/ 726 h 587099"/>
                <a:gd name="csX24" fmla="*/ 3024 w 462353"/>
                <a:gd name="csY24" fmla="*/ 266264 h 587099"/>
                <a:gd name="csX25" fmla="*/ 241041 w 462353"/>
                <a:gd name="csY25" fmla="*/ 3339 h 587099"/>
                <a:gd name="csX26" fmla="*/ 3024 w 462353"/>
                <a:gd name="csY26" fmla="*/ 266264 h 587099"/>
                <a:gd name="csX27" fmla="*/ 241041 w 462353"/>
                <a:gd name="csY27" fmla="*/ 3339 h 587099"/>
                <a:gd name="csX28" fmla="*/ 1059 w 462353"/>
                <a:gd name="csY28" fmla="*/ 312637 h 587099"/>
                <a:gd name="csX29" fmla="*/ 283671 w 462353"/>
                <a:gd name="csY29" fmla="*/ 509 h 587099"/>
                <a:gd name="csX30" fmla="*/ 1059 w 462353"/>
                <a:gd name="csY30" fmla="*/ 312637 h 587099"/>
                <a:gd name="csX31" fmla="*/ 283671 w 462353"/>
                <a:gd name="csY31" fmla="*/ 509 h 587099"/>
                <a:gd name="csX32" fmla="*/ 4006 w 462353"/>
                <a:gd name="csY32" fmla="*/ 353639 h 587099"/>
                <a:gd name="csX33" fmla="*/ 321387 w 462353"/>
                <a:gd name="csY33" fmla="*/ 3121 h 587099"/>
                <a:gd name="csX34" fmla="*/ 4006 w 462353"/>
                <a:gd name="csY34" fmla="*/ 353639 h 587099"/>
                <a:gd name="csX35" fmla="*/ 321387 w 462353"/>
                <a:gd name="csY35" fmla="*/ 3121 h 587099"/>
                <a:gd name="csX36" fmla="*/ 2041 w 462353"/>
                <a:gd name="csY36" fmla="*/ 400012 h 587099"/>
                <a:gd name="csX37" fmla="*/ 364017 w 462353"/>
                <a:gd name="csY37" fmla="*/ 218 h 587099"/>
                <a:gd name="csX38" fmla="*/ 2041 w 462353"/>
                <a:gd name="csY38" fmla="*/ 400012 h 587099"/>
                <a:gd name="csX39" fmla="*/ 364017 w 462353"/>
                <a:gd name="csY39" fmla="*/ 218 h 587099"/>
                <a:gd name="csX40" fmla="*/ 76 w 462353"/>
                <a:gd name="csY40" fmla="*/ 446458 h 587099"/>
                <a:gd name="csX41" fmla="*/ 401734 w 462353"/>
                <a:gd name="csY41" fmla="*/ 2831 h 587099"/>
                <a:gd name="csX42" fmla="*/ 76 w 462353"/>
                <a:gd name="csY42" fmla="*/ 446458 h 587099"/>
                <a:gd name="csX43" fmla="*/ 401734 w 462353"/>
                <a:gd name="csY43" fmla="*/ 2831 h 587099"/>
                <a:gd name="csX44" fmla="*/ 3099 w 462353"/>
                <a:gd name="csY44" fmla="*/ 487460 h 587099"/>
                <a:gd name="csX45" fmla="*/ 444364 w 462353"/>
                <a:gd name="csY45" fmla="*/ 1 h 587099"/>
                <a:gd name="csX46" fmla="*/ 3099 w 462353"/>
                <a:gd name="csY46" fmla="*/ 487460 h 587099"/>
                <a:gd name="csX47" fmla="*/ 444364 w 462353"/>
                <a:gd name="csY47" fmla="*/ 1 h 587099"/>
                <a:gd name="csX48" fmla="*/ 1059 w 462353"/>
                <a:gd name="csY48" fmla="*/ 533833 h 587099"/>
                <a:gd name="csX49" fmla="*/ 462278 w 462353"/>
                <a:gd name="csY49" fmla="*/ 24530 h 587099"/>
                <a:gd name="csX50" fmla="*/ 1059 w 462353"/>
                <a:gd name="csY50" fmla="*/ 533833 h 587099"/>
                <a:gd name="csX51" fmla="*/ 462278 w 462353"/>
                <a:gd name="csY51" fmla="*/ 24530 h 587099"/>
                <a:gd name="csX52" fmla="*/ 4082 w 462353"/>
                <a:gd name="csY52" fmla="*/ 574836 h 587099"/>
                <a:gd name="csX53" fmla="*/ 460313 w 462353"/>
                <a:gd name="csY53" fmla="*/ 70902 h 587099"/>
                <a:gd name="csX54" fmla="*/ 4082 w 462353"/>
                <a:gd name="csY54" fmla="*/ 574836 h 587099"/>
                <a:gd name="csX55" fmla="*/ 460313 w 462353"/>
                <a:gd name="csY55" fmla="*/ 70902 h 587099"/>
                <a:gd name="csX56" fmla="*/ 36810 w 462353"/>
                <a:gd name="csY56" fmla="*/ 582891 h 587099"/>
                <a:gd name="csX57" fmla="*/ 458272 w 462353"/>
                <a:gd name="csY57" fmla="*/ 117348 h 587099"/>
                <a:gd name="csX58" fmla="*/ 36810 w 462353"/>
                <a:gd name="csY58" fmla="*/ 582891 h 587099"/>
                <a:gd name="csX59" fmla="*/ 458272 w 462353"/>
                <a:gd name="csY59" fmla="*/ 117348 h 587099"/>
                <a:gd name="csX60" fmla="*/ 74527 w 462353"/>
                <a:gd name="csY60" fmla="*/ 585504 h 587099"/>
                <a:gd name="csX61" fmla="*/ 461295 w 462353"/>
                <a:gd name="csY61" fmla="*/ 158278 h 587099"/>
                <a:gd name="csX62" fmla="*/ 74527 w 462353"/>
                <a:gd name="csY62" fmla="*/ 585504 h 587099"/>
                <a:gd name="csX63" fmla="*/ 461295 w 462353"/>
                <a:gd name="csY63" fmla="*/ 158278 h 587099"/>
                <a:gd name="csX64" fmla="*/ 117157 w 462353"/>
                <a:gd name="csY64" fmla="*/ 582673 h 587099"/>
                <a:gd name="csX65" fmla="*/ 459330 w 462353"/>
                <a:gd name="csY65" fmla="*/ 204723 h 587099"/>
                <a:gd name="csX66" fmla="*/ 117157 w 462353"/>
                <a:gd name="csY66" fmla="*/ 582673 h 587099"/>
                <a:gd name="csX67" fmla="*/ 459330 w 462353"/>
                <a:gd name="csY67" fmla="*/ 204723 h 587099"/>
                <a:gd name="csX68" fmla="*/ 154874 w 462353"/>
                <a:gd name="csY68" fmla="*/ 585286 h 587099"/>
                <a:gd name="csX69" fmla="*/ 462278 w 462353"/>
                <a:gd name="csY69" fmla="*/ 245653 h 587099"/>
                <a:gd name="csX70" fmla="*/ 154874 w 462353"/>
                <a:gd name="csY70" fmla="*/ 585286 h 587099"/>
                <a:gd name="csX71" fmla="*/ 462278 w 462353"/>
                <a:gd name="csY71" fmla="*/ 245653 h 587099"/>
                <a:gd name="csX72" fmla="*/ 197504 w 462353"/>
                <a:gd name="csY72" fmla="*/ 582383 h 587099"/>
                <a:gd name="csX73" fmla="*/ 460313 w 462353"/>
                <a:gd name="csY73" fmla="*/ 292099 h 587099"/>
                <a:gd name="csX74" fmla="*/ 197504 w 462353"/>
                <a:gd name="csY74" fmla="*/ 582383 h 587099"/>
                <a:gd name="csX75" fmla="*/ 460313 w 462353"/>
                <a:gd name="csY75" fmla="*/ 292099 h 587099"/>
                <a:gd name="csX76" fmla="*/ 235221 w 462353"/>
                <a:gd name="csY76" fmla="*/ 584996 h 587099"/>
                <a:gd name="csX77" fmla="*/ 458348 w 462353"/>
                <a:gd name="csY77" fmla="*/ 338544 h 587099"/>
                <a:gd name="csX78" fmla="*/ 235221 w 462353"/>
                <a:gd name="csY78" fmla="*/ 584996 h 587099"/>
                <a:gd name="csX79" fmla="*/ 458348 w 462353"/>
                <a:gd name="csY79" fmla="*/ 338544 h 587099"/>
                <a:gd name="csX80" fmla="*/ 277851 w 462353"/>
                <a:gd name="csY80" fmla="*/ 582165 h 587099"/>
                <a:gd name="csX81" fmla="*/ 461295 w 462353"/>
                <a:gd name="csY81" fmla="*/ 379475 h 587099"/>
                <a:gd name="csX82" fmla="*/ 277851 w 462353"/>
                <a:gd name="csY82" fmla="*/ 582165 h 587099"/>
                <a:gd name="csX83" fmla="*/ 461295 w 462353"/>
                <a:gd name="csY83" fmla="*/ 379475 h 587099"/>
                <a:gd name="csX84" fmla="*/ 315568 w 462353"/>
                <a:gd name="csY84" fmla="*/ 584778 h 587099"/>
                <a:gd name="csX85" fmla="*/ 459330 w 462353"/>
                <a:gd name="csY85" fmla="*/ 425920 h 587099"/>
                <a:gd name="csX86" fmla="*/ 315568 w 462353"/>
                <a:gd name="csY86" fmla="*/ 584778 h 587099"/>
                <a:gd name="csX87" fmla="*/ 459330 w 462353"/>
                <a:gd name="csY87" fmla="*/ 425920 h 587099"/>
                <a:gd name="csX88" fmla="*/ 358198 w 462353"/>
                <a:gd name="csY88" fmla="*/ 581875 h 587099"/>
                <a:gd name="csX89" fmla="*/ 462354 w 462353"/>
                <a:gd name="csY89" fmla="*/ 466850 h 587099"/>
                <a:gd name="csX90" fmla="*/ 358198 w 462353"/>
                <a:gd name="csY90" fmla="*/ 581875 h 587099"/>
                <a:gd name="csX91" fmla="*/ 462354 w 462353"/>
                <a:gd name="csY91" fmla="*/ 466850 h 587099"/>
                <a:gd name="csX92" fmla="*/ 395915 w 462353"/>
                <a:gd name="csY92" fmla="*/ 584488 h 587099"/>
                <a:gd name="csX93" fmla="*/ 460388 w 462353"/>
                <a:gd name="csY93" fmla="*/ 513295 h 587099"/>
                <a:gd name="csX94" fmla="*/ 395915 w 462353"/>
                <a:gd name="csY94" fmla="*/ 584488 h 587099"/>
                <a:gd name="csX95" fmla="*/ 460388 w 462353"/>
                <a:gd name="csY95" fmla="*/ 513295 h 587099"/>
                <a:gd name="csX96" fmla="*/ 433556 w 462353"/>
                <a:gd name="csY96" fmla="*/ 587100 h 587099"/>
                <a:gd name="csX97" fmla="*/ 458348 w 462353"/>
                <a:gd name="csY97" fmla="*/ 559741 h 587099"/>
                <a:gd name="csX98" fmla="*/ 433556 w 462353"/>
                <a:gd name="csY98" fmla="*/ 587100 h 587099"/>
                <a:gd name="csX99" fmla="*/ 458348 w 462353"/>
                <a:gd name="csY99" fmla="*/ 559741 h 5870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</a:cxnLst>
              <a:rect l="l" t="t" r="r" b="b"/>
              <a:pathLst>
                <a:path w="462353" h="587099">
                  <a:moveTo>
                    <a:pt x="1" y="4064"/>
                  </a:moveTo>
                  <a:cubicBezTo>
                    <a:pt x="1" y="4064"/>
                    <a:pt x="1" y="4064"/>
                    <a:pt x="1" y="4064"/>
                  </a:cubicBezTo>
                  <a:moveTo>
                    <a:pt x="1" y="4064"/>
                  </a:moveTo>
                  <a:cubicBezTo>
                    <a:pt x="1" y="4064"/>
                    <a:pt x="1" y="4064"/>
                    <a:pt x="1" y="4064"/>
                  </a:cubicBezTo>
                  <a:moveTo>
                    <a:pt x="3024" y="45067"/>
                  </a:moveTo>
                  <a:cubicBezTo>
                    <a:pt x="17007" y="28594"/>
                    <a:pt x="29781" y="23368"/>
                    <a:pt x="42631" y="1234"/>
                  </a:cubicBezTo>
                  <a:moveTo>
                    <a:pt x="3024" y="45067"/>
                  </a:moveTo>
                  <a:cubicBezTo>
                    <a:pt x="15042" y="31351"/>
                    <a:pt x="28118" y="21409"/>
                    <a:pt x="42631" y="1234"/>
                  </a:cubicBezTo>
                  <a:moveTo>
                    <a:pt x="983" y="91440"/>
                  </a:moveTo>
                  <a:cubicBezTo>
                    <a:pt x="11263" y="76708"/>
                    <a:pt x="39758" y="39915"/>
                    <a:pt x="80347" y="3847"/>
                  </a:cubicBezTo>
                  <a:moveTo>
                    <a:pt x="983" y="91440"/>
                  </a:moveTo>
                  <a:cubicBezTo>
                    <a:pt x="37869" y="52542"/>
                    <a:pt x="63945" y="26852"/>
                    <a:pt x="80347" y="3847"/>
                  </a:cubicBezTo>
                  <a:moveTo>
                    <a:pt x="4006" y="132443"/>
                  </a:moveTo>
                  <a:cubicBezTo>
                    <a:pt x="41194" y="105591"/>
                    <a:pt x="44898" y="87521"/>
                    <a:pt x="122977" y="944"/>
                  </a:cubicBezTo>
                  <a:moveTo>
                    <a:pt x="4006" y="132443"/>
                  </a:moveTo>
                  <a:cubicBezTo>
                    <a:pt x="40892" y="90206"/>
                    <a:pt x="84731" y="54284"/>
                    <a:pt x="122977" y="944"/>
                  </a:cubicBezTo>
                  <a:moveTo>
                    <a:pt x="2041" y="178888"/>
                  </a:moveTo>
                  <a:cubicBezTo>
                    <a:pt x="51247" y="117928"/>
                    <a:pt x="100377" y="47607"/>
                    <a:pt x="160694" y="3557"/>
                  </a:cubicBezTo>
                  <a:moveTo>
                    <a:pt x="2041" y="178888"/>
                  </a:moveTo>
                  <a:cubicBezTo>
                    <a:pt x="33560" y="136071"/>
                    <a:pt x="80650" y="99423"/>
                    <a:pt x="160694" y="3557"/>
                  </a:cubicBezTo>
                  <a:moveTo>
                    <a:pt x="76" y="225261"/>
                  </a:moveTo>
                  <a:cubicBezTo>
                    <a:pt x="68783" y="166478"/>
                    <a:pt x="136885" y="77724"/>
                    <a:pt x="203324" y="726"/>
                  </a:cubicBezTo>
                  <a:moveTo>
                    <a:pt x="76" y="225261"/>
                  </a:moveTo>
                  <a:cubicBezTo>
                    <a:pt x="78080" y="138901"/>
                    <a:pt x="158729" y="56969"/>
                    <a:pt x="203324" y="726"/>
                  </a:cubicBezTo>
                  <a:moveTo>
                    <a:pt x="3024" y="266264"/>
                  </a:moveTo>
                  <a:cubicBezTo>
                    <a:pt x="84580" y="157044"/>
                    <a:pt x="176340" y="63645"/>
                    <a:pt x="241041" y="3339"/>
                  </a:cubicBezTo>
                  <a:moveTo>
                    <a:pt x="3024" y="266264"/>
                  </a:moveTo>
                  <a:cubicBezTo>
                    <a:pt x="53515" y="210021"/>
                    <a:pt x="107936" y="159584"/>
                    <a:pt x="241041" y="3339"/>
                  </a:cubicBezTo>
                  <a:moveTo>
                    <a:pt x="1059" y="312637"/>
                  </a:moveTo>
                  <a:cubicBezTo>
                    <a:pt x="94557" y="201675"/>
                    <a:pt x="175736" y="124968"/>
                    <a:pt x="283671" y="509"/>
                  </a:cubicBezTo>
                  <a:moveTo>
                    <a:pt x="1059" y="312637"/>
                  </a:moveTo>
                  <a:cubicBezTo>
                    <a:pt x="63643" y="228527"/>
                    <a:pt x="132954" y="161108"/>
                    <a:pt x="283671" y="509"/>
                  </a:cubicBezTo>
                  <a:moveTo>
                    <a:pt x="4006" y="353639"/>
                  </a:moveTo>
                  <a:cubicBezTo>
                    <a:pt x="88284" y="253564"/>
                    <a:pt x="196144" y="140208"/>
                    <a:pt x="321387" y="3121"/>
                  </a:cubicBezTo>
                  <a:moveTo>
                    <a:pt x="4006" y="353639"/>
                  </a:moveTo>
                  <a:cubicBezTo>
                    <a:pt x="91761" y="267134"/>
                    <a:pt x="178003" y="162197"/>
                    <a:pt x="321387" y="3121"/>
                  </a:cubicBezTo>
                  <a:moveTo>
                    <a:pt x="2041" y="400012"/>
                  </a:moveTo>
                  <a:cubicBezTo>
                    <a:pt x="149432" y="231212"/>
                    <a:pt x="284049" y="68725"/>
                    <a:pt x="364017" y="218"/>
                  </a:cubicBezTo>
                  <a:moveTo>
                    <a:pt x="2041" y="400012"/>
                  </a:moveTo>
                  <a:cubicBezTo>
                    <a:pt x="126152" y="258644"/>
                    <a:pt x="260466" y="115751"/>
                    <a:pt x="364017" y="218"/>
                  </a:cubicBezTo>
                  <a:moveTo>
                    <a:pt x="76" y="446458"/>
                  </a:moveTo>
                  <a:cubicBezTo>
                    <a:pt x="87377" y="344640"/>
                    <a:pt x="185637" y="242460"/>
                    <a:pt x="401734" y="2831"/>
                  </a:cubicBezTo>
                  <a:moveTo>
                    <a:pt x="76" y="446458"/>
                  </a:moveTo>
                  <a:cubicBezTo>
                    <a:pt x="123280" y="312274"/>
                    <a:pt x="251245" y="170833"/>
                    <a:pt x="401734" y="2831"/>
                  </a:cubicBezTo>
                  <a:moveTo>
                    <a:pt x="3099" y="487460"/>
                  </a:moveTo>
                  <a:cubicBezTo>
                    <a:pt x="178986" y="303420"/>
                    <a:pt x="335900" y="94778"/>
                    <a:pt x="444364" y="1"/>
                  </a:cubicBezTo>
                  <a:moveTo>
                    <a:pt x="3099" y="487460"/>
                  </a:moveTo>
                  <a:cubicBezTo>
                    <a:pt x="128192" y="348487"/>
                    <a:pt x="262960" y="206755"/>
                    <a:pt x="444364" y="1"/>
                  </a:cubicBezTo>
                  <a:moveTo>
                    <a:pt x="1059" y="533833"/>
                  </a:moveTo>
                  <a:cubicBezTo>
                    <a:pt x="145955" y="373016"/>
                    <a:pt x="293270" y="196233"/>
                    <a:pt x="462278" y="24530"/>
                  </a:cubicBezTo>
                  <a:moveTo>
                    <a:pt x="1059" y="533833"/>
                  </a:moveTo>
                  <a:cubicBezTo>
                    <a:pt x="170293" y="335859"/>
                    <a:pt x="354343" y="140135"/>
                    <a:pt x="462278" y="24530"/>
                  </a:cubicBezTo>
                  <a:moveTo>
                    <a:pt x="4082" y="574836"/>
                  </a:moveTo>
                  <a:cubicBezTo>
                    <a:pt x="81934" y="480203"/>
                    <a:pt x="175282" y="360243"/>
                    <a:pt x="460313" y="70902"/>
                  </a:cubicBezTo>
                  <a:moveTo>
                    <a:pt x="4082" y="574836"/>
                  </a:moveTo>
                  <a:cubicBezTo>
                    <a:pt x="144972" y="417937"/>
                    <a:pt x="288962" y="256394"/>
                    <a:pt x="460313" y="70902"/>
                  </a:cubicBezTo>
                  <a:moveTo>
                    <a:pt x="36810" y="582891"/>
                  </a:moveTo>
                  <a:cubicBezTo>
                    <a:pt x="137943" y="478099"/>
                    <a:pt x="217383" y="361404"/>
                    <a:pt x="458272" y="117348"/>
                  </a:cubicBezTo>
                  <a:moveTo>
                    <a:pt x="36810" y="582891"/>
                  </a:moveTo>
                  <a:cubicBezTo>
                    <a:pt x="198713" y="399722"/>
                    <a:pt x="353133" y="225842"/>
                    <a:pt x="458272" y="117348"/>
                  </a:cubicBezTo>
                  <a:moveTo>
                    <a:pt x="74527" y="585504"/>
                  </a:moveTo>
                  <a:cubicBezTo>
                    <a:pt x="212621" y="425339"/>
                    <a:pt x="331365" y="300590"/>
                    <a:pt x="461295" y="158278"/>
                  </a:cubicBezTo>
                  <a:moveTo>
                    <a:pt x="74527" y="585504"/>
                  </a:moveTo>
                  <a:cubicBezTo>
                    <a:pt x="187224" y="465399"/>
                    <a:pt x="298108" y="336004"/>
                    <a:pt x="461295" y="158278"/>
                  </a:cubicBezTo>
                  <a:moveTo>
                    <a:pt x="117157" y="582673"/>
                  </a:moveTo>
                  <a:cubicBezTo>
                    <a:pt x="241797" y="471059"/>
                    <a:pt x="339528" y="332303"/>
                    <a:pt x="459330" y="204723"/>
                  </a:cubicBezTo>
                  <a:moveTo>
                    <a:pt x="117157" y="582673"/>
                  </a:moveTo>
                  <a:cubicBezTo>
                    <a:pt x="216173" y="483904"/>
                    <a:pt x="301963" y="387022"/>
                    <a:pt x="459330" y="204723"/>
                  </a:cubicBezTo>
                  <a:moveTo>
                    <a:pt x="154874" y="585286"/>
                  </a:moveTo>
                  <a:cubicBezTo>
                    <a:pt x="220330" y="524471"/>
                    <a:pt x="302945" y="422001"/>
                    <a:pt x="462278" y="245653"/>
                  </a:cubicBezTo>
                  <a:moveTo>
                    <a:pt x="154874" y="585286"/>
                  </a:moveTo>
                  <a:cubicBezTo>
                    <a:pt x="266060" y="477663"/>
                    <a:pt x="371727" y="354002"/>
                    <a:pt x="462278" y="245653"/>
                  </a:cubicBezTo>
                  <a:moveTo>
                    <a:pt x="197504" y="582383"/>
                  </a:moveTo>
                  <a:cubicBezTo>
                    <a:pt x="281630" y="487823"/>
                    <a:pt x="358576" y="382958"/>
                    <a:pt x="460313" y="292099"/>
                  </a:cubicBezTo>
                  <a:moveTo>
                    <a:pt x="197504" y="582383"/>
                  </a:moveTo>
                  <a:cubicBezTo>
                    <a:pt x="277624" y="505676"/>
                    <a:pt x="350488" y="420840"/>
                    <a:pt x="460313" y="292099"/>
                  </a:cubicBezTo>
                  <a:moveTo>
                    <a:pt x="235221" y="584996"/>
                  </a:moveTo>
                  <a:cubicBezTo>
                    <a:pt x="288433" y="513658"/>
                    <a:pt x="359331" y="444208"/>
                    <a:pt x="458348" y="338544"/>
                  </a:cubicBezTo>
                  <a:moveTo>
                    <a:pt x="235221" y="584996"/>
                  </a:moveTo>
                  <a:cubicBezTo>
                    <a:pt x="317306" y="505821"/>
                    <a:pt x="388356" y="420985"/>
                    <a:pt x="458348" y="338544"/>
                  </a:cubicBezTo>
                  <a:moveTo>
                    <a:pt x="277851" y="582165"/>
                  </a:moveTo>
                  <a:cubicBezTo>
                    <a:pt x="351924" y="505821"/>
                    <a:pt x="415869" y="410898"/>
                    <a:pt x="461295" y="379475"/>
                  </a:cubicBezTo>
                  <a:moveTo>
                    <a:pt x="277851" y="582165"/>
                  </a:moveTo>
                  <a:cubicBezTo>
                    <a:pt x="341266" y="509885"/>
                    <a:pt x="411939" y="434411"/>
                    <a:pt x="461295" y="379475"/>
                  </a:cubicBezTo>
                  <a:moveTo>
                    <a:pt x="315568" y="584778"/>
                  </a:moveTo>
                  <a:cubicBezTo>
                    <a:pt x="379361" y="519319"/>
                    <a:pt x="412089" y="464310"/>
                    <a:pt x="459330" y="425920"/>
                  </a:cubicBezTo>
                  <a:moveTo>
                    <a:pt x="315568" y="584778"/>
                  </a:moveTo>
                  <a:cubicBezTo>
                    <a:pt x="361221" y="545082"/>
                    <a:pt x="399996" y="499797"/>
                    <a:pt x="459330" y="425920"/>
                  </a:cubicBezTo>
                  <a:moveTo>
                    <a:pt x="358198" y="581875"/>
                  </a:moveTo>
                  <a:cubicBezTo>
                    <a:pt x="392211" y="524326"/>
                    <a:pt x="430154" y="498273"/>
                    <a:pt x="462354" y="466850"/>
                  </a:cubicBezTo>
                  <a:moveTo>
                    <a:pt x="358198" y="581875"/>
                  </a:moveTo>
                  <a:cubicBezTo>
                    <a:pt x="380495" y="557128"/>
                    <a:pt x="411182" y="525487"/>
                    <a:pt x="462354" y="466850"/>
                  </a:cubicBezTo>
                  <a:moveTo>
                    <a:pt x="395915" y="584488"/>
                  </a:moveTo>
                  <a:cubicBezTo>
                    <a:pt x="410729" y="561410"/>
                    <a:pt x="434538" y="540437"/>
                    <a:pt x="460388" y="513295"/>
                  </a:cubicBezTo>
                  <a:moveTo>
                    <a:pt x="395915" y="584488"/>
                  </a:moveTo>
                  <a:cubicBezTo>
                    <a:pt x="409066" y="561628"/>
                    <a:pt x="430079" y="549291"/>
                    <a:pt x="460388" y="513295"/>
                  </a:cubicBezTo>
                  <a:moveTo>
                    <a:pt x="433556" y="587100"/>
                  </a:moveTo>
                  <a:cubicBezTo>
                    <a:pt x="440359" y="575634"/>
                    <a:pt x="450487" y="568667"/>
                    <a:pt x="458348" y="559741"/>
                  </a:cubicBezTo>
                  <a:moveTo>
                    <a:pt x="433556" y="587100"/>
                  </a:moveTo>
                  <a:cubicBezTo>
                    <a:pt x="442248" y="579771"/>
                    <a:pt x="448144" y="571643"/>
                    <a:pt x="458348" y="559741"/>
                  </a:cubicBezTo>
                </a:path>
              </a:pathLst>
            </a:custGeom>
            <a:noFill/>
            <a:ln w="3775" cap="rnd">
              <a:solidFill>
                <a:srgbClr val="DAE8F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" name="شكل حر: شكل 552">
              <a:extLst>
                <a:ext uri="{FF2B5EF4-FFF2-40B4-BE49-F238E27FC236}">
                  <a16:creationId xmlns:a16="http://schemas.microsoft.com/office/drawing/2014/main" id="{D51F9F11-3045-3407-6D5D-D7E89F4FF912}"/>
                </a:ext>
              </a:extLst>
            </p:cNvPr>
            <p:cNvSpPr/>
            <p:nvPr/>
          </p:nvSpPr>
          <p:spPr>
            <a:xfrm>
              <a:off x="8292991" y="1824208"/>
              <a:ext cx="462055" cy="582883"/>
            </a:xfrm>
            <a:custGeom>
              <a:avLst/>
              <a:gdLst>
                <a:gd name="csX0" fmla="*/ 2530 w 462055"/>
                <a:gd name="csY0" fmla="*/ 2316 h 582883"/>
                <a:gd name="csX1" fmla="*/ 456040 w 462055"/>
                <a:gd name="csY1" fmla="*/ 2316 h 582883"/>
                <a:gd name="csX2" fmla="*/ 2530 w 462055"/>
                <a:gd name="csY2" fmla="*/ 2316 h 582883"/>
                <a:gd name="csX3" fmla="*/ 456040 w 462055"/>
                <a:gd name="csY3" fmla="*/ 2316 h 582883"/>
                <a:gd name="csX4" fmla="*/ 456040 w 462055"/>
                <a:gd name="csY4" fmla="*/ 2316 h 582883"/>
                <a:gd name="csX5" fmla="*/ 456040 w 462055"/>
                <a:gd name="csY5" fmla="*/ 582884 h 582883"/>
                <a:gd name="csX6" fmla="*/ 456040 w 462055"/>
                <a:gd name="csY6" fmla="*/ 2316 h 582883"/>
                <a:gd name="csX7" fmla="*/ 456040 w 462055"/>
                <a:gd name="csY7" fmla="*/ 582884 h 582883"/>
                <a:gd name="csX8" fmla="*/ 456040 w 462055"/>
                <a:gd name="csY8" fmla="*/ 582884 h 582883"/>
                <a:gd name="csX9" fmla="*/ 2530 w 462055"/>
                <a:gd name="csY9" fmla="*/ 582884 h 582883"/>
                <a:gd name="csX10" fmla="*/ 456040 w 462055"/>
                <a:gd name="csY10" fmla="*/ 582884 h 582883"/>
                <a:gd name="csX11" fmla="*/ 2530 w 462055"/>
                <a:gd name="csY11" fmla="*/ 582884 h 582883"/>
                <a:gd name="csX12" fmla="*/ 2530 w 462055"/>
                <a:gd name="csY12" fmla="*/ 582884 h 582883"/>
                <a:gd name="csX13" fmla="*/ 2530 w 462055"/>
                <a:gd name="csY13" fmla="*/ 2316 h 582883"/>
                <a:gd name="csX14" fmla="*/ 2530 w 462055"/>
                <a:gd name="csY14" fmla="*/ 582884 h 582883"/>
                <a:gd name="csX15" fmla="*/ 2530 w 462055"/>
                <a:gd name="csY15" fmla="*/ 2316 h 582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62055" h="582883">
                  <a:moveTo>
                    <a:pt x="2530" y="2316"/>
                  </a:moveTo>
                  <a:cubicBezTo>
                    <a:pt x="151130" y="13202"/>
                    <a:pt x="296783" y="15016"/>
                    <a:pt x="456040" y="2316"/>
                  </a:cubicBezTo>
                  <a:moveTo>
                    <a:pt x="2530" y="2316"/>
                  </a:moveTo>
                  <a:cubicBezTo>
                    <a:pt x="149090" y="-1675"/>
                    <a:pt x="283933" y="284"/>
                    <a:pt x="456040" y="2316"/>
                  </a:cubicBezTo>
                  <a:moveTo>
                    <a:pt x="456040" y="2316"/>
                  </a:moveTo>
                  <a:cubicBezTo>
                    <a:pt x="447121" y="186574"/>
                    <a:pt x="443418" y="347319"/>
                    <a:pt x="456040" y="582884"/>
                  </a:cubicBezTo>
                  <a:moveTo>
                    <a:pt x="456040" y="2316"/>
                  </a:moveTo>
                  <a:cubicBezTo>
                    <a:pt x="463523" y="177358"/>
                    <a:pt x="464581" y="361035"/>
                    <a:pt x="456040" y="582884"/>
                  </a:cubicBezTo>
                  <a:moveTo>
                    <a:pt x="456040" y="582884"/>
                  </a:moveTo>
                  <a:cubicBezTo>
                    <a:pt x="356721" y="582667"/>
                    <a:pt x="223919" y="572071"/>
                    <a:pt x="2530" y="582884"/>
                  </a:cubicBezTo>
                  <a:moveTo>
                    <a:pt x="456040" y="582884"/>
                  </a:moveTo>
                  <a:cubicBezTo>
                    <a:pt x="290585" y="578530"/>
                    <a:pt x="128606" y="578748"/>
                    <a:pt x="2530" y="582884"/>
                  </a:cubicBezTo>
                  <a:moveTo>
                    <a:pt x="2530" y="582884"/>
                  </a:moveTo>
                  <a:cubicBezTo>
                    <a:pt x="9258" y="433025"/>
                    <a:pt x="-2911" y="314081"/>
                    <a:pt x="2530" y="2316"/>
                  </a:cubicBezTo>
                  <a:moveTo>
                    <a:pt x="2530" y="582884"/>
                  </a:moveTo>
                  <a:cubicBezTo>
                    <a:pt x="7217" y="449281"/>
                    <a:pt x="-5028" y="297317"/>
                    <a:pt x="2530" y="2316"/>
                  </a:cubicBezTo>
                </a:path>
              </a:pathLst>
            </a:custGeom>
            <a:noFill/>
            <a:ln w="7550" cap="rnd">
              <a:solidFill>
                <a:srgbClr val="6C8EB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01" name="!!رسم 9">
            <a:extLst>
              <a:ext uri="{FF2B5EF4-FFF2-40B4-BE49-F238E27FC236}">
                <a16:creationId xmlns:a16="http://schemas.microsoft.com/office/drawing/2014/main" id="{7D4CC989-E0AC-FBBB-3C56-22BACB010B5C}"/>
              </a:ext>
            </a:extLst>
          </p:cNvPr>
          <p:cNvGrpSpPr/>
          <p:nvPr/>
        </p:nvGrpSpPr>
        <p:grpSpPr>
          <a:xfrm>
            <a:off x="5682039" y="1813246"/>
            <a:ext cx="474722" cy="601976"/>
            <a:chOff x="8404919" y="1824056"/>
            <a:chExt cx="474722" cy="601976"/>
          </a:xfrm>
          <a:noFill/>
        </p:grpSpPr>
        <p:sp>
          <p:nvSpPr>
            <p:cNvPr id="2202" name="مستطيل 554">
              <a:extLst>
                <a:ext uri="{FF2B5EF4-FFF2-40B4-BE49-F238E27FC236}">
                  <a16:creationId xmlns:a16="http://schemas.microsoft.com/office/drawing/2014/main" id="{B140A682-3BFF-1A30-071B-9C7FB2DDED73}"/>
                </a:ext>
              </a:extLst>
            </p:cNvPr>
            <p:cNvSpPr/>
            <p:nvPr/>
          </p:nvSpPr>
          <p:spPr>
            <a:xfrm>
              <a:off x="8408899" y="1826524"/>
              <a:ext cx="453509" cy="580568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" name="شكل حر: شكل 555">
              <a:extLst>
                <a:ext uri="{FF2B5EF4-FFF2-40B4-BE49-F238E27FC236}">
                  <a16:creationId xmlns:a16="http://schemas.microsoft.com/office/drawing/2014/main" id="{7243B358-0859-8A27-ACAA-066BE000AF53}"/>
                </a:ext>
              </a:extLst>
            </p:cNvPr>
            <p:cNvSpPr/>
            <p:nvPr/>
          </p:nvSpPr>
          <p:spPr>
            <a:xfrm>
              <a:off x="8406480" y="1824056"/>
              <a:ext cx="473162" cy="601976"/>
            </a:xfrm>
            <a:custGeom>
              <a:avLst/>
              <a:gdLst>
                <a:gd name="csX0" fmla="*/ 983 w 473162"/>
                <a:gd name="csY0" fmla="*/ 4064 h 601976"/>
                <a:gd name="csX1" fmla="*/ 983 w 473162"/>
                <a:gd name="csY1" fmla="*/ 4064 h 601976"/>
                <a:gd name="csX2" fmla="*/ 983 w 473162"/>
                <a:gd name="csY2" fmla="*/ 4064 h 601976"/>
                <a:gd name="csX3" fmla="*/ 983 w 473162"/>
                <a:gd name="csY3" fmla="*/ 4064 h 601976"/>
                <a:gd name="csX4" fmla="*/ 3931 w 473162"/>
                <a:gd name="csY4" fmla="*/ 45067 h 601976"/>
                <a:gd name="csX5" fmla="*/ 43613 w 473162"/>
                <a:gd name="csY5" fmla="*/ 1234 h 601976"/>
                <a:gd name="csX6" fmla="*/ 3931 w 473162"/>
                <a:gd name="csY6" fmla="*/ 45067 h 601976"/>
                <a:gd name="csX7" fmla="*/ 43613 w 473162"/>
                <a:gd name="csY7" fmla="*/ 1234 h 601976"/>
                <a:gd name="csX8" fmla="*/ 1966 w 473162"/>
                <a:gd name="csY8" fmla="*/ 91440 h 601976"/>
                <a:gd name="csX9" fmla="*/ 81330 w 473162"/>
                <a:gd name="csY9" fmla="*/ 3847 h 601976"/>
                <a:gd name="csX10" fmla="*/ 1966 w 473162"/>
                <a:gd name="csY10" fmla="*/ 91440 h 601976"/>
                <a:gd name="csX11" fmla="*/ 81330 w 473162"/>
                <a:gd name="csY11" fmla="*/ 3847 h 601976"/>
                <a:gd name="csX12" fmla="*/ 1 w 473162"/>
                <a:gd name="csY12" fmla="*/ 137885 h 601976"/>
                <a:gd name="csX13" fmla="*/ 123960 w 473162"/>
                <a:gd name="csY13" fmla="*/ 944 h 601976"/>
                <a:gd name="csX14" fmla="*/ 1 w 473162"/>
                <a:gd name="csY14" fmla="*/ 137885 h 601976"/>
                <a:gd name="csX15" fmla="*/ 123960 w 473162"/>
                <a:gd name="csY15" fmla="*/ 944 h 601976"/>
                <a:gd name="csX16" fmla="*/ 2948 w 473162"/>
                <a:gd name="csY16" fmla="*/ 178888 h 601976"/>
                <a:gd name="csX17" fmla="*/ 161677 w 473162"/>
                <a:gd name="csY17" fmla="*/ 3556 h 601976"/>
                <a:gd name="csX18" fmla="*/ 2948 w 473162"/>
                <a:gd name="csY18" fmla="*/ 178888 h 601976"/>
                <a:gd name="csX19" fmla="*/ 161677 w 473162"/>
                <a:gd name="csY19" fmla="*/ 3556 h 601976"/>
                <a:gd name="csX20" fmla="*/ 983 w 473162"/>
                <a:gd name="csY20" fmla="*/ 225261 h 601976"/>
                <a:gd name="csX21" fmla="*/ 204307 w 473162"/>
                <a:gd name="csY21" fmla="*/ 726 h 601976"/>
                <a:gd name="csX22" fmla="*/ 983 w 473162"/>
                <a:gd name="csY22" fmla="*/ 225261 h 601976"/>
                <a:gd name="csX23" fmla="*/ 204307 w 473162"/>
                <a:gd name="csY23" fmla="*/ 726 h 601976"/>
                <a:gd name="csX24" fmla="*/ 4007 w 473162"/>
                <a:gd name="csY24" fmla="*/ 266264 h 601976"/>
                <a:gd name="csX25" fmla="*/ 242024 w 473162"/>
                <a:gd name="csY25" fmla="*/ 3339 h 601976"/>
                <a:gd name="csX26" fmla="*/ 4007 w 473162"/>
                <a:gd name="csY26" fmla="*/ 266264 h 601976"/>
                <a:gd name="csX27" fmla="*/ 242024 w 473162"/>
                <a:gd name="csY27" fmla="*/ 3339 h 601976"/>
                <a:gd name="csX28" fmla="*/ 1966 w 473162"/>
                <a:gd name="csY28" fmla="*/ 312637 h 601976"/>
                <a:gd name="csX29" fmla="*/ 284654 w 473162"/>
                <a:gd name="csY29" fmla="*/ 508 h 601976"/>
                <a:gd name="csX30" fmla="*/ 1966 w 473162"/>
                <a:gd name="csY30" fmla="*/ 312637 h 601976"/>
                <a:gd name="csX31" fmla="*/ 284654 w 473162"/>
                <a:gd name="csY31" fmla="*/ 508 h 601976"/>
                <a:gd name="csX32" fmla="*/ 1 w 473162"/>
                <a:gd name="csY32" fmla="*/ 359082 h 601976"/>
                <a:gd name="csX33" fmla="*/ 322371 w 473162"/>
                <a:gd name="csY33" fmla="*/ 3121 h 601976"/>
                <a:gd name="csX34" fmla="*/ 1 w 473162"/>
                <a:gd name="csY34" fmla="*/ 359082 h 601976"/>
                <a:gd name="csX35" fmla="*/ 322371 w 473162"/>
                <a:gd name="csY35" fmla="*/ 3121 h 601976"/>
                <a:gd name="csX36" fmla="*/ 3024 w 473162"/>
                <a:gd name="csY36" fmla="*/ 400012 h 601976"/>
                <a:gd name="csX37" fmla="*/ 365000 w 473162"/>
                <a:gd name="csY37" fmla="*/ 218 h 601976"/>
                <a:gd name="csX38" fmla="*/ 3024 w 473162"/>
                <a:gd name="csY38" fmla="*/ 400012 h 601976"/>
                <a:gd name="csX39" fmla="*/ 365000 w 473162"/>
                <a:gd name="csY39" fmla="*/ 218 h 601976"/>
                <a:gd name="csX40" fmla="*/ 1059 w 473162"/>
                <a:gd name="csY40" fmla="*/ 446457 h 601976"/>
                <a:gd name="csX41" fmla="*/ 402717 w 473162"/>
                <a:gd name="csY41" fmla="*/ 2831 h 601976"/>
                <a:gd name="csX42" fmla="*/ 1059 w 473162"/>
                <a:gd name="csY42" fmla="*/ 446457 h 601976"/>
                <a:gd name="csX43" fmla="*/ 402717 w 473162"/>
                <a:gd name="csY43" fmla="*/ 2831 h 601976"/>
                <a:gd name="csX44" fmla="*/ 4007 w 473162"/>
                <a:gd name="csY44" fmla="*/ 487460 h 601976"/>
                <a:gd name="csX45" fmla="*/ 445347 w 473162"/>
                <a:gd name="csY45" fmla="*/ 1 h 601976"/>
                <a:gd name="csX46" fmla="*/ 4007 w 473162"/>
                <a:gd name="csY46" fmla="*/ 487460 h 601976"/>
                <a:gd name="csX47" fmla="*/ 445347 w 473162"/>
                <a:gd name="csY47" fmla="*/ 1 h 601976"/>
                <a:gd name="csX48" fmla="*/ 2041 w 473162"/>
                <a:gd name="csY48" fmla="*/ 533833 h 601976"/>
                <a:gd name="csX49" fmla="*/ 473087 w 473162"/>
                <a:gd name="csY49" fmla="*/ 13571 h 601976"/>
                <a:gd name="csX50" fmla="*/ 2041 w 473162"/>
                <a:gd name="csY50" fmla="*/ 533833 h 601976"/>
                <a:gd name="csX51" fmla="*/ 473087 w 473162"/>
                <a:gd name="csY51" fmla="*/ 13571 h 601976"/>
                <a:gd name="csX52" fmla="*/ 76 w 473162"/>
                <a:gd name="csY52" fmla="*/ 580278 h 601976"/>
                <a:gd name="csX53" fmla="*/ 471122 w 473162"/>
                <a:gd name="csY53" fmla="*/ 59944 h 601976"/>
                <a:gd name="csX54" fmla="*/ 76 w 473162"/>
                <a:gd name="csY54" fmla="*/ 580278 h 601976"/>
                <a:gd name="csX55" fmla="*/ 471122 w 473162"/>
                <a:gd name="csY55" fmla="*/ 59944 h 601976"/>
                <a:gd name="csX56" fmla="*/ 22903 w 473162"/>
                <a:gd name="csY56" fmla="*/ 599365 h 601976"/>
                <a:gd name="csX57" fmla="*/ 469156 w 473162"/>
                <a:gd name="csY57" fmla="*/ 106390 h 601976"/>
                <a:gd name="csX58" fmla="*/ 22903 w 473162"/>
                <a:gd name="csY58" fmla="*/ 599365 h 601976"/>
                <a:gd name="csX59" fmla="*/ 469156 w 473162"/>
                <a:gd name="csY59" fmla="*/ 106390 h 601976"/>
                <a:gd name="csX60" fmla="*/ 60544 w 473162"/>
                <a:gd name="csY60" fmla="*/ 601977 h 601976"/>
                <a:gd name="csX61" fmla="*/ 472180 w 473162"/>
                <a:gd name="csY61" fmla="*/ 147320 h 601976"/>
                <a:gd name="csX62" fmla="*/ 60544 w 473162"/>
                <a:gd name="csY62" fmla="*/ 601977 h 601976"/>
                <a:gd name="csX63" fmla="*/ 472180 w 473162"/>
                <a:gd name="csY63" fmla="*/ 147320 h 601976"/>
                <a:gd name="csX64" fmla="*/ 103250 w 473162"/>
                <a:gd name="csY64" fmla="*/ 599074 h 601976"/>
                <a:gd name="csX65" fmla="*/ 470139 w 473162"/>
                <a:gd name="csY65" fmla="*/ 193765 h 601976"/>
                <a:gd name="csX66" fmla="*/ 103250 w 473162"/>
                <a:gd name="csY66" fmla="*/ 599074 h 601976"/>
                <a:gd name="csX67" fmla="*/ 470139 w 473162"/>
                <a:gd name="csY67" fmla="*/ 193765 h 601976"/>
                <a:gd name="csX68" fmla="*/ 140891 w 473162"/>
                <a:gd name="csY68" fmla="*/ 601687 h 601976"/>
                <a:gd name="csX69" fmla="*/ 473163 w 473162"/>
                <a:gd name="csY69" fmla="*/ 234768 h 601976"/>
                <a:gd name="csX70" fmla="*/ 140891 w 473162"/>
                <a:gd name="csY70" fmla="*/ 601687 h 601976"/>
                <a:gd name="csX71" fmla="*/ 473163 w 473162"/>
                <a:gd name="csY71" fmla="*/ 234768 h 601976"/>
                <a:gd name="csX72" fmla="*/ 183596 w 473162"/>
                <a:gd name="csY72" fmla="*/ 598857 h 601976"/>
                <a:gd name="csX73" fmla="*/ 471197 w 473162"/>
                <a:gd name="csY73" fmla="*/ 281141 h 601976"/>
                <a:gd name="csX74" fmla="*/ 183596 w 473162"/>
                <a:gd name="csY74" fmla="*/ 598857 h 601976"/>
                <a:gd name="csX75" fmla="*/ 471197 w 473162"/>
                <a:gd name="csY75" fmla="*/ 281141 h 601976"/>
                <a:gd name="csX76" fmla="*/ 221238 w 473162"/>
                <a:gd name="csY76" fmla="*/ 601469 h 601976"/>
                <a:gd name="csX77" fmla="*/ 469232 w 473162"/>
                <a:gd name="csY77" fmla="*/ 327586 h 601976"/>
                <a:gd name="csX78" fmla="*/ 221238 w 473162"/>
                <a:gd name="csY78" fmla="*/ 601469 h 601976"/>
                <a:gd name="csX79" fmla="*/ 469232 w 473162"/>
                <a:gd name="csY79" fmla="*/ 327586 h 601976"/>
                <a:gd name="csX80" fmla="*/ 263943 w 473162"/>
                <a:gd name="csY80" fmla="*/ 598566 h 601976"/>
                <a:gd name="csX81" fmla="*/ 472180 w 473162"/>
                <a:gd name="csY81" fmla="*/ 368516 h 601976"/>
                <a:gd name="csX82" fmla="*/ 263943 w 473162"/>
                <a:gd name="csY82" fmla="*/ 598566 h 601976"/>
                <a:gd name="csX83" fmla="*/ 472180 w 473162"/>
                <a:gd name="csY83" fmla="*/ 368516 h 601976"/>
                <a:gd name="csX84" fmla="*/ 301585 w 473162"/>
                <a:gd name="csY84" fmla="*/ 601179 h 601976"/>
                <a:gd name="csX85" fmla="*/ 470215 w 473162"/>
                <a:gd name="csY85" fmla="*/ 414962 h 601976"/>
                <a:gd name="csX86" fmla="*/ 301585 w 473162"/>
                <a:gd name="csY86" fmla="*/ 601179 h 601976"/>
                <a:gd name="csX87" fmla="*/ 470215 w 473162"/>
                <a:gd name="csY87" fmla="*/ 414962 h 601976"/>
                <a:gd name="csX88" fmla="*/ 344290 w 473162"/>
                <a:gd name="csY88" fmla="*/ 598349 h 601976"/>
                <a:gd name="csX89" fmla="*/ 473163 w 473162"/>
                <a:gd name="csY89" fmla="*/ 455892 h 601976"/>
                <a:gd name="csX90" fmla="*/ 344290 w 473162"/>
                <a:gd name="csY90" fmla="*/ 598349 h 601976"/>
                <a:gd name="csX91" fmla="*/ 473163 w 473162"/>
                <a:gd name="csY91" fmla="*/ 455892 h 601976"/>
                <a:gd name="csX92" fmla="*/ 381932 w 473162"/>
                <a:gd name="csY92" fmla="*/ 600961 h 601976"/>
                <a:gd name="csX93" fmla="*/ 471197 w 473162"/>
                <a:gd name="csY93" fmla="*/ 502337 h 601976"/>
                <a:gd name="csX94" fmla="*/ 381932 w 473162"/>
                <a:gd name="csY94" fmla="*/ 600961 h 601976"/>
                <a:gd name="csX95" fmla="*/ 471197 w 473162"/>
                <a:gd name="csY95" fmla="*/ 502337 h 601976"/>
                <a:gd name="csX96" fmla="*/ 424637 w 473162"/>
                <a:gd name="csY96" fmla="*/ 598058 h 601976"/>
                <a:gd name="csX97" fmla="*/ 469232 w 473162"/>
                <a:gd name="csY97" fmla="*/ 548783 h 601976"/>
                <a:gd name="csX98" fmla="*/ 424637 w 473162"/>
                <a:gd name="csY98" fmla="*/ 598058 h 601976"/>
                <a:gd name="csX99" fmla="*/ 469232 w 473162"/>
                <a:gd name="csY99" fmla="*/ 548783 h 6019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</a:cxnLst>
              <a:rect l="l" t="t" r="r" b="b"/>
              <a:pathLst>
                <a:path w="473162" h="601976">
                  <a:moveTo>
                    <a:pt x="983" y="4064"/>
                  </a:moveTo>
                  <a:cubicBezTo>
                    <a:pt x="983" y="4064"/>
                    <a:pt x="983" y="4064"/>
                    <a:pt x="983" y="4064"/>
                  </a:cubicBezTo>
                  <a:moveTo>
                    <a:pt x="983" y="4064"/>
                  </a:moveTo>
                  <a:cubicBezTo>
                    <a:pt x="983" y="4064"/>
                    <a:pt x="983" y="4064"/>
                    <a:pt x="983" y="4064"/>
                  </a:cubicBezTo>
                  <a:moveTo>
                    <a:pt x="3931" y="45067"/>
                  </a:moveTo>
                  <a:cubicBezTo>
                    <a:pt x="10885" y="37447"/>
                    <a:pt x="17990" y="24239"/>
                    <a:pt x="43613" y="1234"/>
                  </a:cubicBezTo>
                  <a:moveTo>
                    <a:pt x="3931" y="45067"/>
                  </a:moveTo>
                  <a:cubicBezTo>
                    <a:pt x="14286" y="33238"/>
                    <a:pt x="20862" y="20611"/>
                    <a:pt x="43613" y="1234"/>
                  </a:cubicBezTo>
                  <a:moveTo>
                    <a:pt x="1966" y="91440"/>
                  </a:moveTo>
                  <a:cubicBezTo>
                    <a:pt x="15949" y="60888"/>
                    <a:pt x="37037" y="37084"/>
                    <a:pt x="81330" y="3847"/>
                  </a:cubicBezTo>
                  <a:moveTo>
                    <a:pt x="1966" y="91440"/>
                  </a:moveTo>
                  <a:cubicBezTo>
                    <a:pt x="30386" y="60525"/>
                    <a:pt x="45578" y="41003"/>
                    <a:pt x="81330" y="3847"/>
                  </a:cubicBezTo>
                  <a:moveTo>
                    <a:pt x="1" y="137885"/>
                  </a:moveTo>
                  <a:cubicBezTo>
                    <a:pt x="31217" y="79176"/>
                    <a:pt x="75888" y="51889"/>
                    <a:pt x="123960" y="944"/>
                  </a:cubicBezTo>
                  <a:moveTo>
                    <a:pt x="1" y="137885"/>
                  </a:moveTo>
                  <a:cubicBezTo>
                    <a:pt x="46485" y="99278"/>
                    <a:pt x="89644" y="50728"/>
                    <a:pt x="123960" y="944"/>
                  </a:cubicBezTo>
                  <a:moveTo>
                    <a:pt x="2948" y="178888"/>
                  </a:moveTo>
                  <a:cubicBezTo>
                    <a:pt x="52683" y="135999"/>
                    <a:pt x="78911" y="94270"/>
                    <a:pt x="161677" y="3556"/>
                  </a:cubicBezTo>
                  <a:moveTo>
                    <a:pt x="2948" y="178888"/>
                  </a:moveTo>
                  <a:cubicBezTo>
                    <a:pt x="64399" y="108712"/>
                    <a:pt x="121012" y="35052"/>
                    <a:pt x="161677" y="3556"/>
                  </a:cubicBezTo>
                  <a:moveTo>
                    <a:pt x="983" y="225261"/>
                  </a:moveTo>
                  <a:cubicBezTo>
                    <a:pt x="50265" y="150948"/>
                    <a:pt x="137187" y="84691"/>
                    <a:pt x="204307" y="726"/>
                  </a:cubicBezTo>
                  <a:moveTo>
                    <a:pt x="983" y="225261"/>
                  </a:moveTo>
                  <a:cubicBezTo>
                    <a:pt x="44596" y="168438"/>
                    <a:pt x="89644" y="125113"/>
                    <a:pt x="204307" y="726"/>
                  </a:cubicBezTo>
                  <a:moveTo>
                    <a:pt x="4007" y="266264"/>
                  </a:moveTo>
                  <a:cubicBezTo>
                    <a:pt x="91005" y="183242"/>
                    <a:pt x="154950" y="91005"/>
                    <a:pt x="242024" y="3339"/>
                  </a:cubicBezTo>
                  <a:moveTo>
                    <a:pt x="4007" y="266264"/>
                  </a:moveTo>
                  <a:cubicBezTo>
                    <a:pt x="87679" y="173300"/>
                    <a:pt x="161753" y="96302"/>
                    <a:pt x="242024" y="3339"/>
                  </a:cubicBezTo>
                  <a:moveTo>
                    <a:pt x="1966" y="312637"/>
                  </a:moveTo>
                  <a:cubicBezTo>
                    <a:pt x="111715" y="197539"/>
                    <a:pt x="224261" y="78885"/>
                    <a:pt x="284654" y="508"/>
                  </a:cubicBezTo>
                  <a:moveTo>
                    <a:pt x="1966" y="312637"/>
                  </a:moveTo>
                  <a:cubicBezTo>
                    <a:pt x="112244" y="188975"/>
                    <a:pt x="222674" y="60597"/>
                    <a:pt x="284654" y="508"/>
                  </a:cubicBezTo>
                  <a:moveTo>
                    <a:pt x="1" y="359082"/>
                  </a:moveTo>
                  <a:cubicBezTo>
                    <a:pt x="126983" y="216262"/>
                    <a:pt x="228192" y="78595"/>
                    <a:pt x="322371" y="3121"/>
                  </a:cubicBezTo>
                  <a:moveTo>
                    <a:pt x="1" y="359082"/>
                  </a:moveTo>
                  <a:cubicBezTo>
                    <a:pt x="102116" y="243041"/>
                    <a:pt x="212545" y="121194"/>
                    <a:pt x="322371" y="3121"/>
                  </a:cubicBezTo>
                  <a:moveTo>
                    <a:pt x="3024" y="400012"/>
                  </a:moveTo>
                  <a:cubicBezTo>
                    <a:pt x="132199" y="256902"/>
                    <a:pt x="249960" y="116550"/>
                    <a:pt x="365000" y="218"/>
                  </a:cubicBezTo>
                  <a:moveTo>
                    <a:pt x="3024" y="400012"/>
                  </a:moveTo>
                  <a:cubicBezTo>
                    <a:pt x="132048" y="257845"/>
                    <a:pt x="262810" y="116042"/>
                    <a:pt x="365000" y="218"/>
                  </a:cubicBezTo>
                  <a:moveTo>
                    <a:pt x="1059" y="446457"/>
                  </a:moveTo>
                  <a:cubicBezTo>
                    <a:pt x="133710" y="320256"/>
                    <a:pt x="259786" y="162922"/>
                    <a:pt x="402717" y="2831"/>
                  </a:cubicBezTo>
                  <a:moveTo>
                    <a:pt x="1059" y="446457"/>
                  </a:moveTo>
                  <a:cubicBezTo>
                    <a:pt x="143385" y="290212"/>
                    <a:pt x="278909" y="125548"/>
                    <a:pt x="402717" y="2831"/>
                  </a:cubicBezTo>
                  <a:moveTo>
                    <a:pt x="4007" y="487460"/>
                  </a:moveTo>
                  <a:cubicBezTo>
                    <a:pt x="138624" y="340794"/>
                    <a:pt x="307934" y="173590"/>
                    <a:pt x="445347" y="1"/>
                  </a:cubicBezTo>
                  <a:moveTo>
                    <a:pt x="4007" y="487460"/>
                  </a:moveTo>
                  <a:cubicBezTo>
                    <a:pt x="89266" y="380853"/>
                    <a:pt x="184730" y="277512"/>
                    <a:pt x="445347" y="1"/>
                  </a:cubicBezTo>
                  <a:moveTo>
                    <a:pt x="2041" y="533833"/>
                  </a:moveTo>
                  <a:cubicBezTo>
                    <a:pt x="176038" y="377297"/>
                    <a:pt x="328946" y="207409"/>
                    <a:pt x="473087" y="13571"/>
                  </a:cubicBezTo>
                  <a:moveTo>
                    <a:pt x="2041" y="533833"/>
                  </a:moveTo>
                  <a:cubicBezTo>
                    <a:pt x="189794" y="334698"/>
                    <a:pt x="385182" y="125476"/>
                    <a:pt x="473087" y="13571"/>
                  </a:cubicBezTo>
                  <a:moveTo>
                    <a:pt x="76" y="580278"/>
                  </a:moveTo>
                  <a:cubicBezTo>
                    <a:pt x="108238" y="481001"/>
                    <a:pt x="178683" y="367573"/>
                    <a:pt x="471122" y="59944"/>
                  </a:cubicBezTo>
                  <a:moveTo>
                    <a:pt x="76" y="580278"/>
                  </a:moveTo>
                  <a:cubicBezTo>
                    <a:pt x="114738" y="454150"/>
                    <a:pt x="237640" y="323595"/>
                    <a:pt x="471122" y="59944"/>
                  </a:cubicBezTo>
                  <a:moveTo>
                    <a:pt x="22903" y="599365"/>
                  </a:moveTo>
                  <a:cubicBezTo>
                    <a:pt x="139681" y="461117"/>
                    <a:pt x="256838" y="335642"/>
                    <a:pt x="469156" y="106390"/>
                  </a:cubicBezTo>
                  <a:moveTo>
                    <a:pt x="22903" y="599365"/>
                  </a:moveTo>
                  <a:cubicBezTo>
                    <a:pt x="201208" y="405165"/>
                    <a:pt x="373768" y="227366"/>
                    <a:pt x="469156" y="106390"/>
                  </a:cubicBezTo>
                  <a:moveTo>
                    <a:pt x="60544" y="601977"/>
                  </a:moveTo>
                  <a:cubicBezTo>
                    <a:pt x="158502" y="503716"/>
                    <a:pt x="243913" y="404657"/>
                    <a:pt x="472180" y="147320"/>
                  </a:cubicBezTo>
                  <a:moveTo>
                    <a:pt x="60544" y="601977"/>
                  </a:moveTo>
                  <a:cubicBezTo>
                    <a:pt x="208766" y="431508"/>
                    <a:pt x="364547" y="268731"/>
                    <a:pt x="472180" y="147320"/>
                  </a:cubicBezTo>
                  <a:moveTo>
                    <a:pt x="103250" y="599074"/>
                  </a:moveTo>
                  <a:cubicBezTo>
                    <a:pt x="238093" y="448562"/>
                    <a:pt x="376792" y="293187"/>
                    <a:pt x="470139" y="193765"/>
                  </a:cubicBezTo>
                  <a:moveTo>
                    <a:pt x="103250" y="599074"/>
                  </a:moveTo>
                  <a:cubicBezTo>
                    <a:pt x="230157" y="463004"/>
                    <a:pt x="344517" y="327151"/>
                    <a:pt x="470139" y="193765"/>
                  </a:cubicBezTo>
                  <a:moveTo>
                    <a:pt x="140891" y="601687"/>
                  </a:moveTo>
                  <a:cubicBezTo>
                    <a:pt x="272333" y="459230"/>
                    <a:pt x="410578" y="325336"/>
                    <a:pt x="473163" y="234768"/>
                  </a:cubicBezTo>
                  <a:moveTo>
                    <a:pt x="140891" y="601687"/>
                  </a:moveTo>
                  <a:cubicBezTo>
                    <a:pt x="221464" y="515037"/>
                    <a:pt x="308161" y="417647"/>
                    <a:pt x="473163" y="234768"/>
                  </a:cubicBezTo>
                  <a:moveTo>
                    <a:pt x="183596" y="598857"/>
                  </a:moveTo>
                  <a:cubicBezTo>
                    <a:pt x="259710" y="524399"/>
                    <a:pt x="344139" y="419751"/>
                    <a:pt x="471197" y="281141"/>
                  </a:cubicBezTo>
                  <a:moveTo>
                    <a:pt x="183596" y="598857"/>
                  </a:moveTo>
                  <a:cubicBezTo>
                    <a:pt x="297352" y="478461"/>
                    <a:pt x="395310" y="368008"/>
                    <a:pt x="471197" y="281141"/>
                  </a:cubicBezTo>
                  <a:moveTo>
                    <a:pt x="221238" y="601469"/>
                  </a:moveTo>
                  <a:cubicBezTo>
                    <a:pt x="282008" y="556257"/>
                    <a:pt x="313300" y="494427"/>
                    <a:pt x="469232" y="327586"/>
                  </a:cubicBezTo>
                  <a:moveTo>
                    <a:pt x="221238" y="601469"/>
                  </a:moveTo>
                  <a:cubicBezTo>
                    <a:pt x="324033" y="491379"/>
                    <a:pt x="416096" y="388836"/>
                    <a:pt x="469232" y="327586"/>
                  </a:cubicBezTo>
                  <a:moveTo>
                    <a:pt x="263943" y="598566"/>
                  </a:moveTo>
                  <a:cubicBezTo>
                    <a:pt x="333406" y="524471"/>
                    <a:pt x="383670" y="470914"/>
                    <a:pt x="472180" y="368516"/>
                  </a:cubicBezTo>
                  <a:moveTo>
                    <a:pt x="263943" y="598566"/>
                  </a:moveTo>
                  <a:cubicBezTo>
                    <a:pt x="320027" y="539276"/>
                    <a:pt x="377472" y="478461"/>
                    <a:pt x="472180" y="368516"/>
                  </a:cubicBezTo>
                  <a:moveTo>
                    <a:pt x="301585" y="601179"/>
                  </a:moveTo>
                  <a:cubicBezTo>
                    <a:pt x="349581" y="563224"/>
                    <a:pt x="361372" y="538478"/>
                    <a:pt x="470215" y="414962"/>
                  </a:cubicBezTo>
                  <a:moveTo>
                    <a:pt x="301585" y="601179"/>
                  </a:moveTo>
                  <a:cubicBezTo>
                    <a:pt x="347540" y="546751"/>
                    <a:pt x="391153" y="496241"/>
                    <a:pt x="470215" y="414962"/>
                  </a:cubicBezTo>
                  <a:moveTo>
                    <a:pt x="344290" y="598349"/>
                  </a:moveTo>
                  <a:cubicBezTo>
                    <a:pt x="374373" y="557564"/>
                    <a:pt x="416247" y="503353"/>
                    <a:pt x="473163" y="455892"/>
                  </a:cubicBezTo>
                  <a:moveTo>
                    <a:pt x="344290" y="598349"/>
                  </a:moveTo>
                  <a:cubicBezTo>
                    <a:pt x="393571" y="544719"/>
                    <a:pt x="437184" y="497475"/>
                    <a:pt x="473163" y="455892"/>
                  </a:cubicBezTo>
                  <a:moveTo>
                    <a:pt x="381932" y="600961"/>
                  </a:moveTo>
                  <a:cubicBezTo>
                    <a:pt x="414357" y="584850"/>
                    <a:pt x="416020" y="564023"/>
                    <a:pt x="471197" y="502337"/>
                  </a:cubicBezTo>
                  <a:moveTo>
                    <a:pt x="381932" y="600961"/>
                  </a:moveTo>
                  <a:cubicBezTo>
                    <a:pt x="416398" y="559523"/>
                    <a:pt x="456383" y="520843"/>
                    <a:pt x="471197" y="502337"/>
                  </a:cubicBezTo>
                  <a:moveTo>
                    <a:pt x="424637" y="598058"/>
                  </a:moveTo>
                  <a:cubicBezTo>
                    <a:pt x="435748" y="573529"/>
                    <a:pt x="453510" y="560104"/>
                    <a:pt x="469232" y="548783"/>
                  </a:cubicBezTo>
                  <a:moveTo>
                    <a:pt x="424637" y="598058"/>
                  </a:moveTo>
                  <a:cubicBezTo>
                    <a:pt x="435219" y="581367"/>
                    <a:pt x="447010" y="572223"/>
                    <a:pt x="469232" y="548783"/>
                  </a:cubicBezTo>
                </a:path>
              </a:pathLst>
            </a:custGeom>
            <a:noFill/>
            <a:ln w="3775" cap="rnd">
              <a:solidFill>
                <a:srgbClr val="DAE8F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" name="شكل حر: شكل 556">
              <a:extLst>
                <a:ext uri="{FF2B5EF4-FFF2-40B4-BE49-F238E27FC236}">
                  <a16:creationId xmlns:a16="http://schemas.microsoft.com/office/drawing/2014/main" id="{4D8EEA3E-227F-C888-9E0F-80550934879F}"/>
                </a:ext>
              </a:extLst>
            </p:cNvPr>
            <p:cNvSpPr/>
            <p:nvPr/>
          </p:nvSpPr>
          <p:spPr>
            <a:xfrm>
              <a:off x="8404919" y="1825123"/>
              <a:ext cx="462824" cy="588636"/>
            </a:xfrm>
            <a:custGeom>
              <a:avLst/>
              <a:gdLst>
                <a:gd name="csX0" fmla="*/ 3980 w 462824"/>
                <a:gd name="csY0" fmla="*/ 1401 h 588636"/>
                <a:gd name="csX1" fmla="*/ 457490 w 462824"/>
                <a:gd name="csY1" fmla="*/ 1401 h 588636"/>
                <a:gd name="csX2" fmla="*/ 3980 w 462824"/>
                <a:gd name="csY2" fmla="*/ 1401 h 588636"/>
                <a:gd name="csX3" fmla="*/ 457490 w 462824"/>
                <a:gd name="csY3" fmla="*/ 1401 h 588636"/>
                <a:gd name="csX4" fmla="*/ 457490 w 462824"/>
                <a:gd name="csY4" fmla="*/ 1401 h 588636"/>
                <a:gd name="csX5" fmla="*/ 457490 w 462824"/>
                <a:gd name="csY5" fmla="*/ 581969 h 588636"/>
                <a:gd name="csX6" fmla="*/ 457490 w 462824"/>
                <a:gd name="csY6" fmla="*/ 1401 h 588636"/>
                <a:gd name="csX7" fmla="*/ 457490 w 462824"/>
                <a:gd name="csY7" fmla="*/ 581969 h 588636"/>
                <a:gd name="csX8" fmla="*/ 457490 w 462824"/>
                <a:gd name="csY8" fmla="*/ 581969 h 588636"/>
                <a:gd name="csX9" fmla="*/ 3980 w 462824"/>
                <a:gd name="csY9" fmla="*/ 581969 h 588636"/>
                <a:gd name="csX10" fmla="*/ 457490 w 462824"/>
                <a:gd name="csY10" fmla="*/ 581969 h 588636"/>
                <a:gd name="csX11" fmla="*/ 3980 w 462824"/>
                <a:gd name="csY11" fmla="*/ 581969 h 588636"/>
                <a:gd name="csX12" fmla="*/ 3980 w 462824"/>
                <a:gd name="csY12" fmla="*/ 581969 h 588636"/>
                <a:gd name="csX13" fmla="*/ 3980 w 462824"/>
                <a:gd name="csY13" fmla="*/ 1401 h 588636"/>
                <a:gd name="csX14" fmla="*/ 3980 w 462824"/>
                <a:gd name="csY14" fmla="*/ 581969 h 588636"/>
                <a:gd name="csX15" fmla="*/ 3980 w 462824"/>
                <a:gd name="csY15" fmla="*/ 1401 h 588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62824" h="588636">
                  <a:moveTo>
                    <a:pt x="3980" y="1401"/>
                  </a:moveTo>
                  <a:cubicBezTo>
                    <a:pt x="143963" y="-486"/>
                    <a:pt x="280696" y="2780"/>
                    <a:pt x="457490" y="1401"/>
                  </a:cubicBezTo>
                  <a:moveTo>
                    <a:pt x="3980" y="1401"/>
                  </a:moveTo>
                  <a:cubicBezTo>
                    <a:pt x="177070" y="-3679"/>
                    <a:pt x="356508" y="7134"/>
                    <a:pt x="457490" y="1401"/>
                  </a:cubicBezTo>
                  <a:moveTo>
                    <a:pt x="457490" y="1401"/>
                  </a:moveTo>
                  <a:cubicBezTo>
                    <a:pt x="453408" y="192771"/>
                    <a:pt x="471322" y="393284"/>
                    <a:pt x="457490" y="581969"/>
                  </a:cubicBezTo>
                  <a:moveTo>
                    <a:pt x="457490" y="1401"/>
                  </a:moveTo>
                  <a:cubicBezTo>
                    <a:pt x="460210" y="160404"/>
                    <a:pt x="467996" y="328188"/>
                    <a:pt x="457490" y="581969"/>
                  </a:cubicBezTo>
                  <a:moveTo>
                    <a:pt x="457490" y="581969"/>
                  </a:moveTo>
                  <a:cubicBezTo>
                    <a:pt x="371020" y="590678"/>
                    <a:pt x="270644" y="591041"/>
                    <a:pt x="3980" y="581969"/>
                  </a:cubicBezTo>
                  <a:moveTo>
                    <a:pt x="457490" y="581969"/>
                  </a:moveTo>
                  <a:cubicBezTo>
                    <a:pt x="358398" y="579502"/>
                    <a:pt x="276313" y="586178"/>
                    <a:pt x="3980" y="581969"/>
                  </a:cubicBezTo>
                  <a:moveTo>
                    <a:pt x="3980" y="581969"/>
                  </a:moveTo>
                  <a:cubicBezTo>
                    <a:pt x="-8567" y="350322"/>
                    <a:pt x="13428" y="133698"/>
                    <a:pt x="3980" y="1401"/>
                  </a:cubicBezTo>
                  <a:moveTo>
                    <a:pt x="3980" y="581969"/>
                  </a:moveTo>
                  <a:cubicBezTo>
                    <a:pt x="4962" y="359829"/>
                    <a:pt x="9119" y="133262"/>
                    <a:pt x="3980" y="1401"/>
                  </a:cubicBezTo>
                </a:path>
              </a:pathLst>
            </a:custGeom>
            <a:noFill/>
            <a:ln w="7550" cap="rnd">
              <a:solidFill>
                <a:srgbClr val="6C8EB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05" name="!!رسم 9">
            <a:extLst>
              <a:ext uri="{FF2B5EF4-FFF2-40B4-BE49-F238E27FC236}">
                <a16:creationId xmlns:a16="http://schemas.microsoft.com/office/drawing/2014/main" id="{9DBC7236-C57D-3EF9-3209-15365CAA2D55}"/>
              </a:ext>
            </a:extLst>
          </p:cNvPr>
          <p:cNvGrpSpPr/>
          <p:nvPr/>
        </p:nvGrpSpPr>
        <p:grpSpPr>
          <a:xfrm>
            <a:off x="5797734" y="1812732"/>
            <a:ext cx="464782" cy="588049"/>
            <a:chOff x="8520614" y="1823542"/>
            <a:chExt cx="464782" cy="588049"/>
          </a:xfrm>
          <a:noFill/>
        </p:grpSpPr>
        <p:grpSp>
          <p:nvGrpSpPr>
            <p:cNvPr id="2206" name="رسم 9">
              <a:extLst>
                <a:ext uri="{FF2B5EF4-FFF2-40B4-BE49-F238E27FC236}">
                  <a16:creationId xmlns:a16="http://schemas.microsoft.com/office/drawing/2014/main" id="{847D9324-DDA0-72B7-8AB7-95FD80B0ADCC}"/>
                </a:ext>
              </a:extLst>
            </p:cNvPr>
            <p:cNvGrpSpPr/>
            <p:nvPr/>
          </p:nvGrpSpPr>
          <p:grpSpPr>
            <a:xfrm>
              <a:off x="8520614" y="1823542"/>
              <a:ext cx="464782" cy="588049"/>
              <a:chOff x="8520614" y="1823542"/>
              <a:chExt cx="464782" cy="588049"/>
            </a:xfrm>
            <a:noFill/>
          </p:grpSpPr>
          <p:sp>
            <p:nvSpPr>
              <p:cNvPr id="2208" name="مستطيل 559">
                <a:extLst>
                  <a:ext uri="{FF2B5EF4-FFF2-40B4-BE49-F238E27FC236}">
                    <a16:creationId xmlns:a16="http://schemas.microsoft.com/office/drawing/2014/main" id="{7A569F62-828F-4C23-D7F8-A1B5C13B5BFC}"/>
                  </a:ext>
                </a:extLst>
              </p:cNvPr>
              <p:cNvSpPr/>
              <p:nvPr/>
            </p:nvSpPr>
            <p:spPr>
              <a:xfrm>
                <a:off x="8522276" y="1826524"/>
                <a:ext cx="453509" cy="58056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9" name="شكل حر: شكل 560">
                <a:extLst>
                  <a:ext uri="{FF2B5EF4-FFF2-40B4-BE49-F238E27FC236}">
                    <a16:creationId xmlns:a16="http://schemas.microsoft.com/office/drawing/2014/main" id="{A5B24731-C25C-F1DF-D192-6CFAAFDF35E6}"/>
                  </a:ext>
                </a:extLst>
              </p:cNvPr>
              <p:cNvSpPr/>
              <p:nvPr/>
            </p:nvSpPr>
            <p:spPr>
              <a:xfrm>
                <a:off x="8520614" y="1823911"/>
                <a:ext cx="461294" cy="587680"/>
              </a:xfrm>
              <a:custGeom>
                <a:avLst/>
                <a:gdLst>
                  <a:gd name="csX0" fmla="*/ 983 w 461294"/>
                  <a:gd name="csY0" fmla="*/ 3339 h 587680"/>
                  <a:gd name="csX1" fmla="*/ 983 w 461294"/>
                  <a:gd name="csY1" fmla="*/ 3339 h 587680"/>
                  <a:gd name="csX2" fmla="*/ 983 w 461294"/>
                  <a:gd name="csY2" fmla="*/ 3339 h 587680"/>
                  <a:gd name="csX3" fmla="*/ 983 w 461294"/>
                  <a:gd name="csY3" fmla="*/ 3339 h 587680"/>
                  <a:gd name="csX4" fmla="*/ 3931 w 461294"/>
                  <a:gd name="csY4" fmla="*/ 44341 h 587680"/>
                  <a:gd name="csX5" fmla="*/ 43613 w 461294"/>
                  <a:gd name="csY5" fmla="*/ 509 h 587680"/>
                  <a:gd name="csX6" fmla="*/ 3931 w 461294"/>
                  <a:gd name="csY6" fmla="*/ 44341 h 587680"/>
                  <a:gd name="csX7" fmla="*/ 43613 w 461294"/>
                  <a:gd name="csY7" fmla="*/ 509 h 587680"/>
                  <a:gd name="csX8" fmla="*/ 1965 w 461294"/>
                  <a:gd name="csY8" fmla="*/ 90714 h 587680"/>
                  <a:gd name="csX9" fmla="*/ 81330 w 461294"/>
                  <a:gd name="csY9" fmla="*/ 3121 h 587680"/>
                  <a:gd name="csX10" fmla="*/ 1965 w 461294"/>
                  <a:gd name="csY10" fmla="*/ 90714 h 587680"/>
                  <a:gd name="csX11" fmla="*/ 81330 w 461294"/>
                  <a:gd name="csY11" fmla="*/ 3121 h 587680"/>
                  <a:gd name="csX12" fmla="*/ 1 w 461294"/>
                  <a:gd name="csY12" fmla="*/ 137160 h 587680"/>
                  <a:gd name="csX13" fmla="*/ 123960 w 461294"/>
                  <a:gd name="csY13" fmla="*/ 218 h 587680"/>
                  <a:gd name="csX14" fmla="*/ 1 w 461294"/>
                  <a:gd name="csY14" fmla="*/ 137160 h 587680"/>
                  <a:gd name="csX15" fmla="*/ 123960 w 461294"/>
                  <a:gd name="csY15" fmla="*/ 218 h 587680"/>
                  <a:gd name="csX16" fmla="*/ 3024 w 461294"/>
                  <a:gd name="csY16" fmla="*/ 178162 h 587680"/>
                  <a:gd name="csX17" fmla="*/ 161676 w 461294"/>
                  <a:gd name="csY17" fmla="*/ 2831 h 587680"/>
                  <a:gd name="csX18" fmla="*/ 3024 w 461294"/>
                  <a:gd name="csY18" fmla="*/ 178162 h 587680"/>
                  <a:gd name="csX19" fmla="*/ 161676 w 461294"/>
                  <a:gd name="csY19" fmla="*/ 2831 h 587680"/>
                  <a:gd name="csX20" fmla="*/ 983 w 461294"/>
                  <a:gd name="csY20" fmla="*/ 224535 h 587680"/>
                  <a:gd name="csX21" fmla="*/ 204306 w 461294"/>
                  <a:gd name="csY21" fmla="*/ 1 h 587680"/>
                  <a:gd name="csX22" fmla="*/ 983 w 461294"/>
                  <a:gd name="csY22" fmla="*/ 224535 h 587680"/>
                  <a:gd name="csX23" fmla="*/ 204306 w 461294"/>
                  <a:gd name="csY23" fmla="*/ 1 h 587680"/>
                  <a:gd name="csX24" fmla="*/ 4006 w 461294"/>
                  <a:gd name="csY24" fmla="*/ 265538 h 587680"/>
                  <a:gd name="csX25" fmla="*/ 242023 w 461294"/>
                  <a:gd name="csY25" fmla="*/ 2613 h 587680"/>
                  <a:gd name="csX26" fmla="*/ 4006 w 461294"/>
                  <a:gd name="csY26" fmla="*/ 265538 h 587680"/>
                  <a:gd name="csX27" fmla="*/ 242023 w 461294"/>
                  <a:gd name="csY27" fmla="*/ 2613 h 587680"/>
                  <a:gd name="csX28" fmla="*/ 2041 w 461294"/>
                  <a:gd name="csY28" fmla="*/ 311911 h 587680"/>
                  <a:gd name="csX29" fmla="*/ 279740 w 461294"/>
                  <a:gd name="csY29" fmla="*/ 5226 h 587680"/>
                  <a:gd name="csX30" fmla="*/ 2041 w 461294"/>
                  <a:gd name="csY30" fmla="*/ 311911 h 587680"/>
                  <a:gd name="csX31" fmla="*/ 279740 w 461294"/>
                  <a:gd name="csY31" fmla="*/ 5226 h 587680"/>
                  <a:gd name="csX32" fmla="*/ 76 w 461294"/>
                  <a:gd name="csY32" fmla="*/ 358356 h 587680"/>
                  <a:gd name="csX33" fmla="*/ 322370 w 461294"/>
                  <a:gd name="csY33" fmla="*/ 2395 h 587680"/>
                  <a:gd name="csX34" fmla="*/ 76 w 461294"/>
                  <a:gd name="csY34" fmla="*/ 358356 h 587680"/>
                  <a:gd name="csX35" fmla="*/ 322370 w 461294"/>
                  <a:gd name="csY35" fmla="*/ 2395 h 587680"/>
                  <a:gd name="csX36" fmla="*/ 3024 w 461294"/>
                  <a:gd name="csY36" fmla="*/ 399286 h 587680"/>
                  <a:gd name="csX37" fmla="*/ 360087 w 461294"/>
                  <a:gd name="csY37" fmla="*/ 5008 h 587680"/>
                  <a:gd name="csX38" fmla="*/ 3024 w 461294"/>
                  <a:gd name="csY38" fmla="*/ 399286 h 587680"/>
                  <a:gd name="csX39" fmla="*/ 360087 w 461294"/>
                  <a:gd name="csY39" fmla="*/ 5008 h 587680"/>
                  <a:gd name="csX40" fmla="*/ 1058 w 461294"/>
                  <a:gd name="csY40" fmla="*/ 445732 h 587680"/>
                  <a:gd name="csX41" fmla="*/ 402717 w 461294"/>
                  <a:gd name="csY41" fmla="*/ 2105 h 587680"/>
                  <a:gd name="csX42" fmla="*/ 1058 w 461294"/>
                  <a:gd name="csY42" fmla="*/ 445732 h 587680"/>
                  <a:gd name="csX43" fmla="*/ 402717 w 461294"/>
                  <a:gd name="csY43" fmla="*/ 2105 h 587680"/>
                  <a:gd name="csX44" fmla="*/ 4006 w 461294"/>
                  <a:gd name="csY44" fmla="*/ 486734 h 587680"/>
                  <a:gd name="csX45" fmla="*/ 440434 w 461294"/>
                  <a:gd name="csY45" fmla="*/ 4718 h 587680"/>
                  <a:gd name="csX46" fmla="*/ 4006 w 461294"/>
                  <a:gd name="csY46" fmla="*/ 486734 h 587680"/>
                  <a:gd name="csX47" fmla="*/ 440434 w 461294"/>
                  <a:gd name="csY47" fmla="*/ 4718 h 587680"/>
                  <a:gd name="csX48" fmla="*/ 2041 w 461294"/>
                  <a:gd name="csY48" fmla="*/ 533107 h 587680"/>
                  <a:gd name="csX49" fmla="*/ 458272 w 461294"/>
                  <a:gd name="csY49" fmla="*/ 29247 h 587680"/>
                  <a:gd name="csX50" fmla="*/ 2041 w 461294"/>
                  <a:gd name="csY50" fmla="*/ 533107 h 587680"/>
                  <a:gd name="csX51" fmla="*/ 458272 w 461294"/>
                  <a:gd name="csY51" fmla="*/ 29247 h 587680"/>
                  <a:gd name="csX52" fmla="*/ 76 w 461294"/>
                  <a:gd name="csY52" fmla="*/ 579553 h 587680"/>
                  <a:gd name="csX53" fmla="*/ 461220 w 461294"/>
                  <a:gd name="csY53" fmla="*/ 70177 h 587680"/>
                  <a:gd name="csX54" fmla="*/ 76 w 461294"/>
                  <a:gd name="csY54" fmla="*/ 579553 h 587680"/>
                  <a:gd name="csX55" fmla="*/ 461220 w 461294"/>
                  <a:gd name="csY55" fmla="*/ 70177 h 587680"/>
                  <a:gd name="csX56" fmla="*/ 32804 w 461294"/>
                  <a:gd name="csY56" fmla="*/ 587681 h 587680"/>
                  <a:gd name="csX57" fmla="*/ 459254 w 461294"/>
                  <a:gd name="csY57" fmla="*/ 116622 h 587680"/>
                  <a:gd name="csX58" fmla="*/ 32804 w 461294"/>
                  <a:gd name="csY58" fmla="*/ 587681 h 587680"/>
                  <a:gd name="csX59" fmla="*/ 459254 w 461294"/>
                  <a:gd name="csY59" fmla="*/ 116622 h 587680"/>
                  <a:gd name="csX60" fmla="*/ 75510 w 461294"/>
                  <a:gd name="csY60" fmla="*/ 584778 h 587680"/>
                  <a:gd name="csX61" fmla="*/ 457290 w 461294"/>
                  <a:gd name="csY61" fmla="*/ 163068 h 587680"/>
                  <a:gd name="csX62" fmla="*/ 75510 w 461294"/>
                  <a:gd name="csY62" fmla="*/ 584778 h 587680"/>
                  <a:gd name="csX63" fmla="*/ 457290 w 461294"/>
                  <a:gd name="csY63" fmla="*/ 163068 h 587680"/>
                  <a:gd name="csX64" fmla="*/ 113151 w 461294"/>
                  <a:gd name="csY64" fmla="*/ 587390 h 587680"/>
                  <a:gd name="csX65" fmla="*/ 460313 w 461294"/>
                  <a:gd name="csY65" fmla="*/ 203998 h 587680"/>
                  <a:gd name="csX66" fmla="*/ 113151 w 461294"/>
                  <a:gd name="csY66" fmla="*/ 587390 h 587680"/>
                  <a:gd name="csX67" fmla="*/ 460313 w 461294"/>
                  <a:gd name="csY67" fmla="*/ 203998 h 587680"/>
                  <a:gd name="csX68" fmla="*/ 155857 w 461294"/>
                  <a:gd name="csY68" fmla="*/ 584560 h 587680"/>
                  <a:gd name="csX69" fmla="*/ 458347 w 461294"/>
                  <a:gd name="csY69" fmla="*/ 250443 h 587680"/>
                  <a:gd name="csX70" fmla="*/ 155857 w 461294"/>
                  <a:gd name="csY70" fmla="*/ 584560 h 587680"/>
                  <a:gd name="csX71" fmla="*/ 458347 w 461294"/>
                  <a:gd name="csY71" fmla="*/ 250443 h 587680"/>
                  <a:gd name="csX72" fmla="*/ 193498 w 461294"/>
                  <a:gd name="csY72" fmla="*/ 587173 h 587680"/>
                  <a:gd name="csX73" fmla="*/ 461295 w 461294"/>
                  <a:gd name="csY73" fmla="*/ 291373 h 587680"/>
                  <a:gd name="csX74" fmla="*/ 193498 w 461294"/>
                  <a:gd name="csY74" fmla="*/ 587173 h 587680"/>
                  <a:gd name="csX75" fmla="*/ 461295 w 461294"/>
                  <a:gd name="csY75" fmla="*/ 291373 h 587680"/>
                  <a:gd name="csX76" fmla="*/ 236204 w 461294"/>
                  <a:gd name="csY76" fmla="*/ 584270 h 587680"/>
                  <a:gd name="csX77" fmla="*/ 459330 w 461294"/>
                  <a:gd name="csY77" fmla="*/ 337819 h 587680"/>
                  <a:gd name="csX78" fmla="*/ 236204 w 461294"/>
                  <a:gd name="csY78" fmla="*/ 584270 h 587680"/>
                  <a:gd name="csX79" fmla="*/ 459330 w 461294"/>
                  <a:gd name="csY79" fmla="*/ 337819 h 587680"/>
                  <a:gd name="csX80" fmla="*/ 273845 w 461294"/>
                  <a:gd name="csY80" fmla="*/ 586882 h 587680"/>
                  <a:gd name="csX81" fmla="*/ 457365 w 461294"/>
                  <a:gd name="csY81" fmla="*/ 384264 h 587680"/>
                  <a:gd name="csX82" fmla="*/ 273845 w 461294"/>
                  <a:gd name="csY82" fmla="*/ 586882 h 587680"/>
                  <a:gd name="csX83" fmla="*/ 457365 w 461294"/>
                  <a:gd name="csY83" fmla="*/ 384264 h 587680"/>
                  <a:gd name="csX84" fmla="*/ 316550 w 461294"/>
                  <a:gd name="csY84" fmla="*/ 584052 h 587680"/>
                  <a:gd name="csX85" fmla="*/ 460313 w 461294"/>
                  <a:gd name="csY85" fmla="*/ 425194 h 587680"/>
                  <a:gd name="csX86" fmla="*/ 316550 w 461294"/>
                  <a:gd name="csY86" fmla="*/ 584052 h 587680"/>
                  <a:gd name="csX87" fmla="*/ 460313 w 461294"/>
                  <a:gd name="csY87" fmla="*/ 425194 h 587680"/>
                  <a:gd name="csX88" fmla="*/ 354192 w 461294"/>
                  <a:gd name="csY88" fmla="*/ 586665 h 587680"/>
                  <a:gd name="csX89" fmla="*/ 458347 w 461294"/>
                  <a:gd name="csY89" fmla="*/ 471640 h 587680"/>
                  <a:gd name="csX90" fmla="*/ 354192 w 461294"/>
                  <a:gd name="csY90" fmla="*/ 586665 h 587680"/>
                  <a:gd name="csX91" fmla="*/ 458347 w 461294"/>
                  <a:gd name="csY91" fmla="*/ 471640 h 587680"/>
                  <a:gd name="csX92" fmla="*/ 396897 w 461294"/>
                  <a:gd name="csY92" fmla="*/ 583762 h 587680"/>
                  <a:gd name="csX93" fmla="*/ 461295 w 461294"/>
                  <a:gd name="csY93" fmla="*/ 512570 h 587680"/>
                  <a:gd name="csX94" fmla="*/ 396897 w 461294"/>
                  <a:gd name="csY94" fmla="*/ 583762 h 587680"/>
                  <a:gd name="csX95" fmla="*/ 461295 w 461294"/>
                  <a:gd name="csY95" fmla="*/ 512570 h 587680"/>
                  <a:gd name="csX96" fmla="*/ 434538 w 461294"/>
                  <a:gd name="csY96" fmla="*/ 586375 h 587680"/>
                  <a:gd name="csX97" fmla="*/ 459330 w 461294"/>
                  <a:gd name="csY97" fmla="*/ 559015 h 587680"/>
                  <a:gd name="csX98" fmla="*/ 434538 w 461294"/>
                  <a:gd name="csY98" fmla="*/ 586375 h 587680"/>
                  <a:gd name="csX99" fmla="*/ 459330 w 461294"/>
                  <a:gd name="csY99" fmla="*/ 559015 h 587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</a:cxnLst>
                <a:rect l="l" t="t" r="r" b="b"/>
                <a:pathLst>
                  <a:path w="461294" h="587680">
                    <a:moveTo>
                      <a:pt x="983" y="3339"/>
                    </a:moveTo>
                    <a:cubicBezTo>
                      <a:pt x="983" y="3339"/>
                      <a:pt x="983" y="3339"/>
                      <a:pt x="983" y="3339"/>
                    </a:cubicBezTo>
                    <a:moveTo>
                      <a:pt x="983" y="3339"/>
                    </a:moveTo>
                    <a:cubicBezTo>
                      <a:pt x="983" y="3339"/>
                      <a:pt x="983" y="3339"/>
                      <a:pt x="983" y="3339"/>
                    </a:cubicBezTo>
                    <a:moveTo>
                      <a:pt x="3931" y="44341"/>
                    </a:moveTo>
                    <a:cubicBezTo>
                      <a:pt x="24792" y="25908"/>
                      <a:pt x="34165" y="7548"/>
                      <a:pt x="43613" y="509"/>
                    </a:cubicBezTo>
                    <a:moveTo>
                      <a:pt x="3931" y="44341"/>
                    </a:moveTo>
                    <a:cubicBezTo>
                      <a:pt x="13530" y="35125"/>
                      <a:pt x="19652" y="25691"/>
                      <a:pt x="43613" y="509"/>
                    </a:cubicBezTo>
                    <a:moveTo>
                      <a:pt x="1965" y="90714"/>
                    </a:moveTo>
                    <a:cubicBezTo>
                      <a:pt x="19652" y="67564"/>
                      <a:pt x="33409" y="33528"/>
                      <a:pt x="81330" y="3121"/>
                    </a:cubicBezTo>
                    <a:moveTo>
                      <a:pt x="1965" y="90714"/>
                    </a:moveTo>
                    <a:cubicBezTo>
                      <a:pt x="23734" y="69306"/>
                      <a:pt x="40211" y="55880"/>
                      <a:pt x="81330" y="3121"/>
                    </a:cubicBezTo>
                    <a:moveTo>
                      <a:pt x="1" y="137160"/>
                    </a:moveTo>
                    <a:cubicBezTo>
                      <a:pt x="29705" y="104140"/>
                      <a:pt x="59259" y="67056"/>
                      <a:pt x="123960" y="218"/>
                    </a:cubicBezTo>
                    <a:moveTo>
                      <a:pt x="1" y="137160"/>
                    </a:moveTo>
                    <a:cubicBezTo>
                      <a:pt x="51625" y="86868"/>
                      <a:pt x="92667" y="27287"/>
                      <a:pt x="123960" y="218"/>
                    </a:cubicBezTo>
                    <a:moveTo>
                      <a:pt x="3024" y="178162"/>
                    </a:moveTo>
                    <a:cubicBezTo>
                      <a:pt x="51096" y="118291"/>
                      <a:pt x="116401" y="41076"/>
                      <a:pt x="161676" y="2831"/>
                    </a:cubicBezTo>
                    <a:moveTo>
                      <a:pt x="3024" y="178162"/>
                    </a:moveTo>
                    <a:cubicBezTo>
                      <a:pt x="62660" y="118727"/>
                      <a:pt x="112093" y="57694"/>
                      <a:pt x="161676" y="2831"/>
                    </a:cubicBezTo>
                    <a:moveTo>
                      <a:pt x="983" y="224535"/>
                    </a:moveTo>
                    <a:cubicBezTo>
                      <a:pt x="61073" y="163721"/>
                      <a:pt x="106424" y="90932"/>
                      <a:pt x="204306" y="1"/>
                    </a:cubicBezTo>
                    <a:moveTo>
                      <a:pt x="983" y="224535"/>
                    </a:moveTo>
                    <a:cubicBezTo>
                      <a:pt x="50869" y="170760"/>
                      <a:pt x="116099" y="106680"/>
                      <a:pt x="204306" y="1"/>
                    </a:cubicBezTo>
                    <a:moveTo>
                      <a:pt x="4006" y="265538"/>
                    </a:moveTo>
                    <a:cubicBezTo>
                      <a:pt x="66364" y="204143"/>
                      <a:pt x="132652" y="113139"/>
                      <a:pt x="242023" y="2613"/>
                    </a:cubicBezTo>
                    <a:moveTo>
                      <a:pt x="4006" y="265538"/>
                    </a:moveTo>
                    <a:cubicBezTo>
                      <a:pt x="58125" y="207481"/>
                      <a:pt x="119425" y="142022"/>
                      <a:pt x="242023" y="2613"/>
                    </a:cubicBezTo>
                    <a:moveTo>
                      <a:pt x="2041" y="311911"/>
                    </a:moveTo>
                    <a:cubicBezTo>
                      <a:pt x="63643" y="227438"/>
                      <a:pt x="149809" y="159802"/>
                      <a:pt x="279740" y="5226"/>
                    </a:cubicBezTo>
                    <a:moveTo>
                      <a:pt x="2041" y="311911"/>
                    </a:moveTo>
                    <a:cubicBezTo>
                      <a:pt x="93196" y="213069"/>
                      <a:pt x="186393" y="102471"/>
                      <a:pt x="279740" y="5226"/>
                    </a:cubicBezTo>
                    <a:moveTo>
                      <a:pt x="76" y="358356"/>
                    </a:moveTo>
                    <a:cubicBezTo>
                      <a:pt x="73545" y="280996"/>
                      <a:pt x="162433" y="191878"/>
                      <a:pt x="322370" y="2395"/>
                    </a:cubicBezTo>
                    <a:moveTo>
                      <a:pt x="76" y="358356"/>
                    </a:moveTo>
                    <a:cubicBezTo>
                      <a:pt x="65683" y="285422"/>
                      <a:pt x="134617" y="219238"/>
                      <a:pt x="322370" y="2395"/>
                    </a:cubicBezTo>
                    <a:moveTo>
                      <a:pt x="3024" y="399286"/>
                    </a:moveTo>
                    <a:cubicBezTo>
                      <a:pt x="120861" y="283463"/>
                      <a:pt x="220255" y="166914"/>
                      <a:pt x="360087" y="5008"/>
                    </a:cubicBezTo>
                    <a:moveTo>
                      <a:pt x="3024" y="399286"/>
                    </a:moveTo>
                    <a:cubicBezTo>
                      <a:pt x="135222" y="258353"/>
                      <a:pt x="260617" y="119598"/>
                      <a:pt x="360087" y="5008"/>
                    </a:cubicBezTo>
                    <a:moveTo>
                      <a:pt x="1058" y="445732"/>
                    </a:moveTo>
                    <a:cubicBezTo>
                      <a:pt x="148903" y="266046"/>
                      <a:pt x="302794" y="111760"/>
                      <a:pt x="402717" y="2105"/>
                    </a:cubicBezTo>
                    <a:moveTo>
                      <a:pt x="1058" y="445732"/>
                    </a:moveTo>
                    <a:cubicBezTo>
                      <a:pt x="162583" y="267352"/>
                      <a:pt x="320783" y="94053"/>
                      <a:pt x="402717" y="2105"/>
                    </a:cubicBezTo>
                    <a:moveTo>
                      <a:pt x="4006" y="486734"/>
                    </a:moveTo>
                    <a:cubicBezTo>
                      <a:pt x="116175" y="349938"/>
                      <a:pt x="236052" y="225479"/>
                      <a:pt x="440434" y="4718"/>
                    </a:cubicBezTo>
                    <a:moveTo>
                      <a:pt x="4006" y="486734"/>
                    </a:moveTo>
                    <a:cubicBezTo>
                      <a:pt x="146182" y="331287"/>
                      <a:pt x="304079" y="170760"/>
                      <a:pt x="440434" y="4718"/>
                    </a:cubicBezTo>
                    <a:moveTo>
                      <a:pt x="2041" y="533107"/>
                    </a:moveTo>
                    <a:cubicBezTo>
                      <a:pt x="156008" y="351897"/>
                      <a:pt x="306346" y="198047"/>
                      <a:pt x="458272" y="29247"/>
                    </a:cubicBezTo>
                    <a:moveTo>
                      <a:pt x="2041" y="533107"/>
                    </a:moveTo>
                    <a:cubicBezTo>
                      <a:pt x="96522" y="429766"/>
                      <a:pt x="187073" y="333319"/>
                      <a:pt x="458272" y="29247"/>
                    </a:cubicBezTo>
                    <a:moveTo>
                      <a:pt x="76" y="579553"/>
                    </a:moveTo>
                    <a:cubicBezTo>
                      <a:pt x="103325" y="481509"/>
                      <a:pt x="206196" y="351317"/>
                      <a:pt x="461220" y="70177"/>
                    </a:cubicBezTo>
                    <a:moveTo>
                      <a:pt x="76" y="579553"/>
                    </a:moveTo>
                    <a:cubicBezTo>
                      <a:pt x="174224" y="375120"/>
                      <a:pt x="346633" y="180848"/>
                      <a:pt x="461220" y="70177"/>
                    </a:cubicBezTo>
                    <a:moveTo>
                      <a:pt x="32804" y="587681"/>
                    </a:moveTo>
                    <a:cubicBezTo>
                      <a:pt x="164171" y="457706"/>
                      <a:pt x="277321" y="307049"/>
                      <a:pt x="459254" y="116622"/>
                    </a:cubicBezTo>
                    <a:moveTo>
                      <a:pt x="32804" y="587681"/>
                    </a:moveTo>
                    <a:cubicBezTo>
                      <a:pt x="195236" y="407705"/>
                      <a:pt x="368779" y="215899"/>
                      <a:pt x="459254" y="116622"/>
                    </a:cubicBezTo>
                    <a:moveTo>
                      <a:pt x="75510" y="584778"/>
                    </a:moveTo>
                    <a:cubicBezTo>
                      <a:pt x="206725" y="448707"/>
                      <a:pt x="323277" y="304073"/>
                      <a:pt x="457290" y="163068"/>
                    </a:cubicBezTo>
                    <a:moveTo>
                      <a:pt x="75510" y="584778"/>
                    </a:moveTo>
                    <a:cubicBezTo>
                      <a:pt x="171654" y="485501"/>
                      <a:pt x="260315" y="381797"/>
                      <a:pt x="457290" y="163068"/>
                    </a:cubicBezTo>
                    <a:moveTo>
                      <a:pt x="113151" y="587390"/>
                    </a:moveTo>
                    <a:cubicBezTo>
                      <a:pt x="201888" y="493338"/>
                      <a:pt x="295008" y="416994"/>
                      <a:pt x="460313" y="203998"/>
                    </a:cubicBezTo>
                    <a:moveTo>
                      <a:pt x="113151" y="587390"/>
                    </a:moveTo>
                    <a:cubicBezTo>
                      <a:pt x="192213" y="506982"/>
                      <a:pt x="266059" y="425049"/>
                      <a:pt x="460313" y="203998"/>
                    </a:cubicBezTo>
                    <a:moveTo>
                      <a:pt x="155857" y="584560"/>
                    </a:moveTo>
                    <a:cubicBezTo>
                      <a:pt x="270670" y="486154"/>
                      <a:pt x="352302" y="353276"/>
                      <a:pt x="458347" y="250443"/>
                    </a:cubicBezTo>
                    <a:moveTo>
                      <a:pt x="155857" y="584560"/>
                    </a:moveTo>
                    <a:cubicBezTo>
                      <a:pt x="267798" y="466850"/>
                      <a:pt x="382460" y="329400"/>
                      <a:pt x="458347" y="250443"/>
                    </a:cubicBezTo>
                    <a:moveTo>
                      <a:pt x="193498" y="587173"/>
                    </a:moveTo>
                    <a:cubicBezTo>
                      <a:pt x="296671" y="452989"/>
                      <a:pt x="399542" y="360969"/>
                      <a:pt x="461295" y="291373"/>
                    </a:cubicBezTo>
                    <a:moveTo>
                      <a:pt x="193498" y="587173"/>
                    </a:moveTo>
                    <a:cubicBezTo>
                      <a:pt x="265228" y="519391"/>
                      <a:pt x="318969" y="445442"/>
                      <a:pt x="461295" y="291373"/>
                    </a:cubicBezTo>
                    <a:moveTo>
                      <a:pt x="236204" y="584270"/>
                    </a:moveTo>
                    <a:cubicBezTo>
                      <a:pt x="314282" y="497910"/>
                      <a:pt x="400752" y="405600"/>
                      <a:pt x="459330" y="337819"/>
                    </a:cubicBezTo>
                    <a:moveTo>
                      <a:pt x="236204" y="584270"/>
                    </a:moveTo>
                    <a:cubicBezTo>
                      <a:pt x="289717" y="514529"/>
                      <a:pt x="353360" y="450957"/>
                      <a:pt x="459330" y="337819"/>
                    </a:cubicBezTo>
                    <a:moveTo>
                      <a:pt x="273845" y="586882"/>
                    </a:moveTo>
                    <a:cubicBezTo>
                      <a:pt x="330987" y="515327"/>
                      <a:pt x="420253" y="420187"/>
                      <a:pt x="457365" y="384264"/>
                    </a:cubicBezTo>
                    <a:moveTo>
                      <a:pt x="273845" y="586882"/>
                    </a:moveTo>
                    <a:cubicBezTo>
                      <a:pt x="346104" y="504151"/>
                      <a:pt x="413450" y="432451"/>
                      <a:pt x="457365" y="384264"/>
                    </a:cubicBezTo>
                    <a:moveTo>
                      <a:pt x="316550" y="584052"/>
                    </a:moveTo>
                    <a:cubicBezTo>
                      <a:pt x="336958" y="549871"/>
                      <a:pt x="376943" y="505676"/>
                      <a:pt x="460313" y="425194"/>
                    </a:cubicBezTo>
                    <a:moveTo>
                      <a:pt x="316550" y="584052"/>
                    </a:moveTo>
                    <a:cubicBezTo>
                      <a:pt x="363866" y="544791"/>
                      <a:pt x="398484" y="489928"/>
                      <a:pt x="460313" y="425194"/>
                    </a:cubicBezTo>
                    <a:moveTo>
                      <a:pt x="354192" y="586665"/>
                    </a:moveTo>
                    <a:cubicBezTo>
                      <a:pt x="386466" y="555967"/>
                      <a:pt x="438393" y="495733"/>
                      <a:pt x="458347" y="471640"/>
                    </a:cubicBezTo>
                    <a:moveTo>
                      <a:pt x="354192" y="586665"/>
                    </a:moveTo>
                    <a:cubicBezTo>
                      <a:pt x="376489" y="549944"/>
                      <a:pt x="408839" y="516126"/>
                      <a:pt x="458347" y="471640"/>
                    </a:cubicBezTo>
                    <a:moveTo>
                      <a:pt x="396897" y="583762"/>
                    </a:moveTo>
                    <a:cubicBezTo>
                      <a:pt x="420631" y="550524"/>
                      <a:pt x="431742" y="527229"/>
                      <a:pt x="461295" y="512570"/>
                    </a:cubicBezTo>
                    <a:moveTo>
                      <a:pt x="396897" y="583762"/>
                    </a:moveTo>
                    <a:cubicBezTo>
                      <a:pt x="420555" y="561047"/>
                      <a:pt x="434614" y="541308"/>
                      <a:pt x="461295" y="512570"/>
                    </a:cubicBezTo>
                    <a:moveTo>
                      <a:pt x="434538" y="586375"/>
                    </a:moveTo>
                    <a:cubicBezTo>
                      <a:pt x="442777" y="576069"/>
                      <a:pt x="447387" y="573675"/>
                      <a:pt x="459330" y="559015"/>
                    </a:cubicBezTo>
                    <a:moveTo>
                      <a:pt x="434538" y="586375"/>
                    </a:moveTo>
                    <a:cubicBezTo>
                      <a:pt x="441492" y="579335"/>
                      <a:pt x="448673" y="573675"/>
                      <a:pt x="459330" y="559015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0" name="شكل حر: شكل 561">
                <a:extLst>
                  <a:ext uri="{FF2B5EF4-FFF2-40B4-BE49-F238E27FC236}">
                    <a16:creationId xmlns:a16="http://schemas.microsoft.com/office/drawing/2014/main" id="{25217B59-10C4-EF88-092C-124BB4C5FEC0}"/>
                  </a:ext>
                </a:extLst>
              </p:cNvPr>
              <p:cNvSpPr/>
              <p:nvPr/>
            </p:nvSpPr>
            <p:spPr>
              <a:xfrm>
                <a:off x="8522276" y="1823542"/>
                <a:ext cx="463119" cy="583549"/>
              </a:xfrm>
              <a:custGeom>
                <a:avLst/>
                <a:gdLst>
                  <a:gd name="csX0" fmla="*/ 1 w 463119"/>
                  <a:gd name="csY0" fmla="*/ 2982 h 583549"/>
                  <a:gd name="csX1" fmla="*/ 453510 w 463119"/>
                  <a:gd name="csY1" fmla="*/ 2982 h 583549"/>
                  <a:gd name="csX2" fmla="*/ 1 w 463119"/>
                  <a:gd name="csY2" fmla="*/ 2982 h 583549"/>
                  <a:gd name="csX3" fmla="*/ 453510 w 463119"/>
                  <a:gd name="csY3" fmla="*/ 2982 h 583549"/>
                  <a:gd name="csX4" fmla="*/ 453510 w 463119"/>
                  <a:gd name="csY4" fmla="*/ 2982 h 583549"/>
                  <a:gd name="csX5" fmla="*/ 453510 w 463119"/>
                  <a:gd name="csY5" fmla="*/ 583550 h 583549"/>
                  <a:gd name="csX6" fmla="*/ 453510 w 463119"/>
                  <a:gd name="csY6" fmla="*/ 2982 h 583549"/>
                  <a:gd name="csX7" fmla="*/ 453510 w 463119"/>
                  <a:gd name="csY7" fmla="*/ 583550 h 583549"/>
                  <a:gd name="csX8" fmla="*/ 453510 w 463119"/>
                  <a:gd name="csY8" fmla="*/ 583550 h 583549"/>
                  <a:gd name="csX9" fmla="*/ 1 w 463119"/>
                  <a:gd name="csY9" fmla="*/ 583550 h 583549"/>
                  <a:gd name="csX10" fmla="*/ 453510 w 463119"/>
                  <a:gd name="csY10" fmla="*/ 583550 h 583549"/>
                  <a:gd name="csX11" fmla="*/ 1 w 463119"/>
                  <a:gd name="csY11" fmla="*/ 583550 h 583549"/>
                  <a:gd name="csX12" fmla="*/ 1 w 463119"/>
                  <a:gd name="csY12" fmla="*/ 583550 h 583549"/>
                  <a:gd name="csX13" fmla="*/ 1 w 463119"/>
                  <a:gd name="csY13" fmla="*/ 2982 h 583549"/>
                  <a:gd name="csX14" fmla="*/ 1 w 463119"/>
                  <a:gd name="csY14" fmla="*/ 583550 h 583549"/>
                  <a:gd name="csX15" fmla="*/ 1 w 463119"/>
                  <a:gd name="csY15" fmla="*/ 2982 h 5835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63119" h="583549">
                    <a:moveTo>
                      <a:pt x="1" y="2982"/>
                    </a:moveTo>
                    <a:cubicBezTo>
                      <a:pt x="131292" y="-2969"/>
                      <a:pt x="289415" y="1748"/>
                      <a:pt x="453510" y="2982"/>
                    </a:cubicBezTo>
                    <a:moveTo>
                      <a:pt x="1" y="2982"/>
                    </a:moveTo>
                    <a:cubicBezTo>
                      <a:pt x="124111" y="-3186"/>
                      <a:pt x="242250" y="1966"/>
                      <a:pt x="453510" y="2982"/>
                    </a:cubicBezTo>
                    <a:moveTo>
                      <a:pt x="453510" y="2982"/>
                    </a:moveTo>
                    <a:cubicBezTo>
                      <a:pt x="442097" y="230492"/>
                      <a:pt x="451469" y="441747"/>
                      <a:pt x="453510" y="583550"/>
                    </a:cubicBezTo>
                    <a:moveTo>
                      <a:pt x="453510" y="2982"/>
                    </a:moveTo>
                    <a:cubicBezTo>
                      <a:pt x="466586" y="160461"/>
                      <a:pt x="466057" y="312280"/>
                      <a:pt x="453510" y="583550"/>
                    </a:cubicBezTo>
                    <a:moveTo>
                      <a:pt x="453510" y="583550"/>
                    </a:moveTo>
                    <a:cubicBezTo>
                      <a:pt x="289189" y="572229"/>
                      <a:pt x="100226" y="583478"/>
                      <a:pt x="1" y="583550"/>
                    </a:cubicBezTo>
                    <a:moveTo>
                      <a:pt x="453510" y="583550"/>
                    </a:moveTo>
                    <a:cubicBezTo>
                      <a:pt x="345273" y="582970"/>
                      <a:pt x="237262" y="581591"/>
                      <a:pt x="1" y="583550"/>
                    </a:cubicBezTo>
                    <a:moveTo>
                      <a:pt x="1" y="583550"/>
                    </a:moveTo>
                    <a:cubicBezTo>
                      <a:pt x="10431" y="386157"/>
                      <a:pt x="6199" y="217139"/>
                      <a:pt x="1" y="2982"/>
                    </a:cubicBezTo>
                    <a:moveTo>
                      <a:pt x="1" y="583550"/>
                    </a:moveTo>
                    <a:cubicBezTo>
                      <a:pt x="303" y="388915"/>
                      <a:pt x="5745" y="189345"/>
                      <a:pt x="1" y="2982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207" name="صورة 562">
              <a:extLst>
                <a:ext uri="{FF2B5EF4-FFF2-40B4-BE49-F238E27FC236}">
                  <a16:creationId xmlns:a16="http://schemas.microsoft.com/office/drawing/2014/main" id="{15BCFBE8-AC2D-8C29-9459-67DC7731A412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8526055" y="2066008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pic>
        <p:nvPicPr>
          <p:cNvPr id="2211" name="!!Picture 13806" descr="صورة تحتوي على نص, لقطة شاشة, رقم, الخط&#10;&#10;قد يكون المحتوى الذي تم إنشاؤه بواسطة الذكاء الاصطناعي غير صحيح.">
            <a:extLst>
              <a:ext uri="{FF2B5EF4-FFF2-40B4-BE49-F238E27FC236}">
                <a16:creationId xmlns:a16="http://schemas.microsoft.com/office/drawing/2014/main" id="{EAA46D33-8C29-F271-01FF-D4033365EDC5}"/>
              </a:ext>
            </a:extLst>
          </p:cNvPr>
          <p:cNvPicPr/>
          <p:nvPr/>
        </p:nvPicPr>
        <p:blipFill>
          <a:blip r:embed="rId7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0959"/>
          <a:stretch>
            <a:fillRect/>
          </a:stretch>
        </p:blipFill>
        <p:spPr>
          <a:xfrm>
            <a:off x="7125242" y="1024635"/>
            <a:ext cx="1817161" cy="5576296"/>
          </a:xfrm>
          <a:prstGeom prst="rect">
            <a:avLst/>
          </a:prstGeom>
        </p:spPr>
      </p:pic>
      <p:sp>
        <p:nvSpPr>
          <p:cNvPr id="2212" name="!!قوس كبير أيمن 12">
            <a:extLst>
              <a:ext uri="{FF2B5EF4-FFF2-40B4-BE49-F238E27FC236}">
                <a16:creationId xmlns:a16="http://schemas.microsoft.com/office/drawing/2014/main" id="{A7F27460-6881-DDE8-19B2-829D94A769F1}"/>
              </a:ext>
            </a:extLst>
          </p:cNvPr>
          <p:cNvSpPr/>
          <p:nvPr/>
        </p:nvSpPr>
        <p:spPr>
          <a:xfrm rot="10800000">
            <a:off x="6642615" y="3521870"/>
            <a:ext cx="481780" cy="1696720"/>
          </a:xfrm>
          <a:prstGeom prst="rightBrace">
            <a:avLst/>
          </a:prstGeom>
          <a:ln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14" name="!!Straight Arrow Connector 2213">
            <a:extLst>
              <a:ext uri="{FF2B5EF4-FFF2-40B4-BE49-F238E27FC236}">
                <a16:creationId xmlns:a16="http://schemas.microsoft.com/office/drawing/2014/main" id="{FD567E37-E32B-C977-6081-87E5ECD8C8E8}"/>
              </a:ext>
            </a:extLst>
          </p:cNvPr>
          <p:cNvCxnSpPr>
            <a:cxnSpLocks/>
            <a:stCxn id="2212" idx="1"/>
            <a:endCxn id="2008" idx="1"/>
          </p:cNvCxnSpPr>
          <p:nvPr/>
        </p:nvCxnSpPr>
        <p:spPr>
          <a:xfrm flipH="1">
            <a:off x="5837189" y="4370230"/>
            <a:ext cx="805426" cy="1436891"/>
          </a:xfrm>
          <a:prstGeom prst="straightConnector1">
            <a:avLst/>
          </a:prstGeom>
          <a:ln w="12700">
            <a:solidFill>
              <a:srgbClr val="066EB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8" name="!!Straight Connector 2217">
            <a:extLst>
              <a:ext uri="{FF2B5EF4-FFF2-40B4-BE49-F238E27FC236}">
                <a16:creationId xmlns:a16="http://schemas.microsoft.com/office/drawing/2014/main" id="{A87D45C3-DB7C-8CB7-DD4F-917562B77937}"/>
              </a:ext>
            </a:extLst>
          </p:cNvPr>
          <p:cNvCxnSpPr>
            <a:cxnSpLocks/>
          </p:cNvCxnSpPr>
          <p:nvPr/>
        </p:nvCxnSpPr>
        <p:spPr>
          <a:xfrm>
            <a:off x="7380694" y="3785289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0" name="!!Straight Connector 2219">
            <a:extLst>
              <a:ext uri="{FF2B5EF4-FFF2-40B4-BE49-F238E27FC236}">
                <a16:creationId xmlns:a16="http://schemas.microsoft.com/office/drawing/2014/main" id="{D2B4640E-E2C8-D2FC-E7AF-BC17CFD5052A}"/>
              </a:ext>
            </a:extLst>
          </p:cNvPr>
          <p:cNvCxnSpPr>
            <a:cxnSpLocks/>
          </p:cNvCxnSpPr>
          <p:nvPr/>
        </p:nvCxnSpPr>
        <p:spPr>
          <a:xfrm>
            <a:off x="7380694" y="4199309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1" name="!!Straight Connector 2220">
            <a:extLst>
              <a:ext uri="{FF2B5EF4-FFF2-40B4-BE49-F238E27FC236}">
                <a16:creationId xmlns:a16="http://schemas.microsoft.com/office/drawing/2014/main" id="{FA30E1A4-EEF7-879F-3179-B25A2691E91F}"/>
              </a:ext>
            </a:extLst>
          </p:cNvPr>
          <p:cNvCxnSpPr>
            <a:cxnSpLocks/>
          </p:cNvCxnSpPr>
          <p:nvPr/>
        </p:nvCxnSpPr>
        <p:spPr>
          <a:xfrm>
            <a:off x="7380694" y="4626029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2" name="!!Straight Connector 2221">
            <a:extLst>
              <a:ext uri="{FF2B5EF4-FFF2-40B4-BE49-F238E27FC236}">
                <a16:creationId xmlns:a16="http://schemas.microsoft.com/office/drawing/2014/main" id="{00818CB7-0A56-9097-EF4F-1B4A16F4C001}"/>
              </a:ext>
            </a:extLst>
          </p:cNvPr>
          <p:cNvCxnSpPr>
            <a:cxnSpLocks/>
          </p:cNvCxnSpPr>
          <p:nvPr/>
        </p:nvCxnSpPr>
        <p:spPr>
          <a:xfrm>
            <a:off x="7380694" y="5067989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3" name="!!TextBox 2222">
            <a:extLst>
              <a:ext uri="{FF2B5EF4-FFF2-40B4-BE49-F238E27FC236}">
                <a16:creationId xmlns:a16="http://schemas.microsoft.com/office/drawing/2014/main" id="{C73AC514-5F41-D12E-486A-869D2175FBE4}"/>
              </a:ext>
            </a:extLst>
          </p:cNvPr>
          <p:cNvSpPr txBox="1"/>
          <p:nvPr/>
        </p:nvSpPr>
        <p:spPr>
          <a:xfrm>
            <a:off x="8942403" y="3575830"/>
            <a:ext cx="1097280" cy="2419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00000"/>
                </a:solidFill>
              </a:rPr>
              <a:t>HWPE [0]</a:t>
            </a:r>
          </a:p>
        </p:txBody>
      </p:sp>
      <p:cxnSp>
        <p:nvCxnSpPr>
          <p:cNvPr id="2226" name="!!Straight Connector 2225">
            <a:extLst>
              <a:ext uri="{FF2B5EF4-FFF2-40B4-BE49-F238E27FC236}">
                <a16:creationId xmlns:a16="http://schemas.microsoft.com/office/drawing/2014/main" id="{6F781E4D-0232-2FCF-6091-9644AAFCFD25}"/>
              </a:ext>
            </a:extLst>
          </p:cNvPr>
          <p:cNvCxnSpPr>
            <a:cxnSpLocks/>
          </p:cNvCxnSpPr>
          <p:nvPr/>
        </p:nvCxnSpPr>
        <p:spPr>
          <a:xfrm>
            <a:off x="7380694" y="4001189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7" name="!!Straight Connector 2226">
            <a:extLst>
              <a:ext uri="{FF2B5EF4-FFF2-40B4-BE49-F238E27FC236}">
                <a16:creationId xmlns:a16="http://schemas.microsoft.com/office/drawing/2014/main" id="{B77A4EF7-9282-8082-02D0-0D4862192F90}"/>
              </a:ext>
            </a:extLst>
          </p:cNvPr>
          <p:cNvCxnSpPr>
            <a:cxnSpLocks/>
          </p:cNvCxnSpPr>
          <p:nvPr/>
        </p:nvCxnSpPr>
        <p:spPr>
          <a:xfrm>
            <a:off x="7380694" y="3552940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8" name="!!Straight Connector 2227">
            <a:extLst>
              <a:ext uri="{FF2B5EF4-FFF2-40B4-BE49-F238E27FC236}">
                <a16:creationId xmlns:a16="http://schemas.microsoft.com/office/drawing/2014/main" id="{AA8D9A94-7F39-A81C-2CDE-8A4E4AA4B5C4}"/>
              </a:ext>
            </a:extLst>
          </p:cNvPr>
          <p:cNvCxnSpPr>
            <a:cxnSpLocks/>
          </p:cNvCxnSpPr>
          <p:nvPr/>
        </p:nvCxnSpPr>
        <p:spPr>
          <a:xfrm>
            <a:off x="7380694" y="4410870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9" name="!!Straight Connector 2228">
            <a:extLst>
              <a:ext uri="{FF2B5EF4-FFF2-40B4-BE49-F238E27FC236}">
                <a16:creationId xmlns:a16="http://schemas.microsoft.com/office/drawing/2014/main" id="{608CF46A-F1F8-567F-2F29-298381A224A8}"/>
              </a:ext>
            </a:extLst>
          </p:cNvPr>
          <p:cNvCxnSpPr>
            <a:cxnSpLocks/>
          </p:cNvCxnSpPr>
          <p:nvPr/>
        </p:nvCxnSpPr>
        <p:spPr>
          <a:xfrm>
            <a:off x="7380694" y="4852830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0" name="!!Straight Connector 2229">
            <a:extLst>
              <a:ext uri="{FF2B5EF4-FFF2-40B4-BE49-F238E27FC236}">
                <a16:creationId xmlns:a16="http://schemas.microsoft.com/office/drawing/2014/main" id="{ED914478-34E6-E234-8152-E5DEC216A7AF}"/>
              </a:ext>
            </a:extLst>
          </p:cNvPr>
          <p:cNvCxnSpPr>
            <a:cxnSpLocks/>
          </p:cNvCxnSpPr>
          <p:nvPr/>
        </p:nvCxnSpPr>
        <p:spPr>
          <a:xfrm>
            <a:off x="7380694" y="5299870"/>
            <a:ext cx="2286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0" name="!!TextBox 2239">
            <a:extLst>
              <a:ext uri="{FF2B5EF4-FFF2-40B4-BE49-F238E27FC236}">
                <a16:creationId xmlns:a16="http://schemas.microsoft.com/office/drawing/2014/main" id="{261399B5-1306-E2D2-E79C-4BA825699038}"/>
              </a:ext>
            </a:extLst>
          </p:cNvPr>
          <p:cNvSpPr txBox="1"/>
          <p:nvPr/>
        </p:nvSpPr>
        <p:spPr>
          <a:xfrm>
            <a:off x="8942403" y="3814724"/>
            <a:ext cx="1097280" cy="2419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00000"/>
                </a:solidFill>
              </a:rPr>
              <a:t>HWPE [1]</a:t>
            </a:r>
          </a:p>
        </p:txBody>
      </p:sp>
      <p:sp>
        <p:nvSpPr>
          <p:cNvPr id="2241" name="!!TextBox 2240">
            <a:extLst>
              <a:ext uri="{FF2B5EF4-FFF2-40B4-BE49-F238E27FC236}">
                <a16:creationId xmlns:a16="http://schemas.microsoft.com/office/drawing/2014/main" id="{6B743827-AAD8-DCAC-8654-EB6FD7FCE8A2}"/>
              </a:ext>
            </a:extLst>
          </p:cNvPr>
          <p:cNvSpPr txBox="1"/>
          <p:nvPr/>
        </p:nvSpPr>
        <p:spPr>
          <a:xfrm>
            <a:off x="8942403" y="4020463"/>
            <a:ext cx="1097280" cy="2419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00000"/>
                </a:solidFill>
              </a:rPr>
              <a:t>HWPE [2]</a:t>
            </a:r>
          </a:p>
        </p:txBody>
      </p:sp>
      <p:sp>
        <p:nvSpPr>
          <p:cNvPr id="2242" name="!!TextBox 2241">
            <a:extLst>
              <a:ext uri="{FF2B5EF4-FFF2-40B4-BE49-F238E27FC236}">
                <a16:creationId xmlns:a16="http://schemas.microsoft.com/office/drawing/2014/main" id="{AB8F4160-2FAF-4B37-F774-C7891C6BDE03}"/>
              </a:ext>
            </a:extLst>
          </p:cNvPr>
          <p:cNvSpPr txBox="1"/>
          <p:nvPr/>
        </p:nvSpPr>
        <p:spPr>
          <a:xfrm>
            <a:off x="8942403" y="4226202"/>
            <a:ext cx="1097280" cy="2419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00000"/>
                </a:solidFill>
              </a:rPr>
              <a:t>HWPE [3]</a:t>
            </a:r>
          </a:p>
        </p:txBody>
      </p:sp>
      <p:sp>
        <p:nvSpPr>
          <p:cNvPr id="2243" name="!!TextBox 2242">
            <a:extLst>
              <a:ext uri="{FF2B5EF4-FFF2-40B4-BE49-F238E27FC236}">
                <a16:creationId xmlns:a16="http://schemas.microsoft.com/office/drawing/2014/main" id="{670DB305-AB40-70A0-9C3D-CAB4C98FCD37}"/>
              </a:ext>
            </a:extLst>
          </p:cNvPr>
          <p:cNvSpPr txBox="1"/>
          <p:nvPr/>
        </p:nvSpPr>
        <p:spPr>
          <a:xfrm>
            <a:off x="8942403" y="4435662"/>
            <a:ext cx="1097280" cy="2419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00000"/>
                </a:solidFill>
              </a:rPr>
              <a:t>HWPE [4]</a:t>
            </a:r>
          </a:p>
        </p:txBody>
      </p:sp>
      <p:sp>
        <p:nvSpPr>
          <p:cNvPr id="2244" name="!!TextBox 2243">
            <a:extLst>
              <a:ext uri="{FF2B5EF4-FFF2-40B4-BE49-F238E27FC236}">
                <a16:creationId xmlns:a16="http://schemas.microsoft.com/office/drawing/2014/main" id="{BD6F7171-6270-B3A5-A4A7-6202641A71A1}"/>
              </a:ext>
            </a:extLst>
          </p:cNvPr>
          <p:cNvSpPr txBox="1"/>
          <p:nvPr/>
        </p:nvSpPr>
        <p:spPr>
          <a:xfrm>
            <a:off x="8942403" y="4641401"/>
            <a:ext cx="1097280" cy="2419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00000"/>
                </a:solidFill>
              </a:rPr>
              <a:t>HWPE [5]</a:t>
            </a:r>
          </a:p>
        </p:txBody>
      </p:sp>
      <p:sp>
        <p:nvSpPr>
          <p:cNvPr id="2245" name="!!TextBox 2244">
            <a:extLst>
              <a:ext uri="{FF2B5EF4-FFF2-40B4-BE49-F238E27FC236}">
                <a16:creationId xmlns:a16="http://schemas.microsoft.com/office/drawing/2014/main" id="{C3BD381B-2187-0900-9DCF-8A480C337289}"/>
              </a:ext>
            </a:extLst>
          </p:cNvPr>
          <p:cNvSpPr txBox="1"/>
          <p:nvPr/>
        </p:nvSpPr>
        <p:spPr>
          <a:xfrm>
            <a:off x="8942403" y="4857910"/>
            <a:ext cx="1097280" cy="2419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00000"/>
                </a:solidFill>
              </a:rPr>
              <a:t>HWPE [6]</a:t>
            </a:r>
          </a:p>
        </p:txBody>
      </p:sp>
      <p:sp>
        <p:nvSpPr>
          <p:cNvPr id="2246" name="!!TextBox 2245">
            <a:extLst>
              <a:ext uri="{FF2B5EF4-FFF2-40B4-BE49-F238E27FC236}">
                <a16:creationId xmlns:a16="http://schemas.microsoft.com/office/drawing/2014/main" id="{182CB3F0-27B3-16C9-2D18-A47DFA5647A5}"/>
              </a:ext>
            </a:extLst>
          </p:cNvPr>
          <p:cNvSpPr txBox="1"/>
          <p:nvPr/>
        </p:nvSpPr>
        <p:spPr>
          <a:xfrm>
            <a:off x="8942403" y="5088212"/>
            <a:ext cx="1097280" cy="241981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00000"/>
                </a:solidFill>
              </a:rPr>
              <a:t>HWPE [7]</a:t>
            </a:r>
          </a:p>
        </p:txBody>
      </p:sp>
      <p:sp>
        <p:nvSpPr>
          <p:cNvPr id="2247" name="!!Rectangle 2246">
            <a:extLst>
              <a:ext uri="{FF2B5EF4-FFF2-40B4-BE49-F238E27FC236}">
                <a16:creationId xmlns:a16="http://schemas.microsoft.com/office/drawing/2014/main" id="{713140C0-6104-5F57-B4F4-B82B1B05B5D5}"/>
              </a:ext>
            </a:extLst>
          </p:cNvPr>
          <p:cNvSpPr/>
          <p:nvPr/>
        </p:nvSpPr>
        <p:spPr>
          <a:xfrm>
            <a:off x="9792303" y="1246847"/>
            <a:ext cx="1675685" cy="134373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49" name="!!Straight Arrow Connector 2248">
            <a:extLst>
              <a:ext uri="{FF2B5EF4-FFF2-40B4-BE49-F238E27FC236}">
                <a16:creationId xmlns:a16="http://schemas.microsoft.com/office/drawing/2014/main" id="{B48C0770-B263-675E-97E3-859972511037}"/>
              </a:ext>
            </a:extLst>
          </p:cNvPr>
          <p:cNvCxnSpPr>
            <a:endCxn id="1703" idx="1"/>
          </p:cNvCxnSpPr>
          <p:nvPr/>
        </p:nvCxnSpPr>
        <p:spPr>
          <a:xfrm flipV="1">
            <a:off x="5207000" y="4791127"/>
            <a:ext cx="781359" cy="39953"/>
          </a:xfrm>
          <a:prstGeom prst="straightConnector1">
            <a:avLst/>
          </a:prstGeom>
          <a:ln w="12700">
            <a:solidFill>
              <a:srgbClr val="066EB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0" name="!!TextBox 2249">
            <a:extLst>
              <a:ext uri="{FF2B5EF4-FFF2-40B4-BE49-F238E27FC236}">
                <a16:creationId xmlns:a16="http://schemas.microsoft.com/office/drawing/2014/main" id="{FD806524-F780-8F0A-1C73-F138B0A92C7B}"/>
              </a:ext>
            </a:extLst>
          </p:cNvPr>
          <p:cNvSpPr txBox="1"/>
          <p:nvPr/>
        </p:nvSpPr>
        <p:spPr>
          <a:xfrm>
            <a:off x="5116009" y="4601552"/>
            <a:ext cx="370392" cy="187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66EBD"/>
                </a:solidFill>
              </a:rPr>
              <a:t>Data</a:t>
            </a:r>
          </a:p>
        </p:txBody>
      </p:sp>
      <p:cxnSp>
        <p:nvCxnSpPr>
          <p:cNvPr id="2251" name="!!Straight Arrow Connector 2250">
            <a:extLst>
              <a:ext uri="{FF2B5EF4-FFF2-40B4-BE49-F238E27FC236}">
                <a16:creationId xmlns:a16="http://schemas.microsoft.com/office/drawing/2014/main" id="{62E5087B-0E25-9593-2317-FFE036DA0336}"/>
              </a:ext>
            </a:extLst>
          </p:cNvPr>
          <p:cNvCxnSpPr>
            <a:cxnSpLocks/>
          </p:cNvCxnSpPr>
          <p:nvPr/>
        </p:nvCxnSpPr>
        <p:spPr>
          <a:xfrm flipH="1">
            <a:off x="5010835" y="4831080"/>
            <a:ext cx="200398" cy="976041"/>
          </a:xfrm>
          <a:prstGeom prst="straightConnector1">
            <a:avLst/>
          </a:prstGeom>
          <a:ln w="12700">
            <a:solidFill>
              <a:srgbClr val="066EB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3" name="!!TextBox 2262">
            <a:extLst>
              <a:ext uri="{FF2B5EF4-FFF2-40B4-BE49-F238E27FC236}">
                <a16:creationId xmlns:a16="http://schemas.microsoft.com/office/drawing/2014/main" id="{80EE71CE-EF63-855E-A732-93110266BE26}"/>
              </a:ext>
            </a:extLst>
          </p:cNvPr>
          <p:cNvSpPr txBox="1"/>
          <p:nvPr/>
        </p:nvSpPr>
        <p:spPr>
          <a:xfrm>
            <a:off x="4704332" y="5174345"/>
            <a:ext cx="521318" cy="187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000">
                <a:solidFill>
                  <a:srgbClr val="066EBD"/>
                </a:solidFill>
              </a:rPr>
              <a:t>control</a:t>
            </a:r>
          </a:p>
        </p:txBody>
      </p:sp>
      <p:sp>
        <p:nvSpPr>
          <p:cNvPr id="2266" name="!!59p">
            <a:extLst>
              <a:ext uri="{FF2B5EF4-FFF2-40B4-BE49-F238E27FC236}">
                <a16:creationId xmlns:a16="http://schemas.microsoft.com/office/drawing/2014/main" id="{2745899B-46F6-7E92-6052-4E80AA8B34EF}"/>
              </a:ext>
            </a:extLst>
          </p:cNvPr>
          <p:cNvSpPr/>
          <p:nvPr/>
        </p:nvSpPr>
        <p:spPr>
          <a:xfrm>
            <a:off x="9830879" y="1256235"/>
            <a:ext cx="1603693" cy="1334347"/>
          </a:xfrm>
          <a:custGeom>
            <a:avLst/>
            <a:gdLst>
              <a:gd name="csX0" fmla="*/ 3931 w 628942"/>
              <a:gd name="csY0" fmla="*/ 218 h 523309"/>
              <a:gd name="csX1" fmla="*/ 3931 w 628942"/>
              <a:gd name="csY1" fmla="*/ 218 h 523309"/>
              <a:gd name="csX2" fmla="*/ 3931 w 628942"/>
              <a:gd name="csY2" fmla="*/ 218 h 523309"/>
              <a:gd name="csX3" fmla="*/ 3931 w 628942"/>
              <a:gd name="csY3" fmla="*/ 218 h 523309"/>
              <a:gd name="csX4" fmla="*/ 1966 w 628942"/>
              <a:gd name="csY4" fmla="*/ 46664 h 523309"/>
              <a:gd name="csX5" fmla="*/ 41648 w 628942"/>
              <a:gd name="csY5" fmla="*/ 2831 h 523309"/>
              <a:gd name="csX6" fmla="*/ 1966 w 628942"/>
              <a:gd name="csY6" fmla="*/ 46664 h 523309"/>
              <a:gd name="csX7" fmla="*/ 41648 w 628942"/>
              <a:gd name="csY7" fmla="*/ 2831 h 523309"/>
              <a:gd name="csX8" fmla="*/ 1 w 628942"/>
              <a:gd name="csY8" fmla="*/ 93109 h 523309"/>
              <a:gd name="csX9" fmla="*/ 84277 w 628942"/>
              <a:gd name="csY9" fmla="*/ 1 h 523309"/>
              <a:gd name="csX10" fmla="*/ 1 w 628942"/>
              <a:gd name="csY10" fmla="*/ 93109 h 523309"/>
              <a:gd name="csX11" fmla="*/ 84277 w 628942"/>
              <a:gd name="csY11" fmla="*/ 1 h 523309"/>
              <a:gd name="csX12" fmla="*/ 2948 w 628942"/>
              <a:gd name="csY12" fmla="*/ 134039 h 523309"/>
              <a:gd name="csX13" fmla="*/ 121994 w 628942"/>
              <a:gd name="csY13" fmla="*/ 2613 h 523309"/>
              <a:gd name="csX14" fmla="*/ 2948 w 628942"/>
              <a:gd name="csY14" fmla="*/ 134039 h 523309"/>
              <a:gd name="csX15" fmla="*/ 121994 w 628942"/>
              <a:gd name="csY15" fmla="*/ 2613 h 523309"/>
              <a:gd name="csX16" fmla="*/ 983 w 628942"/>
              <a:gd name="csY16" fmla="*/ 180485 h 523309"/>
              <a:gd name="csX17" fmla="*/ 159712 w 628942"/>
              <a:gd name="csY17" fmla="*/ 5225 h 523309"/>
              <a:gd name="csX18" fmla="*/ 983 w 628942"/>
              <a:gd name="csY18" fmla="*/ 180485 h 523309"/>
              <a:gd name="csX19" fmla="*/ 159712 w 628942"/>
              <a:gd name="csY19" fmla="*/ 5225 h 523309"/>
              <a:gd name="csX20" fmla="*/ 4006 w 628942"/>
              <a:gd name="csY20" fmla="*/ 221415 h 523309"/>
              <a:gd name="csX21" fmla="*/ 202341 w 628942"/>
              <a:gd name="csY21" fmla="*/ 2395 h 523309"/>
              <a:gd name="csX22" fmla="*/ 4006 w 628942"/>
              <a:gd name="csY22" fmla="*/ 221415 h 523309"/>
              <a:gd name="csX23" fmla="*/ 202341 w 628942"/>
              <a:gd name="csY23" fmla="*/ 2395 h 523309"/>
              <a:gd name="csX24" fmla="*/ 1966 w 628942"/>
              <a:gd name="csY24" fmla="*/ 267860 h 523309"/>
              <a:gd name="csX25" fmla="*/ 240058 w 628942"/>
              <a:gd name="csY25" fmla="*/ 5008 h 523309"/>
              <a:gd name="csX26" fmla="*/ 1966 w 628942"/>
              <a:gd name="csY26" fmla="*/ 267860 h 523309"/>
              <a:gd name="csX27" fmla="*/ 240058 w 628942"/>
              <a:gd name="csY27" fmla="*/ 5008 h 523309"/>
              <a:gd name="csX28" fmla="*/ 1 w 628942"/>
              <a:gd name="csY28" fmla="*/ 314306 h 523309"/>
              <a:gd name="csX29" fmla="*/ 282688 w 628942"/>
              <a:gd name="csY29" fmla="*/ 2105 h 523309"/>
              <a:gd name="csX30" fmla="*/ 1 w 628942"/>
              <a:gd name="csY30" fmla="*/ 314306 h 523309"/>
              <a:gd name="csX31" fmla="*/ 282688 w 628942"/>
              <a:gd name="csY31" fmla="*/ 2105 h 523309"/>
              <a:gd name="csX32" fmla="*/ 3024 w 628942"/>
              <a:gd name="csY32" fmla="*/ 355236 h 523309"/>
              <a:gd name="csX33" fmla="*/ 320405 w 628942"/>
              <a:gd name="csY33" fmla="*/ 4718 h 523309"/>
              <a:gd name="csX34" fmla="*/ 3024 w 628942"/>
              <a:gd name="csY34" fmla="*/ 355236 h 523309"/>
              <a:gd name="csX35" fmla="*/ 320405 w 628942"/>
              <a:gd name="csY35" fmla="*/ 4718 h 523309"/>
              <a:gd name="csX36" fmla="*/ 1058 w 628942"/>
              <a:gd name="csY36" fmla="*/ 401681 h 523309"/>
              <a:gd name="csX37" fmla="*/ 363035 w 628942"/>
              <a:gd name="csY37" fmla="*/ 1887 h 523309"/>
              <a:gd name="csX38" fmla="*/ 1058 w 628942"/>
              <a:gd name="csY38" fmla="*/ 401681 h 523309"/>
              <a:gd name="csX39" fmla="*/ 363035 w 628942"/>
              <a:gd name="csY39" fmla="*/ 1887 h 523309"/>
              <a:gd name="csX40" fmla="*/ 4006 w 628942"/>
              <a:gd name="csY40" fmla="*/ 442611 h 523309"/>
              <a:gd name="csX41" fmla="*/ 400752 w 628942"/>
              <a:gd name="csY41" fmla="*/ 4500 h 523309"/>
              <a:gd name="csX42" fmla="*/ 4006 w 628942"/>
              <a:gd name="csY42" fmla="*/ 442611 h 523309"/>
              <a:gd name="csX43" fmla="*/ 400752 w 628942"/>
              <a:gd name="csY43" fmla="*/ 4500 h 523309"/>
              <a:gd name="csX44" fmla="*/ 2041 w 628942"/>
              <a:gd name="csY44" fmla="*/ 489057 h 523309"/>
              <a:gd name="csX45" fmla="*/ 443382 w 628942"/>
              <a:gd name="csY45" fmla="*/ 1597 h 523309"/>
              <a:gd name="csX46" fmla="*/ 2041 w 628942"/>
              <a:gd name="csY46" fmla="*/ 489057 h 523309"/>
              <a:gd name="csX47" fmla="*/ 443382 w 628942"/>
              <a:gd name="csY47" fmla="*/ 1597 h 523309"/>
              <a:gd name="csX48" fmla="*/ 14966 w 628942"/>
              <a:gd name="csY48" fmla="*/ 519101 h 523309"/>
              <a:gd name="csX49" fmla="*/ 481099 w 628942"/>
              <a:gd name="csY49" fmla="*/ 4210 h 523309"/>
              <a:gd name="csX50" fmla="*/ 14966 w 628942"/>
              <a:gd name="csY50" fmla="*/ 519101 h 523309"/>
              <a:gd name="csX51" fmla="*/ 481099 w 628942"/>
              <a:gd name="csY51" fmla="*/ 4210 h 523309"/>
              <a:gd name="csX52" fmla="*/ 52607 w 628942"/>
              <a:gd name="csY52" fmla="*/ 521714 h 523309"/>
              <a:gd name="csX53" fmla="*/ 523729 w 628942"/>
              <a:gd name="csY53" fmla="*/ 1379 h 523309"/>
              <a:gd name="csX54" fmla="*/ 52607 w 628942"/>
              <a:gd name="csY54" fmla="*/ 521714 h 523309"/>
              <a:gd name="csX55" fmla="*/ 523729 w 628942"/>
              <a:gd name="csY55" fmla="*/ 1379 h 523309"/>
              <a:gd name="csX56" fmla="*/ 95313 w 628942"/>
              <a:gd name="csY56" fmla="*/ 518811 h 523309"/>
              <a:gd name="csX57" fmla="*/ 561445 w 628942"/>
              <a:gd name="csY57" fmla="*/ 3992 h 523309"/>
              <a:gd name="csX58" fmla="*/ 95313 w 628942"/>
              <a:gd name="csY58" fmla="*/ 518811 h 523309"/>
              <a:gd name="csX59" fmla="*/ 561445 w 628942"/>
              <a:gd name="csY59" fmla="*/ 3992 h 523309"/>
              <a:gd name="csX60" fmla="*/ 132954 w 628942"/>
              <a:gd name="csY60" fmla="*/ 521423 h 523309"/>
              <a:gd name="csX61" fmla="*/ 604075 w 628942"/>
              <a:gd name="csY61" fmla="*/ 1089 h 523309"/>
              <a:gd name="csX62" fmla="*/ 132954 w 628942"/>
              <a:gd name="csY62" fmla="*/ 521423 h 523309"/>
              <a:gd name="csX63" fmla="*/ 604075 w 628942"/>
              <a:gd name="csY63" fmla="*/ 1089 h 523309"/>
              <a:gd name="csX64" fmla="*/ 175660 w 628942"/>
              <a:gd name="csY64" fmla="*/ 518593 h 523309"/>
              <a:gd name="csX65" fmla="*/ 626902 w 628942"/>
              <a:gd name="csY65" fmla="*/ 20175 h 523309"/>
              <a:gd name="csX66" fmla="*/ 175660 w 628942"/>
              <a:gd name="csY66" fmla="*/ 518593 h 523309"/>
              <a:gd name="csX67" fmla="*/ 626902 w 628942"/>
              <a:gd name="csY67" fmla="*/ 20175 h 523309"/>
              <a:gd name="csX68" fmla="*/ 213301 w 628942"/>
              <a:gd name="csY68" fmla="*/ 521206 h 523309"/>
              <a:gd name="csX69" fmla="*/ 624937 w 628942"/>
              <a:gd name="csY69" fmla="*/ 66621 h 523309"/>
              <a:gd name="csX70" fmla="*/ 213301 w 628942"/>
              <a:gd name="csY70" fmla="*/ 521206 h 523309"/>
              <a:gd name="csX71" fmla="*/ 624937 w 628942"/>
              <a:gd name="csY71" fmla="*/ 66621 h 523309"/>
              <a:gd name="csX72" fmla="*/ 256007 w 628942"/>
              <a:gd name="csY72" fmla="*/ 518303 h 523309"/>
              <a:gd name="csX73" fmla="*/ 627885 w 628942"/>
              <a:gd name="csY73" fmla="*/ 107551 h 523309"/>
              <a:gd name="csX74" fmla="*/ 256007 w 628942"/>
              <a:gd name="csY74" fmla="*/ 518303 h 523309"/>
              <a:gd name="csX75" fmla="*/ 627885 w 628942"/>
              <a:gd name="csY75" fmla="*/ 107551 h 523309"/>
              <a:gd name="csX76" fmla="*/ 293648 w 628942"/>
              <a:gd name="csY76" fmla="*/ 520915 h 523309"/>
              <a:gd name="csX77" fmla="*/ 625920 w 628942"/>
              <a:gd name="csY77" fmla="*/ 153996 h 523309"/>
              <a:gd name="csX78" fmla="*/ 293648 w 628942"/>
              <a:gd name="csY78" fmla="*/ 520915 h 523309"/>
              <a:gd name="csX79" fmla="*/ 625920 w 628942"/>
              <a:gd name="csY79" fmla="*/ 153996 h 523309"/>
              <a:gd name="csX80" fmla="*/ 336354 w 628942"/>
              <a:gd name="csY80" fmla="*/ 518085 h 523309"/>
              <a:gd name="csX81" fmla="*/ 628867 w 628942"/>
              <a:gd name="csY81" fmla="*/ 194926 h 523309"/>
              <a:gd name="csX82" fmla="*/ 336354 w 628942"/>
              <a:gd name="csY82" fmla="*/ 518085 h 523309"/>
              <a:gd name="csX83" fmla="*/ 628867 w 628942"/>
              <a:gd name="csY83" fmla="*/ 194926 h 523309"/>
              <a:gd name="csX84" fmla="*/ 373995 w 628942"/>
              <a:gd name="csY84" fmla="*/ 520698 h 523309"/>
              <a:gd name="csX85" fmla="*/ 626902 w 628942"/>
              <a:gd name="csY85" fmla="*/ 241372 h 523309"/>
              <a:gd name="csX86" fmla="*/ 373995 w 628942"/>
              <a:gd name="csY86" fmla="*/ 520698 h 523309"/>
              <a:gd name="csX87" fmla="*/ 626902 w 628942"/>
              <a:gd name="csY87" fmla="*/ 241372 h 523309"/>
              <a:gd name="csX88" fmla="*/ 411712 w 628942"/>
              <a:gd name="csY88" fmla="*/ 523310 h 523309"/>
              <a:gd name="csX89" fmla="*/ 624937 w 628942"/>
              <a:gd name="csY89" fmla="*/ 287745 h 523309"/>
              <a:gd name="csX90" fmla="*/ 411712 w 628942"/>
              <a:gd name="csY90" fmla="*/ 523310 h 523309"/>
              <a:gd name="csX91" fmla="*/ 624937 w 628942"/>
              <a:gd name="csY91" fmla="*/ 287745 h 523309"/>
              <a:gd name="csX92" fmla="*/ 454342 w 628942"/>
              <a:gd name="csY92" fmla="*/ 520408 h 523309"/>
              <a:gd name="csX93" fmla="*/ 627960 w 628942"/>
              <a:gd name="csY93" fmla="*/ 328747 h 523309"/>
              <a:gd name="csX94" fmla="*/ 454342 w 628942"/>
              <a:gd name="csY94" fmla="*/ 520408 h 523309"/>
              <a:gd name="csX95" fmla="*/ 627960 w 628942"/>
              <a:gd name="csY95" fmla="*/ 328747 h 523309"/>
              <a:gd name="csX96" fmla="*/ 492058 w 628942"/>
              <a:gd name="csY96" fmla="*/ 523020 h 523309"/>
              <a:gd name="csX97" fmla="*/ 625920 w 628942"/>
              <a:gd name="csY97" fmla="*/ 375193 h 523309"/>
              <a:gd name="csX98" fmla="*/ 492058 w 628942"/>
              <a:gd name="csY98" fmla="*/ 523020 h 523309"/>
              <a:gd name="csX99" fmla="*/ 625920 w 628942"/>
              <a:gd name="csY99" fmla="*/ 375193 h 523309"/>
              <a:gd name="csX100" fmla="*/ 534688 w 628942"/>
              <a:gd name="csY100" fmla="*/ 520190 h 523309"/>
              <a:gd name="csX101" fmla="*/ 628943 w 628942"/>
              <a:gd name="csY101" fmla="*/ 416123 h 523309"/>
              <a:gd name="csX102" fmla="*/ 534688 w 628942"/>
              <a:gd name="csY102" fmla="*/ 520190 h 523309"/>
              <a:gd name="csX103" fmla="*/ 628943 w 628942"/>
              <a:gd name="csY103" fmla="*/ 416123 h 523309"/>
              <a:gd name="csX104" fmla="*/ 572405 w 628942"/>
              <a:gd name="csY104" fmla="*/ 522802 h 523309"/>
              <a:gd name="csX105" fmla="*/ 626977 w 628942"/>
              <a:gd name="csY105" fmla="*/ 462568 h 523309"/>
              <a:gd name="csX106" fmla="*/ 572405 w 628942"/>
              <a:gd name="csY106" fmla="*/ 522802 h 523309"/>
              <a:gd name="csX107" fmla="*/ 626977 w 628942"/>
              <a:gd name="csY107" fmla="*/ 462568 h 523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628942" h="523309"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1966" y="46664"/>
                </a:moveTo>
                <a:cubicBezTo>
                  <a:pt x="15042" y="28231"/>
                  <a:pt x="24868" y="24457"/>
                  <a:pt x="41648" y="2831"/>
                </a:cubicBezTo>
                <a:moveTo>
                  <a:pt x="1966" y="46664"/>
                </a:moveTo>
                <a:cubicBezTo>
                  <a:pt x="16024" y="31351"/>
                  <a:pt x="26984" y="19087"/>
                  <a:pt x="41648" y="2831"/>
                </a:cubicBezTo>
                <a:moveTo>
                  <a:pt x="1" y="93109"/>
                </a:moveTo>
                <a:cubicBezTo>
                  <a:pt x="21013" y="71483"/>
                  <a:pt x="51323" y="38246"/>
                  <a:pt x="84277" y="1"/>
                </a:cubicBezTo>
                <a:moveTo>
                  <a:pt x="1" y="93109"/>
                </a:moveTo>
                <a:cubicBezTo>
                  <a:pt x="15873" y="70685"/>
                  <a:pt x="41270" y="50655"/>
                  <a:pt x="84277" y="1"/>
                </a:cubicBezTo>
                <a:moveTo>
                  <a:pt x="2948" y="134039"/>
                </a:moveTo>
                <a:cubicBezTo>
                  <a:pt x="22978" y="90352"/>
                  <a:pt x="77929" y="70322"/>
                  <a:pt x="121994" y="2613"/>
                </a:cubicBezTo>
                <a:moveTo>
                  <a:pt x="2948" y="134039"/>
                </a:moveTo>
                <a:cubicBezTo>
                  <a:pt x="39153" y="96520"/>
                  <a:pt x="55404" y="68508"/>
                  <a:pt x="121994" y="2613"/>
                </a:cubicBezTo>
                <a:moveTo>
                  <a:pt x="983" y="180485"/>
                </a:moveTo>
                <a:cubicBezTo>
                  <a:pt x="41043" y="114808"/>
                  <a:pt x="101511" y="79901"/>
                  <a:pt x="159712" y="5225"/>
                </a:cubicBezTo>
                <a:moveTo>
                  <a:pt x="983" y="180485"/>
                </a:moveTo>
                <a:cubicBezTo>
                  <a:pt x="40438" y="136942"/>
                  <a:pt x="77399" y="98117"/>
                  <a:pt x="159712" y="5225"/>
                </a:cubicBezTo>
                <a:moveTo>
                  <a:pt x="4006" y="221415"/>
                </a:moveTo>
                <a:cubicBezTo>
                  <a:pt x="60393" y="171849"/>
                  <a:pt x="82690" y="131064"/>
                  <a:pt x="202341" y="2395"/>
                </a:cubicBezTo>
                <a:moveTo>
                  <a:pt x="4006" y="221415"/>
                </a:moveTo>
                <a:cubicBezTo>
                  <a:pt x="73696" y="143691"/>
                  <a:pt x="155932" y="61396"/>
                  <a:pt x="202341" y="2395"/>
                </a:cubicBezTo>
                <a:moveTo>
                  <a:pt x="1966" y="267860"/>
                </a:moveTo>
                <a:cubicBezTo>
                  <a:pt x="77097" y="182734"/>
                  <a:pt x="141193" y="108494"/>
                  <a:pt x="240058" y="5008"/>
                </a:cubicBezTo>
                <a:moveTo>
                  <a:pt x="1966" y="267860"/>
                </a:moveTo>
                <a:cubicBezTo>
                  <a:pt x="56614" y="201675"/>
                  <a:pt x="117308" y="143981"/>
                  <a:pt x="240058" y="5008"/>
                </a:cubicBezTo>
                <a:moveTo>
                  <a:pt x="1" y="314306"/>
                </a:moveTo>
                <a:cubicBezTo>
                  <a:pt x="70974" y="242968"/>
                  <a:pt x="129478" y="173736"/>
                  <a:pt x="282688" y="2105"/>
                </a:cubicBezTo>
                <a:moveTo>
                  <a:pt x="1" y="314306"/>
                </a:moveTo>
                <a:cubicBezTo>
                  <a:pt x="71579" y="243476"/>
                  <a:pt x="129553" y="175477"/>
                  <a:pt x="282688" y="2105"/>
                </a:cubicBezTo>
                <a:moveTo>
                  <a:pt x="3024" y="355236"/>
                </a:moveTo>
                <a:cubicBezTo>
                  <a:pt x="96447" y="267570"/>
                  <a:pt x="178532" y="147682"/>
                  <a:pt x="320405" y="4718"/>
                </a:cubicBezTo>
                <a:moveTo>
                  <a:pt x="3024" y="355236"/>
                </a:moveTo>
                <a:cubicBezTo>
                  <a:pt x="132425" y="216262"/>
                  <a:pt x="252227" y="77216"/>
                  <a:pt x="320405" y="4718"/>
                </a:cubicBezTo>
                <a:moveTo>
                  <a:pt x="1058" y="401681"/>
                </a:moveTo>
                <a:cubicBezTo>
                  <a:pt x="147618" y="265393"/>
                  <a:pt x="262960" y="97173"/>
                  <a:pt x="363035" y="1887"/>
                </a:cubicBezTo>
                <a:moveTo>
                  <a:pt x="1058" y="401681"/>
                </a:moveTo>
                <a:cubicBezTo>
                  <a:pt x="127890" y="265102"/>
                  <a:pt x="255629" y="136869"/>
                  <a:pt x="363035" y="1887"/>
                </a:cubicBezTo>
                <a:moveTo>
                  <a:pt x="4006" y="442611"/>
                </a:moveTo>
                <a:cubicBezTo>
                  <a:pt x="114058" y="321273"/>
                  <a:pt x="211411" y="209586"/>
                  <a:pt x="400752" y="4500"/>
                </a:cubicBezTo>
                <a:moveTo>
                  <a:pt x="4006" y="442611"/>
                </a:moveTo>
                <a:cubicBezTo>
                  <a:pt x="96749" y="327586"/>
                  <a:pt x="209068" y="213650"/>
                  <a:pt x="400752" y="4500"/>
                </a:cubicBezTo>
                <a:moveTo>
                  <a:pt x="2041" y="489057"/>
                </a:moveTo>
                <a:cubicBezTo>
                  <a:pt x="111488" y="361694"/>
                  <a:pt x="210429" y="264667"/>
                  <a:pt x="443382" y="1597"/>
                </a:cubicBezTo>
                <a:moveTo>
                  <a:pt x="2041" y="489057"/>
                </a:moveTo>
                <a:cubicBezTo>
                  <a:pt x="164246" y="309661"/>
                  <a:pt x="324562" y="120976"/>
                  <a:pt x="443382" y="1597"/>
                </a:cubicBezTo>
                <a:moveTo>
                  <a:pt x="14966" y="519101"/>
                </a:moveTo>
                <a:cubicBezTo>
                  <a:pt x="121994" y="399867"/>
                  <a:pt x="215720" y="292970"/>
                  <a:pt x="481099" y="4210"/>
                </a:cubicBezTo>
                <a:moveTo>
                  <a:pt x="14966" y="519101"/>
                </a:moveTo>
                <a:cubicBezTo>
                  <a:pt x="204760" y="315322"/>
                  <a:pt x="377245" y="126782"/>
                  <a:pt x="481099" y="4210"/>
                </a:cubicBezTo>
                <a:moveTo>
                  <a:pt x="52607" y="521714"/>
                </a:moveTo>
                <a:cubicBezTo>
                  <a:pt x="144065" y="421348"/>
                  <a:pt x="239529" y="303057"/>
                  <a:pt x="523729" y="1379"/>
                </a:cubicBezTo>
                <a:moveTo>
                  <a:pt x="52607" y="521714"/>
                </a:moveTo>
                <a:cubicBezTo>
                  <a:pt x="226377" y="323014"/>
                  <a:pt x="415113" y="122936"/>
                  <a:pt x="523729" y="1379"/>
                </a:cubicBezTo>
                <a:moveTo>
                  <a:pt x="95313" y="518811"/>
                </a:moveTo>
                <a:cubicBezTo>
                  <a:pt x="224412" y="370548"/>
                  <a:pt x="373617" y="222431"/>
                  <a:pt x="561445" y="3992"/>
                </a:cubicBezTo>
                <a:moveTo>
                  <a:pt x="95313" y="518811"/>
                </a:moveTo>
                <a:cubicBezTo>
                  <a:pt x="192440" y="414599"/>
                  <a:pt x="292439" y="320039"/>
                  <a:pt x="561445" y="3992"/>
                </a:cubicBezTo>
                <a:moveTo>
                  <a:pt x="132954" y="521423"/>
                </a:moveTo>
                <a:cubicBezTo>
                  <a:pt x="235070" y="418082"/>
                  <a:pt x="326376" y="302404"/>
                  <a:pt x="604075" y="1089"/>
                </a:cubicBezTo>
                <a:moveTo>
                  <a:pt x="132954" y="521423"/>
                </a:moveTo>
                <a:cubicBezTo>
                  <a:pt x="292892" y="336730"/>
                  <a:pt x="467040" y="148336"/>
                  <a:pt x="604075" y="1089"/>
                </a:cubicBezTo>
                <a:moveTo>
                  <a:pt x="175660" y="518593"/>
                </a:moveTo>
                <a:cubicBezTo>
                  <a:pt x="339830" y="348269"/>
                  <a:pt x="482081" y="194346"/>
                  <a:pt x="626902" y="20175"/>
                </a:cubicBezTo>
                <a:moveTo>
                  <a:pt x="175660" y="518593"/>
                </a:moveTo>
                <a:cubicBezTo>
                  <a:pt x="287148" y="378168"/>
                  <a:pt x="416776" y="244638"/>
                  <a:pt x="626902" y="20175"/>
                </a:cubicBezTo>
                <a:moveTo>
                  <a:pt x="213301" y="521206"/>
                </a:moveTo>
                <a:cubicBezTo>
                  <a:pt x="347842" y="365613"/>
                  <a:pt x="479814" y="210529"/>
                  <a:pt x="624937" y="66621"/>
                </a:cubicBezTo>
                <a:moveTo>
                  <a:pt x="213301" y="521206"/>
                </a:moveTo>
                <a:cubicBezTo>
                  <a:pt x="337790" y="396093"/>
                  <a:pt x="460237" y="260385"/>
                  <a:pt x="624937" y="66621"/>
                </a:cubicBezTo>
                <a:moveTo>
                  <a:pt x="256007" y="518303"/>
                </a:moveTo>
                <a:cubicBezTo>
                  <a:pt x="366738" y="394497"/>
                  <a:pt x="477924" y="249354"/>
                  <a:pt x="627885" y="107551"/>
                </a:cubicBezTo>
                <a:moveTo>
                  <a:pt x="256007" y="518303"/>
                </a:moveTo>
                <a:cubicBezTo>
                  <a:pt x="341040" y="420985"/>
                  <a:pt x="426526" y="332594"/>
                  <a:pt x="627885" y="107551"/>
                </a:cubicBezTo>
                <a:moveTo>
                  <a:pt x="293648" y="520915"/>
                </a:moveTo>
                <a:cubicBezTo>
                  <a:pt x="357064" y="433903"/>
                  <a:pt x="453661" y="347253"/>
                  <a:pt x="625920" y="153996"/>
                </a:cubicBezTo>
                <a:moveTo>
                  <a:pt x="293648" y="520915"/>
                </a:moveTo>
                <a:cubicBezTo>
                  <a:pt x="392135" y="418880"/>
                  <a:pt x="491000" y="298848"/>
                  <a:pt x="625920" y="153996"/>
                </a:cubicBezTo>
                <a:moveTo>
                  <a:pt x="336354" y="518085"/>
                </a:moveTo>
                <a:cubicBezTo>
                  <a:pt x="424788" y="427589"/>
                  <a:pt x="519496" y="332666"/>
                  <a:pt x="628867" y="194926"/>
                </a:cubicBezTo>
                <a:moveTo>
                  <a:pt x="336354" y="518085"/>
                </a:moveTo>
                <a:cubicBezTo>
                  <a:pt x="413223" y="419679"/>
                  <a:pt x="498408" y="341737"/>
                  <a:pt x="628867" y="194926"/>
                </a:cubicBezTo>
                <a:moveTo>
                  <a:pt x="373995" y="520698"/>
                </a:moveTo>
                <a:cubicBezTo>
                  <a:pt x="444364" y="429694"/>
                  <a:pt x="528944" y="324829"/>
                  <a:pt x="626902" y="241372"/>
                </a:cubicBezTo>
                <a:moveTo>
                  <a:pt x="373995" y="520698"/>
                </a:moveTo>
                <a:cubicBezTo>
                  <a:pt x="450335" y="435499"/>
                  <a:pt x="531287" y="342609"/>
                  <a:pt x="626902" y="241372"/>
                </a:cubicBezTo>
                <a:moveTo>
                  <a:pt x="411712" y="523310"/>
                </a:moveTo>
                <a:cubicBezTo>
                  <a:pt x="453283" y="456037"/>
                  <a:pt x="504832" y="417211"/>
                  <a:pt x="624937" y="287745"/>
                </a:cubicBezTo>
                <a:moveTo>
                  <a:pt x="411712" y="523310"/>
                </a:moveTo>
                <a:cubicBezTo>
                  <a:pt x="472255" y="457125"/>
                  <a:pt x="542398" y="383030"/>
                  <a:pt x="624937" y="287745"/>
                </a:cubicBezTo>
                <a:moveTo>
                  <a:pt x="454342" y="520408"/>
                </a:moveTo>
                <a:cubicBezTo>
                  <a:pt x="531211" y="437604"/>
                  <a:pt x="577243" y="388764"/>
                  <a:pt x="627960" y="328747"/>
                </a:cubicBezTo>
                <a:moveTo>
                  <a:pt x="454342" y="520408"/>
                </a:moveTo>
                <a:cubicBezTo>
                  <a:pt x="505437" y="458287"/>
                  <a:pt x="577394" y="393480"/>
                  <a:pt x="627960" y="328747"/>
                </a:cubicBezTo>
                <a:moveTo>
                  <a:pt x="492058" y="523020"/>
                </a:moveTo>
                <a:cubicBezTo>
                  <a:pt x="523351" y="490944"/>
                  <a:pt x="553282" y="450086"/>
                  <a:pt x="625920" y="375193"/>
                </a:cubicBezTo>
                <a:moveTo>
                  <a:pt x="492058" y="523020"/>
                </a:moveTo>
                <a:cubicBezTo>
                  <a:pt x="542398" y="463874"/>
                  <a:pt x="592057" y="414018"/>
                  <a:pt x="625920" y="375193"/>
                </a:cubicBezTo>
                <a:moveTo>
                  <a:pt x="534688" y="520190"/>
                </a:moveTo>
                <a:cubicBezTo>
                  <a:pt x="553282" y="498056"/>
                  <a:pt x="604907" y="463947"/>
                  <a:pt x="628943" y="416123"/>
                </a:cubicBezTo>
                <a:moveTo>
                  <a:pt x="534688" y="520190"/>
                </a:moveTo>
                <a:cubicBezTo>
                  <a:pt x="565754" y="492903"/>
                  <a:pt x="584726" y="461625"/>
                  <a:pt x="628943" y="416123"/>
                </a:cubicBezTo>
                <a:moveTo>
                  <a:pt x="572405" y="522802"/>
                </a:moveTo>
                <a:cubicBezTo>
                  <a:pt x="595081" y="503136"/>
                  <a:pt x="613750" y="468011"/>
                  <a:pt x="626977" y="462568"/>
                </a:cubicBezTo>
                <a:moveTo>
                  <a:pt x="572405" y="522802"/>
                </a:moveTo>
                <a:cubicBezTo>
                  <a:pt x="587976" y="505675"/>
                  <a:pt x="604907" y="486952"/>
                  <a:pt x="626977" y="462568"/>
                </a:cubicBezTo>
              </a:path>
            </a:pathLst>
          </a:custGeom>
          <a:noFill/>
          <a:ln w="3775" cap="rnd">
            <a:solidFill>
              <a:srgbClr val="FFE6C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2267" name="!!61p">
            <a:extLst>
              <a:ext uri="{FF2B5EF4-FFF2-40B4-BE49-F238E27FC236}">
                <a16:creationId xmlns:a16="http://schemas.microsoft.com/office/drawing/2014/main" id="{3EDD1CB0-2B26-2BB5-2444-859A86A2769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823882" y="927444"/>
            <a:ext cx="1503281" cy="314572"/>
          </a:xfrm>
          <a:custGeom>
            <a:avLst/>
            <a:gdLst>
              <a:gd name="csX0" fmla="*/ 0 w 589562"/>
              <a:gd name="csY0" fmla="*/ 0 h 123370"/>
              <a:gd name="csX1" fmla="*/ 589563 w 589562"/>
              <a:gd name="csY1" fmla="*/ 0 h 123370"/>
              <a:gd name="csX2" fmla="*/ 589563 w 589562"/>
              <a:gd name="csY2" fmla="*/ 123371 h 123370"/>
              <a:gd name="csX3" fmla="*/ 0 w 58956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9562" h="123370">
                <a:moveTo>
                  <a:pt x="0" y="0"/>
                </a:moveTo>
                <a:lnTo>
                  <a:pt x="589563" y="0"/>
                </a:lnTo>
                <a:lnTo>
                  <a:pt x="589563" y="123371"/>
                </a:lnTo>
                <a:lnTo>
                  <a:pt x="0" y="123371"/>
                </a:lnTo>
                <a:close/>
              </a:path>
            </a:pathLst>
          </a:custGeom>
        </p:spPr>
      </p:pic>
      <p:grpSp>
        <p:nvGrpSpPr>
          <p:cNvPr id="2268" name="!!رسم 9">
            <a:extLst>
              <a:ext uri="{FF2B5EF4-FFF2-40B4-BE49-F238E27FC236}">
                <a16:creationId xmlns:a16="http://schemas.microsoft.com/office/drawing/2014/main" id="{CD4FCAC2-0E01-6A9B-5017-75E07CA2CAFE}"/>
              </a:ext>
            </a:extLst>
          </p:cNvPr>
          <p:cNvGrpSpPr/>
          <p:nvPr/>
        </p:nvGrpSpPr>
        <p:grpSpPr>
          <a:xfrm>
            <a:off x="9830879" y="2590582"/>
            <a:ext cx="857889" cy="499869"/>
            <a:chOff x="7728634" y="5608345"/>
            <a:chExt cx="857889" cy="499869"/>
          </a:xfrm>
        </p:grpSpPr>
        <p:grpSp>
          <p:nvGrpSpPr>
            <p:cNvPr id="2269" name="رسم 9">
              <a:extLst>
                <a:ext uri="{FF2B5EF4-FFF2-40B4-BE49-F238E27FC236}">
                  <a16:creationId xmlns:a16="http://schemas.microsoft.com/office/drawing/2014/main" id="{30852A24-7B82-003B-DCED-6209733210D1}"/>
                </a:ext>
              </a:extLst>
            </p:cNvPr>
            <p:cNvGrpSpPr/>
            <p:nvPr/>
          </p:nvGrpSpPr>
          <p:grpSpPr>
            <a:xfrm>
              <a:off x="7728634" y="5608345"/>
              <a:ext cx="857889" cy="499869"/>
              <a:chOff x="7728634" y="5608345"/>
              <a:chExt cx="857889" cy="499869"/>
            </a:xfrm>
          </p:grpSpPr>
          <p:sp>
            <p:nvSpPr>
              <p:cNvPr id="2271" name="شكل حر: شكل 357">
                <a:extLst>
                  <a:ext uri="{FF2B5EF4-FFF2-40B4-BE49-F238E27FC236}">
                    <a16:creationId xmlns:a16="http://schemas.microsoft.com/office/drawing/2014/main" id="{A2D0D2C7-2765-5C47-8ED7-F525FF7ED020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1 w 831434"/>
                  <a:gd name="csY2" fmla="*/ 171486 h 461769"/>
                  <a:gd name="csX3" fmla="*/ 1 w 831434"/>
                  <a:gd name="csY3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lnTo>
                      <a:pt x="831435" y="171486"/>
                    </a:lnTo>
                    <a:lnTo>
                      <a:pt x="1" y="171486"/>
                    </a:lnTo>
                    <a:lnTo>
                      <a:pt x="1" y="4617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" name="شكل حر: شكل 358">
                <a:extLst>
                  <a:ext uri="{FF2B5EF4-FFF2-40B4-BE49-F238E27FC236}">
                    <a16:creationId xmlns:a16="http://schemas.microsoft.com/office/drawing/2014/main" id="{B355BC31-99ED-98E6-C226-E3E8D582FCD4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" name="شكل حر: شكل 359">
                <a:extLst>
                  <a:ext uri="{FF2B5EF4-FFF2-40B4-BE49-F238E27FC236}">
                    <a16:creationId xmlns:a16="http://schemas.microsoft.com/office/drawing/2014/main" id="{88BD685A-7B8E-3701-1536-D1EF31F09C5F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831435 w 831434"/>
                  <a:gd name="csY2" fmla="*/ 1 h 461769"/>
                  <a:gd name="csX3" fmla="*/ 831435 w 831434"/>
                  <a:gd name="csY3" fmla="*/ 171486 h 461769"/>
                  <a:gd name="csX4" fmla="*/ 831435 w 831434"/>
                  <a:gd name="csY4" fmla="*/ 171486 h 461769"/>
                  <a:gd name="csX5" fmla="*/ 1 w 831434"/>
                  <a:gd name="csY5" fmla="*/ 171486 h 461769"/>
                  <a:gd name="csX6" fmla="*/ 831435 w 831434"/>
                  <a:gd name="csY6" fmla="*/ 171486 h 461769"/>
                  <a:gd name="csX7" fmla="*/ 1 w 831434"/>
                  <a:gd name="csY7" fmla="*/ 171486 h 461769"/>
                  <a:gd name="csX8" fmla="*/ 1 w 831434"/>
                  <a:gd name="csY8" fmla="*/ 171486 h 461769"/>
                  <a:gd name="csX9" fmla="*/ 1 w 831434"/>
                  <a:gd name="csY9" fmla="*/ 461770 h 461769"/>
                  <a:gd name="csX10" fmla="*/ 1 w 831434"/>
                  <a:gd name="csY10" fmla="*/ 171486 h 461769"/>
                  <a:gd name="csX11" fmla="*/ 1 w 831434"/>
                  <a:gd name="csY11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cubicBezTo>
                      <a:pt x="817906" y="60597"/>
                      <a:pt x="825237" y="123807"/>
                      <a:pt x="831435" y="171486"/>
                    </a:cubicBezTo>
                    <a:moveTo>
                      <a:pt x="831435" y="1"/>
                    </a:moveTo>
                    <a:cubicBezTo>
                      <a:pt x="826975" y="39479"/>
                      <a:pt x="824028" y="69741"/>
                      <a:pt x="831435" y="171486"/>
                    </a:cubicBezTo>
                    <a:moveTo>
                      <a:pt x="831435" y="171486"/>
                    </a:moveTo>
                    <a:cubicBezTo>
                      <a:pt x="548445" y="178162"/>
                      <a:pt x="278380" y="161616"/>
                      <a:pt x="1" y="171486"/>
                    </a:cubicBezTo>
                    <a:moveTo>
                      <a:pt x="831435" y="171486"/>
                    </a:moveTo>
                    <a:cubicBezTo>
                      <a:pt x="600296" y="170542"/>
                      <a:pt x="364622" y="181283"/>
                      <a:pt x="1" y="171486"/>
                    </a:cubicBezTo>
                    <a:moveTo>
                      <a:pt x="1" y="171486"/>
                    </a:moveTo>
                    <a:cubicBezTo>
                      <a:pt x="3628" y="271997"/>
                      <a:pt x="1512" y="362856"/>
                      <a:pt x="1" y="461770"/>
                    </a:cubicBezTo>
                    <a:moveTo>
                      <a:pt x="1" y="171486"/>
                    </a:moveTo>
                    <a:cubicBezTo>
                      <a:pt x="4762" y="237453"/>
                      <a:pt x="5821" y="312201"/>
                      <a:pt x="1" y="4617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" name="شكل حر: شكل 360">
                <a:extLst>
                  <a:ext uri="{FF2B5EF4-FFF2-40B4-BE49-F238E27FC236}">
                    <a16:creationId xmlns:a16="http://schemas.microsoft.com/office/drawing/2014/main" id="{E2F41AC5-4647-0B4B-94BD-41ECF22BCE78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867"/>
              </a:xfrm>
              <a:custGeom>
                <a:avLst/>
                <a:gdLst>
                  <a:gd name="csX0" fmla="*/ 26455 w 52909"/>
                  <a:gd name="csY0" fmla="*/ 1 h 50867"/>
                  <a:gd name="csX1" fmla="*/ 52910 w 52909"/>
                  <a:gd name="csY1" fmla="*/ 50800 h 50867"/>
                  <a:gd name="csX2" fmla="*/ 26455 w 52909"/>
                  <a:gd name="csY2" fmla="*/ 38100 h 50867"/>
                  <a:gd name="csX3" fmla="*/ 1 w 52909"/>
                  <a:gd name="csY3" fmla="*/ 50800 h 50867"/>
                  <a:gd name="csX4" fmla="*/ 26455 w 52909"/>
                  <a:gd name="csY4" fmla="*/ 1 h 50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867">
                    <a:moveTo>
                      <a:pt x="26455" y="1"/>
                    </a:moveTo>
                    <a:cubicBezTo>
                      <a:pt x="34089" y="25110"/>
                      <a:pt x="43235" y="25255"/>
                      <a:pt x="52910" y="50800"/>
                    </a:cubicBezTo>
                    <a:cubicBezTo>
                      <a:pt x="38851" y="46373"/>
                      <a:pt x="33107" y="44922"/>
                      <a:pt x="26455" y="38100"/>
                    </a:cubicBezTo>
                    <a:cubicBezTo>
                      <a:pt x="17234" y="42672"/>
                      <a:pt x="10583" y="51744"/>
                      <a:pt x="1" y="50800"/>
                    </a:cubicBezTo>
                    <a:cubicBezTo>
                      <a:pt x="8995" y="45503"/>
                      <a:pt x="10053" y="26489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" name="شكل حر: شكل 361">
                <a:extLst>
                  <a:ext uri="{FF2B5EF4-FFF2-40B4-BE49-F238E27FC236}">
                    <a16:creationId xmlns:a16="http://schemas.microsoft.com/office/drawing/2014/main" id="{34DAE762-92D7-4D51-761F-2F0B6218E909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554" y="18433"/>
                      <a:pt x="40892" y="37955"/>
                      <a:pt x="52910" y="50800"/>
                    </a:cubicBezTo>
                    <a:moveTo>
                      <a:pt x="26455" y="1"/>
                    </a:moveTo>
                    <a:cubicBezTo>
                      <a:pt x="30234" y="12265"/>
                      <a:pt x="34543" y="20756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7172"/>
                      <a:pt x="35374" y="39697"/>
                      <a:pt x="26455" y="38100"/>
                    </a:cubicBezTo>
                    <a:moveTo>
                      <a:pt x="52910" y="50800"/>
                    </a:moveTo>
                    <a:cubicBezTo>
                      <a:pt x="46334" y="46591"/>
                      <a:pt x="38851" y="45067"/>
                      <a:pt x="26455" y="38100"/>
                    </a:cubicBezTo>
                    <a:moveTo>
                      <a:pt x="26455" y="38100"/>
                    </a:moveTo>
                    <a:cubicBezTo>
                      <a:pt x="17990" y="42454"/>
                      <a:pt x="8390" y="44922"/>
                      <a:pt x="1" y="50800"/>
                    </a:cubicBezTo>
                    <a:moveTo>
                      <a:pt x="26455" y="38100"/>
                    </a:moveTo>
                    <a:cubicBezTo>
                      <a:pt x="21240" y="40423"/>
                      <a:pt x="15193" y="44632"/>
                      <a:pt x="1" y="50800"/>
                    </a:cubicBezTo>
                    <a:moveTo>
                      <a:pt x="1" y="50800"/>
                    </a:moveTo>
                    <a:cubicBezTo>
                      <a:pt x="3553" y="36213"/>
                      <a:pt x="22676" y="11757"/>
                      <a:pt x="26455" y="1"/>
                    </a:cubicBezTo>
                    <a:moveTo>
                      <a:pt x="1" y="50800"/>
                    </a:moveTo>
                    <a:cubicBezTo>
                      <a:pt x="8768" y="37883"/>
                      <a:pt x="17763" y="2162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270" name="صورة 362">
              <a:extLst>
                <a:ext uri="{FF2B5EF4-FFF2-40B4-BE49-F238E27FC236}">
                  <a16:creationId xmlns:a16="http://schemas.microsoft.com/office/drawing/2014/main" id="{BF08EF00-561F-48ED-4A19-AE64654C0FBA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849570" y="5767131"/>
              <a:ext cx="582004" cy="123370"/>
            </a:xfrm>
            <a:custGeom>
              <a:avLst/>
              <a:gdLst>
                <a:gd name="csX0" fmla="*/ 0 w 582004"/>
                <a:gd name="csY0" fmla="*/ 0 h 123370"/>
                <a:gd name="csX1" fmla="*/ 582004 w 582004"/>
                <a:gd name="csY1" fmla="*/ 0 h 123370"/>
                <a:gd name="csX2" fmla="*/ 582004 w 582004"/>
                <a:gd name="csY2" fmla="*/ 123371 h 123370"/>
                <a:gd name="csX3" fmla="*/ 0 w 582004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2004" h="123370">
                  <a:moveTo>
                    <a:pt x="0" y="0"/>
                  </a:moveTo>
                  <a:lnTo>
                    <a:pt x="582004" y="0"/>
                  </a:lnTo>
                  <a:lnTo>
                    <a:pt x="582004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2276" name="!!Rectangle 2275">
            <a:extLst>
              <a:ext uri="{FF2B5EF4-FFF2-40B4-BE49-F238E27FC236}">
                <a16:creationId xmlns:a16="http://schemas.microsoft.com/office/drawing/2014/main" id="{0C4DD281-B752-FAD7-9051-44CBD4430D66}"/>
              </a:ext>
            </a:extLst>
          </p:cNvPr>
          <p:cNvSpPr/>
          <p:nvPr/>
        </p:nvSpPr>
        <p:spPr>
          <a:xfrm>
            <a:off x="9973055" y="2309715"/>
            <a:ext cx="1369853" cy="280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66EBD"/>
                </a:solidFill>
              </a:rPr>
              <a:t>decoder</a:t>
            </a:r>
          </a:p>
        </p:txBody>
      </p:sp>
      <p:sp>
        <p:nvSpPr>
          <p:cNvPr id="2277" name="!!Rectangle 2276">
            <a:extLst>
              <a:ext uri="{FF2B5EF4-FFF2-40B4-BE49-F238E27FC236}">
                <a16:creationId xmlns:a16="http://schemas.microsoft.com/office/drawing/2014/main" id="{EF30479A-F3F9-835D-E441-40BEA4A55FEA}"/>
              </a:ext>
            </a:extLst>
          </p:cNvPr>
          <p:cNvSpPr/>
          <p:nvPr/>
        </p:nvSpPr>
        <p:spPr>
          <a:xfrm>
            <a:off x="9830879" y="1544853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8" name="!!Rectangle 2277">
            <a:extLst>
              <a:ext uri="{FF2B5EF4-FFF2-40B4-BE49-F238E27FC236}">
                <a16:creationId xmlns:a16="http://schemas.microsoft.com/office/drawing/2014/main" id="{89DC349A-4E59-7CEC-B4EC-6A737514F8E0}"/>
              </a:ext>
            </a:extLst>
          </p:cNvPr>
          <p:cNvSpPr/>
          <p:nvPr/>
        </p:nvSpPr>
        <p:spPr>
          <a:xfrm>
            <a:off x="10167564" y="1544853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9" name="!!Rectangle 2278">
            <a:extLst>
              <a:ext uri="{FF2B5EF4-FFF2-40B4-BE49-F238E27FC236}">
                <a16:creationId xmlns:a16="http://schemas.microsoft.com/office/drawing/2014/main" id="{C178F067-2B2F-7A4F-04F7-64D6582DF92B}"/>
              </a:ext>
            </a:extLst>
          </p:cNvPr>
          <p:cNvSpPr/>
          <p:nvPr/>
        </p:nvSpPr>
        <p:spPr>
          <a:xfrm>
            <a:off x="11132709" y="1544853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0" name="!!Oval 2279">
            <a:extLst>
              <a:ext uri="{FF2B5EF4-FFF2-40B4-BE49-F238E27FC236}">
                <a16:creationId xmlns:a16="http://schemas.microsoft.com/office/drawing/2014/main" id="{94992E15-8175-4033-9E75-93DD9185DF8B}"/>
              </a:ext>
            </a:extLst>
          </p:cNvPr>
          <p:cNvSpPr/>
          <p:nvPr/>
        </p:nvSpPr>
        <p:spPr>
          <a:xfrm>
            <a:off x="10575523" y="161449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1" name="!!Oval 2280">
            <a:extLst>
              <a:ext uri="{FF2B5EF4-FFF2-40B4-BE49-F238E27FC236}">
                <a16:creationId xmlns:a16="http://schemas.microsoft.com/office/drawing/2014/main" id="{C58E3CDF-32F1-C7F6-5E82-2303B5B33BC8}"/>
              </a:ext>
            </a:extLst>
          </p:cNvPr>
          <p:cNvSpPr/>
          <p:nvPr/>
        </p:nvSpPr>
        <p:spPr>
          <a:xfrm>
            <a:off x="10753006" y="161449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2" name="!!Oval 2281">
            <a:extLst>
              <a:ext uri="{FF2B5EF4-FFF2-40B4-BE49-F238E27FC236}">
                <a16:creationId xmlns:a16="http://schemas.microsoft.com/office/drawing/2014/main" id="{C98B4202-1B3D-0407-8064-7674E9FAB6D7}"/>
              </a:ext>
            </a:extLst>
          </p:cNvPr>
          <p:cNvSpPr/>
          <p:nvPr/>
        </p:nvSpPr>
        <p:spPr>
          <a:xfrm>
            <a:off x="10930490" y="161449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6" name="!!Straight Arrow Connector 2285">
            <a:extLst>
              <a:ext uri="{FF2B5EF4-FFF2-40B4-BE49-F238E27FC236}">
                <a16:creationId xmlns:a16="http://schemas.microsoft.com/office/drawing/2014/main" id="{56FB725C-26DB-08B1-2C0A-A4325375840D}"/>
              </a:ext>
            </a:extLst>
          </p:cNvPr>
          <p:cNvCxnSpPr>
            <a:cxnSpLocks/>
          </p:cNvCxnSpPr>
          <p:nvPr/>
        </p:nvCxnSpPr>
        <p:spPr>
          <a:xfrm flipV="1">
            <a:off x="10285991" y="1782975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7" name="!!Straight Arrow Connector 2286">
            <a:extLst>
              <a:ext uri="{FF2B5EF4-FFF2-40B4-BE49-F238E27FC236}">
                <a16:creationId xmlns:a16="http://schemas.microsoft.com/office/drawing/2014/main" id="{B5A5532E-EF90-990D-0BF0-D0A196D15512}"/>
              </a:ext>
            </a:extLst>
          </p:cNvPr>
          <p:cNvCxnSpPr>
            <a:cxnSpLocks/>
          </p:cNvCxnSpPr>
          <p:nvPr/>
        </p:nvCxnSpPr>
        <p:spPr>
          <a:xfrm flipV="1">
            <a:off x="11263328" y="1782975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8" name="!!Oval 2287">
            <a:extLst>
              <a:ext uri="{FF2B5EF4-FFF2-40B4-BE49-F238E27FC236}">
                <a16:creationId xmlns:a16="http://schemas.microsoft.com/office/drawing/2014/main" id="{49DB4F9A-DB8C-4C3C-554A-7DF690C31CBC}"/>
              </a:ext>
            </a:extLst>
          </p:cNvPr>
          <p:cNvSpPr/>
          <p:nvPr/>
        </p:nvSpPr>
        <p:spPr>
          <a:xfrm>
            <a:off x="10595224" y="214123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9" name="!!Oval 2288">
            <a:extLst>
              <a:ext uri="{FF2B5EF4-FFF2-40B4-BE49-F238E27FC236}">
                <a16:creationId xmlns:a16="http://schemas.microsoft.com/office/drawing/2014/main" id="{0C0834E7-2FC2-EF82-4FD5-719910448E7D}"/>
              </a:ext>
            </a:extLst>
          </p:cNvPr>
          <p:cNvSpPr/>
          <p:nvPr/>
        </p:nvSpPr>
        <p:spPr>
          <a:xfrm>
            <a:off x="10772707" y="214123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0" name="!!Oval 2289">
            <a:extLst>
              <a:ext uri="{FF2B5EF4-FFF2-40B4-BE49-F238E27FC236}">
                <a16:creationId xmlns:a16="http://schemas.microsoft.com/office/drawing/2014/main" id="{9F0990CD-1C0A-F524-821B-3476A3AE3A42}"/>
              </a:ext>
            </a:extLst>
          </p:cNvPr>
          <p:cNvSpPr/>
          <p:nvPr/>
        </p:nvSpPr>
        <p:spPr>
          <a:xfrm>
            <a:off x="10950191" y="2141231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2" name="!!Rectangle 2291">
            <a:extLst>
              <a:ext uri="{FF2B5EF4-FFF2-40B4-BE49-F238E27FC236}">
                <a16:creationId xmlns:a16="http://schemas.microsoft.com/office/drawing/2014/main" id="{723A81ED-A44D-340A-CA57-903A46368666}"/>
              </a:ext>
            </a:extLst>
          </p:cNvPr>
          <p:cNvSpPr/>
          <p:nvPr/>
        </p:nvSpPr>
        <p:spPr>
          <a:xfrm>
            <a:off x="5531045" y="5073939"/>
            <a:ext cx="628942" cy="52105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4" name="!!TextBox 2293">
            <a:extLst>
              <a:ext uri="{FF2B5EF4-FFF2-40B4-BE49-F238E27FC236}">
                <a16:creationId xmlns:a16="http://schemas.microsoft.com/office/drawing/2014/main" id="{E3EF0417-E33B-7333-333A-4A7775B60104}"/>
              </a:ext>
            </a:extLst>
          </p:cNvPr>
          <p:cNvSpPr txBox="1"/>
          <p:nvPr/>
        </p:nvSpPr>
        <p:spPr>
          <a:xfrm>
            <a:off x="9847949" y="1590958"/>
            <a:ext cx="647995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FFT0</a:t>
            </a:r>
          </a:p>
        </p:txBody>
      </p:sp>
      <p:sp>
        <p:nvSpPr>
          <p:cNvPr id="2295" name="!!TextBox 2294">
            <a:extLst>
              <a:ext uri="{FF2B5EF4-FFF2-40B4-BE49-F238E27FC236}">
                <a16:creationId xmlns:a16="http://schemas.microsoft.com/office/drawing/2014/main" id="{81C621B3-1435-6225-E9A4-E910F5B30A2E}"/>
              </a:ext>
            </a:extLst>
          </p:cNvPr>
          <p:cNvSpPr txBox="1"/>
          <p:nvPr/>
        </p:nvSpPr>
        <p:spPr>
          <a:xfrm>
            <a:off x="10192439" y="1590958"/>
            <a:ext cx="327694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FFT1</a:t>
            </a:r>
          </a:p>
        </p:txBody>
      </p:sp>
      <p:sp>
        <p:nvSpPr>
          <p:cNvPr id="2296" name="!!TextBox 2295">
            <a:extLst>
              <a:ext uri="{FF2B5EF4-FFF2-40B4-BE49-F238E27FC236}">
                <a16:creationId xmlns:a16="http://schemas.microsoft.com/office/drawing/2014/main" id="{B0046ED2-A13C-F38B-E237-54304F580EAF}"/>
              </a:ext>
            </a:extLst>
          </p:cNvPr>
          <p:cNvSpPr txBox="1"/>
          <p:nvPr/>
        </p:nvSpPr>
        <p:spPr>
          <a:xfrm>
            <a:off x="11153933" y="1590958"/>
            <a:ext cx="849668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FFT8</a:t>
            </a:r>
          </a:p>
        </p:txBody>
      </p:sp>
      <p:cxnSp>
        <p:nvCxnSpPr>
          <p:cNvPr id="2298" name="Straight Arrow Connector 2297">
            <a:extLst>
              <a:ext uri="{FF2B5EF4-FFF2-40B4-BE49-F238E27FC236}">
                <a16:creationId xmlns:a16="http://schemas.microsoft.com/office/drawing/2014/main" id="{0D79B54F-EC35-39CC-2DB7-4C2300734DCC}"/>
              </a:ext>
            </a:extLst>
          </p:cNvPr>
          <p:cNvCxnSpPr/>
          <p:nvPr/>
        </p:nvCxnSpPr>
        <p:spPr>
          <a:xfrm flipV="1">
            <a:off x="9973055" y="1782975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948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2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2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2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2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2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2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12" grpId="0" animBg="1"/>
      <p:bldP spid="2223" grpId="0"/>
      <p:bldP spid="2240" grpId="0"/>
      <p:bldP spid="2241" grpId="0"/>
      <p:bldP spid="2242" grpId="0"/>
      <p:bldP spid="2243" grpId="0"/>
      <p:bldP spid="2244" grpId="0"/>
      <p:bldP spid="2245" grpId="0"/>
      <p:bldP spid="2246" grpId="0"/>
      <p:bldP spid="2247" grpId="0" animBg="1"/>
      <p:bldP spid="2250" grpId="0"/>
      <p:bldP spid="2263" grpId="0"/>
      <p:bldP spid="2266" grpId="0" animBg="1"/>
      <p:bldP spid="2276" grpId="0" animBg="1"/>
      <p:bldP spid="2277" grpId="0" animBg="1"/>
      <p:bldP spid="2278" grpId="0" animBg="1"/>
      <p:bldP spid="2279" grpId="0" animBg="1"/>
      <p:bldP spid="2280" grpId="0" animBg="1"/>
      <p:bldP spid="2281" grpId="0" animBg="1"/>
      <p:bldP spid="2282" grpId="0" animBg="1"/>
      <p:bldP spid="2288" grpId="0" animBg="1"/>
      <p:bldP spid="2289" grpId="0" animBg="1"/>
      <p:bldP spid="2290" grpId="0" animBg="1"/>
      <p:bldP spid="2292" grpId="0" animBg="1"/>
      <p:bldP spid="2294" grpId="0"/>
      <p:bldP spid="2295" grpId="0"/>
      <p:bldP spid="2296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E21A1E-0702-D0FF-F984-D789E0624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Title 2">
            <a:extLst>
              <a:ext uri="{FF2B5EF4-FFF2-40B4-BE49-F238E27FC236}">
                <a16:creationId xmlns:a16="http://schemas.microsoft.com/office/drawing/2014/main" id="{352CF55C-0B36-8DDD-6E08-63D02334E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/>
              <a:t>HWPE :8 parallel FFTs </a:t>
            </a:r>
          </a:p>
        </p:txBody>
      </p:sp>
      <p:sp>
        <p:nvSpPr>
          <p:cNvPr id="4" name="!!Footer Placeholder 3">
            <a:extLst>
              <a:ext uri="{FF2B5EF4-FFF2-40B4-BE49-F238E27FC236}">
                <a16:creationId xmlns:a16="http://schemas.microsoft.com/office/drawing/2014/main" id="{477B951E-3DDB-BF47-79AC-830680515B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!!Slide Number Placeholder 4">
            <a:extLst>
              <a:ext uri="{FF2B5EF4-FFF2-40B4-BE49-F238E27FC236}">
                <a16:creationId xmlns:a16="http://schemas.microsoft.com/office/drawing/2014/main" id="{DF548C91-F473-1563-4B0E-E1DAF92D8E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48</a:t>
            </a:fld>
            <a:endParaRPr lang="en-US" baseline="-11000"/>
          </a:p>
        </p:txBody>
      </p:sp>
      <p:sp>
        <p:nvSpPr>
          <p:cNvPr id="6" name="!!Date Placeholder 5">
            <a:extLst>
              <a:ext uri="{FF2B5EF4-FFF2-40B4-BE49-F238E27FC236}">
                <a16:creationId xmlns:a16="http://schemas.microsoft.com/office/drawing/2014/main" id="{6249B340-D3FF-E47E-73D3-A89010A90C6F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grpSp>
        <p:nvGrpSpPr>
          <p:cNvPr id="1661" name="!!رسم 9">
            <a:extLst>
              <a:ext uri="{FF2B5EF4-FFF2-40B4-BE49-F238E27FC236}">
                <a16:creationId xmlns:a16="http://schemas.microsoft.com/office/drawing/2014/main" id="{E364CF55-6996-3F10-87FB-F18FDD93B3F5}"/>
              </a:ext>
            </a:extLst>
          </p:cNvPr>
          <p:cNvGrpSpPr/>
          <p:nvPr/>
        </p:nvGrpSpPr>
        <p:grpSpPr>
          <a:xfrm>
            <a:off x="3502520" y="1695971"/>
            <a:ext cx="1291595" cy="2289616"/>
            <a:chOff x="6225400" y="1706781"/>
            <a:chExt cx="1291595" cy="2289616"/>
          </a:xfrm>
        </p:grpSpPr>
        <p:grpSp>
          <p:nvGrpSpPr>
            <p:cNvPr id="1662" name="رسم 9">
              <a:extLst>
                <a:ext uri="{FF2B5EF4-FFF2-40B4-BE49-F238E27FC236}">
                  <a16:creationId xmlns:a16="http://schemas.microsoft.com/office/drawing/2014/main" id="{BC26F1F9-2741-F0F9-E920-E9B145329B3A}"/>
                </a:ext>
              </a:extLst>
            </p:cNvPr>
            <p:cNvGrpSpPr/>
            <p:nvPr/>
          </p:nvGrpSpPr>
          <p:grpSpPr>
            <a:xfrm>
              <a:off x="6225400" y="1727964"/>
              <a:ext cx="1291595" cy="2268433"/>
              <a:chOff x="6225400" y="1727964"/>
              <a:chExt cx="1291595" cy="2268433"/>
            </a:xfrm>
          </p:grpSpPr>
          <p:sp>
            <p:nvSpPr>
              <p:cNvPr id="1664" name="شكل حر: شكل 13">
                <a:extLst>
                  <a:ext uri="{FF2B5EF4-FFF2-40B4-BE49-F238E27FC236}">
                    <a16:creationId xmlns:a16="http://schemas.microsoft.com/office/drawing/2014/main" id="{28DC291B-805B-61EA-8861-35F43A28E850}"/>
                  </a:ext>
                </a:extLst>
              </p:cNvPr>
              <p:cNvSpPr/>
              <p:nvPr/>
            </p:nvSpPr>
            <p:spPr>
              <a:xfrm>
                <a:off x="6265083" y="1753952"/>
                <a:ext cx="1251913" cy="2242444"/>
              </a:xfrm>
              <a:custGeom>
                <a:avLst/>
                <a:gdLst>
                  <a:gd name="csX0" fmla="*/ 1251914 w 1251913"/>
                  <a:gd name="csY0" fmla="*/ 2242446 h 2242444"/>
                  <a:gd name="csX1" fmla="*/ 1251914 w 1251913"/>
                  <a:gd name="csY1" fmla="*/ 1 h 2242444"/>
                  <a:gd name="csX2" fmla="*/ 1 w 1251913"/>
                  <a:gd name="csY2" fmla="*/ 1 h 2242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51913" h="2242444">
                    <a:moveTo>
                      <a:pt x="1251914" y="2242446"/>
                    </a:moveTo>
                    <a:lnTo>
                      <a:pt x="1251914" y="1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5" name="شكل حر: شكل 14">
                <a:extLst>
                  <a:ext uri="{FF2B5EF4-FFF2-40B4-BE49-F238E27FC236}">
                    <a16:creationId xmlns:a16="http://schemas.microsoft.com/office/drawing/2014/main" id="{783454F2-88F6-F2DA-CB1F-1D30FC726067}"/>
                  </a:ext>
                </a:extLst>
              </p:cNvPr>
              <p:cNvSpPr/>
              <p:nvPr/>
            </p:nvSpPr>
            <p:spPr>
              <a:xfrm>
                <a:off x="6225400" y="172855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6" name="شكل حر: شكل 15">
                <a:extLst>
                  <a:ext uri="{FF2B5EF4-FFF2-40B4-BE49-F238E27FC236}">
                    <a16:creationId xmlns:a16="http://schemas.microsoft.com/office/drawing/2014/main" id="{E7327D0E-F60E-445B-34A1-F4B6F24E54BC}"/>
                  </a:ext>
                </a:extLst>
              </p:cNvPr>
              <p:cNvSpPr/>
              <p:nvPr/>
            </p:nvSpPr>
            <p:spPr>
              <a:xfrm>
                <a:off x="6265083" y="1736940"/>
                <a:ext cx="1251913" cy="2259457"/>
              </a:xfrm>
              <a:custGeom>
                <a:avLst/>
                <a:gdLst>
                  <a:gd name="csX0" fmla="*/ 1251914 w 1251913"/>
                  <a:gd name="csY0" fmla="*/ 2259458 h 2259457"/>
                  <a:gd name="csX1" fmla="*/ 1251914 w 1251913"/>
                  <a:gd name="csY1" fmla="*/ 17013 h 2259457"/>
                  <a:gd name="csX2" fmla="*/ 1251914 w 1251913"/>
                  <a:gd name="csY2" fmla="*/ 2259458 h 2259457"/>
                  <a:gd name="csX3" fmla="*/ 1251914 w 1251913"/>
                  <a:gd name="csY3" fmla="*/ 17013 h 2259457"/>
                  <a:gd name="csX4" fmla="*/ 1251914 w 1251913"/>
                  <a:gd name="csY4" fmla="*/ 17013 h 2259457"/>
                  <a:gd name="csX5" fmla="*/ 1 w 1251913"/>
                  <a:gd name="csY5" fmla="*/ 17013 h 2259457"/>
                  <a:gd name="csX6" fmla="*/ 1251914 w 1251913"/>
                  <a:gd name="csY6" fmla="*/ 17013 h 2259457"/>
                  <a:gd name="csX7" fmla="*/ 1 w 1251913"/>
                  <a:gd name="csY7" fmla="*/ 17013 h 22594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251913" h="2259457">
                    <a:moveTo>
                      <a:pt x="1251914" y="2259458"/>
                    </a:moveTo>
                    <a:cubicBezTo>
                      <a:pt x="1243675" y="1808357"/>
                      <a:pt x="1234001" y="1346515"/>
                      <a:pt x="1251914" y="17013"/>
                    </a:cubicBezTo>
                    <a:moveTo>
                      <a:pt x="1251914" y="2259458"/>
                    </a:moveTo>
                    <a:cubicBezTo>
                      <a:pt x="1232640" y="1628961"/>
                      <a:pt x="1238989" y="999480"/>
                      <a:pt x="1251914" y="17013"/>
                    </a:cubicBezTo>
                    <a:moveTo>
                      <a:pt x="1251914" y="17013"/>
                    </a:moveTo>
                    <a:cubicBezTo>
                      <a:pt x="781474" y="-6355"/>
                      <a:pt x="294933" y="-4976"/>
                      <a:pt x="1" y="17013"/>
                    </a:cubicBezTo>
                    <a:moveTo>
                      <a:pt x="1251914" y="17013"/>
                    </a:moveTo>
                    <a:cubicBezTo>
                      <a:pt x="778903" y="23037"/>
                      <a:pt x="303625" y="15997"/>
                      <a:pt x="1" y="1701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7" name="شكل حر: شكل 16">
                <a:extLst>
                  <a:ext uri="{FF2B5EF4-FFF2-40B4-BE49-F238E27FC236}">
                    <a16:creationId xmlns:a16="http://schemas.microsoft.com/office/drawing/2014/main" id="{44B8FA81-E5A6-C7BF-F153-CC598FB8DCA6}"/>
                  </a:ext>
                </a:extLst>
              </p:cNvPr>
              <p:cNvSpPr/>
              <p:nvPr/>
            </p:nvSpPr>
            <p:spPr>
              <a:xfrm>
                <a:off x="6225400" y="1727964"/>
                <a:ext cx="52909" cy="51388"/>
              </a:xfrm>
              <a:custGeom>
                <a:avLst/>
                <a:gdLst>
                  <a:gd name="csX0" fmla="*/ 1 w 52909"/>
                  <a:gd name="csY0" fmla="*/ 25989 h 51388"/>
                  <a:gd name="csX1" fmla="*/ 52910 w 52909"/>
                  <a:gd name="csY1" fmla="*/ 589 h 51388"/>
                  <a:gd name="csX2" fmla="*/ 39683 w 52909"/>
                  <a:gd name="csY2" fmla="*/ 25989 h 51388"/>
                  <a:gd name="csX3" fmla="*/ 52910 w 52909"/>
                  <a:gd name="csY3" fmla="*/ 51389 h 51388"/>
                  <a:gd name="csX4" fmla="*/ 1 w 52909"/>
                  <a:gd name="csY4" fmla="*/ 25989 h 513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1388">
                    <a:moveTo>
                      <a:pt x="1" y="25989"/>
                    </a:moveTo>
                    <a:cubicBezTo>
                      <a:pt x="15193" y="19385"/>
                      <a:pt x="34543" y="-3983"/>
                      <a:pt x="52910" y="589"/>
                    </a:cubicBezTo>
                    <a:cubicBezTo>
                      <a:pt x="44747" y="6467"/>
                      <a:pt x="41572" y="24610"/>
                      <a:pt x="39683" y="25989"/>
                    </a:cubicBezTo>
                    <a:cubicBezTo>
                      <a:pt x="49055" y="38181"/>
                      <a:pt x="45730" y="45583"/>
                      <a:pt x="52910" y="51389"/>
                    </a:cubicBezTo>
                    <a:cubicBezTo>
                      <a:pt x="29554" y="49357"/>
                      <a:pt x="10205" y="29545"/>
                      <a:pt x="1" y="25989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8" name="شكل حر: شكل 17">
                <a:extLst>
                  <a:ext uri="{FF2B5EF4-FFF2-40B4-BE49-F238E27FC236}">
                    <a16:creationId xmlns:a16="http://schemas.microsoft.com/office/drawing/2014/main" id="{D8753DD2-0538-6AAE-F5E2-9FD27287B360}"/>
                  </a:ext>
                </a:extLst>
              </p:cNvPr>
              <p:cNvSpPr/>
              <p:nvPr/>
            </p:nvSpPr>
            <p:spPr>
              <a:xfrm>
                <a:off x="6225400" y="172855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4286" y="23514"/>
                      <a:pt x="19804" y="15748"/>
                      <a:pt x="52910" y="1"/>
                    </a:cubicBezTo>
                    <a:moveTo>
                      <a:pt x="1" y="25400"/>
                    </a:moveTo>
                    <a:cubicBezTo>
                      <a:pt x="11792" y="17998"/>
                      <a:pt x="30083" y="11467"/>
                      <a:pt x="52910" y="1"/>
                    </a:cubicBezTo>
                    <a:moveTo>
                      <a:pt x="52910" y="1"/>
                    </a:moveTo>
                    <a:cubicBezTo>
                      <a:pt x="48753" y="7040"/>
                      <a:pt x="41497" y="16910"/>
                      <a:pt x="39683" y="25400"/>
                    </a:cubicBezTo>
                    <a:moveTo>
                      <a:pt x="52910" y="1"/>
                    </a:moveTo>
                    <a:cubicBezTo>
                      <a:pt x="48073" y="10741"/>
                      <a:pt x="42706" y="19014"/>
                      <a:pt x="39683" y="25400"/>
                    </a:cubicBezTo>
                    <a:moveTo>
                      <a:pt x="39683" y="25400"/>
                    </a:moveTo>
                    <a:cubicBezTo>
                      <a:pt x="44898" y="31351"/>
                      <a:pt x="48148" y="42455"/>
                      <a:pt x="52910" y="50800"/>
                    </a:cubicBezTo>
                    <a:moveTo>
                      <a:pt x="39683" y="25400"/>
                    </a:moveTo>
                    <a:cubicBezTo>
                      <a:pt x="45125" y="32803"/>
                      <a:pt x="49357" y="41729"/>
                      <a:pt x="52910" y="50800"/>
                    </a:cubicBezTo>
                    <a:moveTo>
                      <a:pt x="52910" y="50800"/>
                    </a:moveTo>
                    <a:cubicBezTo>
                      <a:pt x="37566" y="45140"/>
                      <a:pt x="33863" y="45285"/>
                      <a:pt x="1" y="25400"/>
                    </a:cubicBezTo>
                    <a:moveTo>
                      <a:pt x="52910" y="50800"/>
                    </a:moveTo>
                    <a:cubicBezTo>
                      <a:pt x="36130" y="45865"/>
                      <a:pt x="20106" y="33020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63" name="صورة 18">
              <a:extLst>
                <a:ext uri="{FF2B5EF4-FFF2-40B4-BE49-F238E27FC236}">
                  <a16:creationId xmlns:a16="http://schemas.microsoft.com/office/drawing/2014/main" id="{2C72FB40-9ED0-691D-5594-310735052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1080" y="1706781"/>
              <a:ext cx="755849" cy="114299"/>
            </a:xfrm>
            <a:custGeom>
              <a:avLst/>
              <a:gdLst>
                <a:gd name="csX0" fmla="*/ 0 w 755849"/>
                <a:gd name="csY0" fmla="*/ 0 h 114299"/>
                <a:gd name="csX1" fmla="*/ 755850 w 755849"/>
                <a:gd name="csY1" fmla="*/ 0 h 114299"/>
                <a:gd name="csX2" fmla="*/ 755850 w 755849"/>
                <a:gd name="csY2" fmla="*/ 114299 h 114299"/>
                <a:gd name="csX3" fmla="*/ 0 w 755849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5849" h="114299">
                  <a:moveTo>
                    <a:pt x="0" y="0"/>
                  </a:moveTo>
                  <a:lnTo>
                    <a:pt x="755850" y="0"/>
                  </a:lnTo>
                  <a:lnTo>
                    <a:pt x="755850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sp>
        <p:nvSpPr>
          <p:cNvPr id="1669" name="!!شكل حر: شكل 19">
            <a:extLst>
              <a:ext uri="{FF2B5EF4-FFF2-40B4-BE49-F238E27FC236}">
                <a16:creationId xmlns:a16="http://schemas.microsoft.com/office/drawing/2014/main" id="{6A61D70C-FDEE-B751-91F4-9B6DC0BD8609}"/>
              </a:ext>
            </a:extLst>
          </p:cNvPr>
          <p:cNvSpPr/>
          <p:nvPr/>
        </p:nvSpPr>
        <p:spPr>
          <a:xfrm>
            <a:off x="3187936" y="2900650"/>
            <a:ext cx="151169" cy="145142"/>
          </a:xfrm>
          <a:custGeom>
            <a:avLst/>
            <a:gdLst>
              <a:gd name="csX0" fmla="*/ 0 w 151169"/>
              <a:gd name="csY0" fmla="*/ 145142 h 145142"/>
              <a:gd name="csX1" fmla="*/ 15117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0" y="145142"/>
                </a:moveTo>
                <a:lnTo>
                  <a:pt x="15117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70" name="!!شكل حر: شكل 20">
            <a:extLst>
              <a:ext uri="{FF2B5EF4-FFF2-40B4-BE49-F238E27FC236}">
                <a16:creationId xmlns:a16="http://schemas.microsoft.com/office/drawing/2014/main" id="{C6A2212C-E6A8-F754-2EA9-8EDD4F3E513B}"/>
              </a:ext>
            </a:extLst>
          </p:cNvPr>
          <p:cNvSpPr/>
          <p:nvPr/>
        </p:nvSpPr>
        <p:spPr>
          <a:xfrm>
            <a:off x="3187936" y="2900650"/>
            <a:ext cx="151169" cy="145142"/>
          </a:xfrm>
          <a:custGeom>
            <a:avLst/>
            <a:gdLst>
              <a:gd name="csX0" fmla="*/ 151170 w 151169"/>
              <a:gd name="csY0" fmla="*/ 145142 h 145142"/>
              <a:gd name="csX1" fmla="*/ 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151170" y="145142"/>
                </a:moveTo>
                <a:lnTo>
                  <a:pt x="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71" name="!!شكل حر: شكل 21">
            <a:extLst>
              <a:ext uri="{FF2B5EF4-FFF2-40B4-BE49-F238E27FC236}">
                <a16:creationId xmlns:a16="http://schemas.microsoft.com/office/drawing/2014/main" id="{64251DF0-1C59-3CEB-3351-FD91B453A900}"/>
              </a:ext>
            </a:extLst>
          </p:cNvPr>
          <p:cNvSpPr/>
          <p:nvPr/>
        </p:nvSpPr>
        <p:spPr>
          <a:xfrm>
            <a:off x="2356501" y="3263506"/>
            <a:ext cx="151169" cy="145142"/>
          </a:xfrm>
          <a:custGeom>
            <a:avLst/>
            <a:gdLst>
              <a:gd name="csX0" fmla="*/ 0 w 151169"/>
              <a:gd name="csY0" fmla="*/ 145142 h 145142"/>
              <a:gd name="csX1" fmla="*/ 15117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0" y="145142"/>
                </a:moveTo>
                <a:lnTo>
                  <a:pt x="15117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72" name="!!شكل حر: شكل 22">
            <a:extLst>
              <a:ext uri="{FF2B5EF4-FFF2-40B4-BE49-F238E27FC236}">
                <a16:creationId xmlns:a16="http://schemas.microsoft.com/office/drawing/2014/main" id="{7AB35049-ADFF-758E-4024-C4B473306E0F}"/>
              </a:ext>
            </a:extLst>
          </p:cNvPr>
          <p:cNvSpPr/>
          <p:nvPr/>
        </p:nvSpPr>
        <p:spPr>
          <a:xfrm>
            <a:off x="2356501" y="3263506"/>
            <a:ext cx="151169" cy="145142"/>
          </a:xfrm>
          <a:custGeom>
            <a:avLst/>
            <a:gdLst>
              <a:gd name="csX0" fmla="*/ 151170 w 151169"/>
              <a:gd name="csY0" fmla="*/ 145142 h 145142"/>
              <a:gd name="csX1" fmla="*/ 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151170" y="145142"/>
                </a:moveTo>
                <a:lnTo>
                  <a:pt x="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673" name="!!رسم 9">
            <a:extLst>
              <a:ext uri="{FF2B5EF4-FFF2-40B4-BE49-F238E27FC236}">
                <a16:creationId xmlns:a16="http://schemas.microsoft.com/office/drawing/2014/main" id="{C2F768C6-FE41-AE3D-906F-D4842F235410}"/>
              </a:ext>
            </a:extLst>
          </p:cNvPr>
          <p:cNvGrpSpPr/>
          <p:nvPr/>
        </p:nvGrpSpPr>
        <p:grpSpPr>
          <a:xfrm>
            <a:off x="3414837" y="2973232"/>
            <a:ext cx="2728924" cy="444704"/>
            <a:chOff x="6137717" y="2984042"/>
            <a:chExt cx="2728924" cy="444704"/>
          </a:xfrm>
        </p:grpSpPr>
        <p:grpSp>
          <p:nvGrpSpPr>
            <p:cNvPr id="1674" name="رسم 9">
              <a:extLst>
                <a:ext uri="{FF2B5EF4-FFF2-40B4-BE49-F238E27FC236}">
                  <a16:creationId xmlns:a16="http://schemas.microsoft.com/office/drawing/2014/main" id="{7BEF21FC-0BAF-E6B6-1459-2F04805BAFD2}"/>
                </a:ext>
              </a:extLst>
            </p:cNvPr>
            <p:cNvGrpSpPr/>
            <p:nvPr/>
          </p:nvGrpSpPr>
          <p:grpSpPr>
            <a:xfrm>
              <a:off x="6137717" y="2984042"/>
              <a:ext cx="2728924" cy="444704"/>
              <a:chOff x="6137717" y="2984042"/>
              <a:chExt cx="2728924" cy="444704"/>
            </a:xfrm>
            <a:noFill/>
          </p:grpSpPr>
          <p:grpSp>
            <p:nvGrpSpPr>
              <p:cNvPr id="1687" name="رسم 9">
                <a:extLst>
                  <a:ext uri="{FF2B5EF4-FFF2-40B4-BE49-F238E27FC236}">
                    <a16:creationId xmlns:a16="http://schemas.microsoft.com/office/drawing/2014/main" id="{A4A794D0-6A52-47D7-B92B-E3C947DBE704}"/>
                  </a:ext>
                </a:extLst>
              </p:cNvPr>
              <p:cNvGrpSpPr/>
              <p:nvPr/>
            </p:nvGrpSpPr>
            <p:grpSpPr>
              <a:xfrm>
                <a:off x="6137717" y="2984042"/>
                <a:ext cx="2728924" cy="444704"/>
                <a:chOff x="6137717" y="2984042"/>
                <a:chExt cx="2728924" cy="444704"/>
              </a:xfrm>
              <a:noFill/>
            </p:grpSpPr>
            <p:sp>
              <p:nvSpPr>
                <p:cNvPr id="1689" name="مستطيل 26">
                  <a:extLst>
                    <a:ext uri="{FF2B5EF4-FFF2-40B4-BE49-F238E27FC236}">
                      <a16:creationId xmlns:a16="http://schemas.microsoft.com/office/drawing/2014/main" id="{ED703D1C-6121-CD1E-1C5D-41DAABDDB347}"/>
                    </a:ext>
                  </a:extLst>
                </p:cNvPr>
                <p:cNvSpPr/>
                <p:nvPr/>
              </p:nvSpPr>
              <p:spPr>
                <a:xfrm>
                  <a:off x="6141350" y="2987660"/>
                  <a:ext cx="2721058" cy="435426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0" name="شكل حر: شكل 27">
                  <a:extLst>
                    <a:ext uri="{FF2B5EF4-FFF2-40B4-BE49-F238E27FC236}">
                      <a16:creationId xmlns:a16="http://schemas.microsoft.com/office/drawing/2014/main" id="{BC147C8C-DC45-533F-B5AA-D81BB150C3C1}"/>
                    </a:ext>
                  </a:extLst>
                </p:cNvPr>
                <p:cNvSpPr/>
                <p:nvPr/>
              </p:nvSpPr>
              <p:spPr>
                <a:xfrm>
                  <a:off x="6139763" y="2985048"/>
                  <a:ext cx="2726878" cy="443699"/>
                </a:xfrm>
                <a:custGeom>
                  <a:avLst/>
                  <a:gdLst>
                    <a:gd name="csX0" fmla="*/ 2948 w 2726878"/>
                    <a:gd name="csY0" fmla="*/ 1089 h 443699"/>
                    <a:gd name="csX1" fmla="*/ 2948 w 2726878"/>
                    <a:gd name="csY1" fmla="*/ 1089 h 443699"/>
                    <a:gd name="csX2" fmla="*/ 2948 w 2726878"/>
                    <a:gd name="csY2" fmla="*/ 1089 h 443699"/>
                    <a:gd name="csX3" fmla="*/ 2948 w 2726878"/>
                    <a:gd name="csY3" fmla="*/ 1089 h 443699"/>
                    <a:gd name="csX4" fmla="*/ 983 w 2726878"/>
                    <a:gd name="csY4" fmla="*/ 47534 h 443699"/>
                    <a:gd name="csX5" fmla="*/ 40665 w 2726878"/>
                    <a:gd name="csY5" fmla="*/ 3701 h 443699"/>
                    <a:gd name="csX6" fmla="*/ 983 w 2726878"/>
                    <a:gd name="csY6" fmla="*/ 47534 h 443699"/>
                    <a:gd name="csX7" fmla="*/ 40665 w 2726878"/>
                    <a:gd name="csY7" fmla="*/ 3701 h 443699"/>
                    <a:gd name="csX8" fmla="*/ 3931 w 2726878"/>
                    <a:gd name="csY8" fmla="*/ 88464 h 443699"/>
                    <a:gd name="csX9" fmla="*/ 83295 w 2726878"/>
                    <a:gd name="csY9" fmla="*/ 871 h 443699"/>
                    <a:gd name="csX10" fmla="*/ 3931 w 2726878"/>
                    <a:gd name="csY10" fmla="*/ 88464 h 443699"/>
                    <a:gd name="csX11" fmla="*/ 83295 w 2726878"/>
                    <a:gd name="csY11" fmla="*/ 871 h 443699"/>
                    <a:gd name="csX12" fmla="*/ 1966 w 2726878"/>
                    <a:gd name="csY12" fmla="*/ 134910 h 443699"/>
                    <a:gd name="csX13" fmla="*/ 121012 w 2726878"/>
                    <a:gd name="csY13" fmla="*/ 3484 h 443699"/>
                    <a:gd name="csX14" fmla="*/ 1966 w 2726878"/>
                    <a:gd name="csY14" fmla="*/ 134910 h 443699"/>
                    <a:gd name="csX15" fmla="*/ 121012 w 2726878"/>
                    <a:gd name="csY15" fmla="*/ 3484 h 443699"/>
                    <a:gd name="csX16" fmla="*/ 1 w 2726878"/>
                    <a:gd name="csY16" fmla="*/ 181355 h 443699"/>
                    <a:gd name="csX17" fmla="*/ 163642 w 2726878"/>
                    <a:gd name="csY17" fmla="*/ 581 h 443699"/>
                    <a:gd name="csX18" fmla="*/ 1 w 2726878"/>
                    <a:gd name="csY18" fmla="*/ 181355 h 443699"/>
                    <a:gd name="csX19" fmla="*/ 163642 w 2726878"/>
                    <a:gd name="csY19" fmla="*/ 581 h 443699"/>
                    <a:gd name="csX20" fmla="*/ 3024 w 2726878"/>
                    <a:gd name="csY20" fmla="*/ 222285 h 443699"/>
                    <a:gd name="csX21" fmla="*/ 201359 w 2726878"/>
                    <a:gd name="csY21" fmla="*/ 3193 h 443699"/>
                    <a:gd name="csX22" fmla="*/ 3024 w 2726878"/>
                    <a:gd name="csY22" fmla="*/ 222285 h 443699"/>
                    <a:gd name="csX23" fmla="*/ 201359 w 2726878"/>
                    <a:gd name="csY23" fmla="*/ 3193 h 443699"/>
                    <a:gd name="csX24" fmla="*/ 983 w 2726878"/>
                    <a:gd name="csY24" fmla="*/ 268731 h 443699"/>
                    <a:gd name="csX25" fmla="*/ 243989 w 2726878"/>
                    <a:gd name="csY25" fmla="*/ 363 h 443699"/>
                    <a:gd name="csX26" fmla="*/ 983 w 2726878"/>
                    <a:gd name="csY26" fmla="*/ 268731 h 443699"/>
                    <a:gd name="csX27" fmla="*/ 243989 w 2726878"/>
                    <a:gd name="csY27" fmla="*/ 363 h 443699"/>
                    <a:gd name="csX28" fmla="*/ 4006 w 2726878"/>
                    <a:gd name="csY28" fmla="*/ 309661 h 443699"/>
                    <a:gd name="csX29" fmla="*/ 281706 w 2726878"/>
                    <a:gd name="csY29" fmla="*/ 2976 h 443699"/>
                    <a:gd name="csX30" fmla="*/ 4006 w 2726878"/>
                    <a:gd name="csY30" fmla="*/ 309661 h 443699"/>
                    <a:gd name="csX31" fmla="*/ 281706 w 2726878"/>
                    <a:gd name="csY31" fmla="*/ 2976 h 443699"/>
                    <a:gd name="csX32" fmla="*/ 2041 w 2726878"/>
                    <a:gd name="csY32" fmla="*/ 356106 h 443699"/>
                    <a:gd name="csX33" fmla="*/ 324336 w 2726878"/>
                    <a:gd name="csY33" fmla="*/ 73 h 443699"/>
                    <a:gd name="csX34" fmla="*/ 2041 w 2726878"/>
                    <a:gd name="csY34" fmla="*/ 356106 h 443699"/>
                    <a:gd name="csX35" fmla="*/ 324336 w 2726878"/>
                    <a:gd name="csY35" fmla="*/ 73 h 443699"/>
                    <a:gd name="csX36" fmla="*/ 76 w 2726878"/>
                    <a:gd name="csY36" fmla="*/ 402552 h 443699"/>
                    <a:gd name="csX37" fmla="*/ 362052 w 2726878"/>
                    <a:gd name="csY37" fmla="*/ 2686 h 443699"/>
                    <a:gd name="csX38" fmla="*/ 76 w 2726878"/>
                    <a:gd name="csY38" fmla="*/ 402552 h 443699"/>
                    <a:gd name="csX39" fmla="*/ 362052 w 2726878"/>
                    <a:gd name="csY39" fmla="*/ 2686 h 443699"/>
                    <a:gd name="csX40" fmla="*/ 3024 w 2726878"/>
                    <a:gd name="csY40" fmla="*/ 443482 h 443699"/>
                    <a:gd name="csX41" fmla="*/ 399694 w 2726878"/>
                    <a:gd name="csY41" fmla="*/ 5298 h 443699"/>
                    <a:gd name="csX42" fmla="*/ 3024 w 2726878"/>
                    <a:gd name="csY42" fmla="*/ 443482 h 443699"/>
                    <a:gd name="csX43" fmla="*/ 399694 w 2726878"/>
                    <a:gd name="csY43" fmla="*/ 5298 h 443699"/>
                    <a:gd name="csX44" fmla="*/ 45654 w 2726878"/>
                    <a:gd name="csY44" fmla="*/ 440652 h 443699"/>
                    <a:gd name="csX45" fmla="*/ 442399 w 2726878"/>
                    <a:gd name="csY45" fmla="*/ 2468 h 443699"/>
                    <a:gd name="csX46" fmla="*/ 45654 w 2726878"/>
                    <a:gd name="csY46" fmla="*/ 440652 h 443699"/>
                    <a:gd name="csX47" fmla="*/ 442399 w 2726878"/>
                    <a:gd name="csY47" fmla="*/ 2468 h 443699"/>
                    <a:gd name="csX48" fmla="*/ 83371 w 2726878"/>
                    <a:gd name="csY48" fmla="*/ 443264 h 443699"/>
                    <a:gd name="csX49" fmla="*/ 480040 w 2726878"/>
                    <a:gd name="csY49" fmla="*/ 5080 h 443699"/>
                    <a:gd name="csX50" fmla="*/ 83371 w 2726878"/>
                    <a:gd name="csY50" fmla="*/ 443264 h 443699"/>
                    <a:gd name="csX51" fmla="*/ 480040 w 2726878"/>
                    <a:gd name="csY51" fmla="*/ 5080 h 443699"/>
                    <a:gd name="csX52" fmla="*/ 126001 w 2726878"/>
                    <a:gd name="csY52" fmla="*/ 440361 h 443699"/>
                    <a:gd name="csX53" fmla="*/ 522746 w 2726878"/>
                    <a:gd name="csY53" fmla="*/ 2250 h 443699"/>
                    <a:gd name="csX54" fmla="*/ 126001 w 2726878"/>
                    <a:gd name="csY54" fmla="*/ 440361 h 443699"/>
                    <a:gd name="csX55" fmla="*/ 522746 w 2726878"/>
                    <a:gd name="csY55" fmla="*/ 2250 h 443699"/>
                    <a:gd name="csX56" fmla="*/ 163718 w 2726878"/>
                    <a:gd name="csY56" fmla="*/ 442974 h 443699"/>
                    <a:gd name="csX57" fmla="*/ 560463 w 2726878"/>
                    <a:gd name="csY57" fmla="*/ 4863 h 443699"/>
                    <a:gd name="csX58" fmla="*/ 163718 w 2726878"/>
                    <a:gd name="csY58" fmla="*/ 442974 h 443699"/>
                    <a:gd name="csX59" fmla="*/ 560463 w 2726878"/>
                    <a:gd name="csY59" fmla="*/ 4863 h 443699"/>
                    <a:gd name="csX60" fmla="*/ 206347 w 2726878"/>
                    <a:gd name="csY60" fmla="*/ 440144 h 443699"/>
                    <a:gd name="csX61" fmla="*/ 603093 w 2726878"/>
                    <a:gd name="csY61" fmla="*/ 1960 h 443699"/>
                    <a:gd name="csX62" fmla="*/ 206347 w 2726878"/>
                    <a:gd name="csY62" fmla="*/ 440144 h 443699"/>
                    <a:gd name="csX63" fmla="*/ 603093 w 2726878"/>
                    <a:gd name="csY63" fmla="*/ 1960 h 443699"/>
                    <a:gd name="csX64" fmla="*/ 244064 w 2726878"/>
                    <a:gd name="csY64" fmla="*/ 442756 h 443699"/>
                    <a:gd name="csX65" fmla="*/ 640810 w 2726878"/>
                    <a:gd name="csY65" fmla="*/ 4572 h 443699"/>
                    <a:gd name="csX66" fmla="*/ 244064 w 2726878"/>
                    <a:gd name="csY66" fmla="*/ 442756 h 443699"/>
                    <a:gd name="csX67" fmla="*/ 640810 w 2726878"/>
                    <a:gd name="csY67" fmla="*/ 4572 h 443699"/>
                    <a:gd name="csX68" fmla="*/ 286694 w 2726878"/>
                    <a:gd name="csY68" fmla="*/ 439853 h 443699"/>
                    <a:gd name="csX69" fmla="*/ 683440 w 2726878"/>
                    <a:gd name="csY69" fmla="*/ 1742 h 443699"/>
                    <a:gd name="csX70" fmla="*/ 286694 w 2726878"/>
                    <a:gd name="csY70" fmla="*/ 439853 h 443699"/>
                    <a:gd name="csX71" fmla="*/ 683440 w 2726878"/>
                    <a:gd name="csY71" fmla="*/ 1742 h 443699"/>
                    <a:gd name="csX72" fmla="*/ 324411 w 2726878"/>
                    <a:gd name="csY72" fmla="*/ 442466 h 443699"/>
                    <a:gd name="csX73" fmla="*/ 721157 w 2726878"/>
                    <a:gd name="csY73" fmla="*/ 4355 h 443699"/>
                    <a:gd name="csX74" fmla="*/ 324411 w 2726878"/>
                    <a:gd name="csY74" fmla="*/ 442466 h 443699"/>
                    <a:gd name="csX75" fmla="*/ 721157 w 2726878"/>
                    <a:gd name="csY75" fmla="*/ 4355 h 443699"/>
                    <a:gd name="csX76" fmla="*/ 367041 w 2726878"/>
                    <a:gd name="csY76" fmla="*/ 439636 h 443699"/>
                    <a:gd name="csX77" fmla="*/ 763787 w 2726878"/>
                    <a:gd name="csY77" fmla="*/ 1452 h 443699"/>
                    <a:gd name="csX78" fmla="*/ 367041 w 2726878"/>
                    <a:gd name="csY78" fmla="*/ 439636 h 443699"/>
                    <a:gd name="csX79" fmla="*/ 763787 w 2726878"/>
                    <a:gd name="csY79" fmla="*/ 1452 h 443699"/>
                    <a:gd name="csX80" fmla="*/ 404758 w 2726878"/>
                    <a:gd name="csY80" fmla="*/ 442248 h 443699"/>
                    <a:gd name="csX81" fmla="*/ 801503 w 2726878"/>
                    <a:gd name="csY81" fmla="*/ 4064 h 443699"/>
                    <a:gd name="csX82" fmla="*/ 404758 w 2726878"/>
                    <a:gd name="csY82" fmla="*/ 442248 h 443699"/>
                    <a:gd name="csX83" fmla="*/ 801503 w 2726878"/>
                    <a:gd name="csY83" fmla="*/ 4064 h 443699"/>
                    <a:gd name="csX84" fmla="*/ 447388 w 2726878"/>
                    <a:gd name="csY84" fmla="*/ 439345 h 443699"/>
                    <a:gd name="csX85" fmla="*/ 844133 w 2726878"/>
                    <a:gd name="csY85" fmla="*/ 1234 h 443699"/>
                    <a:gd name="csX86" fmla="*/ 447388 w 2726878"/>
                    <a:gd name="csY86" fmla="*/ 439345 h 443699"/>
                    <a:gd name="csX87" fmla="*/ 844133 w 2726878"/>
                    <a:gd name="csY87" fmla="*/ 1234 h 443699"/>
                    <a:gd name="csX88" fmla="*/ 485105 w 2726878"/>
                    <a:gd name="csY88" fmla="*/ 441958 h 443699"/>
                    <a:gd name="csX89" fmla="*/ 881850 w 2726878"/>
                    <a:gd name="csY89" fmla="*/ 3847 h 443699"/>
                    <a:gd name="csX90" fmla="*/ 485105 w 2726878"/>
                    <a:gd name="csY90" fmla="*/ 441958 h 443699"/>
                    <a:gd name="csX91" fmla="*/ 881850 w 2726878"/>
                    <a:gd name="csY91" fmla="*/ 3847 h 443699"/>
                    <a:gd name="csX92" fmla="*/ 527735 w 2726878"/>
                    <a:gd name="csY92" fmla="*/ 439128 h 443699"/>
                    <a:gd name="csX93" fmla="*/ 924480 w 2726878"/>
                    <a:gd name="csY93" fmla="*/ 944 h 443699"/>
                    <a:gd name="csX94" fmla="*/ 527735 w 2726878"/>
                    <a:gd name="csY94" fmla="*/ 439128 h 443699"/>
                    <a:gd name="csX95" fmla="*/ 924480 w 2726878"/>
                    <a:gd name="csY95" fmla="*/ 944 h 443699"/>
                    <a:gd name="csX96" fmla="*/ 565452 w 2726878"/>
                    <a:gd name="csY96" fmla="*/ 441740 h 443699"/>
                    <a:gd name="csX97" fmla="*/ 962197 w 2726878"/>
                    <a:gd name="csY97" fmla="*/ 3556 h 443699"/>
                    <a:gd name="csX98" fmla="*/ 565452 w 2726878"/>
                    <a:gd name="csY98" fmla="*/ 441740 h 443699"/>
                    <a:gd name="csX99" fmla="*/ 962197 w 2726878"/>
                    <a:gd name="csY99" fmla="*/ 3556 h 443699"/>
                    <a:gd name="csX100" fmla="*/ 608081 w 2726878"/>
                    <a:gd name="csY100" fmla="*/ 438910 h 443699"/>
                    <a:gd name="csX101" fmla="*/ 1004827 w 2726878"/>
                    <a:gd name="csY101" fmla="*/ 726 h 443699"/>
                    <a:gd name="csX102" fmla="*/ 608081 w 2726878"/>
                    <a:gd name="csY102" fmla="*/ 438910 h 443699"/>
                    <a:gd name="csX103" fmla="*/ 1004827 w 2726878"/>
                    <a:gd name="csY103" fmla="*/ 726 h 443699"/>
                    <a:gd name="csX104" fmla="*/ 645798 w 2726878"/>
                    <a:gd name="csY104" fmla="*/ 441523 h 443699"/>
                    <a:gd name="csX105" fmla="*/ 1042544 w 2726878"/>
                    <a:gd name="csY105" fmla="*/ 3339 h 443699"/>
                    <a:gd name="csX106" fmla="*/ 645798 w 2726878"/>
                    <a:gd name="csY106" fmla="*/ 441523 h 443699"/>
                    <a:gd name="csX107" fmla="*/ 1042544 w 2726878"/>
                    <a:gd name="csY107" fmla="*/ 3339 h 443699"/>
                    <a:gd name="csX108" fmla="*/ 688428 w 2726878"/>
                    <a:gd name="csY108" fmla="*/ 438620 h 443699"/>
                    <a:gd name="csX109" fmla="*/ 1085174 w 2726878"/>
                    <a:gd name="csY109" fmla="*/ 436 h 443699"/>
                    <a:gd name="csX110" fmla="*/ 688428 w 2726878"/>
                    <a:gd name="csY110" fmla="*/ 438620 h 443699"/>
                    <a:gd name="csX111" fmla="*/ 1085174 w 2726878"/>
                    <a:gd name="csY111" fmla="*/ 436 h 443699"/>
                    <a:gd name="csX112" fmla="*/ 726145 w 2726878"/>
                    <a:gd name="csY112" fmla="*/ 441232 h 443699"/>
                    <a:gd name="csX113" fmla="*/ 1122890 w 2726878"/>
                    <a:gd name="csY113" fmla="*/ 3048 h 443699"/>
                    <a:gd name="csX114" fmla="*/ 726145 w 2726878"/>
                    <a:gd name="csY114" fmla="*/ 441232 h 443699"/>
                    <a:gd name="csX115" fmla="*/ 1122890 w 2726878"/>
                    <a:gd name="csY115" fmla="*/ 3048 h 443699"/>
                    <a:gd name="csX116" fmla="*/ 768775 w 2726878"/>
                    <a:gd name="csY116" fmla="*/ 438402 h 443699"/>
                    <a:gd name="csX117" fmla="*/ 1165520 w 2726878"/>
                    <a:gd name="csY117" fmla="*/ 218 h 443699"/>
                    <a:gd name="csX118" fmla="*/ 768775 w 2726878"/>
                    <a:gd name="csY118" fmla="*/ 438402 h 443699"/>
                    <a:gd name="csX119" fmla="*/ 1165520 w 2726878"/>
                    <a:gd name="csY119" fmla="*/ 218 h 443699"/>
                    <a:gd name="csX120" fmla="*/ 806492 w 2726878"/>
                    <a:gd name="csY120" fmla="*/ 441015 h 443699"/>
                    <a:gd name="csX121" fmla="*/ 1203237 w 2726878"/>
                    <a:gd name="csY121" fmla="*/ 2831 h 443699"/>
                    <a:gd name="csX122" fmla="*/ 806492 w 2726878"/>
                    <a:gd name="csY122" fmla="*/ 441015 h 443699"/>
                    <a:gd name="csX123" fmla="*/ 1203237 w 2726878"/>
                    <a:gd name="csY123" fmla="*/ 2831 h 443699"/>
                    <a:gd name="csX124" fmla="*/ 844209 w 2726878"/>
                    <a:gd name="csY124" fmla="*/ 443627 h 443699"/>
                    <a:gd name="csX125" fmla="*/ 1245867 w 2726878"/>
                    <a:gd name="csY125" fmla="*/ 1 h 443699"/>
                    <a:gd name="csX126" fmla="*/ 844209 w 2726878"/>
                    <a:gd name="csY126" fmla="*/ 443627 h 443699"/>
                    <a:gd name="csX127" fmla="*/ 1245867 w 2726878"/>
                    <a:gd name="csY127" fmla="*/ 1 h 443699"/>
                    <a:gd name="csX128" fmla="*/ 886839 w 2726878"/>
                    <a:gd name="csY128" fmla="*/ 440724 h 443699"/>
                    <a:gd name="csX129" fmla="*/ 1283584 w 2726878"/>
                    <a:gd name="csY129" fmla="*/ 2613 h 443699"/>
                    <a:gd name="csX130" fmla="*/ 886839 w 2726878"/>
                    <a:gd name="csY130" fmla="*/ 440724 h 443699"/>
                    <a:gd name="csX131" fmla="*/ 1283584 w 2726878"/>
                    <a:gd name="csY131" fmla="*/ 2613 h 443699"/>
                    <a:gd name="csX132" fmla="*/ 924556 w 2726878"/>
                    <a:gd name="csY132" fmla="*/ 443337 h 443699"/>
                    <a:gd name="csX133" fmla="*/ 1321226 w 2726878"/>
                    <a:gd name="csY133" fmla="*/ 5225 h 443699"/>
                    <a:gd name="csX134" fmla="*/ 924556 w 2726878"/>
                    <a:gd name="csY134" fmla="*/ 443337 h 443699"/>
                    <a:gd name="csX135" fmla="*/ 1321226 w 2726878"/>
                    <a:gd name="csY135" fmla="*/ 5225 h 443699"/>
                    <a:gd name="csX136" fmla="*/ 967186 w 2726878"/>
                    <a:gd name="csY136" fmla="*/ 440507 h 443699"/>
                    <a:gd name="csX137" fmla="*/ 1363931 w 2726878"/>
                    <a:gd name="csY137" fmla="*/ 2323 h 443699"/>
                    <a:gd name="csX138" fmla="*/ 967186 w 2726878"/>
                    <a:gd name="csY138" fmla="*/ 440507 h 443699"/>
                    <a:gd name="csX139" fmla="*/ 1363931 w 2726878"/>
                    <a:gd name="csY139" fmla="*/ 2323 h 443699"/>
                    <a:gd name="csX140" fmla="*/ 1004902 w 2726878"/>
                    <a:gd name="csY140" fmla="*/ 443119 h 443699"/>
                    <a:gd name="csX141" fmla="*/ 1401572 w 2726878"/>
                    <a:gd name="csY141" fmla="*/ 4935 h 443699"/>
                    <a:gd name="csX142" fmla="*/ 1004902 w 2726878"/>
                    <a:gd name="csY142" fmla="*/ 443119 h 443699"/>
                    <a:gd name="csX143" fmla="*/ 1401572 w 2726878"/>
                    <a:gd name="csY143" fmla="*/ 4935 h 443699"/>
                    <a:gd name="csX144" fmla="*/ 1047532 w 2726878"/>
                    <a:gd name="csY144" fmla="*/ 440216 h 443699"/>
                    <a:gd name="csX145" fmla="*/ 1444278 w 2726878"/>
                    <a:gd name="csY145" fmla="*/ 2105 h 443699"/>
                    <a:gd name="csX146" fmla="*/ 1047532 w 2726878"/>
                    <a:gd name="csY146" fmla="*/ 440216 h 443699"/>
                    <a:gd name="csX147" fmla="*/ 1444278 w 2726878"/>
                    <a:gd name="csY147" fmla="*/ 2105 h 443699"/>
                    <a:gd name="csX148" fmla="*/ 1085249 w 2726878"/>
                    <a:gd name="csY148" fmla="*/ 442829 h 443699"/>
                    <a:gd name="csX149" fmla="*/ 1481919 w 2726878"/>
                    <a:gd name="csY149" fmla="*/ 4718 h 443699"/>
                    <a:gd name="csX150" fmla="*/ 1085249 w 2726878"/>
                    <a:gd name="csY150" fmla="*/ 442829 h 443699"/>
                    <a:gd name="csX151" fmla="*/ 1481919 w 2726878"/>
                    <a:gd name="csY151" fmla="*/ 4718 h 443699"/>
                    <a:gd name="csX152" fmla="*/ 1127879 w 2726878"/>
                    <a:gd name="csY152" fmla="*/ 439999 h 443699"/>
                    <a:gd name="csX153" fmla="*/ 1524625 w 2726878"/>
                    <a:gd name="csY153" fmla="*/ 1815 h 443699"/>
                    <a:gd name="csX154" fmla="*/ 1127879 w 2726878"/>
                    <a:gd name="csY154" fmla="*/ 439999 h 443699"/>
                    <a:gd name="csX155" fmla="*/ 1524625 w 2726878"/>
                    <a:gd name="csY155" fmla="*/ 1815 h 443699"/>
                    <a:gd name="csX156" fmla="*/ 1165596 w 2726878"/>
                    <a:gd name="csY156" fmla="*/ 442611 h 443699"/>
                    <a:gd name="csX157" fmla="*/ 1562266 w 2726878"/>
                    <a:gd name="csY157" fmla="*/ 4427 h 443699"/>
                    <a:gd name="csX158" fmla="*/ 1165596 w 2726878"/>
                    <a:gd name="csY158" fmla="*/ 442611 h 443699"/>
                    <a:gd name="csX159" fmla="*/ 1562266 w 2726878"/>
                    <a:gd name="csY159" fmla="*/ 4427 h 443699"/>
                    <a:gd name="csX160" fmla="*/ 1208226 w 2726878"/>
                    <a:gd name="csY160" fmla="*/ 439708 h 443699"/>
                    <a:gd name="csX161" fmla="*/ 1604972 w 2726878"/>
                    <a:gd name="csY161" fmla="*/ 1597 h 443699"/>
                    <a:gd name="csX162" fmla="*/ 1208226 w 2726878"/>
                    <a:gd name="csY162" fmla="*/ 439708 h 443699"/>
                    <a:gd name="csX163" fmla="*/ 1604972 w 2726878"/>
                    <a:gd name="csY163" fmla="*/ 1597 h 443699"/>
                    <a:gd name="csX164" fmla="*/ 1245943 w 2726878"/>
                    <a:gd name="csY164" fmla="*/ 442321 h 443699"/>
                    <a:gd name="csX165" fmla="*/ 1642613 w 2726878"/>
                    <a:gd name="csY165" fmla="*/ 4210 h 443699"/>
                    <a:gd name="csX166" fmla="*/ 1245943 w 2726878"/>
                    <a:gd name="csY166" fmla="*/ 442321 h 443699"/>
                    <a:gd name="csX167" fmla="*/ 1642613 w 2726878"/>
                    <a:gd name="csY167" fmla="*/ 4210 h 443699"/>
                    <a:gd name="csX168" fmla="*/ 1288573 w 2726878"/>
                    <a:gd name="csY168" fmla="*/ 439491 h 443699"/>
                    <a:gd name="csX169" fmla="*/ 1685318 w 2726878"/>
                    <a:gd name="csY169" fmla="*/ 1307 h 443699"/>
                    <a:gd name="csX170" fmla="*/ 1288573 w 2726878"/>
                    <a:gd name="csY170" fmla="*/ 439491 h 443699"/>
                    <a:gd name="csX171" fmla="*/ 1685318 w 2726878"/>
                    <a:gd name="csY171" fmla="*/ 1307 h 443699"/>
                    <a:gd name="csX172" fmla="*/ 1326290 w 2726878"/>
                    <a:gd name="csY172" fmla="*/ 442103 h 443699"/>
                    <a:gd name="csX173" fmla="*/ 1722960 w 2726878"/>
                    <a:gd name="csY173" fmla="*/ 3919 h 443699"/>
                    <a:gd name="csX174" fmla="*/ 1326290 w 2726878"/>
                    <a:gd name="csY174" fmla="*/ 442103 h 443699"/>
                    <a:gd name="csX175" fmla="*/ 1722960 w 2726878"/>
                    <a:gd name="csY175" fmla="*/ 3919 h 443699"/>
                    <a:gd name="csX176" fmla="*/ 1368920 w 2726878"/>
                    <a:gd name="csY176" fmla="*/ 439273 h 443699"/>
                    <a:gd name="csX177" fmla="*/ 1765665 w 2726878"/>
                    <a:gd name="csY177" fmla="*/ 1089 h 443699"/>
                    <a:gd name="csX178" fmla="*/ 1368920 w 2726878"/>
                    <a:gd name="csY178" fmla="*/ 439273 h 443699"/>
                    <a:gd name="csX179" fmla="*/ 1765665 w 2726878"/>
                    <a:gd name="csY179" fmla="*/ 1089 h 443699"/>
                    <a:gd name="csX180" fmla="*/ 1406637 w 2726878"/>
                    <a:gd name="csY180" fmla="*/ 441885 h 443699"/>
                    <a:gd name="csX181" fmla="*/ 1803306 w 2726878"/>
                    <a:gd name="csY181" fmla="*/ 3701 h 443699"/>
                    <a:gd name="csX182" fmla="*/ 1406637 w 2726878"/>
                    <a:gd name="csY182" fmla="*/ 441885 h 443699"/>
                    <a:gd name="csX183" fmla="*/ 1803306 w 2726878"/>
                    <a:gd name="csY183" fmla="*/ 3701 h 443699"/>
                    <a:gd name="csX184" fmla="*/ 1449267 w 2726878"/>
                    <a:gd name="csY184" fmla="*/ 438983 h 443699"/>
                    <a:gd name="csX185" fmla="*/ 1846012 w 2726878"/>
                    <a:gd name="csY185" fmla="*/ 799 h 443699"/>
                    <a:gd name="csX186" fmla="*/ 1449267 w 2726878"/>
                    <a:gd name="csY186" fmla="*/ 438983 h 443699"/>
                    <a:gd name="csX187" fmla="*/ 1846012 w 2726878"/>
                    <a:gd name="csY187" fmla="*/ 799 h 443699"/>
                    <a:gd name="csX188" fmla="*/ 1486984 w 2726878"/>
                    <a:gd name="csY188" fmla="*/ 441595 h 443699"/>
                    <a:gd name="csX189" fmla="*/ 1883653 w 2726878"/>
                    <a:gd name="csY189" fmla="*/ 3411 h 443699"/>
                    <a:gd name="csX190" fmla="*/ 1486984 w 2726878"/>
                    <a:gd name="csY190" fmla="*/ 441595 h 443699"/>
                    <a:gd name="csX191" fmla="*/ 1883653 w 2726878"/>
                    <a:gd name="csY191" fmla="*/ 3411 h 443699"/>
                    <a:gd name="csX192" fmla="*/ 1529613 w 2726878"/>
                    <a:gd name="csY192" fmla="*/ 438765 h 443699"/>
                    <a:gd name="csX193" fmla="*/ 1926359 w 2726878"/>
                    <a:gd name="csY193" fmla="*/ 581 h 443699"/>
                    <a:gd name="csX194" fmla="*/ 1529613 w 2726878"/>
                    <a:gd name="csY194" fmla="*/ 438765 h 443699"/>
                    <a:gd name="csX195" fmla="*/ 1926359 w 2726878"/>
                    <a:gd name="csY195" fmla="*/ 581 h 443699"/>
                    <a:gd name="csX196" fmla="*/ 1567330 w 2726878"/>
                    <a:gd name="csY196" fmla="*/ 441377 h 443699"/>
                    <a:gd name="csX197" fmla="*/ 1964000 w 2726878"/>
                    <a:gd name="csY197" fmla="*/ 3193 h 443699"/>
                    <a:gd name="csX198" fmla="*/ 1567330 w 2726878"/>
                    <a:gd name="csY198" fmla="*/ 441377 h 443699"/>
                    <a:gd name="csX199" fmla="*/ 1964000 w 2726878"/>
                    <a:gd name="csY199" fmla="*/ 3193 h 443699"/>
                    <a:gd name="csX200" fmla="*/ 1609960 w 2726878"/>
                    <a:gd name="csY200" fmla="*/ 438475 h 443699"/>
                    <a:gd name="csX201" fmla="*/ 2006706 w 2726878"/>
                    <a:gd name="csY201" fmla="*/ 291 h 443699"/>
                    <a:gd name="csX202" fmla="*/ 1609960 w 2726878"/>
                    <a:gd name="csY202" fmla="*/ 438475 h 443699"/>
                    <a:gd name="csX203" fmla="*/ 2006706 w 2726878"/>
                    <a:gd name="csY203" fmla="*/ 291 h 443699"/>
                    <a:gd name="csX204" fmla="*/ 1647677 w 2726878"/>
                    <a:gd name="csY204" fmla="*/ 441087 h 443699"/>
                    <a:gd name="csX205" fmla="*/ 2044347 w 2726878"/>
                    <a:gd name="csY205" fmla="*/ 2903 h 443699"/>
                    <a:gd name="csX206" fmla="*/ 1647677 w 2726878"/>
                    <a:gd name="csY206" fmla="*/ 441087 h 443699"/>
                    <a:gd name="csX207" fmla="*/ 2044347 w 2726878"/>
                    <a:gd name="csY207" fmla="*/ 2903 h 443699"/>
                    <a:gd name="csX208" fmla="*/ 1685394 w 2726878"/>
                    <a:gd name="csY208" fmla="*/ 443700 h 443699"/>
                    <a:gd name="csX209" fmla="*/ 2087052 w 2726878"/>
                    <a:gd name="csY209" fmla="*/ 73 h 443699"/>
                    <a:gd name="csX210" fmla="*/ 1685394 w 2726878"/>
                    <a:gd name="csY210" fmla="*/ 443700 h 443699"/>
                    <a:gd name="csX211" fmla="*/ 2087052 w 2726878"/>
                    <a:gd name="csY211" fmla="*/ 73 h 443699"/>
                    <a:gd name="csX212" fmla="*/ 1728024 w 2726878"/>
                    <a:gd name="csY212" fmla="*/ 440870 h 443699"/>
                    <a:gd name="csX213" fmla="*/ 2124694 w 2726878"/>
                    <a:gd name="csY213" fmla="*/ 2686 h 443699"/>
                    <a:gd name="csX214" fmla="*/ 1728024 w 2726878"/>
                    <a:gd name="csY214" fmla="*/ 440870 h 443699"/>
                    <a:gd name="csX215" fmla="*/ 2124694 w 2726878"/>
                    <a:gd name="csY215" fmla="*/ 2686 h 443699"/>
                    <a:gd name="csX216" fmla="*/ 1765741 w 2726878"/>
                    <a:gd name="csY216" fmla="*/ 443482 h 443699"/>
                    <a:gd name="csX217" fmla="*/ 2162411 w 2726878"/>
                    <a:gd name="csY217" fmla="*/ 5298 h 443699"/>
                    <a:gd name="csX218" fmla="*/ 1765741 w 2726878"/>
                    <a:gd name="csY218" fmla="*/ 443482 h 443699"/>
                    <a:gd name="csX219" fmla="*/ 2162411 w 2726878"/>
                    <a:gd name="csY219" fmla="*/ 5298 h 443699"/>
                    <a:gd name="csX220" fmla="*/ 1808370 w 2726878"/>
                    <a:gd name="csY220" fmla="*/ 440579 h 443699"/>
                    <a:gd name="csX221" fmla="*/ 2205041 w 2726878"/>
                    <a:gd name="csY221" fmla="*/ 2468 h 443699"/>
                    <a:gd name="csX222" fmla="*/ 1808370 w 2726878"/>
                    <a:gd name="csY222" fmla="*/ 440579 h 443699"/>
                    <a:gd name="csX223" fmla="*/ 2205041 w 2726878"/>
                    <a:gd name="csY223" fmla="*/ 2468 h 443699"/>
                    <a:gd name="csX224" fmla="*/ 1846088 w 2726878"/>
                    <a:gd name="csY224" fmla="*/ 443192 h 443699"/>
                    <a:gd name="csX225" fmla="*/ 2242758 w 2726878"/>
                    <a:gd name="csY225" fmla="*/ 5080 h 443699"/>
                    <a:gd name="csX226" fmla="*/ 1846088 w 2726878"/>
                    <a:gd name="csY226" fmla="*/ 443192 h 443699"/>
                    <a:gd name="csX227" fmla="*/ 2242758 w 2726878"/>
                    <a:gd name="csY227" fmla="*/ 5080 h 443699"/>
                    <a:gd name="csX228" fmla="*/ 1888717 w 2726878"/>
                    <a:gd name="csY228" fmla="*/ 440361 h 443699"/>
                    <a:gd name="csX229" fmla="*/ 2285388 w 2726878"/>
                    <a:gd name="csY229" fmla="*/ 2178 h 443699"/>
                    <a:gd name="csX230" fmla="*/ 1888717 w 2726878"/>
                    <a:gd name="csY230" fmla="*/ 440361 h 443699"/>
                    <a:gd name="csX231" fmla="*/ 2285388 w 2726878"/>
                    <a:gd name="csY231" fmla="*/ 2178 h 443699"/>
                    <a:gd name="csX232" fmla="*/ 1926434 w 2726878"/>
                    <a:gd name="csY232" fmla="*/ 442974 h 443699"/>
                    <a:gd name="csX233" fmla="*/ 2323104 w 2726878"/>
                    <a:gd name="csY233" fmla="*/ 4790 h 443699"/>
                    <a:gd name="csX234" fmla="*/ 1926434 w 2726878"/>
                    <a:gd name="csY234" fmla="*/ 442974 h 443699"/>
                    <a:gd name="csX235" fmla="*/ 2323104 w 2726878"/>
                    <a:gd name="csY235" fmla="*/ 4790 h 443699"/>
                    <a:gd name="csX236" fmla="*/ 1969064 w 2726878"/>
                    <a:gd name="csY236" fmla="*/ 440071 h 443699"/>
                    <a:gd name="csX237" fmla="*/ 2365734 w 2726878"/>
                    <a:gd name="csY237" fmla="*/ 1960 h 443699"/>
                    <a:gd name="csX238" fmla="*/ 1969064 w 2726878"/>
                    <a:gd name="csY238" fmla="*/ 440071 h 443699"/>
                    <a:gd name="csX239" fmla="*/ 2365734 w 2726878"/>
                    <a:gd name="csY239" fmla="*/ 1960 h 443699"/>
                    <a:gd name="csX240" fmla="*/ 2006781 w 2726878"/>
                    <a:gd name="csY240" fmla="*/ 442684 h 443699"/>
                    <a:gd name="csX241" fmla="*/ 2403451 w 2726878"/>
                    <a:gd name="csY241" fmla="*/ 4572 h 443699"/>
                    <a:gd name="csX242" fmla="*/ 2006781 w 2726878"/>
                    <a:gd name="csY242" fmla="*/ 442684 h 443699"/>
                    <a:gd name="csX243" fmla="*/ 2403451 w 2726878"/>
                    <a:gd name="csY243" fmla="*/ 4572 h 443699"/>
                    <a:gd name="csX244" fmla="*/ 2049411 w 2726878"/>
                    <a:gd name="csY244" fmla="*/ 439853 h 443699"/>
                    <a:gd name="csX245" fmla="*/ 2446081 w 2726878"/>
                    <a:gd name="csY245" fmla="*/ 1669 h 443699"/>
                    <a:gd name="csX246" fmla="*/ 2049411 w 2726878"/>
                    <a:gd name="csY246" fmla="*/ 439853 h 443699"/>
                    <a:gd name="csX247" fmla="*/ 2446081 w 2726878"/>
                    <a:gd name="csY247" fmla="*/ 1669 h 443699"/>
                    <a:gd name="csX248" fmla="*/ 2087128 w 2726878"/>
                    <a:gd name="csY248" fmla="*/ 442466 h 443699"/>
                    <a:gd name="csX249" fmla="*/ 2483798 w 2726878"/>
                    <a:gd name="csY249" fmla="*/ 4282 h 443699"/>
                    <a:gd name="csX250" fmla="*/ 2087128 w 2726878"/>
                    <a:gd name="csY250" fmla="*/ 442466 h 443699"/>
                    <a:gd name="csX251" fmla="*/ 2483798 w 2726878"/>
                    <a:gd name="csY251" fmla="*/ 4282 h 443699"/>
                    <a:gd name="csX252" fmla="*/ 2129758 w 2726878"/>
                    <a:gd name="csY252" fmla="*/ 439563 h 443699"/>
                    <a:gd name="csX253" fmla="*/ 2526428 w 2726878"/>
                    <a:gd name="csY253" fmla="*/ 1452 h 443699"/>
                    <a:gd name="csX254" fmla="*/ 2129758 w 2726878"/>
                    <a:gd name="csY254" fmla="*/ 439563 h 443699"/>
                    <a:gd name="csX255" fmla="*/ 2526428 w 2726878"/>
                    <a:gd name="csY255" fmla="*/ 1452 h 443699"/>
                    <a:gd name="csX256" fmla="*/ 2167475 w 2726878"/>
                    <a:gd name="csY256" fmla="*/ 442176 h 443699"/>
                    <a:gd name="csX257" fmla="*/ 2564145 w 2726878"/>
                    <a:gd name="csY257" fmla="*/ 4064 h 443699"/>
                    <a:gd name="csX258" fmla="*/ 2167475 w 2726878"/>
                    <a:gd name="csY258" fmla="*/ 442176 h 443699"/>
                    <a:gd name="csX259" fmla="*/ 2564145 w 2726878"/>
                    <a:gd name="csY259" fmla="*/ 4064 h 443699"/>
                    <a:gd name="csX260" fmla="*/ 2210105 w 2726878"/>
                    <a:gd name="csY260" fmla="*/ 439345 h 443699"/>
                    <a:gd name="csX261" fmla="*/ 2606774 w 2726878"/>
                    <a:gd name="csY261" fmla="*/ 1161 h 443699"/>
                    <a:gd name="csX262" fmla="*/ 2210105 w 2726878"/>
                    <a:gd name="csY262" fmla="*/ 439345 h 443699"/>
                    <a:gd name="csX263" fmla="*/ 2606774 w 2726878"/>
                    <a:gd name="csY263" fmla="*/ 1161 h 443699"/>
                    <a:gd name="csX264" fmla="*/ 2247822 w 2726878"/>
                    <a:gd name="csY264" fmla="*/ 441958 h 443699"/>
                    <a:gd name="csX265" fmla="*/ 2644491 w 2726878"/>
                    <a:gd name="csY265" fmla="*/ 3774 h 443699"/>
                    <a:gd name="csX266" fmla="*/ 2247822 w 2726878"/>
                    <a:gd name="csY266" fmla="*/ 441958 h 443699"/>
                    <a:gd name="csX267" fmla="*/ 2644491 w 2726878"/>
                    <a:gd name="csY267" fmla="*/ 3774 h 443699"/>
                    <a:gd name="csX268" fmla="*/ 2290452 w 2726878"/>
                    <a:gd name="csY268" fmla="*/ 439128 h 443699"/>
                    <a:gd name="csX269" fmla="*/ 2687121 w 2726878"/>
                    <a:gd name="csY269" fmla="*/ 944 h 443699"/>
                    <a:gd name="csX270" fmla="*/ 2290452 w 2726878"/>
                    <a:gd name="csY270" fmla="*/ 439128 h 443699"/>
                    <a:gd name="csX271" fmla="*/ 2687121 w 2726878"/>
                    <a:gd name="csY271" fmla="*/ 944 h 443699"/>
                    <a:gd name="csX272" fmla="*/ 2328168 w 2726878"/>
                    <a:gd name="csY272" fmla="*/ 441740 h 443699"/>
                    <a:gd name="csX273" fmla="*/ 2724838 w 2726878"/>
                    <a:gd name="csY273" fmla="*/ 3556 h 443699"/>
                    <a:gd name="csX274" fmla="*/ 2328168 w 2726878"/>
                    <a:gd name="csY274" fmla="*/ 441740 h 443699"/>
                    <a:gd name="csX275" fmla="*/ 2724838 w 2726878"/>
                    <a:gd name="csY275" fmla="*/ 3556 h 443699"/>
                    <a:gd name="csX276" fmla="*/ 2370798 w 2726878"/>
                    <a:gd name="csY276" fmla="*/ 438837 h 443699"/>
                    <a:gd name="csX277" fmla="*/ 2722873 w 2726878"/>
                    <a:gd name="csY277" fmla="*/ 50002 h 443699"/>
                    <a:gd name="csX278" fmla="*/ 2370798 w 2726878"/>
                    <a:gd name="csY278" fmla="*/ 438837 h 443699"/>
                    <a:gd name="csX279" fmla="*/ 2722873 w 2726878"/>
                    <a:gd name="csY279" fmla="*/ 50002 h 443699"/>
                    <a:gd name="csX280" fmla="*/ 2408515 w 2726878"/>
                    <a:gd name="csY280" fmla="*/ 441450 h 443699"/>
                    <a:gd name="csX281" fmla="*/ 2725821 w 2726878"/>
                    <a:gd name="csY281" fmla="*/ 90932 h 443699"/>
                    <a:gd name="csX282" fmla="*/ 2408515 w 2726878"/>
                    <a:gd name="csY282" fmla="*/ 441450 h 443699"/>
                    <a:gd name="csX283" fmla="*/ 2725821 w 2726878"/>
                    <a:gd name="csY283" fmla="*/ 90932 h 443699"/>
                    <a:gd name="csX284" fmla="*/ 2451145 w 2726878"/>
                    <a:gd name="csY284" fmla="*/ 438620 h 443699"/>
                    <a:gd name="csX285" fmla="*/ 2723856 w 2726878"/>
                    <a:gd name="csY285" fmla="*/ 137377 h 443699"/>
                    <a:gd name="csX286" fmla="*/ 2451145 w 2726878"/>
                    <a:gd name="csY286" fmla="*/ 438620 h 443699"/>
                    <a:gd name="csX287" fmla="*/ 2723856 w 2726878"/>
                    <a:gd name="csY287" fmla="*/ 137377 h 443699"/>
                    <a:gd name="csX288" fmla="*/ 2488862 w 2726878"/>
                    <a:gd name="csY288" fmla="*/ 441232 h 443699"/>
                    <a:gd name="csX289" fmla="*/ 2726879 w 2726878"/>
                    <a:gd name="csY289" fmla="*/ 178307 h 443699"/>
                    <a:gd name="csX290" fmla="*/ 2488862 w 2726878"/>
                    <a:gd name="csY290" fmla="*/ 441232 h 443699"/>
                    <a:gd name="csX291" fmla="*/ 2726879 w 2726878"/>
                    <a:gd name="csY291" fmla="*/ 178307 h 443699"/>
                    <a:gd name="csX292" fmla="*/ 2531492 w 2726878"/>
                    <a:gd name="csY292" fmla="*/ 438330 h 443699"/>
                    <a:gd name="csX293" fmla="*/ 2724914 w 2726878"/>
                    <a:gd name="csY293" fmla="*/ 224753 h 443699"/>
                    <a:gd name="csX294" fmla="*/ 2531492 w 2726878"/>
                    <a:gd name="csY294" fmla="*/ 438330 h 443699"/>
                    <a:gd name="csX295" fmla="*/ 2724914 w 2726878"/>
                    <a:gd name="csY295" fmla="*/ 224753 h 443699"/>
                    <a:gd name="csX296" fmla="*/ 2569209 w 2726878"/>
                    <a:gd name="csY296" fmla="*/ 440942 h 443699"/>
                    <a:gd name="csX297" fmla="*/ 2722873 w 2726878"/>
                    <a:gd name="csY297" fmla="*/ 271198 h 443699"/>
                    <a:gd name="csX298" fmla="*/ 2569209 w 2726878"/>
                    <a:gd name="csY298" fmla="*/ 440942 h 443699"/>
                    <a:gd name="csX299" fmla="*/ 2722873 w 2726878"/>
                    <a:gd name="csY299" fmla="*/ 271198 h 443699"/>
                    <a:gd name="csX300" fmla="*/ 2606850 w 2726878"/>
                    <a:gd name="csY300" fmla="*/ 443555 h 443699"/>
                    <a:gd name="csX301" fmla="*/ 2725896 w 2726878"/>
                    <a:gd name="csY301" fmla="*/ 312128 h 443699"/>
                    <a:gd name="csX302" fmla="*/ 2606850 w 2726878"/>
                    <a:gd name="csY302" fmla="*/ 443555 h 443699"/>
                    <a:gd name="csX303" fmla="*/ 2725896 w 2726878"/>
                    <a:gd name="csY303" fmla="*/ 312128 h 443699"/>
                    <a:gd name="csX304" fmla="*/ 2649556 w 2726878"/>
                    <a:gd name="csY304" fmla="*/ 440724 h 443699"/>
                    <a:gd name="csX305" fmla="*/ 2723931 w 2726878"/>
                    <a:gd name="csY305" fmla="*/ 358574 h 443699"/>
                    <a:gd name="csX306" fmla="*/ 2649556 w 2726878"/>
                    <a:gd name="csY306" fmla="*/ 440724 h 443699"/>
                    <a:gd name="csX307" fmla="*/ 2723931 w 2726878"/>
                    <a:gd name="csY307" fmla="*/ 358574 h 443699"/>
                    <a:gd name="csX308" fmla="*/ 2687197 w 2726878"/>
                    <a:gd name="csY308" fmla="*/ 443337 h 443699"/>
                    <a:gd name="csX309" fmla="*/ 2721966 w 2726878"/>
                    <a:gd name="csY309" fmla="*/ 404947 h 443699"/>
                    <a:gd name="csX310" fmla="*/ 2687197 w 2726878"/>
                    <a:gd name="csY310" fmla="*/ 443337 h 443699"/>
                    <a:gd name="csX311" fmla="*/ 2721966 w 2726878"/>
                    <a:gd name="csY311" fmla="*/ 404947 h 4436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  <a:cxn ang="0">
                      <a:pos x="csX196" y="csY196"/>
                    </a:cxn>
                    <a:cxn ang="0">
                      <a:pos x="csX197" y="csY197"/>
                    </a:cxn>
                    <a:cxn ang="0">
                      <a:pos x="csX198" y="csY198"/>
                    </a:cxn>
                    <a:cxn ang="0">
                      <a:pos x="csX199" y="csY199"/>
                    </a:cxn>
                    <a:cxn ang="0">
                      <a:pos x="csX200" y="csY200"/>
                    </a:cxn>
                    <a:cxn ang="0">
                      <a:pos x="csX201" y="csY201"/>
                    </a:cxn>
                    <a:cxn ang="0">
                      <a:pos x="csX202" y="csY202"/>
                    </a:cxn>
                    <a:cxn ang="0">
                      <a:pos x="csX203" y="csY203"/>
                    </a:cxn>
                    <a:cxn ang="0">
                      <a:pos x="csX204" y="csY204"/>
                    </a:cxn>
                    <a:cxn ang="0">
                      <a:pos x="csX205" y="csY205"/>
                    </a:cxn>
                    <a:cxn ang="0">
                      <a:pos x="csX206" y="csY206"/>
                    </a:cxn>
                    <a:cxn ang="0">
                      <a:pos x="csX207" y="csY207"/>
                    </a:cxn>
                    <a:cxn ang="0">
                      <a:pos x="csX208" y="csY208"/>
                    </a:cxn>
                    <a:cxn ang="0">
                      <a:pos x="csX209" y="csY209"/>
                    </a:cxn>
                    <a:cxn ang="0">
                      <a:pos x="csX210" y="csY210"/>
                    </a:cxn>
                    <a:cxn ang="0">
                      <a:pos x="csX211" y="csY211"/>
                    </a:cxn>
                    <a:cxn ang="0">
                      <a:pos x="csX212" y="csY212"/>
                    </a:cxn>
                    <a:cxn ang="0">
                      <a:pos x="csX213" y="csY213"/>
                    </a:cxn>
                    <a:cxn ang="0">
                      <a:pos x="csX214" y="csY214"/>
                    </a:cxn>
                    <a:cxn ang="0">
                      <a:pos x="csX215" y="csY215"/>
                    </a:cxn>
                    <a:cxn ang="0">
                      <a:pos x="csX216" y="csY216"/>
                    </a:cxn>
                    <a:cxn ang="0">
                      <a:pos x="csX217" y="csY217"/>
                    </a:cxn>
                    <a:cxn ang="0">
                      <a:pos x="csX218" y="csY218"/>
                    </a:cxn>
                    <a:cxn ang="0">
                      <a:pos x="csX219" y="csY219"/>
                    </a:cxn>
                    <a:cxn ang="0">
                      <a:pos x="csX220" y="csY220"/>
                    </a:cxn>
                    <a:cxn ang="0">
                      <a:pos x="csX221" y="csY221"/>
                    </a:cxn>
                    <a:cxn ang="0">
                      <a:pos x="csX222" y="csY222"/>
                    </a:cxn>
                    <a:cxn ang="0">
                      <a:pos x="csX223" y="csY223"/>
                    </a:cxn>
                    <a:cxn ang="0">
                      <a:pos x="csX224" y="csY224"/>
                    </a:cxn>
                    <a:cxn ang="0">
                      <a:pos x="csX225" y="csY225"/>
                    </a:cxn>
                    <a:cxn ang="0">
                      <a:pos x="csX226" y="csY226"/>
                    </a:cxn>
                    <a:cxn ang="0">
                      <a:pos x="csX227" y="csY227"/>
                    </a:cxn>
                    <a:cxn ang="0">
                      <a:pos x="csX228" y="csY228"/>
                    </a:cxn>
                    <a:cxn ang="0">
                      <a:pos x="csX229" y="csY229"/>
                    </a:cxn>
                    <a:cxn ang="0">
                      <a:pos x="csX230" y="csY230"/>
                    </a:cxn>
                    <a:cxn ang="0">
                      <a:pos x="csX231" y="csY231"/>
                    </a:cxn>
                    <a:cxn ang="0">
                      <a:pos x="csX232" y="csY232"/>
                    </a:cxn>
                    <a:cxn ang="0">
                      <a:pos x="csX233" y="csY233"/>
                    </a:cxn>
                    <a:cxn ang="0">
                      <a:pos x="csX234" y="csY234"/>
                    </a:cxn>
                    <a:cxn ang="0">
                      <a:pos x="csX235" y="csY235"/>
                    </a:cxn>
                    <a:cxn ang="0">
                      <a:pos x="csX236" y="csY236"/>
                    </a:cxn>
                    <a:cxn ang="0">
                      <a:pos x="csX237" y="csY237"/>
                    </a:cxn>
                    <a:cxn ang="0">
                      <a:pos x="csX238" y="csY238"/>
                    </a:cxn>
                    <a:cxn ang="0">
                      <a:pos x="csX239" y="csY239"/>
                    </a:cxn>
                    <a:cxn ang="0">
                      <a:pos x="csX240" y="csY240"/>
                    </a:cxn>
                    <a:cxn ang="0">
                      <a:pos x="csX241" y="csY241"/>
                    </a:cxn>
                    <a:cxn ang="0">
                      <a:pos x="csX242" y="csY242"/>
                    </a:cxn>
                    <a:cxn ang="0">
                      <a:pos x="csX243" y="csY243"/>
                    </a:cxn>
                    <a:cxn ang="0">
                      <a:pos x="csX244" y="csY244"/>
                    </a:cxn>
                    <a:cxn ang="0">
                      <a:pos x="csX245" y="csY245"/>
                    </a:cxn>
                    <a:cxn ang="0">
                      <a:pos x="csX246" y="csY246"/>
                    </a:cxn>
                    <a:cxn ang="0">
                      <a:pos x="csX247" y="csY247"/>
                    </a:cxn>
                    <a:cxn ang="0">
                      <a:pos x="csX248" y="csY248"/>
                    </a:cxn>
                    <a:cxn ang="0">
                      <a:pos x="csX249" y="csY249"/>
                    </a:cxn>
                    <a:cxn ang="0">
                      <a:pos x="csX250" y="csY250"/>
                    </a:cxn>
                    <a:cxn ang="0">
                      <a:pos x="csX251" y="csY251"/>
                    </a:cxn>
                    <a:cxn ang="0">
                      <a:pos x="csX252" y="csY252"/>
                    </a:cxn>
                    <a:cxn ang="0">
                      <a:pos x="csX253" y="csY253"/>
                    </a:cxn>
                    <a:cxn ang="0">
                      <a:pos x="csX254" y="csY254"/>
                    </a:cxn>
                    <a:cxn ang="0">
                      <a:pos x="csX255" y="csY255"/>
                    </a:cxn>
                    <a:cxn ang="0">
                      <a:pos x="csX256" y="csY256"/>
                    </a:cxn>
                    <a:cxn ang="0">
                      <a:pos x="csX257" y="csY257"/>
                    </a:cxn>
                    <a:cxn ang="0">
                      <a:pos x="csX258" y="csY258"/>
                    </a:cxn>
                    <a:cxn ang="0">
                      <a:pos x="csX259" y="csY259"/>
                    </a:cxn>
                    <a:cxn ang="0">
                      <a:pos x="csX260" y="csY260"/>
                    </a:cxn>
                    <a:cxn ang="0">
                      <a:pos x="csX261" y="csY261"/>
                    </a:cxn>
                    <a:cxn ang="0">
                      <a:pos x="csX262" y="csY262"/>
                    </a:cxn>
                    <a:cxn ang="0">
                      <a:pos x="csX263" y="csY263"/>
                    </a:cxn>
                    <a:cxn ang="0">
                      <a:pos x="csX264" y="csY264"/>
                    </a:cxn>
                    <a:cxn ang="0">
                      <a:pos x="csX265" y="csY265"/>
                    </a:cxn>
                    <a:cxn ang="0">
                      <a:pos x="csX266" y="csY266"/>
                    </a:cxn>
                    <a:cxn ang="0">
                      <a:pos x="csX267" y="csY267"/>
                    </a:cxn>
                    <a:cxn ang="0">
                      <a:pos x="csX268" y="csY268"/>
                    </a:cxn>
                    <a:cxn ang="0">
                      <a:pos x="csX269" y="csY269"/>
                    </a:cxn>
                    <a:cxn ang="0">
                      <a:pos x="csX270" y="csY270"/>
                    </a:cxn>
                    <a:cxn ang="0">
                      <a:pos x="csX271" y="csY271"/>
                    </a:cxn>
                    <a:cxn ang="0">
                      <a:pos x="csX272" y="csY272"/>
                    </a:cxn>
                    <a:cxn ang="0">
                      <a:pos x="csX273" y="csY273"/>
                    </a:cxn>
                    <a:cxn ang="0">
                      <a:pos x="csX274" y="csY274"/>
                    </a:cxn>
                    <a:cxn ang="0">
                      <a:pos x="csX275" y="csY275"/>
                    </a:cxn>
                    <a:cxn ang="0">
                      <a:pos x="csX276" y="csY276"/>
                    </a:cxn>
                    <a:cxn ang="0">
                      <a:pos x="csX277" y="csY277"/>
                    </a:cxn>
                    <a:cxn ang="0">
                      <a:pos x="csX278" y="csY278"/>
                    </a:cxn>
                    <a:cxn ang="0">
                      <a:pos x="csX279" y="csY279"/>
                    </a:cxn>
                    <a:cxn ang="0">
                      <a:pos x="csX280" y="csY280"/>
                    </a:cxn>
                    <a:cxn ang="0">
                      <a:pos x="csX281" y="csY281"/>
                    </a:cxn>
                    <a:cxn ang="0">
                      <a:pos x="csX282" y="csY282"/>
                    </a:cxn>
                    <a:cxn ang="0">
                      <a:pos x="csX283" y="csY283"/>
                    </a:cxn>
                    <a:cxn ang="0">
                      <a:pos x="csX284" y="csY284"/>
                    </a:cxn>
                    <a:cxn ang="0">
                      <a:pos x="csX285" y="csY285"/>
                    </a:cxn>
                    <a:cxn ang="0">
                      <a:pos x="csX286" y="csY286"/>
                    </a:cxn>
                    <a:cxn ang="0">
                      <a:pos x="csX287" y="csY287"/>
                    </a:cxn>
                    <a:cxn ang="0">
                      <a:pos x="csX288" y="csY288"/>
                    </a:cxn>
                    <a:cxn ang="0">
                      <a:pos x="csX289" y="csY289"/>
                    </a:cxn>
                    <a:cxn ang="0">
                      <a:pos x="csX290" y="csY290"/>
                    </a:cxn>
                    <a:cxn ang="0">
                      <a:pos x="csX291" y="csY291"/>
                    </a:cxn>
                    <a:cxn ang="0">
                      <a:pos x="csX292" y="csY292"/>
                    </a:cxn>
                    <a:cxn ang="0">
                      <a:pos x="csX293" y="csY293"/>
                    </a:cxn>
                    <a:cxn ang="0">
                      <a:pos x="csX294" y="csY294"/>
                    </a:cxn>
                    <a:cxn ang="0">
                      <a:pos x="csX295" y="csY295"/>
                    </a:cxn>
                    <a:cxn ang="0">
                      <a:pos x="csX296" y="csY296"/>
                    </a:cxn>
                    <a:cxn ang="0">
                      <a:pos x="csX297" y="csY297"/>
                    </a:cxn>
                    <a:cxn ang="0">
                      <a:pos x="csX298" y="csY298"/>
                    </a:cxn>
                    <a:cxn ang="0">
                      <a:pos x="csX299" y="csY299"/>
                    </a:cxn>
                    <a:cxn ang="0">
                      <a:pos x="csX300" y="csY300"/>
                    </a:cxn>
                    <a:cxn ang="0">
                      <a:pos x="csX301" y="csY301"/>
                    </a:cxn>
                    <a:cxn ang="0">
                      <a:pos x="csX302" y="csY302"/>
                    </a:cxn>
                    <a:cxn ang="0">
                      <a:pos x="csX303" y="csY303"/>
                    </a:cxn>
                    <a:cxn ang="0">
                      <a:pos x="csX304" y="csY304"/>
                    </a:cxn>
                    <a:cxn ang="0">
                      <a:pos x="csX305" y="csY305"/>
                    </a:cxn>
                    <a:cxn ang="0">
                      <a:pos x="csX306" y="csY306"/>
                    </a:cxn>
                    <a:cxn ang="0">
                      <a:pos x="csX307" y="csY307"/>
                    </a:cxn>
                    <a:cxn ang="0">
                      <a:pos x="csX308" y="csY308"/>
                    </a:cxn>
                    <a:cxn ang="0">
                      <a:pos x="csX309" y="csY309"/>
                    </a:cxn>
                    <a:cxn ang="0">
                      <a:pos x="csX310" y="csY310"/>
                    </a:cxn>
                    <a:cxn ang="0">
                      <a:pos x="csX311" y="csY311"/>
                    </a:cxn>
                  </a:cxnLst>
                  <a:rect l="l" t="t" r="r" b="b"/>
                  <a:pathLst>
                    <a:path w="2726878" h="443699">
                      <a:moveTo>
                        <a:pt x="2948" y="1089"/>
                      </a:moveTo>
                      <a:cubicBezTo>
                        <a:pt x="2948" y="1089"/>
                        <a:pt x="2948" y="1089"/>
                        <a:pt x="2948" y="1089"/>
                      </a:cubicBezTo>
                      <a:moveTo>
                        <a:pt x="2948" y="1089"/>
                      </a:moveTo>
                      <a:cubicBezTo>
                        <a:pt x="2948" y="1089"/>
                        <a:pt x="2948" y="1089"/>
                        <a:pt x="2948" y="1089"/>
                      </a:cubicBezTo>
                      <a:moveTo>
                        <a:pt x="983" y="47534"/>
                      </a:moveTo>
                      <a:cubicBezTo>
                        <a:pt x="6652" y="31133"/>
                        <a:pt x="27135" y="26634"/>
                        <a:pt x="40665" y="3701"/>
                      </a:cubicBezTo>
                      <a:moveTo>
                        <a:pt x="983" y="47534"/>
                      </a:moveTo>
                      <a:cubicBezTo>
                        <a:pt x="12094" y="40858"/>
                        <a:pt x="17536" y="28593"/>
                        <a:pt x="40665" y="3701"/>
                      </a:cubicBezTo>
                      <a:moveTo>
                        <a:pt x="3931" y="88464"/>
                      </a:moveTo>
                      <a:cubicBezTo>
                        <a:pt x="35450" y="61976"/>
                        <a:pt x="49811" y="30771"/>
                        <a:pt x="83295" y="871"/>
                      </a:cubicBezTo>
                      <a:moveTo>
                        <a:pt x="3931" y="88464"/>
                      </a:moveTo>
                      <a:cubicBezTo>
                        <a:pt x="30159" y="56315"/>
                        <a:pt x="59637" y="23296"/>
                        <a:pt x="83295" y="871"/>
                      </a:cubicBezTo>
                      <a:moveTo>
                        <a:pt x="1966" y="134910"/>
                      </a:moveTo>
                      <a:cubicBezTo>
                        <a:pt x="33182" y="105229"/>
                        <a:pt x="73620" y="69161"/>
                        <a:pt x="121012" y="3484"/>
                      </a:cubicBezTo>
                      <a:moveTo>
                        <a:pt x="1966" y="134910"/>
                      </a:moveTo>
                      <a:cubicBezTo>
                        <a:pt x="39758" y="90569"/>
                        <a:pt x="92365" y="34254"/>
                        <a:pt x="121012" y="3484"/>
                      </a:cubicBezTo>
                      <a:moveTo>
                        <a:pt x="1" y="181355"/>
                      </a:moveTo>
                      <a:cubicBezTo>
                        <a:pt x="36961" y="126056"/>
                        <a:pt x="102796" y="72862"/>
                        <a:pt x="163642" y="581"/>
                      </a:cubicBezTo>
                      <a:moveTo>
                        <a:pt x="1" y="181355"/>
                      </a:moveTo>
                      <a:cubicBezTo>
                        <a:pt x="44671" y="129104"/>
                        <a:pt x="82464" y="93690"/>
                        <a:pt x="163642" y="581"/>
                      </a:cubicBezTo>
                      <a:moveTo>
                        <a:pt x="3024" y="222285"/>
                      </a:moveTo>
                      <a:cubicBezTo>
                        <a:pt x="67573" y="142457"/>
                        <a:pt x="135675" y="76781"/>
                        <a:pt x="201359" y="3193"/>
                      </a:cubicBezTo>
                      <a:moveTo>
                        <a:pt x="3024" y="222285"/>
                      </a:moveTo>
                      <a:cubicBezTo>
                        <a:pt x="71579" y="143764"/>
                        <a:pt x="152758" y="58275"/>
                        <a:pt x="201359" y="3193"/>
                      </a:cubicBezTo>
                      <a:moveTo>
                        <a:pt x="983" y="268731"/>
                      </a:moveTo>
                      <a:cubicBezTo>
                        <a:pt x="96296" y="182807"/>
                        <a:pt x="190399" y="65169"/>
                        <a:pt x="243989" y="363"/>
                      </a:cubicBezTo>
                      <a:moveTo>
                        <a:pt x="983" y="268731"/>
                      </a:moveTo>
                      <a:cubicBezTo>
                        <a:pt x="62358" y="199426"/>
                        <a:pt x="120634" y="135636"/>
                        <a:pt x="243989" y="363"/>
                      </a:cubicBezTo>
                      <a:moveTo>
                        <a:pt x="4006" y="309661"/>
                      </a:moveTo>
                      <a:cubicBezTo>
                        <a:pt x="117913" y="191080"/>
                        <a:pt x="205818" y="110381"/>
                        <a:pt x="281706" y="2976"/>
                      </a:cubicBezTo>
                      <a:moveTo>
                        <a:pt x="4006" y="309661"/>
                      </a:moveTo>
                      <a:cubicBezTo>
                        <a:pt x="66213" y="250153"/>
                        <a:pt x="119122" y="183387"/>
                        <a:pt x="281706" y="2976"/>
                      </a:cubicBezTo>
                      <a:moveTo>
                        <a:pt x="2041" y="356106"/>
                      </a:moveTo>
                      <a:cubicBezTo>
                        <a:pt x="84731" y="256612"/>
                        <a:pt x="143234" y="195870"/>
                        <a:pt x="324336" y="73"/>
                      </a:cubicBezTo>
                      <a:moveTo>
                        <a:pt x="2041" y="356106"/>
                      </a:moveTo>
                      <a:cubicBezTo>
                        <a:pt x="84580" y="267062"/>
                        <a:pt x="173619" y="165317"/>
                        <a:pt x="324336" y="73"/>
                      </a:cubicBezTo>
                      <a:moveTo>
                        <a:pt x="76" y="402552"/>
                      </a:moveTo>
                      <a:cubicBezTo>
                        <a:pt x="81405" y="329400"/>
                        <a:pt x="156461" y="224753"/>
                        <a:pt x="362052" y="2686"/>
                      </a:cubicBezTo>
                      <a:moveTo>
                        <a:pt x="76" y="402552"/>
                      </a:moveTo>
                      <a:cubicBezTo>
                        <a:pt x="81935" y="326207"/>
                        <a:pt x="147542" y="234477"/>
                        <a:pt x="362052" y="2686"/>
                      </a:cubicBezTo>
                      <a:moveTo>
                        <a:pt x="3024" y="443482"/>
                      </a:moveTo>
                      <a:cubicBezTo>
                        <a:pt x="113227" y="331142"/>
                        <a:pt x="244745" y="183097"/>
                        <a:pt x="399694" y="5298"/>
                      </a:cubicBezTo>
                      <a:moveTo>
                        <a:pt x="3024" y="443482"/>
                      </a:moveTo>
                      <a:cubicBezTo>
                        <a:pt x="104988" y="323377"/>
                        <a:pt x="209976" y="213359"/>
                        <a:pt x="399694" y="5298"/>
                      </a:cubicBezTo>
                      <a:moveTo>
                        <a:pt x="45654" y="440652"/>
                      </a:moveTo>
                      <a:cubicBezTo>
                        <a:pt x="129478" y="351172"/>
                        <a:pt x="240361" y="239703"/>
                        <a:pt x="442399" y="2468"/>
                      </a:cubicBezTo>
                      <a:moveTo>
                        <a:pt x="45654" y="440652"/>
                      </a:moveTo>
                      <a:cubicBezTo>
                        <a:pt x="181404" y="279109"/>
                        <a:pt x="328417" y="132733"/>
                        <a:pt x="442399" y="2468"/>
                      </a:cubicBezTo>
                      <a:moveTo>
                        <a:pt x="83371" y="443264"/>
                      </a:moveTo>
                      <a:cubicBezTo>
                        <a:pt x="187073" y="334625"/>
                        <a:pt x="300451" y="220689"/>
                        <a:pt x="480040" y="5080"/>
                      </a:cubicBezTo>
                      <a:moveTo>
                        <a:pt x="83371" y="443264"/>
                      </a:moveTo>
                      <a:cubicBezTo>
                        <a:pt x="240814" y="265320"/>
                        <a:pt x="405589" y="98407"/>
                        <a:pt x="480040" y="5080"/>
                      </a:cubicBezTo>
                      <a:moveTo>
                        <a:pt x="126001" y="440361"/>
                      </a:moveTo>
                      <a:cubicBezTo>
                        <a:pt x="205516" y="348632"/>
                        <a:pt x="291910" y="247758"/>
                        <a:pt x="522746" y="2250"/>
                      </a:cubicBezTo>
                      <a:moveTo>
                        <a:pt x="126001" y="440361"/>
                      </a:moveTo>
                      <a:cubicBezTo>
                        <a:pt x="279060" y="282011"/>
                        <a:pt x="422747" y="111034"/>
                        <a:pt x="522746" y="2250"/>
                      </a:cubicBezTo>
                      <a:moveTo>
                        <a:pt x="163718" y="442974"/>
                      </a:moveTo>
                      <a:cubicBezTo>
                        <a:pt x="318893" y="269674"/>
                        <a:pt x="455097" y="112848"/>
                        <a:pt x="560463" y="4863"/>
                      </a:cubicBezTo>
                      <a:moveTo>
                        <a:pt x="163718" y="442974"/>
                      </a:moveTo>
                      <a:cubicBezTo>
                        <a:pt x="294253" y="288833"/>
                        <a:pt x="444062" y="130991"/>
                        <a:pt x="560463" y="4863"/>
                      </a:cubicBezTo>
                      <a:moveTo>
                        <a:pt x="206347" y="440144"/>
                      </a:moveTo>
                      <a:cubicBezTo>
                        <a:pt x="293346" y="330271"/>
                        <a:pt x="401205" y="237453"/>
                        <a:pt x="603093" y="1960"/>
                      </a:cubicBezTo>
                      <a:moveTo>
                        <a:pt x="206347" y="440144"/>
                      </a:moveTo>
                      <a:cubicBezTo>
                        <a:pt x="308387" y="344132"/>
                        <a:pt x="400072" y="230341"/>
                        <a:pt x="603093" y="1960"/>
                      </a:cubicBezTo>
                      <a:moveTo>
                        <a:pt x="244064" y="442756"/>
                      </a:moveTo>
                      <a:cubicBezTo>
                        <a:pt x="345424" y="345076"/>
                        <a:pt x="450336" y="242388"/>
                        <a:pt x="640810" y="4572"/>
                      </a:cubicBezTo>
                      <a:moveTo>
                        <a:pt x="244064" y="442756"/>
                      </a:moveTo>
                      <a:cubicBezTo>
                        <a:pt x="389565" y="275698"/>
                        <a:pt x="544892" y="114590"/>
                        <a:pt x="640810" y="4572"/>
                      </a:cubicBezTo>
                      <a:moveTo>
                        <a:pt x="286694" y="439853"/>
                      </a:moveTo>
                      <a:cubicBezTo>
                        <a:pt x="382612" y="353857"/>
                        <a:pt x="474750" y="236437"/>
                        <a:pt x="683440" y="1742"/>
                      </a:cubicBezTo>
                      <a:moveTo>
                        <a:pt x="286694" y="439853"/>
                      </a:moveTo>
                      <a:cubicBezTo>
                        <a:pt x="407857" y="309734"/>
                        <a:pt x="516548" y="187887"/>
                        <a:pt x="683440" y="1742"/>
                      </a:cubicBezTo>
                      <a:moveTo>
                        <a:pt x="324411" y="442466"/>
                      </a:moveTo>
                      <a:cubicBezTo>
                        <a:pt x="447161" y="284914"/>
                        <a:pt x="605814" y="145288"/>
                        <a:pt x="721157" y="4355"/>
                      </a:cubicBezTo>
                      <a:moveTo>
                        <a:pt x="324411" y="442466"/>
                      </a:moveTo>
                      <a:cubicBezTo>
                        <a:pt x="423276" y="334771"/>
                        <a:pt x="527054" y="215827"/>
                        <a:pt x="721157" y="4355"/>
                      </a:cubicBezTo>
                      <a:moveTo>
                        <a:pt x="367041" y="439636"/>
                      </a:moveTo>
                      <a:cubicBezTo>
                        <a:pt x="461371" y="328167"/>
                        <a:pt x="566132" y="234550"/>
                        <a:pt x="763787" y="1452"/>
                      </a:cubicBezTo>
                      <a:moveTo>
                        <a:pt x="367041" y="439636"/>
                      </a:moveTo>
                      <a:cubicBezTo>
                        <a:pt x="488128" y="309081"/>
                        <a:pt x="593116" y="183024"/>
                        <a:pt x="763787" y="1452"/>
                      </a:cubicBezTo>
                      <a:moveTo>
                        <a:pt x="404758" y="442248"/>
                      </a:moveTo>
                      <a:cubicBezTo>
                        <a:pt x="538997" y="305452"/>
                        <a:pt x="656456" y="174098"/>
                        <a:pt x="801503" y="4064"/>
                      </a:cubicBezTo>
                      <a:moveTo>
                        <a:pt x="404758" y="442248"/>
                      </a:moveTo>
                      <a:cubicBezTo>
                        <a:pt x="533933" y="291010"/>
                        <a:pt x="670288" y="146231"/>
                        <a:pt x="801503" y="4064"/>
                      </a:cubicBezTo>
                      <a:moveTo>
                        <a:pt x="447388" y="439345"/>
                      </a:moveTo>
                      <a:cubicBezTo>
                        <a:pt x="586993" y="271779"/>
                        <a:pt x="725389" y="109438"/>
                        <a:pt x="844133" y="1234"/>
                      </a:cubicBezTo>
                      <a:moveTo>
                        <a:pt x="447388" y="439345"/>
                      </a:moveTo>
                      <a:cubicBezTo>
                        <a:pt x="595081" y="278673"/>
                        <a:pt x="735593" y="115606"/>
                        <a:pt x="844133" y="1234"/>
                      </a:cubicBezTo>
                      <a:moveTo>
                        <a:pt x="485105" y="441958"/>
                      </a:moveTo>
                      <a:cubicBezTo>
                        <a:pt x="584877" y="315104"/>
                        <a:pt x="703999" y="186581"/>
                        <a:pt x="881850" y="3847"/>
                      </a:cubicBezTo>
                      <a:moveTo>
                        <a:pt x="485105" y="441958"/>
                      </a:moveTo>
                      <a:cubicBezTo>
                        <a:pt x="595232" y="320982"/>
                        <a:pt x="707400" y="207046"/>
                        <a:pt x="881850" y="3847"/>
                      </a:cubicBezTo>
                      <a:moveTo>
                        <a:pt x="527735" y="439128"/>
                      </a:moveTo>
                      <a:cubicBezTo>
                        <a:pt x="681323" y="273521"/>
                        <a:pt x="826749" y="95939"/>
                        <a:pt x="924480" y="944"/>
                      </a:cubicBezTo>
                      <a:moveTo>
                        <a:pt x="527735" y="439128"/>
                      </a:moveTo>
                      <a:cubicBezTo>
                        <a:pt x="638315" y="310169"/>
                        <a:pt x="769984" y="184258"/>
                        <a:pt x="924480" y="944"/>
                      </a:cubicBezTo>
                      <a:moveTo>
                        <a:pt x="565452" y="441740"/>
                      </a:moveTo>
                      <a:cubicBezTo>
                        <a:pt x="715412" y="260240"/>
                        <a:pt x="863634" y="110526"/>
                        <a:pt x="962197" y="3556"/>
                      </a:cubicBezTo>
                      <a:moveTo>
                        <a:pt x="565452" y="441740"/>
                      </a:moveTo>
                      <a:cubicBezTo>
                        <a:pt x="698935" y="300445"/>
                        <a:pt x="822819" y="154939"/>
                        <a:pt x="962197" y="3556"/>
                      </a:cubicBezTo>
                      <a:moveTo>
                        <a:pt x="608081" y="438910"/>
                      </a:moveTo>
                      <a:cubicBezTo>
                        <a:pt x="738919" y="269166"/>
                        <a:pt x="884193" y="139845"/>
                        <a:pt x="1004827" y="726"/>
                      </a:cubicBezTo>
                      <a:moveTo>
                        <a:pt x="608081" y="438910"/>
                      </a:moveTo>
                      <a:cubicBezTo>
                        <a:pt x="762879" y="264304"/>
                        <a:pt x="926597" y="90714"/>
                        <a:pt x="1004827" y="726"/>
                      </a:cubicBezTo>
                      <a:moveTo>
                        <a:pt x="645798" y="441523"/>
                      </a:moveTo>
                      <a:cubicBezTo>
                        <a:pt x="793038" y="276496"/>
                        <a:pt x="922288" y="110236"/>
                        <a:pt x="1042544" y="3339"/>
                      </a:cubicBezTo>
                      <a:moveTo>
                        <a:pt x="645798" y="441523"/>
                      </a:moveTo>
                      <a:cubicBezTo>
                        <a:pt x="760385" y="327804"/>
                        <a:pt x="867111" y="206973"/>
                        <a:pt x="1042544" y="3339"/>
                      </a:cubicBezTo>
                      <a:moveTo>
                        <a:pt x="688428" y="438620"/>
                      </a:moveTo>
                      <a:cubicBezTo>
                        <a:pt x="788730" y="351027"/>
                        <a:pt x="864239" y="252620"/>
                        <a:pt x="1085174" y="436"/>
                      </a:cubicBezTo>
                      <a:moveTo>
                        <a:pt x="688428" y="438620"/>
                      </a:moveTo>
                      <a:cubicBezTo>
                        <a:pt x="785857" y="339415"/>
                        <a:pt x="865902" y="236292"/>
                        <a:pt x="1085174" y="436"/>
                      </a:cubicBezTo>
                      <a:moveTo>
                        <a:pt x="726145" y="441232"/>
                      </a:moveTo>
                      <a:cubicBezTo>
                        <a:pt x="802033" y="347398"/>
                        <a:pt x="896438" y="258498"/>
                        <a:pt x="1122890" y="3048"/>
                      </a:cubicBezTo>
                      <a:moveTo>
                        <a:pt x="726145" y="441232"/>
                      </a:moveTo>
                      <a:cubicBezTo>
                        <a:pt x="824406" y="338980"/>
                        <a:pt x="929317" y="217641"/>
                        <a:pt x="1122890" y="3048"/>
                      </a:cubicBezTo>
                      <a:moveTo>
                        <a:pt x="768775" y="438402"/>
                      </a:moveTo>
                      <a:cubicBezTo>
                        <a:pt x="918358" y="277439"/>
                        <a:pt x="1059324" y="120686"/>
                        <a:pt x="1165520" y="218"/>
                      </a:cubicBezTo>
                      <a:moveTo>
                        <a:pt x="768775" y="438402"/>
                      </a:moveTo>
                      <a:cubicBezTo>
                        <a:pt x="900368" y="292897"/>
                        <a:pt x="1027351" y="154939"/>
                        <a:pt x="1165520" y="218"/>
                      </a:cubicBezTo>
                      <a:moveTo>
                        <a:pt x="806492" y="441015"/>
                      </a:moveTo>
                      <a:cubicBezTo>
                        <a:pt x="951010" y="273738"/>
                        <a:pt x="1102861" y="142240"/>
                        <a:pt x="1203237" y="2831"/>
                      </a:cubicBezTo>
                      <a:moveTo>
                        <a:pt x="806492" y="441015"/>
                      </a:moveTo>
                      <a:cubicBezTo>
                        <a:pt x="942318" y="301678"/>
                        <a:pt x="1061062" y="165245"/>
                        <a:pt x="1203237" y="2831"/>
                      </a:cubicBezTo>
                      <a:moveTo>
                        <a:pt x="844209" y="443627"/>
                      </a:moveTo>
                      <a:cubicBezTo>
                        <a:pt x="980186" y="295074"/>
                        <a:pt x="1098854" y="176348"/>
                        <a:pt x="1245867" y="1"/>
                      </a:cubicBezTo>
                      <a:moveTo>
                        <a:pt x="844209" y="443627"/>
                      </a:moveTo>
                      <a:cubicBezTo>
                        <a:pt x="933550" y="331577"/>
                        <a:pt x="1043980" y="234695"/>
                        <a:pt x="1245867" y="1"/>
                      </a:cubicBezTo>
                      <a:moveTo>
                        <a:pt x="886839" y="440724"/>
                      </a:moveTo>
                      <a:cubicBezTo>
                        <a:pt x="1041259" y="266263"/>
                        <a:pt x="1222134" y="82804"/>
                        <a:pt x="1283584" y="2613"/>
                      </a:cubicBezTo>
                      <a:moveTo>
                        <a:pt x="886839" y="440724"/>
                      </a:moveTo>
                      <a:cubicBezTo>
                        <a:pt x="1023723" y="298630"/>
                        <a:pt x="1148514" y="147610"/>
                        <a:pt x="1283584" y="2613"/>
                      </a:cubicBezTo>
                      <a:moveTo>
                        <a:pt x="924556" y="443337"/>
                      </a:moveTo>
                      <a:cubicBezTo>
                        <a:pt x="1082982" y="283971"/>
                        <a:pt x="1227954" y="93907"/>
                        <a:pt x="1321226" y="5225"/>
                      </a:cubicBezTo>
                      <a:moveTo>
                        <a:pt x="924556" y="443337"/>
                      </a:moveTo>
                      <a:cubicBezTo>
                        <a:pt x="1037782" y="312419"/>
                        <a:pt x="1161968" y="180339"/>
                        <a:pt x="1321226" y="5225"/>
                      </a:cubicBezTo>
                      <a:moveTo>
                        <a:pt x="967186" y="440507"/>
                      </a:moveTo>
                      <a:cubicBezTo>
                        <a:pt x="1058039" y="323087"/>
                        <a:pt x="1145717" y="234623"/>
                        <a:pt x="1363931" y="2323"/>
                      </a:cubicBezTo>
                      <a:moveTo>
                        <a:pt x="967186" y="440507"/>
                      </a:moveTo>
                      <a:cubicBezTo>
                        <a:pt x="1048817" y="336222"/>
                        <a:pt x="1138839" y="248484"/>
                        <a:pt x="1363931" y="2323"/>
                      </a:cubicBezTo>
                      <a:moveTo>
                        <a:pt x="1004902" y="443119"/>
                      </a:moveTo>
                      <a:cubicBezTo>
                        <a:pt x="1110797" y="332085"/>
                        <a:pt x="1216767" y="207046"/>
                        <a:pt x="1401572" y="4935"/>
                      </a:cubicBezTo>
                      <a:moveTo>
                        <a:pt x="1004902" y="443119"/>
                      </a:moveTo>
                      <a:cubicBezTo>
                        <a:pt x="1111628" y="327949"/>
                        <a:pt x="1204144" y="227511"/>
                        <a:pt x="1401572" y="4935"/>
                      </a:cubicBezTo>
                      <a:moveTo>
                        <a:pt x="1047532" y="440216"/>
                      </a:moveTo>
                      <a:cubicBezTo>
                        <a:pt x="1185929" y="276859"/>
                        <a:pt x="1321679" y="152617"/>
                        <a:pt x="1444278" y="2105"/>
                      </a:cubicBezTo>
                      <a:moveTo>
                        <a:pt x="1047532" y="440216"/>
                      </a:moveTo>
                      <a:cubicBezTo>
                        <a:pt x="1200063" y="278963"/>
                        <a:pt x="1350704" y="108131"/>
                        <a:pt x="1444278" y="2105"/>
                      </a:cubicBezTo>
                      <a:moveTo>
                        <a:pt x="1085249" y="442829"/>
                      </a:moveTo>
                      <a:cubicBezTo>
                        <a:pt x="1169451" y="338834"/>
                        <a:pt x="1276706" y="211908"/>
                        <a:pt x="1481919" y="4718"/>
                      </a:cubicBezTo>
                      <a:moveTo>
                        <a:pt x="1085249" y="442829"/>
                      </a:moveTo>
                      <a:cubicBezTo>
                        <a:pt x="1164991" y="343769"/>
                        <a:pt x="1249117" y="254217"/>
                        <a:pt x="1481919" y="4718"/>
                      </a:cubicBezTo>
                      <a:moveTo>
                        <a:pt x="1127879" y="439999"/>
                      </a:moveTo>
                      <a:cubicBezTo>
                        <a:pt x="1217976" y="316047"/>
                        <a:pt x="1326516" y="232083"/>
                        <a:pt x="1524625" y="1815"/>
                      </a:cubicBezTo>
                      <a:moveTo>
                        <a:pt x="1127879" y="439999"/>
                      </a:moveTo>
                      <a:cubicBezTo>
                        <a:pt x="1203766" y="353131"/>
                        <a:pt x="1285020" y="257845"/>
                        <a:pt x="1524625" y="1815"/>
                      </a:cubicBezTo>
                      <a:moveTo>
                        <a:pt x="1165596" y="442611"/>
                      </a:moveTo>
                      <a:cubicBezTo>
                        <a:pt x="1296736" y="301315"/>
                        <a:pt x="1421829" y="158423"/>
                        <a:pt x="1562266" y="4427"/>
                      </a:cubicBezTo>
                      <a:moveTo>
                        <a:pt x="1165596" y="442611"/>
                      </a:moveTo>
                      <a:cubicBezTo>
                        <a:pt x="1297719" y="287672"/>
                        <a:pt x="1436795" y="139627"/>
                        <a:pt x="1562266" y="4427"/>
                      </a:cubicBezTo>
                      <a:moveTo>
                        <a:pt x="1208226" y="439708"/>
                      </a:moveTo>
                      <a:cubicBezTo>
                        <a:pt x="1304370" y="302985"/>
                        <a:pt x="1439969" y="194491"/>
                        <a:pt x="1604972" y="1597"/>
                      </a:cubicBezTo>
                      <a:moveTo>
                        <a:pt x="1208226" y="439708"/>
                      </a:moveTo>
                      <a:cubicBezTo>
                        <a:pt x="1354181" y="264377"/>
                        <a:pt x="1512833" y="99931"/>
                        <a:pt x="1604972" y="1597"/>
                      </a:cubicBezTo>
                      <a:moveTo>
                        <a:pt x="1245943" y="442321"/>
                      </a:moveTo>
                      <a:cubicBezTo>
                        <a:pt x="1399532" y="289269"/>
                        <a:pt x="1534375" y="121339"/>
                        <a:pt x="1642613" y="4210"/>
                      </a:cubicBezTo>
                      <a:moveTo>
                        <a:pt x="1245943" y="442321"/>
                      </a:moveTo>
                      <a:cubicBezTo>
                        <a:pt x="1385322" y="288906"/>
                        <a:pt x="1530142" y="137014"/>
                        <a:pt x="1642613" y="4210"/>
                      </a:cubicBezTo>
                      <a:moveTo>
                        <a:pt x="1288573" y="439491"/>
                      </a:moveTo>
                      <a:cubicBezTo>
                        <a:pt x="1392653" y="339996"/>
                        <a:pt x="1478518" y="252548"/>
                        <a:pt x="1685318" y="1307"/>
                      </a:cubicBezTo>
                      <a:moveTo>
                        <a:pt x="1288573" y="439491"/>
                      </a:moveTo>
                      <a:cubicBezTo>
                        <a:pt x="1385170" y="342608"/>
                        <a:pt x="1463855" y="234550"/>
                        <a:pt x="1685318" y="1307"/>
                      </a:cubicBezTo>
                      <a:moveTo>
                        <a:pt x="1326290" y="442103"/>
                      </a:moveTo>
                      <a:cubicBezTo>
                        <a:pt x="1440876" y="289922"/>
                        <a:pt x="1580331" y="146957"/>
                        <a:pt x="1722960" y="3919"/>
                      </a:cubicBezTo>
                      <a:moveTo>
                        <a:pt x="1326290" y="442103"/>
                      </a:moveTo>
                      <a:cubicBezTo>
                        <a:pt x="1484111" y="273521"/>
                        <a:pt x="1646921" y="88900"/>
                        <a:pt x="1722960" y="3919"/>
                      </a:cubicBezTo>
                      <a:moveTo>
                        <a:pt x="1368920" y="439273"/>
                      </a:moveTo>
                      <a:cubicBezTo>
                        <a:pt x="1471413" y="318877"/>
                        <a:pt x="1577610" y="207118"/>
                        <a:pt x="1765665" y="1089"/>
                      </a:cubicBezTo>
                      <a:moveTo>
                        <a:pt x="1368920" y="439273"/>
                      </a:moveTo>
                      <a:cubicBezTo>
                        <a:pt x="1498699" y="301606"/>
                        <a:pt x="1613815" y="167857"/>
                        <a:pt x="1765665" y="1089"/>
                      </a:cubicBezTo>
                      <a:moveTo>
                        <a:pt x="1406637" y="441885"/>
                      </a:moveTo>
                      <a:cubicBezTo>
                        <a:pt x="1483355" y="355091"/>
                        <a:pt x="1582750" y="239557"/>
                        <a:pt x="1803306" y="3701"/>
                      </a:cubicBezTo>
                      <a:moveTo>
                        <a:pt x="1406637" y="441885"/>
                      </a:moveTo>
                      <a:cubicBezTo>
                        <a:pt x="1550777" y="280633"/>
                        <a:pt x="1701872" y="108349"/>
                        <a:pt x="1803306" y="3701"/>
                      </a:cubicBezTo>
                      <a:moveTo>
                        <a:pt x="1449267" y="438983"/>
                      </a:moveTo>
                      <a:cubicBezTo>
                        <a:pt x="1542387" y="320692"/>
                        <a:pt x="1644049" y="211763"/>
                        <a:pt x="1846012" y="799"/>
                      </a:cubicBezTo>
                      <a:moveTo>
                        <a:pt x="1449267" y="438983"/>
                      </a:moveTo>
                      <a:cubicBezTo>
                        <a:pt x="1549643" y="326715"/>
                        <a:pt x="1653875" y="218439"/>
                        <a:pt x="1846012" y="799"/>
                      </a:cubicBezTo>
                      <a:moveTo>
                        <a:pt x="1486984" y="441595"/>
                      </a:moveTo>
                      <a:cubicBezTo>
                        <a:pt x="1625077" y="279617"/>
                        <a:pt x="1767706" y="141659"/>
                        <a:pt x="1883653" y="3411"/>
                      </a:cubicBezTo>
                      <a:moveTo>
                        <a:pt x="1486984" y="441595"/>
                      </a:moveTo>
                      <a:cubicBezTo>
                        <a:pt x="1588494" y="335859"/>
                        <a:pt x="1686603" y="219310"/>
                        <a:pt x="1883653" y="3411"/>
                      </a:cubicBezTo>
                      <a:moveTo>
                        <a:pt x="1529613" y="438765"/>
                      </a:moveTo>
                      <a:cubicBezTo>
                        <a:pt x="1690609" y="275262"/>
                        <a:pt x="1824848" y="96738"/>
                        <a:pt x="1926359" y="581"/>
                      </a:cubicBezTo>
                      <a:moveTo>
                        <a:pt x="1529613" y="438765"/>
                      </a:moveTo>
                      <a:cubicBezTo>
                        <a:pt x="1640799" y="300735"/>
                        <a:pt x="1772241" y="172502"/>
                        <a:pt x="1926359" y="581"/>
                      </a:cubicBezTo>
                      <a:moveTo>
                        <a:pt x="1567330" y="441377"/>
                      </a:moveTo>
                      <a:cubicBezTo>
                        <a:pt x="1685998" y="317426"/>
                        <a:pt x="1783655" y="183097"/>
                        <a:pt x="1964000" y="3193"/>
                      </a:cubicBezTo>
                      <a:moveTo>
                        <a:pt x="1567330" y="441377"/>
                      </a:moveTo>
                      <a:cubicBezTo>
                        <a:pt x="1699301" y="293550"/>
                        <a:pt x="1826058" y="154359"/>
                        <a:pt x="1964000" y="3193"/>
                      </a:cubicBezTo>
                      <a:moveTo>
                        <a:pt x="1609960" y="438475"/>
                      </a:moveTo>
                      <a:cubicBezTo>
                        <a:pt x="1774282" y="256612"/>
                        <a:pt x="1931121" y="87231"/>
                        <a:pt x="2006706" y="291"/>
                      </a:cubicBezTo>
                      <a:moveTo>
                        <a:pt x="1609960" y="438475"/>
                      </a:moveTo>
                      <a:cubicBezTo>
                        <a:pt x="1766270" y="264086"/>
                        <a:pt x="1924620" y="95286"/>
                        <a:pt x="2006706" y="291"/>
                      </a:cubicBezTo>
                      <a:moveTo>
                        <a:pt x="1647677" y="441087"/>
                      </a:moveTo>
                      <a:cubicBezTo>
                        <a:pt x="1759165" y="325409"/>
                        <a:pt x="1878438" y="174389"/>
                        <a:pt x="2044347" y="2903"/>
                      </a:cubicBezTo>
                      <a:moveTo>
                        <a:pt x="1647677" y="441087"/>
                      </a:moveTo>
                      <a:cubicBezTo>
                        <a:pt x="1793783" y="286511"/>
                        <a:pt x="1916155" y="141006"/>
                        <a:pt x="2044347" y="2903"/>
                      </a:cubicBezTo>
                      <a:moveTo>
                        <a:pt x="1685394" y="443700"/>
                      </a:moveTo>
                      <a:cubicBezTo>
                        <a:pt x="1831726" y="301098"/>
                        <a:pt x="1961052" y="139046"/>
                        <a:pt x="2087052" y="73"/>
                      </a:cubicBezTo>
                      <a:moveTo>
                        <a:pt x="1685394" y="443700"/>
                      </a:moveTo>
                      <a:cubicBezTo>
                        <a:pt x="1795370" y="325046"/>
                        <a:pt x="1890153" y="210239"/>
                        <a:pt x="2087052" y="73"/>
                      </a:cubicBezTo>
                      <a:moveTo>
                        <a:pt x="1728024" y="440870"/>
                      </a:moveTo>
                      <a:cubicBezTo>
                        <a:pt x="1829837" y="306976"/>
                        <a:pt x="1960523" y="199789"/>
                        <a:pt x="2124694" y="2686"/>
                      </a:cubicBezTo>
                      <a:moveTo>
                        <a:pt x="1728024" y="440870"/>
                      </a:moveTo>
                      <a:cubicBezTo>
                        <a:pt x="1878362" y="261909"/>
                        <a:pt x="2043440" y="100729"/>
                        <a:pt x="2124694" y="2686"/>
                      </a:cubicBezTo>
                      <a:moveTo>
                        <a:pt x="1765741" y="443482"/>
                      </a:moveTo>
                      <a:cubicBezTo>
                        <a:pt x="1929911" y="266771"/>
                        <a:pt x="2063772" y="112340"/>
                        <a:pt x="2162411" y="5298"/>
                      </a:cubicBezTo>
                      <a:moveTo>
                        <a:pt x="1765741" y="443482"/>
                      </a:moveTo>
                      <a:cubicBezTo>
                        <a:pt x="1904288" y="290720"/>
                        <a:pt x="2037771" y="128669"/>
                        <a:pt x="2162411" y="5298"/>
                      </a:cubicBezTo>
                      <a:moveTo>
                        <a:pt x="1808370" y="440579"/>
                      </a:moveTo>
                      <a:cubicBezTo>
                        <a:pt x="1909352" y="305524"/>
                        <a:pt x="2022351" y="204796"/>
                        <a:pt x="2205041" y="2468"/>
                      </a:cubicBezTo>
                      <a:moveTo>
                        <a:pt x="1808370" y="440579"/>
                      </a:moveTo>
                      <a:cubicBezTo>
                        <a:pt x="1898770" y="334771"/>
                        <a:pt x="1999903" y="222866"/>
                        <a:pt x="2205041" y="2468"/>
                      </a:cubicBezTo>
                      <a:moveTo>
                        <a:pt x="1846088" y="443192"/>
                      </a:moveTo>
                      <a:cubicBezTo>
                        <a:pt x="1957273" y="311330"/>
                        <a:pt x="2059388" y="217423"/>
                        <a:pt x="2242758" y="5080"/>
                      </a:cubicBezTo>
                      <a:moveTo>
                        <a:pt x="1846088" y="443192"/>
                      </a:moveTo>
                      <a:cubicBezTo>
                        <a:pt x="1966495" y="311983"/>
                        <a:pt x="2089622" y="180775"/>
                        <a:pt x="2242758" y="5080"/>
                      </a:cubicBezTo>
                      <a:moveTo>
                        <a:pt x="1888717" y="440361"/>
                      </a:moveTo>
                      <a:cubicBezTo>
                        <a:pt x="2026887" y="284987"/>
                        <a:pt x="2183045" y="123589"/>
                        <a:pt x="2285388" y="2178"/>
                      </a:cubicBezTo>
                      <a:moveTo>
                        <a:pt x="1888717" y="440361"/>
                      </a:moveTo>
                      <a:cubicBezTo>
                        <a:pt x="2034143" y="267425"/>
                        <a:pt x="2194686" y="106607"/>
                        <a:pt x="2285388" y="2178"/>
                      </a:cubicBezTo>
                      <a:moveTo>
                        <a:pt x="1926434" y="442974"/>
                      </a:moveTo>
                      <a:cubicBezTo>
                        <a:pt x="2089320" y="256539"/>
                        <a:pt x="2233763" y="91295"/>
                        <a:pt x="2323104" y="4790"/>
                      </a:cubicBezTo>
                      <a:moveTo>
                        <a:pt x="1926434" y="442974"/>
                      </a:moveTo>
                      <a:cubicBezTo>
                        <a:pt x="2021520" y="352478"/>
                        <a:pt x="2107385" y="256902"/>
                        <a:pt x="2323104" y="4790"/>
                      </a:cubicBezTo>
                      <a:moveTo>
                        <a:pt x="1969064" y="440071"/>
                      </a:moveTo>
                      <a:cubicBezTo>
                        <a:pt x="2069743" y="308718"/>
                        <a:pt x="2198087" y="189483"/>
                        <a:pt x="2365734" y="1960"/>
                      </a:cubicBezTo>
                      <a:moveTo>
                        <a:pt x="1969064" y="440071"/>
                      </a:moveTo>
                      <a:cubicBezTo>
                        <a:pt x="2107385" y="297396"/>
                        <a:pt x="2238903" y="145505"/>
                        <a:pt x="2365734" y="1960"/>
                      </a:cubicBezTo>
                      <a:moveTo>
                        <a:pt x="2006781" y="442684"/>
                      </a:moveTo>
                      <a:cubicBezTo>
                        <a:pt x="2122653" y="297396"/>
                        <a:pt x="2266869" y="153198"/>
                        <a:pt x="2403451" y="4572"/>
                      </a:cubicBezTo>
                      <a:moveTo>
                        <a:pt x="2006781" y="442684"/>
                      </a:moveTo>
                      <a:cubicBezTo>
                        <a:pt x="2104815" y="328312"/>
                        <a:pt x="2206250" y="217496"/>
                        <a:pt x="2403451" y="4572"/>
                      </a:cubicBezTo>
                      <a:moveTo>
                        <a:pt x="2049411" y="439853"/>
                      </a:moveTo>
                      <a:cubicBezTo>
                        <a:pt x="2144044" y="315249"/>
                        <a:pt x="2278736" y="200514"/>
                        <a:pt x="2446081" y="1669"/>
                      </a:cubicBezTo>
                      <a:moveTo>
                        <a:pt x="2049411" y="439853"/>
                      </a:moveTo>
                      <a:cubicBezTo>
                        <a:pt x="2134746" y="337674"/>
                        <a:pt x="2226658" y="244202"/>
                        <a:pt x="2446081" y="1669"/>
                      </a:cubicBezTo>
                      <a:moveTo>
                        <a:pt x="2087128" y="442466"/>
                      </a:moveTo>
                      <a:cubicBezTo>
                        <a:pt x="2239507" y="277367"/>
                        <a:pt x="2379415" y="109438"/>
                        <a:pt x="2483798" y="4282"/>
                      </a:cubicBezTo>
                      <a:moveTo>
                        <a:pt x="2087128" y="442466"/>
                      </a:moveTo>
                      <a:cubicBezTo>
                        <a:pt x="2188563" y="334117"/>
                        <a:pt x="2269288" y="236945"/>
                        <a:pt x="2483798" y="4282"/>
                      </a:cubicBezTo>
                      <a:moveTo>
                        <a:pt x="2129758" y="439563"/>
                      </a:moveTo>
                      <a:cubicBezTo>
                        <a:pt x="2232402" y="320982"/>
                        <a:pt x="2351675" y="203490"/>
                        <a:pt x="2526428" y="1452"/>
                      </a:cubicBezTo>
                      <a:moveTo>
                        <a:pt x="2129758" y="439563"/>
                      </a:moveTo>
                      <a:cubicBezTo>
                        <a:pt x="2279643" y="279617"/>
                        <a:pt x="2433156" y="107986"/>
                        <a:pt x="2526428" y="1452"/>
                      </a:cubicBezTo>
                      <a:moveTo>
                        <a:pt x="2167475" y="442176"/>
                      </a:moveTo>
                      <a:cubicBezTo>
                        <a:pt x="2290981" y="318877"/>
                        <a:pt x="2421743" y="181646"/>
                        <a:pt x="2564145" y="4064"/>
                      </a:cubicBezTo>
                      <a:moveTo>
                        <a:pt x="2167475" y="442176"/>
                      </a:moveTo>
                      <a:cubicBezTo>
                        <a:pt x="2316529" y="281213"/>
                        <a:pt x="2480926" y="106680"/>
                        <a:pt x="2564145" y="4064"/>
                      </a:cubicBezTo>
                      <a:moveTo>
                        <a:pt x="2210105" y="439345"/>
                      </a:moveTo>
                      <a:cubicBezTo>
                        <a:pt x="2277753" y="349938"/>
                        <a:pt x="2382136" y="262708"/>
                        <a:pt x="2606774" y="1161"/>
                      </a:cubicBezTo>
                      <a:moveTo>
                        <a:pt x="2210105" y="439345"/>
                      </a:moveTo>
                      <a:cubicBezTo>
                        <a:pt x="2306853" y="319313"/>
                        <a:pt x="2423934" y="210964"/>
                        <a:pt x="2606774" y="1161"/>
                      </a:cubicBezTo>
                      <a:moveTo>
                        <a:pt x="2247822" y="441958"/>
                      </a:moveTo>
                      <a:cubicBezTo>
                        <a:pt x="2367473" y="324103"/>
                        <a:pt x="2479490" y="184549"/>
                        <a:pt x="2644491" y="3774"/>
                      </a:cubicBezTo>
                      <a:moveTo>
                        <a:pt x="2247822" y="441958"/>
                      </a:moveTo>
                      <a:cubicBezTo>
                        <a:pt x="2331419" y="337746"/>
                        <a:pt x="2421743" y="243767"/>
                        <a:pt x="2644491" y="3774"/>
                      </a:cubicBezTo>
                      <a:moveTo>
                        <a:pt x="2290452" y="439128"/>
                      </a:moveTo>
                      <a:cubicBezTo>
                        <a:pt x="2366792" y="335133"/>
                        <a:pt x="2446610" y="259805"/>
                        <a:pt x="2687121" y="944"/>
                      </a:cubicBezTo>
                      <a:moveTo>
                        <a:pt x="2290452" y="439128"/>
                      </a:moveTo>
                      <a:cubicBezTo>
                        <a:pt x="2393852" y="323449"/>
                        <a:pt x="2494758" y="213287"/>
                        <a:pt x="2687121" y="944"/>
                      </a:cubicBezTo>
                      <a:moveTo>
                        <a:pt x="2328168" y="441740"/>
                      </a:moveTo>
                      <a:cubicBezTo>
                        <a:pt x="2413579" y="343624"/>
                        <a:pt x="2502241" y="259079"/>
                        <a:pt x="2724838" y="3556"/>
                      </a:cubicBezTo>
                      <a:moveTo>
                        <a:pt x="2328168" y="441740"/>
                      </a:moveTo>
                      <a:cubicBezTo>
                        <a:pt x="2440488" y="306613"/>
                        <a:pt x="2564901" y="179323"/>
                        <a:pt x="2724838" y="3556"/>
                      </a:cubicBezTo>
                      <a:moveTo>
                        <a:pt x="2370798" y="438837"/>
                      </a:moveTo>
                      <a:cubicBezTo>
                        <a:pt x="2511084" y="301315"/>
                        <a:pt x="2637538" y="139337"/>
                        <a:pt x="2722873" y="50002"/>
                      </a:cubicBezTo>
                      <a:moveTo>
                        <a:pt x="2370798" y="438837"/>
                      </a:moveTo>
                      <a:cubicBezTo>
                        <a:pt x="2435650" y="350083"/>
                        <a:pt x="2511915" y="265828"/>
                        <a:pt x="2722873" y="50002"/>
                      </a:cubicBezTo>
                      <a:moveTo>
                        <a:pt x="2408515" y="441450"/>
                      </a:moveTo>
                      <a:cubicBezTo>
                        <a:pt x="2460518" y="350736"/>
                        <a:pt x="2535801" y="301315"/>
                        <a:pt x="2725821" y="90932"/>
                      </a:cubicBezTo>
                      <a:moveTo>
                        <a:pt x="2408515" y="441450"/>
                      </a:moveTo>
                      <a:cubicBezTo>
                        <a:pt x="2470192" y="368226"/>
                        <a:pt x="2534818" y="296090"/>
                        <a:pt x="2725821" y="90932"/>
                      </a:cubicBezTo>
                      <a:moveTo>
                        <a:pt x="2451145" y="438620"/>
                      </a:moveTo>
                      <a:cubicBezTo>
                        <a:pt x="2543510" y="340866"/>
                        <a:pt x="2650916" y="204651"/>
                        <a:pt x="2723856" y="137377"/>
                      </a:cubicBezTo>
                      <a:moveTo>
                        <a:pt x="2451145" y="438620"/>
                      </a:moveTo>
                      <a:cubicBezTo>
                        <a:pt x="2527108" y="350954"/>
                        <a:pt x="2608438" y="261184"/>
                        <a:pt x="2723856" y="137377"/>
                      </a:cubicBezTo>
                      <a:moveTo>
                        <a:pt x="2488862" y="441232"/>
                      </a:moveTo>
                      <a:cubicBezTo>
                        <a:pt x="2564220" y="369750"/>
                        <a:pt x="2626427" y="290212"/>
                        <a:pt x="2726879" y="178307"/>
                      </a:cubicBezTo>
                      <a:moveTo>
                        <a:pt x="2488862" y="441232"/>
                      </a:moveTo>
                      <a:cubicBezTo>
                        <a:pt x="2569360" y="345366"/>
                        <a:pt x="2671702" y="238977"/>
                        <a:pt x="2726879" y="178307"/>
                      </a:cubicBezTo>
                      <a:moveTo>
                        <a:pt x="2531492" y="438330"/>
                      </a:moveTo>
                      <a:cubicBezTo>
                        <a:pt x="2570721" y="397182"/>
                        <a:pt x="2635270" y="322361"/>
                        <a:pt x="2724914" y="224753"/>
                      </a:cubicBezTo>
                      <a:moveTo>
                        <a:pt x="2531492" y="438330"/>
                      </a:moveTo>
                      <a:cubicBezTo>
                        <a:pt x="2608060" y="364815"/>
                        <a:pt x="2672458" y="292970"/>
                        <a:pt x="2724914" y="224753"/>
                      </a:cubicBezTo>
                      <a:moveTo>
                        <a:pt x="2569209" y="440942"/>
                      </a:moveTo>
                      <a:cubicBezTo>
                        <a:pt x="2612293" y="377660"/>
                        <a:pt x="2694982" y="319095"/>
                        <a:pt x="2722873" y="271198"/>
                      </a:cubicBezTo>
                      <a:moveTo>
                        <a:pt x="2569209" y="440942"/>
                      </a:moveTo>
                      <a:cubicBezTo>
                        <a:pt x="2621287" y="386223"/>
                        <a:pt x="2673970" y="324030"/>
                        <a:pt x="2722873" y="271198"/>
                      </a:cubicBezTo>
                      <a:moveTo>
                        <a:pt x="2606850" y="443555"/>
                      </a:moveTo>
                      <a:cubicBezTo>
                        <a:pt x="2650387" y="394569"/>
                        <a:pt x="2707152" y="351244"/>
                        <a:pt x="2725896" y="312128"/>
                      </a:cubicBezTo>
                      <a:moveTo>
                        <a:pt x="2606850" y="443555"/>
                      </a:moveTo>
                      <a:cubicBezTo>
                        <a:pt x="2653864" y="404802"/>
                        <a:pt x="2689389" y="349720"/>
                        <a:pt x="2725896" y="312128"/>
                      </a:cubicBezTo>
                      <a:moveTo>
                        <a:pt x="2649556" y="440724"/>
                      </a:moveTo>
                      <a:cubicBezTo>
                        <a:pt x="2668754" y="423090"/>
                        <a:pt x="2702994" y="393118"/>
                        <a:pt x="2723931" y="358574"/>
                      </a:cubicBezTo>
                      <a:moveTo>
                        <a:pt x="2649556" y="440724"/>
                      </a:moveTo>
                      <a:cubicBezTo>
                        <a:pt x="2674347" y="409446"/>
                        <a:pt x="2710250" y="381724"/>
                        <a:pt x="2723931" y="358574"/>
                      </a:cubicBezTo>
                      <a:moveTo>
                        <a:pt x="2687197" y="443337"/>
                      </a:moveTo>
                      <a:cubicBezTo>
                        <a:pt x="2699215" y="433540"/>
                        <a:pt x="2709570" y="421493"/>
                        <a:pt x="2721966" y="404947"/>
                      </a:cubicBezTo>
                      <a:moveTo>
                        <a:pt x="2687197" y="443337"/>
                      </a:moveTo>
                      <a:cubicBezTo>
                        <a:pt x="2700424" y="431871"/>
                        <a:pt x="2710175" y="419969"/>
                        <a:pt x="2721966" y="404947"/>
                      </a:cubicBezTo>
                    </a:path>
                  </a:pathLst>
                </a:custGeom>
                <a:noFill/>
                <a:ln w="3775" cap="rnd">
                  <a:solidFill>
                    <a:srgbClr val="D5E8D4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91" name="شكل حر: شكل 28">
                  <a:extLst>
                    <a:ext uri="{FF2B5EF4-FFF2-40B4-BE49-F238E27FC236}">
                      <a16:creationId xmlns:a16="http://schemas.microsoft.com/office/drawing/2014/main" id="{6C8E0CE4-9E15-3BF8-9CE1-492C4DB74D84}"/>
                    </a:ext>
                  </a:extLst>
                </p:cNvPr>
                <p:cNvSpPr/>
                <p:nvPr/>
              </p:nvSpPr>
              <p:spPr>
                <a:xfrm>
                  <a:off x="6137717" y="2984042"/>
                  <a:ext cx="2724781" cy="439044"/>
                </a:xfrm>
                <a:custGeom>
                  <a:avLst/>
                  <a:gdLst>
                    <a:gd name="csX0" fmla="*/ 3634 w 2724781"/>
                    <a:gd name="csY0" fmla="*/ 3619 h 439044"/>
                    <a:gd name="csX1" fmla="*/ 2724692 w 2724781"/>
                    <a:gd name="csY1" fmla="*/ 3619 h 439044"/>
                    <a:gd name="csX2" fmla="*/ 3634 w 2724781"/>
                    <a:gd name="csY2" fmla="*/ 3619 h 439044"/>
                    <a:gd name="csX3" fmla="*/ 2724692 w 2724781"/>
                    <a:gd name="csY3" fmla="*/ 3619 h 439044"/>
                    <a:gd name="csX4" fmla="*/ 2724692 w 2724781"/>
                    <a:gd name="csY4" fmla="*/ 3619 h 439044"/>
                    <a:gd name="csX5" fmla="*/ 2724692 w 2724781"/>
                    <a:gd name="csY5" fmla="*/ 439045 h 439044"/>
                    <a:gd name="csX6" fmla="*/ 2724692 w 2724781"/>
                    <a:gd name="csY6" fmla="*/ 3619 h 439044"/>
                    <a:gd name="csX7" fmla="*/ 2724692 w 2724781"/>
                    <a:gd name="csY7" fmla="*/ 439045 h 439044"/>
                    <a:gd name="csX8" fmla="*/ 2724692 w 2724781"/>
                    <a:gd name="csY8" fmla="*/ 439045 h 439044"/>
                    <a:gd name="csX9" fmla="*/ 3634 w 2724781"/>
                    <a:gd name="csY9" fmla="*/ 439045 h 439044"/>
                    <a:gd name="csX10" fmla="*/ 2724692 w 2724781"/>
                    <a:gd name="csY10" fmla="*/ 439045 h 439044"/>
                    <a:gd name="csX11" fmla="*/ 3634 w 2724781"/>
                    <a:gd name="csY11" fmla="*/ 439045 h 439044"/>
                    <a:gd name="csX12" fmla="*/ 3634 w 2724781"/>
                    <a:gd name="csY12" fmla="*/ 439045 h 439044"/>
                    <a:gd name="csX13" fmla="*/ 3634 w 2724781"/>
                    <a:gd name="csY13" fmla="*/ 3619 h 439044"/>
                    <a:gd name="csX14" fmla="*/ 3634 w 2724781"/>
                    <a:gd name="csY14" fmla="*/ 439045 h 439044"/>
                    <a:gd name="csX15" fmla="*/ 3634 w 2724781"/>
                    <a:gd name="csY15" fmla="*/ 3619 h 4390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724781" h="439044">
                      <a:moveTo>
                        <a:pt x="3634" y="3619"/>
                      </a:moveTo>
                      <a:cubicBezTo>
                        <a:pt x="550869" y="10223"/>
                        <a:pt x="1120855" y="11674"/>
                        <a:pt x="2724692" y="3619"/>
                      </a:cubicBezTo>
                      <a:moveTo>
                        <a:pt x="3634" y="3619"/>
                      </a:moveTo>
                      <a:cubicBezTo>
                        <a:pt x="856761" y="-4146"/>
                        <a:pt x="1712005" y="2893"/>
                        <a:pt x="2724692" y="3619"/>
                      </a:cubicBezTo>
                      <a:moveTo>
                        <a:pt x="2724692" y="3619"/>
                      </a:moveTo>
                      <a:cubicBezTo>
                        <a:pt x="2710029" y="168282"/>
                        <a:pt x="2707384" y="339550"/>
                        <a:pt x="2724692" y="439045"/>
                      </a:cubicBezTo>
                      <a:moveTo>
                        <a:pt x="2724692" y="3619"/>
                      </a:moveTo>
                      <a:cubicBezTo>
                        <a:pt x="2716983" y="99485"/>
                        <a:pt x="2725751" y="197601"/>
                        <a:pt x="2724692" y="439045"/>
                      </a:cubicBezTo>
                      <a:moveTo>
                        <a:pt x="2724692" y="439045"/>
                      </a:moveTo>
                      <a:cubicBezTo>
                        <a:pt x="1882827" y="434908"/>
                        <a:pt x="1031741" y="428957"/>
                        <a:pt x="3634" y="439045"/>
                      </a:cubicBezTo>
                      <a:moveTo>
                        <a:pt x="2724692" y="439045"/>
                      </a:moveTo>
                      <a:cubicBezTo>
                        <a:pt x="1716540" y="426055"/>
                        <a:pt x="707330" y="424966"/>
                        <a:pt x="3634" y="439045"/>
                      </a:cubicBezTo>
                      <a:moveTo>
                        <a:pt x="3634" y="439045"/>
                      </a:moveTo>
                      <a:cubicBezTo>
                        <a:pt x="-6570" y="319375"/>
                        <a:pt x="8471" y="208124"/>
                        <a:pt x="3634" y="3619"/>
                      </a:cubicBezTo>
                      <a:moveTo>
                        <a:pt x="3634" y="439045"/>
                      </a:moveTo>
                      <a:cubicBezTo>
                        <a:pt x="-3093" y="349202"/>
                        <a:pt x="4616" y="251449"/>
                        <a:pt x="3634" y="3619"/>
                      </a:cubicBezTo>
                    </a:path>
                  </a:pathLst>
                </a:custGeom>
                <a:noFill/>
                <a:ln w="7550" cap="rnd">
                  <a:solidFill>
                    <a:srgbClr val="82B366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688" name="صورة 29">
                <a:extLst>
                  <a:ext uri="{FF2B5EF4-FFF2-40B4-BE49-F238E27FC236}">
                    <a16:creationId xmlns:a16="http://schemas.microsoft.com/office/drawing/2014/main" id="{4536D20C-29AB-AF9E-6166-22D99D0E41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45129" y="3154573"/>
                <a:ext cx="2705941" cy="123370"/>
              </a:xfrm>
              <a:custGeom>
                <a:avLst/>
                <a:gdLst>
                  <a:gd name="csX0" fmla="*/ 0 w 2705941"/>
                  <a:gd name="csY0" fmla="*/ 0 h 123370"/>
                  <a:gd name="csX1" fmla="*/ 2705942 w 2705941"/>
                  <a:gd name="csY1" fmla="*/ 0 h 123370"/>
                  <a:gd name="csX2" fmla="*/ 2705942 w 2705941"/>
                  <a:gd name="csY2" fmla="*/ 123371 h 123370"/>
                  <a:gd name="csX3" fmla="*/ 0 w 2705941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05941" h="123370">
                    <a:moveTo>
                      <a:pt x="0" y="0"/>
                    </a:moveTo>
                    <a:lnTo>
                      <a:pt x="2705942" y="0"/>
                    </a:lnTo>
                    <a:lnTo>
                      <a:pt x="2705942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675" name="رسم 9">
              <a:extLst>
                <a:ext uri="{FF2B5EF4-FFF2-40B4-BE49-F238E27FC236}">
                  <a16:creationId xmlns:a16="http://schemas.microsoft.com/office/drawing/2014/main" id="{034AB0D1-572C-3FC7-F5DA-289DE41C34EA}"/>
                </a:ext>
              </a:extLst>
            </p:cNvPr>
            <p:cNvGrpSpPr/>
            <p:nvPr/>
          </p:nvGrpSpPr>
          <p:grpSpPr>
            <a:xfrm>
              <a:off x="8025305" y="3052248"/>
              <a:ext cx="772554" cy="300298"/>
              <a:chOff x="8025305" y="3052248"/>
              <a:chExt cx="772554" cy="300298"/>
            </a:xfrm>
          </p:grpSpPr>
          <p:grpSp>
            <p:nvGrpSpPr>
              <p:cNvPr id="1682" name="رسم 9">
                <a:extLst>
                  <a:ext uri="{FF2B5EF4-FFF2-40B4-BE49-F238E27FC236}">
                    <a16:creationId xmlns:a16="http://schemas.microsoft.com/office/drawing/2014/main" id="{ECB0B709-1C03-860A-ECE4-6F569DC92D56}"/>
                  </a:ext>
                </a:extLst>
              </p:cNvPr>
              <p:cNvGrpSpPr/>
              <p:nvPr/>
            </p:nvGrpSpPr>
            <p:grpSpPr>
              <a:xfrm>
                <a:off x="8025305" y="3052248"/>
                <a:ext cx="772554" cy="300298"/>
                <a:chOff x="8025305" y="3052248"/>
                <a:chExt cx="772554" cy="300298"/>
              </a:xfrm>
            </p:grpSpPr>
            <p:sp>
              <p:nvSpPr>
                <p:cNvPr id="1684" name="مستطيل 32">
                  <a:extLst>
                    <a:ext uri="{FF2B5EF4-FFF2-40B4-BE49-F238E27FC236}">
                      <a16:creationId xmlns:a16="http://schemas.microsoft.com/office/drawing/2014/main" id="{F9113F71-E359-B066-FFBD-0FB0CB890A2F}"/>
                    </a:ext>
                  </a:extLst>
                </p:cNvPr>
                <p:cNvSpPr/>
                <p:nvPr/>
              </p:nvSpPr>
              <p:spPr>
                <a:xfrm>
                  <a:off x="8030974" y="3060231"/>
                  <a:ext cx="755849" cy="290284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5" name="شكل حر: شكل 33">
                  <a:extLst>
                    <a:ext uri="{FF2B5EF4-FFF2-40B4-BE49-F238E27FC236}">
                      <a16:creationId xmlns:a16="http://schemas.microsoft.com/office/drawing/2014/main" id="{78351B8A-EAB0-9EE2-0D88-A88051362574}"/>
                    </a:ext>
                  </a:extLst>
                </p:cNvPr>
                <p:cNvSpPr/>
                <p:nvPr/>
              </p:nvSpPr>
              <p:spPr>
                <a:xfrm>
                  <a:off x="8025305" y="3052248"/>
                  <a:ext cx="772554" cy="300298"/>
                </a:xfrm>
                <a:custGeom>
                  <a:avLst/>
                  <a:gdLst>
                    <a:gd name="csX0" fmla="*/ 10733 w 772554"/>
                    <a:gd name="csY0" fmla="*/ 10160 h 300298"/>
                    <a:gd name="csX1" fmla="*/ 767112 w 772554"/>
                    <a:gd name="csY1" fmla="*/ 1 h 300298"/>
                    <a:gd name="csX2" fmla="*/ 772555 w 772554"/>
                    <a:gd name="csY2" fmla="*/ 300299 h 300298"/>
                    <a:gd name="csX3" fmla="*/ 1 w 772554"/>
                    <a:gd name="csY3" fmla="*/ 294276 h 3002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72554" h="300298">
                      <a:moveTo>
                        <a:pt x="10733" y="10160"/>
                      </a:moveTo>
                      <a:lnTo>
                        <a:pt x="767112" y="1"/>
                      </a:lnTo>
                      <a:lnTo>
                        <a:pt x="772555" y="300299"/>
                      </a:lnTo>
                      <a:lnTo>
                        <a:pt x="1" y="294276"/>
                      </a:lnTo>
                    </a:path>
                  </a:pathLst>
                </a:custGeom>
                <a:solidFill>
                  <a:srgbClr val="FFFFFF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6" name="شكل حر: شكل 34">
                  <a:extLst>
                    <a:ext uri="{FF2B5EF4-FFF2-40B4-BE49-F238E27FC236}">
                      <a16:creationId xmlns:a16="http://schemas.microsoft.com/office/drawing/2014/main" id="{ED19C002-C836-D104-E5F4-2A97B583DB29}"/>
                    </a:ext>
                  </a:extLst>
                </p:cNvPr>
                <p:cNvSpPr/>
                <p:nvPr/>
              </p:nvSpPr>
              <p:spPr>
                <a:xfrm>
                  <a:off x="8028144" y="3054719"/>
                  <a:ext cx="761289" cy="295796"/>
                </a:xfrm>
                <a:custGeom>
                  <a:avLst/>
                  <a:gdLst>
                    <a:gd name="csX0" fmla="*/ 2830 w 761289"/>
                    <a:gd name="csY0" fmla="*/ 5513 h 295796"/>
                    <a:gd name="csX1" fmla="*/ 758680 w 761289"/>
                    <a:gd name="csY1" fmla="*/ 5513 h 295796"/>
                    <a:gd name="csX2" fmla="*/ 2830 w 761289"/>
                    <a:gd name="csY2" fmla="*/ 5513 h 295796"/>
                    <a:gd name="csX3" fmla="*/ 758680 w 761289"/>
                    <a:gd name="csY3" fmla="*/ 5513 h 295796"/>
                    <a:gd name="csX4" fmla="*/ 758680 w 761289"/>
                    <a:gd name="csY4" fmla="*/ 5513 h 295796"/>
                    <a:gd name="csX5" fmla="*/ 758680 w 761289"/>
                    <a:gd name="csY5" fmla="*/ 295797 h 295796"/>
                    <a:gd name="csX6" fmla="*/ 758680 w 761289"/>
                    <a:gd name="csY6" fmla="*/ 5513 h 295796"/>
                    <a:gd name="csX7" fmla="*/ 758680 w 761289"/>
                    <a:gd name="csY7" fmla="*/ 295797 h 295796"/>
                    <a:gd name="csX8" fmla="*/ 758680 w 761289"/>
                    <a:gd name="csY8" fmla="*/ 295797 h 295796"/>
                    <a:gd name="csX9" fmla="*/ 2830 w 761289"/>
                    <a:gd name="csY9" fmla="*/ 295797 h 295796"/>
                    <a:gd name="csX10" fmla="*/ 758680 w 761289"/>
                    <a:gd name="csY10" fmla="*/ 295797 h 295796"/>
                    <a:gd name="csX11" fmla="*/ 2830 w 761289"/>
                    <a:gd name="csY11" fmla="*/ 295797 h 295796"/>
                    <a:gd name="csX12" fmla="*/ 2830 w 761289"/>
                    <a:gd name="csY12" fmla="*/ 295797 h 295796"/>
                    <a:gd name="csX13" fmla="*/ 2830 w 761289"/>
                    <a:gd name="csY13" fmla="*/ 5513 h 295796"/>
                    <a:gd name="csX14" fmla="*/ 2830 w 761289"/>
                    <a:gd name="csY14" fmla="*/ 295797 h 295796"/>
                    <a:gd name="csX15" fmla="*/ 2830 w 761289"/>
                    <a:gd name="csY15" fmla="*/ 5513 h 2957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761289" h="295796">
                      <a:moveTo>
                        <a:pt x="2830" y="5513"/>
                      </a:moveTo>
                      <a:cubicBezTo>
                        <a:pt x="166547" y="15673"/>
                        <a:pt x="305472" y="-9655"/>
                        <a:pt x="758680" y="5513"/>
                      </a:cubicBezTo>
                      <a:moveTo>
                        <a:pt x="2830" y="5513"/>
                      </a:moveTo>
                      <a:cubicBezTo>
                        <a:pt x="289373" y="-4284"/>
                        <a:pt x="582038" y="1086"/>
                        <a:pt x="758680" y="5513"/>
                      </a:cubicBezTo>
                      <a:moveTo>
                        <a:pt x="758680" y="5513"/>
                      </a:moveTo>
                      <a:cubicBezTo>
                        <a:pt x="745830" y="81422"/>
                        <a:pt x="764878" y="138535"/>
                        <a:pt x="758680" y="295797"/>
                      </a:cubicBezTo>
                      <a:moveTo>
                        <a:pt x="758680" y="5513"/>
                      </a:moveTo>
                      <a:cubicBezTo>
                        <a:pt x="761930" y="59143"/>
                        <a:pt x="762383" y="129609"/>
                        <a:pt x="758680" y="295797"/>
                      </a:cubicBezTo>
                      <a:moveTo>
                        <a:pt x="758680" y="295797"/>
                      </a:moveTo>
                      <a:cubicBezTo>
                        <a:pt x="554827" y="279106"/>
                        <a:pt x="356039" y="280557"/>
                        <a:pt x="2830" y="295797"/>
                      </a:cubicBezTo>
                      <a:moveTo>
                        <a:pt x="758680" y="295797"/>
                      </a:moveTo>
                      <a:cubicBezTo>
                        <a:pt x="594812" y="293765"/>
                        <a:pt x="442810" y="284040"/>
                        <a:pt x="2830" y="295797"/>
                      </a:cubicBezTo>
                      <a:moveTo>
                        <a:pt x="2830" y="295797"/>
                      </a:moveTo>
                      <a:cubicBezTo>
                        <a:pt x="6156" y="232588"/>
                        <a:pt x="-4955" y="161976"/>
                        <a:pt x="2830" y="5513"/>
                      </a:cubicBezTo>
                      <a:moveTo>
                        <a:pt x="2830" y="295797"/>
                      </a:moveTo>
                      <a:cubicBezTo>
                        <a:pt x="5022" y="192093"/>
                        <a:pt x="-1176" y="79971"/>
                        <a:pt x="2830" y="5513"/>
                      </a:cubicBezTo>
                    </a:path>
                  </a:pathLst>
                </a:custGeom>
                <a:noFill/>
                <a:ln w="7550" cap="rnd">
                  <a:solidFill>
                    <a:srgbClr val="82B366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683" name="صورة 35">
                <a:extLst>
                  <a:ext uri="{FF2B5EF4-FFF2-40B4-BE49-F238E27FC236}">
                    <a16:creationId xmlns:a16="http://schemas.microsoft.com/office/drawing/2014/main" id="{252E1A3D-2864-11F8-BA1B-FAEA80029E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34753" y="3154573"/>
                <a:ext cx="740732" cy="123370"/>
              </a:xfrm>
              <a:custGeom>
                <a:avLst/>
                <a:gdLst>
                  <a:gd name="csX0" fmla="*/ 0 w 740732"/>
                  <a:gd name="csY0" fmla="*/ 0 h 123370"/>
                  <a:gd name="csX1" fmla="*/ 740733 w 740732"/>
                  <a:gd name="csY1" fmla="*/ 0 h 123370"/>
                  <a:gd name="csX2" fmla="*/ 740733 w 740732"/>
                  <a:gd name="csY2" fmla="*/ 123371 h 123370"/>
                  <a:gd name="csX3" fmla="*/ 0 w 740732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0732" h="123370">
                    <a:moveTo>
                      <a:pt x="0" y="0"/>
                    </a:moveTo>
                    <a:lnTo>
                      <a:pt x="740733" y="0"/>
                    </a:lnTo>
                    <a:lnTo>
                      <a:pt x="740733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676" name="رسم 9">
              <a:extLst>
                <a:ext uri="{FF2B5EF4-FFF2-40B4-BE49-F238E27FC236}">
                  <a16:creationId xmlns:a16="http://schemas.microsoft.com/office/drawing/2014/main" id="{573E924B-74D7-FA15-2792-ABF08D78C416}"/>
                </a:ext>
              </a:extLst>
            </p:cNvPr>
            <p:cNvGrpSpPr/>
            <p:nvPr/>
          </p:nvGrpSpPr>
          <p:grpSpPr>
            <a:xfrm>
              <a:off x="6203330" y="3049563"/>
              <a:ext cx="624785" cy="311402"/>
              <a:chOff x="6203330" y="3049563"/>
              <a:chExt cx="624785" cy="311402"/>
            </a:xfrm>
          </p:grpSpPr>
          <p:grpSp>
            <p:nvGrpSpPr>
              <p:cNvPr id="1677" name="رسم 9">
                <a:extLst>
                  <a:ext uri="{FF2B5EF4-FFF2-40B4-BE49-F238E27FC236}">
                    <a16:creationId xmlns:a16="http://schemas.microsoft.com/office/drawing/2014/main" id="{A5DF4EA6-1C22-1B7C-B0EE-1B1399F1D029}"/>
                  </a:ext>
                </a:extLst>
              </p:cNvPr>
              <p:cNvGrpSpPr/>
              <p:nvPr/>
            </p:nvGrpSpPr>
            <p:grpSpPr>
              <a:xfrm>
                <a:off x="6203330" y="3049563"/>
                <a:ext cx="624785" cy="311402"/>
                <a:chOff x="6203330" y="3049563"/>
                <a:chExt cx="624785" cy="311402"/>
              </a:xfrm>
            </p:grpSpPr>
            <p:sp>
              <p:nvSpPr>
                <p:cNvPr id="1679" name="مستطيل 38">
                  <a:extLst>
                    <a:ext uri="{FF2B5EF4-FFF2-40B4-BE49-F238E27FC236}">
                      <a16:creationId xmlns:a16="http://schemas.microsoft.com/office/drawing/2014/main" id="{C78EDC05-6818-0731-FA1B-17A2BA5C9DDC}"/>
                    </a:ext>
                  </a:extLst>
                </p:cNvPr>
                <p:cNvSpPr/>
                <p:nvPr/>
              </p:nvSpPr>
              <p:spPr>
                <a:xfrm>
                  <a:off x="6216935" y="3060231"/>
                  <a:ext cx="604679" cy="290284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0" name="شكل حر: شكل 39">
                  <a:extLst>
                    <a:ext uri="{FF2B5EF4-FFF2-40B4-BE49-F238E27FC236}">
                      <a16:creationId xmlns:a16="http://schemas.microsoft.com/office/drawing/2014/main" id="{CC714C74-AAC5-75E5-D3F9-5B089F96A9E3}"/>
                    </a:ext>
                  </a:extLst>
                </p:cNvPr>
                <p:cNvSpPr/>
                <p:nvPr/>
              </p:nvSpPr>
              <p:spPr>
                <a:xfrm>
                  <a:off x="6203330" y="3049563"/>
                  <a:ext cx="624785" cy="311402"/>
                </a:xfrm>
                <a:custGeom>
                  <a:avLst/>
                  <a:gdLst>
                    <a:gd name="csX0" fmla="*/ 1 w 624785"/>
                    <a:gd name="csY0" fmla="*/ 1 h 311402"/>
                    <a:gd name="csX1" fmla="*/ 624786 w 624785"/>
                    <a:gd name="csY1" fmla="*/ 15095 h 311402"/>
                    <a:gd name="csX2" fmla="*/ 612844 w 624785"/>
                    <a:gd name="csY2" fmla="*/ 292244 h 311402"/>
                    <a:gd name="csX3" fmla="*/ 4838 w 624785"/>
                    <a:gd name="csY3" fmla="*/ 311403 h 3114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24785" h="311402">
                      <a:moveTo>
                        <a:pt x="1" y="1"/>
                      </a:moveTo>
                      <a:lnTo>
                        <a:pt x="624786" y="15095"/>
                      </a:lnTo>
                      <a:lnTo>
                        <a:pt x="612844" y="292244"/>
                      </a:lnTo>
                      <a:lnTo>
                        <a:pt x="4838" y="311403"/>
                      </a:lnTo>
                    </a:path>
                  </a:pathLst>
                </a:custGeom>
                <a:solidFill>
                  <a:srgbClr val="FFFFFF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681" name="شكل حر: شكل 40">
                  <a:extLst>
                    <a:ext uri="{FF2B5EF4-FFF2-40B4-BE49-F238E27FC236}">
                      <a16:creationId xmlns:a16="http://schemas.microsoft.com/office/drawing/2014/main" id="{210D4AD8-AAD5-02A4-900B-5550F077331B}"/>
                    </a:ext>
                  </a:extLst>
                </p:cNvPr>
                <p:cNvSpPr/>
                <p:nvPr/>
              </p:nvSpPr>
              <p:spPr>
                <a:xfrm>
                  <a:off x="6209614" y="3060231"/>
                  <a:ext cx="616146" cy="291681"/>
                </a:xfrm>
                <a:custGeom>
                  <a:avLst/>
                  <a:gdLst>
                    <a:gd name="csX0" fmla="*/ 7322 w 616146"/>
                    <a:gd name="csY0" fmla="*/ 1 h 291681"/>
                    <a:gd name="csX1" fmla="*/ 612001 w 616146"/>
                    <a:gd name="csY1" fmla="*/ 1 h 291681"/>
                    <a:gd name="csX2" fmla="*/ 7322 w 616146"/>
                    <a:gd name="csY2" fmla="*/ 1 h 291681"/>
                    <a:gd name="csX3" fmla="*/ 612001 w 616146"/>
                    <a:gd name="csY3" fmla="*/ 1 h 291681"/>
                    <a:gd name="csX4" fmla="*/ 612001 w 616146"/>
                    <a:gd name="csY4" fmla="*/ 1 h 291681"/>
                    <a:gd name="csX5" fmla="*/ 612001 w 616146"/>
                    <a:gd name="csY5" fmla="*/ 290285 h 291681"/>
                    <a:gd name="csX6" fmla="*/ 612001 w 616146"/>
                    <a:gd name="csY6" fmla="*/ 1 h 291681"/>
                    <a:gd name="csX7" fmla="*/ 612001 w 616146"/>
                    <a:gd name="csY7" fmla="*/ 290285 h 291681"/>
                    <a:gd name="csX8" fmla="*/ 612001 w 616146"/>
                    <a:gd name="csY8" fmla="*/ 290285 h 291681"/>
                    <a:gd name="csX9" fmla="*/ 7322 w 616146"/>
                    <a:gd name="csY9" fmla="*/ 290285 h 291681"/>
                    <a:gd name="csX10" fmla="*/ 612001 w 616146"/>
                    <a:gd name="csY10" fmla="*/ 290285 h 291681"/>
                    <a:gd name="csX11" fmla="*/ 7322 w 616146"/>
                    <a:gd name="csY11" fmla="*/ 290285 h 291681"/>
                    <a:gd name="csX12" fmla="*/ 7322 w 616146"/>
                    <a:gd name="csY12" fmla="*/ 290285 h 291681"/>
                    <a:gd name="csX13" fmla="*/ 7322 w 616146"/>
                    <a:gd name="csY13" fmla="*/ 1 h 291681"/>
                    <a:gd name="csX14" fmla="*/ 7322 w 616146"/>
                    <a:gd name="csY14" fmla="*/ 290285 h 291681"/>
                    <a:gd name="csX15" fmla="*/ 7322 w 616146"/>
                    <a:gd name="csY15" fmla="*/ 1 h 2916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16146" h="291681">
                      <a:moveTo>
                        <a:pt x="7322" y="1"/>
                      </a:moveTo>
                      <a:cubicBezTo>
                        <a:pt x="131583" y="8056"/>
                        <a:pt x="260985" y="13136"/>
                        <a:pt x="612001" y="1"/>
                      </a:cubicBezTo>
                      <a:moveTo>
                        <a:pt x="7322" y="1"/>
                      </a:moveTo>
                      <a:cubicBezTo>
                        <a:pt x="167259" y="1089"/>
                        <a:pt x="321075" y="871"/>
                        <a:pt x="612001" y="1"/>
                      </a:cubicBezTo>
                      <a:moveTo>
                        <a:pt x="612001" y="1"/>
                      </a:moveTo>
                      <a:cubicBezTo>
                        <a:pt x="624322" y="72862"/>
                        <a:pt x="604519" y="159512"/>
                        <a:pt x="612001" y="290285"/>
                      </a:cubicBezTo>
                      <a:moveTo>
                        <a:pt x="612001" y="1"/>
                      </a:moveTo>
                      <a:cubicBezTo>
                        <a:pt x="609960" y="117348"/>
                        <a:pt x="617141" y="222576"/>
                        <a:pt x="612001" y="290285"/>
                      </a:cubicBezTo>
                      <a:moveTo>
                        <a:pt x="612001" y="290285"/>
                      </a:moveTo>
                      <a:cubicBezTo>
                        <a:pt x="468012" y="283318"/>
                        <a:pt x="318429" y="295655"/>
                        <a:pt x="7322" y="290285"/>
                      </a:cubicBezTo>
                      <a:moveTo>
                        <a:pt x="612001" y="290285"/>
                      </a:moveTo>
                      <a:cubicBezTo>
                        <a:pt x="464837" y="291373"/>
                        <a:pt x="312761" y="288108"/>
                        <a:pt x="7322" y="290285"/>
                      </a:cubicBezTo>
                      <a:moveTo>
                        <a:pt x="7322" y="290285"/>
                      </a:moveTo>
                      <a:cubicBezTo>
                        <a:pt x="1426" y="186073"/>
                        <a:pt x="-5679" y="87739"/>
                        <a:pt x="7322" y="1"/>
                      </a:cubicBezTo>
                      <a:moveTo>
                        <a:pt x="7322" y="290285"/>
                      </a:moveTo>
                      <a:cubicBezTo>
                        <a:pt x="11630" y="200079"/>
                        <a:pt x="6641" y="100802"/>
                        <a:pt x="7322" y="1"/>
                      </a:cubicBezTo>
                    </a:path>
                  </a:pathLst>
                </a:custGeom>
                <a:noFill/>
                <a:ln w="7550" cap="rnd">
                  <a:solidFill>
                    <a:srgbClr val="82B366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678" name="صورة 41">
                <a:extLst>
                  <a:ext uri="{FF2B5EF4-FFF2-40B4-BE49-F238E27FC236}">
                    <a16:creationId xmlns:a16="http://schemas.microsoft.com/office/drawing/2014/main" id="{F447CB73-C545-B57E-62D1-34C3DC982CA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0714" y="3154573"/>
                <a:ext cx="589562" cy="123370"/>
              </a:xfrm>
              <a:custGeom>
                <a:avLst/>
                <a:gdLst>
                  <a:gd name="csX0" fmla="*/ 0 w 589562"/>
                  <a:gd name="csY0" fmla="*/ 0 h 123370"/>
                  <a:gd name="csX1" fmla="*/ 589563 w 589562"/>
                  <a:gd name="csY1" fmla="*/ 0 h 123370"/>
                  <a:gd name="csX2" fmla="*/ 589563 w 589562"/>
                  <a:gd name="csY2" fmla="*/ 123371 h 123370"/>
                  <a:gd name="csX3" fmla="*/ 0 w 589562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9562" h="123370">
                    <a:moveTo>
                      <a:pt x="0" y="0"/>
                    </a:moveTo>
                    <a:lnTo>
                      <a:pt x="589563" y="0"/>
                    </a:lnTo>
                    <a:lnTo>
                      <a:pt x="589563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692" name="!!رسم 9">
            <a:extLst>
              <a:ext uri="{FF2B5EF4-FFF2-40B4-BE49-F238E27FC236}">
                <a16:creationId xmlns:a16="http://schemas.microsoft.com/office/drawing/2014/main" id="{18DC4AA0-8D36-252A-E486-1BCA9B3AA3D2}"/>
              </a:ext>
            </a:extLst>
          </p:cNvPr>
          <p:cNvGrpSpPr/>
          <p:nvPr/>
        </p:nvGrpSpPr>
        <p:grpSpPr>
          <a:xfrm>
            <a:off x="4849998" y="1674200"/>
            <a:ext cx="1523708" cy="856338"/>
            <a:chOff x="7572878" y="1685010"/>
            <a:chExt cx="1523708" cy="856338"/>
          </a:xfrm>
          <a:noFill/>
        </p:grpSpPr>
        <p:grpSp>
          <p:nvGrpSpPr>
            <p:cNvPr id="1693" name="رسم 9">
              <a:extLst>
                <a:ext uri="{FF2B5EF4-FFF2-40B4-BE49-F238E27FC236}">
                  <a16:creationId xmlns:a16="http://schemas.microsoft.com/office/drawing/2014/main" id="{04A85EC2-C53A-02DE-72AF-E06FEDBF77B7}"/>
                </a:ext>
              </a:extLst>
            </p:cNvPr>
            <p:cNvGrpSpPr/>
            <p:nvPr/>
          </p:nvGrpSpPr>
          <p:grpSpPr>
            <a:xfrm>
              <a:off x="7572878" y="1708359"/>
              <a:ext cx="1523708" cy="774569"/>
              <a:chOff x="7572878" y="1708359"/>
              <a:chExt cx="1523708" cy="774569"/>
            </a:xfrm>
            <a:noFill/>
          </p:grpSpPr>
          <p:sp>
            <p:nvSpPr>
              <p:cNvPr id="1695" name="مستطيل 44">
                <a:extLst>
                  <a:ext uri="{FF2B5EF4-FFF2-40B4-BE49-F238E27FC236}">
                    <a16:creationId xmlns:a16="http://schemas.microsoft.com/office/drawing/2014/main" id="{B6B8A11C-6F35-3796-35E1-11B9BA4BEE76}"/>
                  </a:ext>
                </a:extLst>
              </p:cNvPr>
              <p:cNvSpPr/>
              <p:nvPr/>
            </p:nvSpPr>
            <p:spPr>
              <a:xfrm>
                <a:off x="7577464" y="1717667"/>
                <a:ext cx="1511699" cy="761995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6" name="شكل حر: شكل 45">
                <a:extLst>
                  <a:ext uri="{FF2B5EF4-FFF2-40B4-BE49-F238E27FC236}">
                    <a16:creationId xmlns:a16="http://schemas.microsoft.com/office/drawing/2014/main" id="{0FF3D400-22DB-BB2A-3292-1EBEDD64940B}"/>
                  </a:ext>
                </a:extLst>
              </p:cNvPr>
              <p:cNvSpPr/>
              <p:nvPr/>
            </p:nvSpPr>
            <p:spPr>
              <a:xfrm>
                <a:off x="7575197" y="1714982"/>
                <a:ext cx="1516763" cy="767946"/>
              </a:xfrm>
              <a:custGeom>
                <a:avLst/>
                <a:gdLst>
                  <a:gd name="csX0" fmla="*/ 1 w 1516763"/>
                  <a:gd name="csY0" fmla="*/ 5153 h 767946"/>
                  <a:gd name="csX1" fmla="*/ 1 w 1516763"/>
                  <a:gd name="csY1" fmla="*/ 5153 h 767946"/>
                  <a:gd name="csX2" fmla="*/ 1 w 1516763"/>
                  <a:gd name="csY2" fmla="*/ 5153 h 767946"/>
                  <a:gd name="csX3" fmla="*/ 1 w 1516763"/>
                  <a:gd name="csY3" fmla="*/ 5153 h 767946"/>
                  <a:gd name="csX4" fmla="*/ 3024 w 1516763"/>
                  <a:gd name="csY4" fmla="*/ 46083 h 767946"/>
                  <a:gd name="csX5" fmla="*/ 42706 w 1516763"/>
                  <a:gd name="csY5" fmla="*/ 2323 h 767946"/>
                  <a:gd name="csX6" fmla="*/ 3024 w 1516763"/>
                  <a:gd name="csY6" fmla="*/ 46083 h 767946"/>
                  <a:gd name="csX7" fmla="*/ 42706 w 1516763"/>
                  <a:gd name="csY7" fmla="*/ 2323 h 767946"/>
                  <a:gd name="csX8" fmla="*/ 1059 w 1516763"/>
                  <a:gd name="csY8" fmla="*/ 92529 h 767946"/>
                  <a:gd name="csX9" fmla="*/ 80347 w 1516763"/>
                  <a:gd name="csY9" fmla="*/ 4935 h 767946"/>
                  <a:gd name="csX10" fmla="*/ 1059 w 1516763"/>
                  <a:gd name="csY10" fmla="*/ 92529 h 767946"/>
                  <a:gd name="csX11" fmla="*/ 80347 w 1516763"/>
                  <a:gd name="csY11" fmla="*/ 4935 h 767946"/>
                  <a:gd name="csX12" fmla="*/ 4006 w 1516763"/>
                  <a:gd name="csY12" fmla="*/ 133459 h 767946"/>
                  <a:gd name="csX13" fmla="*/ 123053 w 1516763"/>
                  <a:gd name="csY13" fmla="*/ 2033 h 767946"/>
                  <a:gd name="csX14" fmla="*/ 4006 w 1516763"/>
                  <a:gd name="csY14" fmla="*/ 133459 h 767946"/>
                  <a:gd name="csX15" fmla="*/ 123053 w 1516763"/>
                  <a:gd name="csY15" fmla="*/ 2033 h 767946"/>
                  <a:gd name="csX16" fmla="*/ 2041 w 1516763"/>
                  <a:gd name="csY16" fmla="*/ 179904 h 767946"/>
                  <a:gd name="csX17" fmla="*/ 160694 w 1516763"/>
                  <a:gd name="csY17" fmla="*/ 4645 h 767946"/>
                  <a:gd name="csX18" fmla="*/ 2041 w 1516763"/>
                  <a:gd name="csY18" fmla="*/ 179904 h 767946"/>
                  <a:gd name="csX19" fmla="*/ 160694 w 1516763"/>
                  <a:gd name="csY19" fmla="*/ 4645 h 767946"/>
                  <a:gd name="csX20" fmla="*/ 76 w 1516763"/>
                  <a:gd name="csY20" fmla="*/ 226350 h 767946"/>
                  <a:gd name="csX21" fmla="*/ 203399 w 1516763"/>
                  <a:gd name="csY21" fmla="*/ 1815 h 767946"/>
                  <a:gd name="csX22" fmla="*/ 76 w 1516763"/>
                  <a:gd name="csY22" fmla="*/ 226350 h 767946"/>
                  <a:gd name="csX23" fmla="*/ 203399 w 1516763"/>
                  <a:gd name="csY23" fmla="*/ 1815 h 767946"/>
                  <a:gd name="csX24" fmla="*/ 3024 w 1516763"/>
                  <a:gd name="csY24" fmla="*/ 267280 h 767946"/>
                  <a:gd name="csX25" fmla="*/ 241041 w 1516763"/>
                  <a:gd name="csY25" fmla="*/ 4427 h 767946"/>
                  <a:gd name="csX26" fmla="*/ 3024 w 1516763"/>
                  <a:gd name="csY26" fmla="*/ 267280 h 767946"/>
                  <a:gd name="csX27" fmla="*/ 241041 w 1516763"/>
                  <a:gd name="csY27" fmla="*/ 4427 h 767946"/>
                  <a:gd name="csX28" fmla="*/ 1059 w 1516763"/>
                  <a:gd name="csY28" fmla="*/ 313725 h 767946"/>
                  <a:gd name="csX29" fmla="*/ 283746 w 1516763"/>
                  <a:gd name="csY29" fmla="*/ 1524 h 767946"/>
                  <a:gd name="csX30" fmla="*/ 1059 w 1516763"/>
                  <a:gd name="csY30" fmla="*/ 313725 h 767946"/>
                  <a:gd name="csX31" fmla="*/ 283746 w 1516763"/>
                  <a:gd name="csY31" fmla="*/ 1524 h 767946"/>
                  <a:gd name="csX32" fmla="*/ 4082 w 1516763"/>
                  <a:gd name="csY32" fmla="*/ 354655 h 767946"/>
                  <a:gd name="csX33" fmla="*/ 321387 w 1516763"/>
                  <a:gd name="csY33" fmla="*/ 4137 h 767946"/>
                  <a:gd name="csX34" fmla="*/ 4082 w 1516763"/>
                  <a:gd name="csY34" fmla="*/ 354655 h 767946"/>
                  <a:gd name="csX35" fmla="*/ 321387 w 1516763"/>
                  <a:gd name="csY35" fmla="*/ 4137 h 767946"/>
                  <a:gd name="csX36" fmla="*/ 2117 w 1516763"/>
                  <a:gd name="csY36" fmla="*/ 401101 h 767946"/>
                  <a:gd name="csX37" fmla="*/ 364093 w 1516763"/>
                  <a:gd name="csY37" fmla="*/ 1307 h 767946"/>
                  <a:gd name="csX38" fmla="*/ 2117 w 1516763"/>
                  <a:gd name="csY38" fmla="*/ 401101 h 767946"/>
                  <a:gd name="csX39" fmla="*/ 364093 w 1516763"/>
                  <a:gd name="csY39" fmla="*/ 1307 h 767946"/>
                  <a:gd name="csX40" fmla="*/ 76 w 1516763"/>
                  <a:gd name="csY40" fmla="*/ 447546 h 767946"/>
                  <a:gd name="csX41" fmla="*/ 401734 w 1516763"/>
                  <a:gd name="csY41" fmla="*/ 3919 h 767946"/>
                  <a:gd name="csX42" fmla="*/ 76 w 1516763"/>
                  <a:gd name="csY42" fmla="*/ 447546 h 767946"/>
                  <a:gd name="csX43" fmla="*/ 401734 w 1516763"/>
                  <a:gd name="csY43" fmla="*/ 3919 h 767946"/>
                  <a:gd name="csX44" fmla="*/ 3099 w 1516763"/>
                  <a:gd name="csY44" fmla="*/ 488476 h 767946"/>
                  <a:gd name="csX45" fmla="*/ 444440 w 1516763"/>
                  <a:gd name="csY45" fmla="*/ 1016 h 767946"/>
                  <a:gd name="csX46" fmla="*/ 3099 w 1516763"/>
                  <a:gd name="csY46" fmla="*/ 488476 h 767946"/>
                  <a:gd name="csX47" fmla="*/ 444440 w 1516763"/>
                  <a:gd name="csY47" fmla="*/ 1016 h 767946"/>
                  <a:gd name="csX48" fmla="*/ 1134 w 1516763"/>
                  <a:gd name="csY48" fmla="*/ 534922 h 767946"/>
                  <a:gd name="csX49" fmla="*/ 482157 w 1516763"/>
                  <a:gd name="csY49" fmla="*/ 3629 h 767946"/>
                  <a:gd name="csX50" fmla="*/ 1134 w 1516763"/>
                  <a:gd name="csY50" fmla="*/ 534922 h 767946"/>
                  <a:gd name="csX51" fmla="*/ 482157 w 1516763"/>
                  <a:gd name="csY51" fmla="*/ 3629 h 767946"/>
                  <a:gd name="csX52" fmla="*/ 4082 w 1516763"/>
                  <a:gd name="csY52" fmla="*/ 575852 h 767946"/>
                  <a:gd name="csX53" fmla="*/ 524787 w 1516763"/>
                  <a:gd name="csY53" fmla="*/ 799 h 767946"/>
                  <a:gd name="csX54" fmla="*/ 4082 w 1516763"/>
                  <a:gd name="csY54" fmla="*/ 575852 h 767946"/>
                  <a:gd name="csX55" fmla="*/ 524787 w 1516763"/>
                  <a:gd name="csY55" fmla="*/ 799 h 767946"/>
                  <a:gd name="csX56" fmla="*/ 2117 w 1516763"/>
                  <a:gd name="csY56" fmla="*/ 622297 h 767946"/>
                  <a:gd name="csX57" fmla="*/ 562504 w 1516763"/>
                  <a:gd name="csY57" fmla="*/ 3411 h 767946"/>
                  <a:gd name="csX58" fmla="*/ 2117 w 1516763"/>
                  <a:gd name="csY58" fmla="*/ 622297 h 767946"/>
                  <a:gd name="csX59" fmla="*/ 562504 w 1516763"/>
                  <a:gd name="csY59" fmla="*/ 3411 h 767946"/>
                  <a:gd name="csX60" fmla="*/ 151 w 1516763"/>
                  <a:gd name="csY60" fmla="*/ 668743 h 767946"/>
                  <a:gd name="csX61" fmla="*/ 605134 w 1516763"/>
                  <a:gd name="csY61" fmla="*/ 508 h 767946"/>
                  <a:gd name="csX62" fmla="*/ 151 w 1516763"/>
                  <a:gd name="csY62" fmla="*/ 668743 h 767946"/>
                  <a:gd name="csX63" fmla="*/ 605134 w 1516763"/>
                  <a:gd name="csY63" fmla="*/ 508 h 767946"/>
                  <a:gd name="csX64" fmla="*/ 3099 w 1516763"/>
                  <a:gd name="csY64" fmla="*/ 709673 h 767946"/>
                  <a:gd name="csX65" fmla="*/ 642851 w 1516763"/>
                  <a:gd name="csY65" fmla="*/ 3121 h 767946"/>
                  <a:gd name="csX66" fmla="*/ 3099 w 1516763"/>
                  <a:gd name="csY66" fmla="*/ 709673 h 767946"/>
                  <a:gd name="csX67" fmla="*/ 642851 w 1516763"/>
                  <a:gd name="csY67" fmla="*/ 3121 h 767946"/>
                  <a:gd name="csX68" fmla="*/ 1134 w 1516763"/>
                  <a:gd name="csY68" fmla="*/ 756118 h 767946"/>
                  <a:gd name="csX69" fmla="*/ 685481 w 1516763"/>
                  <a:gd name="csY69" fmla="*/ 291 h 767946"/>
                  <a:gd name="csX70" fmla="*/ 1134 w 1516763"/>
                  <a:gd name="csY70" fmla="*/ 756118 h 767946"/>
                  <a:gd name="csX71" fmla="*/ 685481 w 1516763"/>
                  <a:gd name="csY71" fmla="*/ 291 h 767946"/>
                  <a:gd name="csX72" fmla="*/ 33862 w 1516763"/>
                  <a:gd name="csY72" fmla="*/ 764173 h 767946"/>
                  <a:gd name="csX73" fmla="*/ 723197 w 1516763"/>
                  <a:gd name="csY73" fmla="*/ 2903 h 767946"/>
                  <a:gd name="csX74" fmla="*/ 33862 w 1516763"/>
                  <a:gd name="csY74" fmla="*/ 764173 h 767946"/>
                  <a:gd name="csX75" fmla="*/ 723197 w 1516763"/>
                  <a:gd name="csY75" fmla="*/ 2903 h 767946"/>
                  <a:gd name="csX76" fmla="*/ 71579 w 1516763"/>
                  <a:gd name="csY76" fmla="*/ 766786 h 767946"/>
                  <a:gd name="csX77" fmla="*/ 765827 w 1516763"/>
                  <a:gd name="csY77" fmla="*/ 1 h 767946"/>
                  <a:gd name="csX78" fmla="*/ 71579 w 1516763"/>
                  <a:gd name="csY78" fmla="*/ 766786 h 767946"/>
                  <a:gd name="csX79" fmla="*/ 765827 w 1516763"/>
                  <a:gd name="csY79" fmla="*/ 1 h 767946"/>
                  <a:gd name="csX80" fmla="*/ 114209 w 1516763"/>
                  <a:gd name="csY80" fmla="*/ 763956 h 767946"/>
                  <a:gd name="csX81" fmla="*/ 803544 w 1516763"/>
                  <a:gd name="csY81" fmla="*/ 2613 h 767946"/>
                  <a:gd name="csX82" fmla="*/ 114209 w 1516763"/>
                  <a:gd name="csY82" fmla="*/ 763956 h 767946"/>
                  <a:gd name="csX83" fmla="*/ 803544 w 1516763"/>
                  <a:gd name="csY83" fmla="*/ 2613 h 767946"/>
                  <a:gd name="csX84" fmla="*/ 151926 w 1516763"/>
                  <a:gd name="csY84" fmla="*/ 766568 h 767946"/>
                  <a:gd name="csX85" fmla="*/ 841185 w 1516763"/>
                  <a:gd name="csY85" fmla="*/ 5298 h 767946"/>
                  <a:gd name="csX86" fmla="*/ 151926 w 1516763"/>
                  <a:gd name="csY86" fmla="*/ 766568 h 767946"/>
                  <a:gd name="csX87" fmla="*/ 841185 w 1516763"/>
                  <a:gd name="csY87" fmla="*/ 5298 h 767946"/>
                  <a:gd name="csX88" fmla="*/ 194556 w 1516763"/>
                  <a:gd name="csY88" fmla="*/ 763738 h 767946"/>
                  <a:gd name="csX89" fmla="*/ 883891 w 1516763"/>
                  <a:gd name="csY89" fmla="*/ 2395 h 767946"/>
                  <a:gd name="csX90" fmla="*/ 194556 w 1516763"/>
                  <a:gd name="csY90" fmla="*/ 763738 h 767946"/>
                  <a:gd name="csX91" fmla="*/ 883891 w 1516763"/>
                  <a:gd name="csY91" fmla="*/ 2395 h 767946"/>
                  <a:gd name="csX92" fmla="*/ 232273 w 1516763"/>
                  <a:gd name="csY92" fmla="*/ 766351 h 767946"/>
                  <a:gd name="csX93" fmla="*/ 921532 w 1516763"/>
                  <a:gd name="csY93" fmla="*/ 5008 h 767946"/>
                  <a:gd name="csX94" fmla="*/ 232273 w 1516763"/>
                  <a:gd name="csY94" fmla="*/ 766351 h 767946"/>
                  <a:gd name="csX95" fmla="*/ 921532 w 1516763"/>
                  <a:gd name="csY95" fmla="*/ 5008 h 767946"/>
                  <a:gd name="csX96" fmla="*/ 274903 w 1516763"/>
                  <a:gd name="csY96" fmla="*/ 763448 h 767946"/>
                  <a:gd name="csX97" fmla="*/ 964238 w 1516763"/>
                  <a:gd name="csY97" fmla="*/ 2178 h 767946"/>
                  <a:gd name="csX98" fmla="*/ 274903 w 1516763"/>
                  <a:gd name="csY98" fmla="*/ 763448 h 767946"/>
                  <a:gd name="csX99" fmla="*/ 964238 w 1516763"/>
                  <a:gd name="csY99" fmla="*/ 2178 h 767946"/>
                  <a:gd name="csX100" fmla="*/ 312620 w 1516763"/>
                  <a:gd name="csY100" fmla="*/ 766060 h 767946"/>
                  <a:gd name="csX101" fmla="*/ 1001879 w 1516763"/>
                  <a:gd name="csY101" fmla="*/ 4790 h 767946"/>
                  <a:gd name="csX102" fmla="*/ 312620 w 1516763"/>
                  <a:gd name="csY102" fmla="*/ 766060 h 767946"/>
                  <a:gd name="csX103" fmla="*/ 1001879 w 1516763"/>
                  <a:gd name="csY103" fmla="*/ 4790 h 767946"/>
                  <a:gd name="csX104" fmla="*/ 355250 w 1516763"/>
                  <a:gd name="csY104" fmla="*/ 763230 h 767946"/>
                  <a:gd name="csX105" fmla="*/ 1044585 w 1516763"/>
                  <a:gd name="csY105" fmla="*/ 1887 h 767946"/>
                  <a:gd name="csX106" fmla="*/ 355250 w 1516763"/>
                  <a:gd name="csY106" fmla="*/ 763230 h 767946"/>
                  <a:gd name="csX107" fmla="*/ 1044585 w 1516763"/>
                  <a:gd name="csY107" fmla="*/ 1887 h 767946"/>
                  <a:gd name="csX108" fmla="*/ 392967 w 1516763"/>
                  <a:gd name="csY108" fmla="*/ 765843 h 767946"/>
                  <a:gd name="csX109" fmla="*/ 1082226 w 1516763"/>
                  <a:gd name="csY109" fmla="*/ 4500 h 767946"/>
                  <a:gd name="csX110" fmla="*/ 392967 w 1516763"/>
                  <a:gd name="csY110" fmla="*/ 765843 h 767946"/>
                  <a:gd name="csX111" fmla="*/ 1082226 w 1516763"/>
                  <a:gd name="csY111" fmla="*/ 4500 h 767946"/>
                  <a:gd name="csX112" fmla="*/ 435597 w 1516763"/>
                  <a:gd name="csY112" fmla="*/ 762940 h 767946"/>
                  <a:gd name="csX113" fmla="*/ 1124932 w 1516763"/>
                  <a:gd name="csY113" fmla="*/ 1670 h 767946"/>
                  <a:gd name="csX114" fmla="*/ 435597 w 1516763"/>
                  <a:gd name="csY114" fmla="*/ 762940 h 767946"/>
                  <a:gd name="csX115" fmla="*/ 1124932 w 1516763"/>
                  <a:gd name="csY115" fmla="*/ 1670 h 767946"/>
                  <a:gd name="csX116" fmla="*/ 473313 w 1516763"/>
                  <a:gd name="csY116" fmla="*/ 765552 h 767946"/>
                  <a:gd name="csX117" fmla="*/ 1162573 w 1516763"/>
                  <a:gd name="csY117" fmla="*/ 4282 h 767946"/>
                  <a:gd name="csX118" fmla="*/ 473313 w 1516763"/>
                  <a:gd name="csY118" fmla="*/ 765552 h 767946"/>
                  <a:gd name="csX119" fmla="*/ 1162573 w 1516763"/>
                  <a:gd name="csY119" fmla="*/ 4282 h 767946"/>
                  <a:gd name="csX120" fmla="*/ 515944 w 1516763"/>
                  <a:gd name="csY120" fmla="*/ 762722 h 767946"/>
                  <a:gd name="csX121" fmla="*/ 1205278 w 1516763"/>
                  <a:gd name="csY121" fmla="*/ 1379 h 767946"/>
                  <a:gd name="csX122" fmla="*/ 515944 w 1516763"/>
                  <a:gd name="csY122" fmla="*/ 762722 h 767946"/>
                  <a:gd name="csX123" fmla="*/ 1205278 w 1516763"/>
                  <a:gd name="csY123" fmla="*/ 1379 h 767946"/>
                  <a:gd name="csX124" fmla="*/ 553660 w 1516763"/>
                  <a:gd name="csY124" fmla="*/ 765335 h 767946"/>
                  <a:gd name="csX125" fmla="*/ 1242920 w 1516763"/>
                  <a:gd name="csY125" fmla="*/ 3992 h 767946"/>
                  <a:gd name="csX126" fmla="*/ 553660 w 1516763"/>
                  <a:gd name="csY126" fmla="*/ 765335 h 767946"/>
                  <a:gd name="csX127" fmla="*/ 1242920 w 1516763"/>
                  <a:gd name="csY127" fmla="*/ 3992 h 767946"/>
                  <a:gd name="csX128" fmla="*/ 591377 w 1516763"/>
                  <a:gd name="csY128" fmla="*/ 767947 h 767946"/>
                  <a:gd name="csX129" fmla="*/ 1285625 w 1516763"/>
                  <a:gd name="csY129" fmla="*/ 1162 h 767946"/>
                  <a:gd name="csX130" fmla="*/ 591377 w 1516763"/>
                  <a:gd name="csY130" fmla="*/ 767947 h 767946"/>
                  <a:gd name="csX131" fmla="*/ 1285625 w 1516763"/>
                  <a:gd name="csY131" fmla="*/ 1162 h 767946"/>
                  <a:gd name="csX132" fmla="*/ 634007 w 1516763"/>
                  <a:gd name="csY132" fmla="*/ 765044 h 767946"/>
                  <a:gd name="csX133" fmla="*/ 1323266 w 1516763"/>
                  <a:gd name="csY133" fmla="*/ 3774 h 767946"/>
                  <a:gd name="csX134" fmla="*/ 634007 w 1516763"/>
                  <a:gd name="csY134" fmla="*/ 765044 h 767946"/>
                  <a:gd name="csX135" fmla="*/ 1323266 w 1516763"/>
                  <a:gd name="csY135" fmla="*/ 3774 h 767946"/>
                  <a:gd name="csX136" fmla="*/ 671724 w 1516763"/>
                  <a:gd name="csY136" fmla="*/ 767657 h 767946"/>
                  <a:gd name="csX137" fmla="*/ 1365972 w 1516763"/>
                  <a:gd name="csY137" fmla="*/ 871 h 767946"/>
                  <a:gd name="csX138" fmla="*/ 671724 w 1516763"/>
                  <a:gd name="csY138" fmla="*/ 767657 h 767946"/>
                  <a:gd name="csX139" fmla="*/ 1365972 w 1516763"/>
                  <a:gd name="csY139" fmla="*/ 871 h 767946"/>
                  <a:gd name="csX140" fmla="*/ 714354 w 1516763"/>
                  <a:gd name="csY140" fmla="*/ 764827 h 767946"/>
                  <a:gd name="csX141" fmla="*/ 1403613 w 1516763"/>
                  <a:gd name="csY141" fmla="*/ 3484 h 767946"/>
                  <a:gd name="csX142" fmla="*/ 714354 w 1516763"/>
                  <a:gd name="csY142" fmla="*/ 764827 h 767946"/>
                  <a:gd name="csX143" fmla="*/ 1403613 w 1516763"/>
                  <a:gd name="csY143" fmla="*/ 3484 h 767946"/>
                  <a:gd name="csX144" fmla="*/ 752071 w 1516763"/>
                  <a:gd name="csY144" fmla="*/ 767439 h 767946"/>
                  <a:gd name="csX145" fmla="*/ 1446319 w 1516763"/>
                  <a:gd name="csY145" fmla="*/ 654 h 767946"/>
                  <a:gd name="csX146" fmla="*/ 752071 w 1516763"/>
                  <a:gd name="csY146" fmla="*/ 767439 h 767946"/>
                  <a:gd name="csX147" fmla="*/ 1446319 w 1516763"/>
                  <a:gd name="csY147" fmla="*/ 654 h 767946"/>
                  <a:gd name="csX148" fmla="*/ 794701 w 1516763"/>
                  <a:gd name="csY148" fmla="*/ 764536 h 767946"/>
                  <a:gd name="csX149" fmla="*/ 1483960 w 1516763"/>
                  <a:gd name="csY149" fmla="*/ 3266 h 767946"/>
                  <a:gd name="csX150" fmla="*/ 794701 w 1516763"/>
                  <a:gd name="csY150" fmla="*/ 764536 h 767946"/>
                  <a:gd name="csX151" fmla="*/ 1483960 w 1516763"/>
                  <a:gd name="csY151" fmla="*/ 3266 h 767946"/>
                  <a:gd name="csX152" fmla="*/ 832418 w 1516763"/>
                  <a:gd name="csY152" fmla="*/ 767149 h 767946"/>
                  <a:gd name="csX153" fmla="*/ 1516688 w 1516763"/>
                  <a:gd name="csY153" fmla="*/ 11322 h 767946"/>
                  <a:gd name="csX154" fmla="*/ 832418 w 1516763"/>
                  <a:gd name="csY154" fmla="*/ 767149 h 767946"/>
                  <a:gd name="csX155" fmla="*/ 1516688 w 1516763"/>
                  <a:gd name="csY155" fmla="*/ 11322 h 767946"/>
                  <a:gd name="csX156" fmla="*/ 875047 w 1516763"/>
                  <a:gd name="csY156" fmla="*/ 764319 h 767946"/>
                  <a:gd name="csX157" fmla="*/ 1514723 w 1516763"/>
                  <a:gd name="csY157" fmla="*/ 57767 h 767946"/>
                  <a:gd name="csX158" fmla="*/ 875047 w 1516763"/>
                  <a:gd name="csY158" fmla="*/ 764319 h 767946"/>
                  <a:gd name="csX159" fmla="*/ 1514723 w 1516763"/>
                  <a:gd name="csY159" fmla="*/ 57767 h 767946"/>
                  <a:gd name="csX160" fmla="*/ 912765 w 1516763"/>
                  <a:gd name="csY160" fmla="*/ 766931 h 767946"/>
                  <a:gd name="csX161" fmla="*/ 1512758 w 1516763"/>
                  <a:gd name="csY161" fmla="*/ 104213 h 767946"/>
                  <a:gd name="csX162" fmla="*/ 912765 w 1516763"/>
                  <a:gd name="csY162" fmla="*/ 766931 h 767946"/>
                  <a:gd name="csX163" fmla="*/ 1512758 w 1516763"/>
                  <a:gd name="csY163" fmla="*/ 104213 h 767946"/>
                  <a:gd name="csX164" fmla="*/ 955394 w 1516763"/>
                  <a:gd name="csY164" fmla="*/ 764028 h 767946"/>
                  <a:gd name="csX165" fmla="*/ 1515781 w 1516763"/>
                  <a:gd name="csY165" fmla="*/ 145143 h 767946"/>
                  <a:gd name="csX166" fmla="*/ 955394 w 1516763"/>
                  <a:gd name="csY166" fmla="*/ 764028 h 767946"/>
                  <a:gd name="csX167" fmla="*/ 1515781 w 1516763"/>
                  <a:gd name="csY167" fmla="*/ 145143 h 767946"/>
                  <a:gd name="csX168" fmla="*/ 993111 w 1516763"/>
                  <a:gd name="csY168" fmla="*/ 766641 h 767946"/>
                  <a:gd name="csX169" fmla="*/ 1513740 w 1516763"/>
                  <a:gd name="csY169" fmla="*/ 191588 h 767946"/>
                  <a:gd name="csX170" fmla="*/ 993111 w 1516763"/>
                  <a:gd name="csY170" fmla="*/ 766641 h 767946"/>
                  <a:gd name="csX171" fmla="*/ 1513740 w 1516763"/>
                  <a:gd name="csY171" fmla="*/ 191588 h 767946"/>
                  <a:gd name="csX172" fmla="*/ 1035741 w 1516763"/>
                  <a:gd name="csY172" fmla="*/ 763811 h 767946"/>
                  <a:gd name="csX173" fmla="*/ 1516764 w 1516763"/>
                  <a:gd name="csY173" fmla="*/ 232518 h 767946"/>
                  <a:gd name="csX174" fmla="*/ 1035741 w 1516763"/>
                  <a:gd name="csY174" fmla="*/ 763811 h 767946"/>
                  <a:gd name="csX175" fmla="*/ 1516764 w 1516763"/>
                  <a:gd name="csY175" fmla="*/ 232518 h 767946"/>
                  <a:gd name="csX176" fmla="*/ 1073458 w 1516763"/>
                  <a:gd name="csY176" fmla="*/ 766423 h 767946"/>
                  <a:gd name="csX177" fmla="*/ 1514799 w 1516763"/>
                  <a:gd name="csY177" fmla="*/ 278964 h 767946"/>
                  <a:gd name="csX178" fmla="*/ 1073458 w 1516763"/>
                  <a:gd name="csY178" fmla="*/ 766423 h 767946"/>
                  <a:gd name="csX179" fmla="*/ 1514799 w 1516763"/>
                  <a:gd name="csY179" fmla="*/ 278964 h 767946"/>
                  <a:gd name="csX180" fmla="*/ 1116088 w 1516763"/>
                  <a:gd name="csY180" fmla="*/ 763593 h 767946"/>
                  <a:gd name="csX181" fmla="*/ 1512833 w 1516763"/>
                  <a:gd name="csY181" fmla="*/ 325409 h 767946"/>
                  <a:gd name="csX182" fmla="*/ 1116088 w 1516763"/>
                  <a:gd name="csY182" fmla="*/ 763593 h 767946"/>
                  <a:gd name="csX183" fmla="*/ 1512833 w 1516763"/>
                  <a:gd name="csY183" fmla="*/ 325409 h 767946"/>
                  <a:gd name="csX184" fmla="*/ 1153805 w 1516763"/>
                  <a:gd name="csY184" fmla="*/ 766206 h 767946"/>
                  <a:gd name="csX185" fmla="*/ 1515781 w 1516763"/>
                  <a:gd name="csY185" fmla="*/ 366339 h 767946"/>
                  <a:gd name="csX186" fmla="*/ 1153805 w 1516763"/>
                  <a:gd name="csY186" fmla="*/ 766206 h 767946"/>
                  <a:gd name="csX187" fmla="*/ 1515781 w 1516763"/>
                  <a:gd name="csY187" fmla="*/ 366339 h 767946"/>
                  <a:gd name="csX188" fmla="*/ 1196435 w 1516763"/>
                  <a:gd name="csY188" fmla="*/ 763303 h 767946"/>
                  <a:gd name="csX189" fmla="*/ 1513816 w 1516763"/>
                  <a:gd name="csY189" fmla="*/ 412785 h 767946"/>
                  <a:gd name="csX190" fmla="*/ 1196435 w 1516763"/>
                  <a:gd name="csY190" fmla="*/ 763303 h 767946"/>
                  <a:gd name="csX191" fmla="*/ 1513816 w 1516763"/>
                  <a:gd name="csY191" fmla="*/ 412785 h 767946"/>
                  <a:gd name="csX192" fmla="*/ 1234152 w 1516763"/>
                  <a:gd name="csY192" fmla="*/ 765915 h 767946"/>
                  <a:gd name="csX193" fmla="*/ 1511851 w 1516763"/>
                  <a:gd name="csY193" fmla="*/ 459230 h 767946"/>
                  <a:gd name="csX194" fmla="*/ 1234152 w 1516763"/>
                  <a:gd name="csY194" fmla="*/ 765915 h 767946"/>
                  <a:gd name="csX195" fmla="*/ 1511851 w 1516763"/>
                  <a:gd name="csY195" fmla="*/ 459230 h 767946"/>
                  <a:gd name="csX196" fmla="*/ 1276782 w 1516763"/>
                  <a:gd name="csY196" fmla="*/ 763085 h 767946"/>
                  <a:gd name="csX197" fmla="*/ 1514799 w 1516763"/>
                  <a:gd name="csY197" fmla="*/ 500160 h 767946"/>
                  <a:gd name="csX198" fmla="*/ 1276782 w 1516763"/>
                  <a:gd name="csY198" fmla="*/ 763085 h 767946"/>
                  <a:gd name="csX199" fmla="*/ 1514799 w 1516763"/>
                  <a:gd name="csY199" fmla="*/ 500160 h 767946"/>
                  <a:gd name="csX200" fmla="*/ 1314498 w 1516763"/>
                  <a:gd name="csY200" fmla="*/ 765698 h 767946"/>
                  <a:gd name="csX201" fmla="*/ 1512833 w 1516763"/>
                  <a:gd name="csY201" fmla="*/ 546606 h 767946"/>
                  <a:gd name="csX202" fmla="*/ 1314498 w 1516763"/>
                  <a:gd name="csY202" fmla="*/ 765698 h 767946"/>
                  <a:gd name="csX203" fmla="*/ 1512833 w 1516763"/>
                  <a:gd name="csY203" fmla="*/ 546606 h 767946"/>
                  <a:gd name="csX204" fmla="*/ 1357128 w 1516763"/>
                  <a:gd name="csY204" fmla="*/ 762795 h 767946"/>
                  <a:gd name="csX205" fmla="*/ 1515857 w 1516763"/>
                  <a:gd name="csY205" fmla="*/ 587536 h 767946"/>
                  <a:gd name="csX206" fmla="*/ 1357128 w 1516763"/>
                  <a:gd name="csY206" fmla="*/ 762795 h 767946"/>
                  <a:gd name="csX207" fmla="*/ 1515857 w 1516763"/>
                  <a:gd name="csY207" fmla="*/ 587536 h 767946"/>
                  <a:gd name="csX208" fmla="*/ 1394845 w 1516763"/>
                  <a:gd name="csY208" fmla="*/ 765407 h 767946"/>
                  <a:gd name="csX209" fmla="*/ 1513816 w 1516763"/>
                  <a:gd name="csY209" fmla="*/ 633981 h 767946"/>
                  <a:gd name="csX210" fmla="*/ 1394845 w 1516763"/>
                  <a:gd name="csY210" fmla="*/ 765407 h 767946"/>
                  <a:gd name="csX211" fmla="*/ 1513816 w 1516763"/>
                  <a:gd name="csY211" fmla="*/ 633981 h 767946"/>
                  <a:gd name="csX212" fmla="*/ 1437475 w 1516763"/>
                  <a:gd name="csY212" fmla="*/ 762577 h 767946"/>
                  <a:gd name="csX213" fmla="*/ 1511851 w 1516763"/>
                  <a:gd name="csY213" fmla="*/ 680427 h 767946"/>
                  <a:gd name="csX214" fmla="*/ 1437475 w 1516763"/>
                  <a:gd name="csY214" fmla="*/ 762577 h 767946"/>
                  <a:gd name="csX215" fmla="*/ 1511851 w 1516763"/>
                  <a:gd name="csY215" fmla="*/ 680427 h 767946"/>
                  <a:gd name="csX216" fmla="*/ 1475192 w 1516763"/>
                  <a:gd name="csY216" fmla="*/ 765190 h 767946"/>
                  <a:gd name="csX217" fmla="*/ 1514874 w 1516763"/>
                  <a:gd name="csY217" fmla="*/ 721357 h 767946"/>
                  <a:gd name="csX218" fmla="*/ 1475192 w 1516763"/>
                  <a:gd name="csY218" fmla="*/ 765190 h 767946"/>
                  <a:gd name="csX219" fmla="*/ 1514874 w 1516763"/>
                  <a:gd name="csY219" fmla="*/ 721357 h 767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</a:cxnLst>
                <a:rect l="l" t="t" r="r" b="b"/>
                <a:pathLst>
                  <a:path w="1516763" h="767946"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3024" y="46083"/>
                    </a:moveTo>
                    <a:cubicBezTo>
                      <a:pt x="18141" y="32367"/>
                      <a:pt x="39305" y="9870"/>
                      <a:pt x="42706" y="2323"/>
                    </a:cubicBezTo>
                    <a:moveTo>
                      <a:pt x="3024" y="46083"/>
                    </a:moveTo>
                    <a:cubicBezTo>
                      <a:pt x="20484" y="32077"/>
                      <a:pt x="32351" y="13499"/>
                      <a:pt x="42706" y="2323"/>
                    </a:cubicBezTo>
                    <a:moveTo>
                      <a:pt x="1059" y="92529"/>
                    </a:moveTo>
                    <a:cubicBezTo>
                      <a:pt x="39380" y="57404"/>
                      <a:pt x="58579" y="23296"/>
                      <a:pt x="80347" y="4935"/>
                    </a:cubicBezTo>
                    <a:moveTo>
                      <a:pt x="1059" y="92529"/>
                    </a:moveTo>
                    <a:cubicBezTo>
                      <a:pt x="17083" y="69959"/>
                      <a:pt x="34619" y="56316"/>
                      <a:pt x="80347" y="4935"/>
                    </a:cubicBezTo>
                    <a:moveTo>
                      <a:pt x="4006" y="133459"/>
                    </a:moveTo>
                    <a:cubicBezTo>
                      <a:pt x="30083" y="94633"/>
                      <a:pt x="60468" y="63210"/>
                      <a:pt x="123053" y="2033"/>
                    </a:cubicBezTo>
                    <a:moveTo>
                      <a:pt x="4006" y="133459"/>
                    </a:moveTo>
                    <a:cubicBezTo>
                      <a:pt x="48375" y="87957"/>
                      <a:pt x="93121" y="40640"/>
                      <a:pt x="123053" y="2033"/>
                    </a:cubicBezTo>
                    <a:moveTo>
                      <a:pt x="2041" y="179904"/>
                    </a:moveTo>
                    <a:cubicBezTo>
                      <a:pt x="43159" y="142167"/>
                      <a:pt x="87603" y="85126"/>
                      <a:pt x="160694" y="4645"/>
                    </a:cubicBezTo>
                    <a:moveTo>
                      <a:pt x="2041" y="179904"/>
                    </a:moveTo>
                    <a:cubicBezTo>
                      <a:pt x="41421" y="132443"/>
                      <a:pt x="92668" y="68435"/>
                      <a:pt x="160694" y="4645"/>
                    </a:cubicBezTo>
                    <a:moveTo>
                      <a:pt x="76" y="226350"/>
                    </a:moveTo>
                    <a:cubicBezTo>
                      <a:pt x="35979" y="173736"/>
                      <a:pt x="82237" y="115751"/>
                      <a:pt x="203399" y="1815"/>
                    </a:cubicBezTo>
                    <a:moveTo>
                      <a:pt x="76" y="226350"/>
                    </a:moveTo>
                    <a:cubicBezTo>
                      <a:pt x="54497" y="162777"/>
                      <a:pt x="113378" y="105446"/>
                      <a:pt x="203399" y="1815"/>
                    </a:cubicBezTo>
                    <a:moveTo>
                      <a:pt x="3024" y="267280"/>
                    </a:moveTo>
                    <a:cubicBezTo>
                      <a:pt x="102872" y="163285"/>
                      <a:pt x="192364" y="86723"/>
                      <a:pt x="241041" y="4427"/>
                    </a:cubicBezTo>
                    <a:moveTo>
                      <a:pt x="3024" y="267280"/>
                    </a:moveTo>
                    <a:cubicBezTo>
                      <a:pt x="54043" y="202909"/>
                      <a:pt x="107785" y="145651"/>
                      <a:pt x="241041" y="4427"/>
                    </a:cubicBezTo>
                    <a:moveTo>
                      <a:pt x="1059" y="313725"/>
                    </a:moveTo>
                    <a:cubicBezTo>
                      <a:pt x="72486" y="222721"/>
                      <a:pt x="154798" y="145868"/>
                      <a:pt x="283746" y="1524"/>
                    </a:cubicBezTo>
                    <a:moveTo>
                      <a:pt x="1059" y="313725"/>
                    </a:moveTo>
                    <a:cubicBezTo>
                      <a:pt x="98790" y="211618"/>
                      <a:pt x="187829" y="97101"/>
                      <a:pt x="283746" y="1524"/>
                    </a:cubicBezTo>
                    <a:moveTo>
                      <a:pt x="4082" y="354655"/>
                    </a:moveTo>
                    <a:cubicBezTo>
                      <a:pt x="109372" y="214085"/>
                      <a:pt x="241797" y="97609"/>
                      <a:pt x="321387" y="4137"/>
                    </a:cubicBezTo>
                    <a:moveTo>
                      <a:pt x="4082" y="354655"/>
                    </a:moveTo>
                    <a:cubicBezTo>
                      <a:pt x="85714" y="271126"/>
                      <a:pt x="175509" y="176784"/>
                      <a:pt x="321387" y="4137"/>
                    </a:cubicBezTo>
                    <a:moveTo>
                      <a:pt x="2117" y="401101"/>
                    </a:moveTo>
                    <a:cubicBezTo>
                      <a:pt x="104308" y="293478"/>
                      <a:pt x="211185" y="189846"/>
                      <a:pt x="364093" y="1307"/>
                    </a:cubicBezTo>
                    <a:moveTo>
                      <a:pt x="2117" y="401101"/>
                    </a:moveTo>
                    <a:cubicBezTo>
                      <a:pt x="118971" y="266119"/>
                      <a:pt x="238849" y="135636"/>
                      <a:pt x="364093" y="1307"/>
                    </a:cubicBezTo>
                    <a:moveTo>
                      <a:pt x="76" y="447546"/>
                    </a:moveTo>
                    <a:cubicBezTo>
                      <a:pt x="131292" y="313943"/>
                      <a:pt x="254722" y="164156"/>
                      <a:pt x="401734" y="3919"/>
                    </a:cubicBezTo>
                    <a:moveTo>
                      <a:pt x="76" y="447546"/>
                    </a:moveTo>
                    <a:cubicBezTo>
                      <a:pt x="151246" y="278891"/>
                      <a:pt x="299846" y="106535"/>
                      <a:pt x="401734" y="3919"/>
                    </a:cubicBezTo>
                    <a:moveTo>
                      <a:pt x="3099" y="488476"/>
                    </a:moveTo>
                    <a:cubicBezTo>
                      <a:pt x="155025" y="315322"/>
                      <a:pt x="319800" y="135491"/>
                      <a:pt x="444440" y="1016"/>
                    </a:cubicBezTo>
                    <a:moveTo>
                      <a:pt x="3099" y="488476"/>
                    </a:moveTo>
                    <a:cubicBezTo>
                      <a:pt x="146560" y="335859"/>
                      <a:pt x="282084" y="182226"/>
                      <a:pt x="444440" y="1016"/>
                    </a:cubicBezTo>
                    <a:moveTo>
                      <a:pt x="1134" y="534922"/>
                    </a:moveTo>
                    <a:cubicBezTo>
                      <a:pt x="196219" y="328747"/>
                      <a:pt x="384048" y="120614"/>
                      <a:pt x="482157" y="3629"/>
                    </a:cubicBezTo>
                    <a:moveTo>
                      <a:pt x="1134" y="534922"/>
                    </a:moveTo>
                    <a:cubicBezTo>
                      <a:pt x="178079" y="333392"/>
                      <a:pt x="371500" y="127798"/>
                      <a:pt x="482157" y="3629"/>
                    </a:cubicBezTo>
                    <a:moveTo>
                      <a:pt x="4082" y="575852"/>
                    </a:moveTo>
                    <a:cubicBezTo>
                      <a:pt x="111413" y="476139"/>
                      <a:pt x="208313" y="355889"/>
                      <a:pt x="524787" y="799"/>
                    </a:cubicBezTo>
                    <a:moveTo>
                      <a:pt x="4082" y="575852"/>
                    </a:moveTo>
                    <a:cubicBezTo>
                      <a:pt x="160921" y="406979"/>
                      <a:pt x="322597" y="221487"/>
                      <a:pt x="524787" y="799"/>
                    </a:cubicBezTo>
                    <a:moveTo>
                      <a:pt x="2117" y="622297"/>
                    </a:moveTo>
                    <a:cubicBezTo>
                      <a:pt x="153287" y="474325"/>
                      <a:pt x="260088" y="307339"/>
                      <a:pt x="562504" y="3411"/>
                    </a:cubicBezTo>
                    <a:moveTo>
                      <a:pt x="2117" y="622297"/>
                    </a:moveTo>
                    <a:cubicBezTo>
                      <a:pt x="220255" y="384917"/>
                      <a:pt x="431742" y="149352"/>
                      <a:pt x="562504" y="3411"/>
                    </a:cubicBezTo>
                    <a:moveTo>
                      <a:pt x="151" y="668743"/>
                    </a:moveTo>
                    <a:cubicBezTo>
                      <a:pt x="140211" y="496241"/>
                      <a:pt x="296369" y="335569"/>
                      <a:pt x="605134" y="508"/>
                    </a:cubicBezTo>
                    <a:moveTo>
                      <a:pt x="151" y="668743"/>
                    </a:moveTo>
                    <a:cubicBezTo>
                      <a:pt x="129326" y="532744"/>
                      <a:pt x="247843" y="388038"/>
                      <a:pt x="605134" y="508"/>
                    </a:cubicBezTo>
                    <a:moveTo>
                      <a:pt x="3099" y="709673"/>
                    </a:moveTo>
                    <a:cubicBezTo>
                      <a:pt x="133483" y="561991"/>
                      <a:pt x="274223" y="385933"/>
                      <a:pt x="642851" y="3121"/>
                    </a:cubicBezTo>
                    <a:moveTo>
                      <a:pt x="3099" y="709673"/>
                    </a:moveTo>
                    <a:cubicBezTo>
                      <a:pt x="201359" y="475849"/>
                      <a:pt x="412468" y="250661"/>
                      <a:pt x="642851" y="3121"/>
                    </a:cubicBezTo>
                    <a:moveTo>
                      <a:pt x="1134" y="756118"/>
                    </a:moveTo>
                    <a:cubicBezTo>
                      <a:pt x="166590" y="582310"/>
                      <a:pt x="319649" y="401899"/>
                      <a:pt x="685481" y="291"/>
                    </a:cubicBezTo>
                    <a:moveTo>
                      <a:pt x="1134" y="756118"/>
                    </a:moveTo>
                    <a:cubicBezTo>
                      <a:pt x="180422" y="559378"/>
                      <a:pt x="343912" y="365396"/>
                      <a:pt x="685481" y="291"/>
                    </a:cubicBezTo>
                    <a:moveTo>
                      <a:pt x="33862" y="764173"/>
                    </a:moveTo>
                    <a:cubicBezTo>
                      <a:pt x="200527" y="559088"/>
                      <a:pt x="391833" y="375483"/>
                      <a:pt x="723197" y="2903"/>
                    </a:cubicBezTo>
                    <a:moveTo>
                      <a:pt x="33862" y="764173"/>
                    </a:moveTo>
                    <a:cubicBezTo>
                      <a:pt x="214737" y="562353"/>
                      <a:pt x="391606" y="366557"/>
                      <a:pt x="723197" y="2903"/>
                    </a:cubicBezTo>
                    <a:moveTo>
                      <a:pt x="71579" y="766786"/>
                    </a:moveTo>
                    <a:cubicBezTo>
                      <a:pt x="340435" y="484775"/>
                      <a:pt x="580720" y="211763"/>
                      <a:pt x="765827" y="1"/>
                    </a:cubicBezTo>
                    <a:moveTo>
                      <a:pt x="71579" y="766786"/>
                    </a:moveTo>
                    <a:cubicBezTo>
                      <a:pt x="343307" y="466415"/>
                      <a:pt x="614053" y="174679"/>
                      <a:pt x="765827" y="1"/>
                    </a:cubicBezTo>
                    <a:moveTo>
                      <a:pt x="114209" y="763956"/>
                    </a:moveTo>
                    <a:cubicBezTo>
                      <a:pt x="304835" y="543993"/>
                      <a:pt x="517757" y="323958"/>
                      <a:pt x="803544" y="2613"/>
                    </a:cubicBezTo>
                    <a:moveTo>
                      <a:pt x="114209" y="763956"/>
                    </a:moveTo>
                    <a:cubicBezTo>
                      <a:pt x="286921" y="562716"/>
                      <a:pt x="471197" y="375193"/>
                      <a:pt x="803544" y="2613"/>
                    </a:cubicBezTo>
                    <a:moveTo>
                      <a:pt x="151926" y="766568"/>
                    </a:moveTo>
                    <a:cubicBezTo>
                      <a:pt x="370518" y="538695"/>
                      <a:pt x="580115" y="310387"/>
                      <a:pt x="841185" y="5298"/>
                    </a:cubicBezTo>
                    <a:moveTo>
                      <a:pt x="151926" y="766568"/>
                    </a:moveTo>
                    <a:cubicBezTo>
                      <a:pt x="344063" y="549654"/>
                      <a:pt x="535444" y="332376"/>
                      <a:pt x="841185" y="5298"/>
                    </a:cubicBezTo>
                    <a:moveTo>
                      <a:pt x="194556" y="763738"/>
                    </a:moveTo>
                    <a:cubicBezTo>
                      <a:pt x="344895" y="577158"/>
                      <a:pt x="527961" y="387094"/>
                      <a:pt x="883891" y="2395"/>
                    </a:cubicBezTo>
                    <a:moveTo>
                      <a:pt x="194556" y="763738"/>
                    </a:moveTo>
                    <a:cubicBezTo>
                      <a:pt x="387524" y="548347"/>
                      <a:pt x="589941" y="328530"/>
                      <a:pt x="883891" y="2395"/>
                    </a:cubicBezTo>
                    <a:moveTo>
                      <a:pt x="232273" y="766351"/>
                    </a:moveTo>
                    <a:cubicBezTo>
                      <a:pt x="479436" y="501176"/>
                      <a:pt x="723953" y="229035"/>
                      <a:pt x="921532" y="5008"/>
                    </a:cubicBezTo>
                    <a:moveTo>
                      <a:pt x="232273" y="766351"/>
                    </a:moveTo>
                    <a:cubicBezTo>
                      <a:pt x="431440" y="532817"/>
                      <a:pt x="639071" y="293623"/>
                      <a:pt x="921532" y="5008"/>
                    </a:cubicBezTo>
                    <a:moveTo>
                      <a:pt x="274903" y="763448"/>
                    </a:moveTo>
                    <a:cubicBezTo>
                      <a:pt x="495838" y="545082"/>
                      <a:pt x="688201" y="297469"/>
                      <a:pt x="964238" y="2178"/>
                    </a:cubicBezTo>
                    <a:moveTo>
                      <a:pt x="274903" y="763448"/>
                    </a:moveTo>
                    <a:cubicBezTo>
                      <a:pt x="545119" y="475921"/>
                      <a:pt x="797951" y="201022"/>
                      <a:pt x="964238" y="2178"/>
                    </a:cubicBezTo>
                    <a:moveTo>
                      <a:pt x="312620" y="766060"/>
                    </a:moveTo>
                    <a:cubicBezTo>
                      <a:pt x="527659" y="539058"/>
                      <a:pt x="716244" y="314741"/>
                      <a:pt x="1001879" y="4790"/>
                    </a:cubicBezTo>
                    <a:moveTo>
                      <a:pt x="312620" y="766060"/>
                    </a:moveTo>
                    <a:cubicBezTo>
                      <a:pt x="567190" y="483832"/>
                      <a:pt x="842168" y="186581"/>
                      <a:pt x="1001879" y="4790"/>
                    </a:cubicBezTo>
                    <a:moveTo>
                      <a:pt x="355250" y="763230"/>
                    </a:moveTo>
                    <a:cubicBezTo>
                      <a:pt x="494855" y="614024"/>
                      <a:pt x="650182" y="454803"/>
                      <a:pt x="1044585" y="1887"/>
                    </a:cubicBezTo>
                    <a:moveTo>
                      <a:pt x="355250" y="763230"/>
                    </a:moveTo>
                    <a:cubicBezTo>
                      <a:pt x="511030" y="590729"/>
                      <a:pt x="669457" y="416921"/>
                      <a:pt x="1044585" y="1887"/>
                    </a:cubicBezTo>
                    <a:moveTo>
                      <a:pt x="392967" y="765843"/>
                    </a:moveTo>
                    <a:cubicBezTo>
                      <a:pt x="617076" y="514674"/>
                      <a:pt x="853128" y="260966"/>
                      <a:pt x="1082226" y="4500"/>
                    </a:cubicBezTo>
                    <a:moveTo>
                      <a:pt x="392967" y="765843"/>
                    </a:moveTo>
                    <a:cubicBezTo>
                      <a:pt x="603546" y="532962"/>
                      <a:pt x="799160" y="318878"/>
                      <a:pt x="1082226" y="4500"/>
                    </a:cubicBezTo>
                    <a:moveTo>
                      <a:pt x="435597" y="762940"/>
                    </a:moveTo>
                    <a:cubicBezTo>
                      <a:pt x="667416" y="511626"/>
                      <a:pt x="903241" y="254072"/>
                      <a:pt x="1124932" y="1670"/>
                    </a:cubicBezTo>
                    <a:moveTo>
                      <a:pt x="435597" y="762940"/>
                    </a:moveTo>
                    <a:cubicBezTo>
                      <a:pt x="704830" y="462060"/>
                      <a:pt x="976029" y="163939"/>
                      <a:pt x="1124932" y="1670"/>
                    </a:cubicBezTo>
                    <a:moveTo>
                      <a:pt x="473313" y="765552"/>
                    </a:moveTo>
                    <a:cubicBezTo>
                      <a:pt x="746099" y="478534"/>
                      <a:pt x="1012839" y="164664"/>
                      <a:pt x="1162573" y="4282"/>
                    </a:cubicBezTo>
                    <a:moveTo>
                      <a:pt x="473313" y="765552"/>
                    </a:moveTo>
                    <a:cubicBezTo>
                      <a:pt x="627431" y="603356"/>
                      <a:pt x="768926" y="442611"/>
                      <a:pt x="1162573" y="4282"/>
                    </a:cubicBezTo>
                    <a:moveTo>
                      <a:pt x="515944" y="762722"/>
                    </a:moveTo>
                    <a:cubicBezTo>
                      <a:pt x="717680" y="541671"/>
                      <a:pt x="893415" y="358501"/>
                      <a:pt x="1205278" y="1379"/>
                    </a:cubicBezTo>
                    <a:moveTo>
                      <a:pt x="515944" y="762722"/>
                    </a:moveTo>
                    <a:cubicBezTo>
                      <a:pt x="733401" y="530495"/>
                      <a:pt x="941713" y="285350"/>
                      <a:pt x="1205278" y="1379"/>
                    </a:cubicBezTo>
                    <a:moveTo>
                      <a:pt x="553660" y="765335"/>
                    </a:moveTo>
                    <a:cubicBezTo>
                      <a:pt x="799311" y="493556"/>
                      <a:pt x="1063103" y="209150"/>
                      <a:pt x="1242920" y="3992"/>
                    </a:cubicBezTo>
                    <a:moveTo>
                      <a:pt x="553660" y="765335"/>
                    </a:moveTo>
                    <a:cubicBezTo>
                      <a:pt x="799160" y="500233"/>
                      <a:pt x="1051009" y="216770"/>
                      <a:pt x="1242920" y="3992"/>
                    </a:cubicBezTo>
                    <a:moveTo>
                      <a:pt x="591377" y="767947"/>
                    </a:moveTo>
                    <a:cubicBezTo>
                      <a:pt x="859477" y="460101"/>
                      <a:pt x="1147456" y="162705"/>
                      <a:pt x="1285625" y="1162"/>
                    </a:cubicBezTo>
                    <a:moveTo>
                      <a:pt x="591377" y="767947"/>
                    </a:moveTo>
                    <a:cubicBezTo>
                      <a:pt x="791677" y="551105"/>
                      <a:pt x="984645" y="333682"/>
                      <a:pt x="1285625" y="1162"/>
                    </a:cubicBezTo>
                    <a:moveTo>
                      <a:pt x="634007" y="765044"/>
                    </a:moveTo>
                    <a:cubicBezTo>
                      <a:pt x="850860" y="524689"/>
                      <a:pt x="1052597" y="303130"/>
                      <a:pt x="1323266" y="3774"/>
                    </a:cubicBezTo>
                    <a:moveTo>
                      <a:pt x="634007" y="765044"/>
                    </a:moveTo>
                    <a:cubicBezTo>
                      <a:pt x="869001" y="515473"/>
                      <a:pt x="1094849" y="258063"/>
                      <a:pt x="1323266" y="3774"/>
                    </a:cubicBezTo>
                    <a:moveTo>
                      <a:pt x="671724" y="767657"/>
                    </a:moveTo>
                    <a:cubicBezTo>
                      <a:pt x="876862" y="544864"/>
                      <a:pt x="1061516" y="340649"/>
                      <a:pt x="1365972" y="871"/>
                    </a:cubicBezTo>
                    <a:moveTo>
                      <a:pt x="671724" y="767657"/>
                    </a:moveTo>
                    <a:cubicBezTo>
                      <a:pt x="852674" y="570481"/>
                      <a:pt x="1037858" y="361985"/>
                      <a:pt x="1365972" y="871"/>
                    </a:cubicBezTo>
                    <a:moveTo>
                      <a:pt x="714354" y="764827"/>
                    </a:moveTo>
                    <a:cubicBezTo>
                      <a:pt x="859477" y="578464"/>
                      <a:pt x="1048364" y="412857"/>
                      <a:pt x="1403613" y="3484"/>
                    </a:cubicBezTo>
                    <a:moveTo>
                      <a:pt x="714354" y="764827"/>
                    </a:moveTo>
                    <a:cubicBezTo>
                      <a:pt x="982076" y="477082"/>
                      <a:pt x="1230901" y="186073"/>
                      <a:pt x="1403613" y="3484"/>
                    </a:cubicBezTo>
                    <a:moveTo>
                      <a:pt x="752071" y="767439"/>
                    </a:moveTo>
                    <a:cubicBezTo>
                      <a:pt x="999385" y="477300"/>
                      <a:pt x="1265595" y="213577"/>
                      <a:pt x="1446319" y="654"/>
                    </a:cubicBezTo>
                    <a:moveTo>
                      <a:pt x="752071" y="767439"/>
                    </a:moveTo>
                    <a:cubicBezTo>
                      <a:pt x="953051" y="552048"/>
                      <a:pt x="1140426" y="340068"/>
                      <a:pt x="1446319" y="654"/>
                    </a:cubicBezTo>
                    <a:moveTo>
                      <a:pt x="794701" y="764536"/>
                    </a:moveTo>
                    <a:cubicBezTo>
                      <a:pt x="989559" y="544864"/>
                      <a:pt x="1193260" y="298776"/>
                      <a:pt x="1483960" y="3266"/>
                    </a:cubicBezTo>
                    <a:moveTo>
                      <a:pt x="794701" y="764536"/>
                    </a:moveTo>
                    <a:cubicBezTo>
                      <a:pt x="1028409" y="504297"/>
                      <a:pt x="1263025" y="244275"/>
                      <a:pt x="1483960" y="3266"/>
                    </a:cubicBezTo>
                    <a:moveTo>
                      <a:pt x="832418" y="767149"/>
                    </a:moveTo>
                    <a:cubicBezTo>
                      <a:pt x="983285" y="597696"/>
                      <a:pt x="1154485" y="432742"/>
                      <a:pt x="1516688" y="11322"/>
                    </a:cubicBezTo>
                    <a:moveTo>
                      <a:pt x="832418" y="767149"/>
                    </a:moveTo>
                    <a:cubicBezTo>
                      <a:pt x="1002635" y="583036"/>
                      <a:pt x="1169904" y="389780"/>
                      <a:pt x="1516688" y="11322"/>
                    </a:cubicBezTo>
                    <a:moveTo>
                      <a:pt x="875047" y="764319"/>
                    </a:moveTo>
                    <a:cubicBezTo>
                      <a:pt x="1033096" y="588479"/>
                      <a:pt x="1164689" y="445224"/>
                      <a:pt x="1514723" y="57767"/>
                    </a:cubicBezTo>
                    <a:moveTo>
                      <a:pt x="875047" y="764319"/>
                    </a:moveTo>
                    <a:cubicBezTo>
                      <a:pt x="1061894" y="546606"/>
                      <a:pt x="1263479" y="338399"/>
                      <a:pt x="1514723" y="57767"/>
                    </a:cubicBezTo>
                    <a:moveTo>
                      <a:pt x="912765" y="766931"/>
                    </a:moveTo>
                    <a:cubicBezTo>
                      <a:pt x="1099384" y="576650"/>
                      <a:pt x="1281695" y="365105"/>
                      <a:pt x="1512758" y="104213"/>
                    </a:cubicBezTo>
                    <a:moveTo>
                      <a:pt x="912765" y="766931"/>
                    </a:moveTo>
                    <a:cubicBezTo>
                      <a:pt x="1103541" y="566345"/>
                      <a:pt x="1292428" y="351752"/>
                      <a:pt x="1512758" y="104213"/>
                    </a:cubicBezTo>
                    <a:moveTo>
                      <a:pt x="955394" y="764028"/>
                    </a:moveTo>
                    <a:cubicBezTo>
                      <a:pt x="1131281" y="565619"/>
                      <a:pt x="1322662" y="366847"/>
                      <a:pt x="1515781" y="145143"/>
                    </a:cubicBezTo>
                    <a:moveTo>
                      <a:pt x="955394" y="764028"/>
                    </a:moveTo>
                    <a:cubicBezTo>
                      <a:pt x="1142316" y="552701"/>
                      <a:pt x="1331203" y="353712"/>
                      <a:pt x="1515781" y="145143"/>
                    </a:cubicBezTo>
                    <a:moveTo>
                      <a:pt x="993111" y="766641"/>
                    </a:moveTo>
                    <a:cubicBezTo>
                      <a:pt x="1179655" y="554588"/>
                      <a:pt x="1385775" y="326715"/>
                      <a:pt x="1513740" y="191588"/>
                    </a:cubicBezTo>
                    <a:moveTo>
                      <a:pt x="993111" y="766641"/>
                    </a:moveTo>
                    <a:cubicBezTo>
                      <a:pt x="1170660" y="576795"/>
                      <a:pt x="1347982" y="378821"/>
                      <a:pt x="1513740" y="191588"/>
                    </a:cubicBezTo>
                    <a:moveTo>
                      <a:pt x="1035741" y="763811"/>
                    </a:moveTo>
                    <a:cubicBezTo>
                      <a:pt x="1145113" y="643198"/>
                      <a:pt x="1246018" y="537171"/>
                      <a:pt x="1516764" y="232518"/>
                    </a:cubicBezTo>
                    <a:moveTo>
                      <a:pt x="1035741" y="763811"/>
                    </a:moveTo>
                    <a:cubicBezTo>
                      <a:pt x="1209738" y="565111"/>
                      <a:pt x="1387514" y="366775"/>
                      <a:pt x="1516764" y="232518"/>
                    </a:cubicBezTo>
                    <a:moveTo>
                      <a:pt x="1073458" y="766423"/>
                    </a:moveTo>
                    <a:cubicBezTo>
                      <a:pt x="1219942" y="582383"/>
                      <a:pt x="1377461" y="440071"/>
                      <a:pt x="1514799" y="278964"/>
                    </a:cubicBezTo>
                    <a:moveTo>
                      <a:pt x="1073458" y="766423"/>
                    </a:moveTo>
                    <a:cubicBezTo>
                      <a:pt x="1248513" y="574255"/>
                      <a:pt x="1420469" y="382377"/>
                      <a:pt x="1514799" y="278964"/>
                    </a:cubicBezTo>
                    <a:moveTo>
                      <a:pt x="1116088" y="763593"/>
                    </a:moveTo>
                    <a:cubicBezTo>
                      <a:pt x="1236419" y="659454"/>
                      <a:pt x="1323191" y="528680"/>
                      <a:pt x="1512833" y="325409"/>
                    </a:cubicBezTo>
                    <a:moveTo>
                      <a:pt x="1116088" y="763593"/>
                    </a:moveTo>
                    <a:cubicBezTo>
                      <a:pt x="1233698" y="642835"/>
                      <a:pt x="1346773" y="520117"/>
                      <a:pt x="1512833" y="325409"/>
                    </a:cubicBezTo>
                    <a:moveTo>
                      <a:pt x="1153805" y="766206"/>
                    </a:moveTo>
                    <a:cubicBezTo>
                      <a:pt x="1284340" y="614605"/>
                      <a:pt x="1449191" y="442829"/>
                      <a:pt x="1515781" y="366339"/>
                    </a:cubicBezTo>
                    <a:moveTo>
                      <a:pt x="1153805" y="766206"/>
                    </a:moveTo>
                    <a:cubicBezTo>
                      <a:pt x="1254937" y="656478"/>
                      <a:pt x="1353349" y="553717"/>
                      <a:pt x="1515781" y="366339"/>
                    </a:cubicBezTo>
                    <a:moveTo>
                      <a:pt x="1196435" y="763303"/>
                    </a:moveTo>
                    <a:cubicBezTo>
                      <a:pt x="1299759" y="665332"/>
                      <a:pt x="1377536" y="543775"/>
                      <a:pt x="1513816" y="412785"/>
                    </a:cubicBezTo>
                    <a:moveTo>
                      <a:pt x="1196435" y="763303"/>
                    </a:moveTo>
                    <a:cubicBezTo>
                      <a:pt x="1270886" y="677669"/>
                      <a:pt x="1360076" y="583907"/>
                      <a:pt x="1513816" y="412785"/>
                    </a:cubicBezTo>
                    <a:moveTo>
                      <a:pt x="1234152" y="765915"/>
                    </a:moveTo>
                    <a:cubicBezTo>
                      <a:pt x="1348965" y="648278"/>
                      <a:pt x="1455691" y="524109"/>
                      <a:pt x="1511851" y="459230"/>
                    </a:cubicBezTo>
                    <a:moveTo>
                      <a:pt x="1234152" y="765915"/>
                    </a:moveTo>
                    <a:cubicBezTo>
                      <a:pt x="1339215" y="655607"/>
                      <a:pt x="1440725" y="529479"/>
                      <a:pt x="1511851" y="459230"/>
                    </a:cubicBezTo>
                    <a:moveTo>
                      <a:pt x="1276782" y="763085"/>
                    </a:moveTo>
                    <a:cubicBezTo>
                      <a:pt x="1355012" y="667944"/>
                      <a:pt x="1445185" y="578900"/>
                      <a:pt x="1514799" y="500160"/>
                    </a:cubicBezTo>
                    <a:moveTo>
                      <a:pt x="1276782" y="763085"/>
                    </a:moveTo>
                    <a:cubicBezTo>
                      <a:pt x="1335209" y="700746"/>
                      <a:pt x="1389101" y="639642"/>
                      <a:pt x="1514799" y="500160"/>
                    </a:cubicBezTo>
                    <a:moveTo>
                      <a:pt x="1314498" y="765698"/>
                    </a:moveTo>
                    <a:cubicBezTo>
                      <a:pt x="1386153" y="667509"/>
                      <a:pt x="1485018" y="592180"/>
                      <a:pt x="1512833" y="546606"/>
                    </a:cubicBezTo>
                    <a:moveTo>
                      <a:pt x="1314498" y="765698"/>
                    </a:moveTo>
                    <a:cubicBezTo>
                      <a:pt x="1368844" y="715841"/>
                      <a:pt x="1418277" y="655244"/>
                      <a:pt x="1512833" y="546606"/>
                    </a:cubicBezTo>
                    <a:moveTo>
                      <a:pt x="1357128" y="762795"/>
                    </a:moveTo>
                    <a:cubicBezTo>
                      <a:pt x="1420544" y="683983"/>
                      <a:pt x="1480181" y="609380"/>
                      <a:pt x="1515857" y="587536"/>
                    </a:cubicBezTo>
                    <a:moveTo>
                      <a:pt x="1357128" y="762795"/>
                    </a:moveTo>
                    <a:cubicBezTo>
                      <a:pt x="1415555" y="697626"/>
                      <a:pt x="1478140" y="624765"/>
                      <a:pt x="1515857" y="587536"/>
                    </a:cubicBezTo>
                    <a:moveTo>
                      <a:pt x="1394845" y="765407"/>
                    </a:moveTo>
                    <a:cubicBezTo>
                      <a:pt x="1423417" y="743563"/>
                      <a:pt x="1474058" y="700238"/>
                      <a:pt x="1513816" y="633981"/>
                    </a:cubicBezTo>
                    <a:moveTo>
                      <a:pt x="1394845" y="765407"/>
                    </a:moveTo>
                    <a:cubicBezTo>
                      <a:pt x="1415329" y="742402"/>
                      <a:pt x="1450854" y="699222"/>
                      <a:pt x="1513816" y="633981"/>
                    </a:cubicBezTo>
                    <a:moveTo>
                      <a:pt x="1437475" y="762577"/>
                    </a:moveTo>
                    <a:cubicBezTo>
                      <a:pt x="1475268" y="725856"/>
                      <a:pt x="1481390" y="699513"/>
                      <a:pt x="1511851" y="680427"/>
                    </a:cubicBezTo>
                    <a:moveTo>
                      <a:pt x="1437475" y="762577"/>
                    </a:moveTo>
                    <a:cubicBezTo>
                      <a:pt x="1459244" y="737685"/>
                      <a:pt x="1480937" y="718381"/>
                      <a:pt x="1511851" y="680427"/>
                    </a:cubicBezTo>
                    <a:moveTo>
                      <a:pt x="1475192" y="765190"/>
                    </a:moveTo>
                    <a:cubicBezTo>
                      <a:pt x="1485925" y="748281"/>
                      <a:pt x="1500815" y="743346"/>
                      <a:pt x="1514874" y="721357"/>
                    </a:cubicBezTo>
                    <a:moveTo>
                      <a:pt x="1475192" y="765190"/>
                    </a:moveTo>
                    <a:cubicBezTo>
                      <a:pt x="1487664" y="750312"/>
                      <a:pt x="1502176" y="733766"/>
                      <a:pt x="1514874" y="721357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97" name="شكل حر: شكل 46">
                <a:extLst>
                  <a:ext uri="{FF2B5EF4-FFF2-40B4-BE49-F238E27FC236}">
                    <a16:creationId xmlns:a16="http://schemas.microsoft.com/office/drawing/2014/main" id="{4BD4A445-A1E7-FC1D-7749-9A7A06DA0E26}"/>
                  </a:ext>
                </a:extLst>
              </p:cNvPr>
              <p:cNvSpPr/>
              <p:nvPr/>
            </p:nvSpPr>
            <p:spPr>
              <a:xfrm>
                <a:off x="7572878" y="1708359"/>
                <a:ext cx="1523708" cy="771610"/>
              </a:xfrm>
              <a:custGeom>
                <a:avLst/>
                <a:gdLst>
                  <a:gd name="csX0" fmla="*/ 4587 w 1523708"/>
                  <a:gd name="csY0" fmla="*/ 9308 h 771610"/>
                  <a:gd name="csX1" fmla="*/ 1516286 w 1523708"/>
                  <a:gd name="csY1" fmla="*/ 9308 h 771610"/>
                  <a:gd name="csX2" fmla="*/ 4587 w 1523708"/>
                  <a:gd name="csY2" fmla="*/ 9308 h 771610"/>
                  <a:gd name="csX3" fmla="*/ 1516286 w 1523708"/>
                  <a:gd name="csY3" fmla="*/ 9308 h 771610"/>
                  <a:gd name="csX4" fmla="*/ 1516286 w 1523708"/>
                  <a:gd name="csY4" fmla="*/ 9308 h 771610"/>
                  <a:gd name="csX5" fmla="*/ 1516286 w 1523708"/>
                  <a:gd name="csY5" fmla="*/ 771304 h 771610"/>
                  <a:gd name="csX6" fmla="*/ 1516286 w 1523708"/>
                  <a:gd name="csY6" fmla="*/ 9308 h 771610"/>
                  <a:gd name="csX7" fmla="*/ 1516286 w 1523708"/>
                  <a:gd name="csY7" fmla="*/ 771304 h 771610"/>
                  <a:gd name="csX8" fmla="*/ 1516286 w 1523708"/>
                  <a:gd name="csY8" fmla="*/ 771304 h 771610"/>
                  <a:gd name="csX9" fmla="*/ 4587 w 1523708"/>
                  <a:gd name="csY9" fmla="*/ 771304 h 771610"/>
                  <a:gd name="csX10" fmla="*/ 1516286 w 1523708"/>
                  <a:gd name="csY10" fmla="*/ 771304 h 771610"/>
                  <a:gd name="csX11" fmla="*/ 4587 w 1523708"/>
                  <a:gd name="csY11" fmla="*/ 771304 h 771610"/>
                  <a:gd name="csX12" fmla="*/ 4587 w 1523708"/>
                  <a:gd name="csY12" fmla="*/ 771304 h 771610"/>
                  <a:gd name="csX13" fmla="*/ 4587 w 1523708"/>
                  <a:gd name="csY13" fmla="*/ 9308 h 771610"/>
                  <a:gd name="csX14" fmla="*/ 4587 w 1523708"/>
                  <a:gd name="csY14" fmla="*/ 771304 h 771610"/>
                  <a:gd name="csX15" fmla="*/ 4587 w 1523708"/>
                  <a:gd name="csY15" fmla="*/ 9308 h 7716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523708" h="771610">
                    <a:moveTo>
                      <a:pt x="4587" y="9308"/>
                    </a:moveTo>
                    <a:cubicBezTo>
                      <a:pt x="491429" y="-8907"/>
                      <a:pt x="979935" y="4373"/>
                      <a:pt x="1516286" y="9308"/>
                    </a:cubicBezTo>
                    <a:moveTo>
                      <a:pt x="4587" y="9308"/>
                    </a:moveTo>
                    <a:cubicBezTo>
                      <a:pt x="576463" y="12501"/>
                      <a:pt x="1140478" y="20847"/>
                      <a:pt x="1516286" y="9308"/>
                    </a:cubicBezTo>
                    <a:moveTo>
                      <a:pt x="1516286" y="9308"/>
                    </a:moveTo>
                    <a:cubicBezTo>
                      <a:pt x="1530723" y="211491"/>
                      <a:pt x="1520368" y="387186"/>
                      <a:pt x="1516286" y="771304"/>
                    </a:cubicBezTo>
                    <a:moveTo>
                      <a:pt x="1516286" y="9308"/>
                    </a:moveTo>
                    <a:cubicBezTo>
                      <a:pt x="1512885" y="265557"/>
                      <a:pt x="1513263" y="521660"/>
                      <a:pt x="1516286" y="771304"/>
                    </a:cubicBezTo>
                    <a:moveTo>
                      <a:pt x="1516286" y="771304"/>
                    </a:moveTo>
                    <a:cubicBezTo>
                      <a:pt x="983110" y="766297"/>
                      <a:pt x="447742" y="771594"/>
                      <a:pt x="4587" y="771304"/>
                    </a:cubicBezTo>
                    <a:moveTo>
                      <a:pt x="1516286" y="771304"/>
                    </a:moveTo>
                    <a:cubicBezTo>
                      <a:pt x="1137681" y="769853"/>
                      <a:pt x="742221" y="772465"/>
                      <a:pt x="4587" y="771304"/>
                    </a:cubicBezTo>
                    <a:moveTo>
                      <a:pt x="4587" y="771304"/>
                    </a:moveTo>
                    <a:cubicBezTo>
                      <a:pt x="6099" y="475940"/>
                      <a:pt x="11314" y="174915"/>
                      <a:pt x="4587" y="9308"/>
                    </a:cubicBezTo>
                    <a:moveTo>
                      <a:pt x="4587" y="771304"/>
                    </a:moveTo>
                    <a:cubicBezTo>
                      <a:pt x="-3047" y="571444"/>
                      <a:pt x="203" y="378405"/>
                      <a:pt x="4587" y="9308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94" name="صورة 47">
              <a:extLst>
                <a:ext uri="{FF2B5EF4-FFF2-40B4-BE49-F238E27FC236}">
                  <a16:creationId xmlns:a16="http://schemas.microsoft.com/office/drawing/2014/main" id="{D8C67365-F756-6C26-47A5-9321FBDFD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81243" y="1685010"/>
              <a:ext cx="1496582" cy="856338"/>
            </a:xfrm>
            <a:custGeom>
              <a:avLst/>
              <a:gdLst>
                <a:gd name="csX0" fmla="*/ 0 w 1496582"/>
                <a:gd name="csY0" fmla="*/ 0 h 856338"/>
                <a:gd name="csX1" fmla="*/ 1496582 w 1496582"/>
                <a:gd name="csY1" fmla="*/ 0 h 856338"/>
                <a:gd name="csX2" fmla="*/ 1496582 w 1496582"/>
                <a:gd name="csY2" fmla="*/ 856338 h 856338"/>
                <a:gd name="csX3" fmla="*/ 0 w 1496582"/>
                <a:gd name="csY3" fmla="*/ 856338 h 856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6582" h="856338">
                  <a:moveTo>
                    <a:pt x="0" y="0"/>
                  </a:moveTo>
                  <a:lnTo>
                    <a:pt x="1496582" y="0"/>
                  </a:lnTo>
                  <a:lnTo>
                    <a:pt x="1496582" y="856338"/>
                  </a:lnTo>
                  <a:lnTo>
                    <a:pt x="0" y="856338"/>
                  </a:lnTo>
                  <a:close/>
                </a:path>
              </a:pathLst>
            </a:custGeom>
          </p:spPr>
        </p:pic>
      </p:grpSp>
      <p:grpSp>
        <p:nvGrpSpPr>
          <p:cNvPr id="1698" name="!!رسم 9">
            <a:extLst>
              <a:ext uri="{FF2B5EF4-FFF2-40B4-BE49-F238E27FC236}">
                <a16:creationId xmlns:a16="http://schemas.microsoft.com/office/drawing/2014/main" id="{50B50DF0-33C9-C7AC-4942-C6C73C94F031}"/>
              </a:ext>
            </a:extLst>
          </p:cNvPr>
          <p:cNvGrpSpPr/>
          <p:nvPr/>
        </p:nvGrpSpPr>
        <p:grpSpPr>
          <a:xfrm>
            <a:off x="5659564" y="3347833"/>
            <a:ext cx="578224" cy="1733576"/>
            <a:chOff x="8382444" y="3358643"/>
            <a:chExt cx="578224" cy="1733576"/>
          </a:xfrm>
        </p:grpSpPr>
        <p:grpSp>
          <p:nvGrpSpPr>
            <p:cNvPr id="1699" name="رسم 9">
              <a:extLst>
                <a:ext uri="{FF2B5EF4-FFF2-40B4-BE49-F238E27FC236}">
                  <a16:creationId xmlns:a16="http://schemas.microsoft.com/office/drawing/2014/main" id="{65BDF185-0FBA-4029-9930-144AFE05B646}"/>
                </a:ext>
              </a:extLst>
            </p:cNvPr>
            <p:cNvGrpSpPr/>
            <p:nvPr/>
          </p:nvGrpSpPr>
          <p:grpSpPr>
            <a:xfrm>
              <a:off x="8382444" y="3358643"/>
              <a:ext cx="555549" cy="1733576"/>
              <a:chOff x="8382444" y="3358643"/>
              <a:chExt cx="555549" cy="1733576"/>
            </a:xfrm>
          </p:grpSpPr>
          <p:sp>
            <p:nvSpPr>
              <p:cNvPr id="1701" name="شكل حر: شكل 50">
                <a:extLst>
                  <a:ext uri="{FF2B5EF4-FFF2-40B4-BE49-F238E27FC236}">
                    <a16:creationId xmlns:a16="http://schemas.microsoft.com/office/drawing/2014/main" id="{1E67FC8F-FB95-3B62-B30A-71144B9A728F}"/>
                  </a:ext>
                </a:extLst>
              </p:cNvPr>
              <p:cNvSpPr/>
              <p:nvPr/>
            </p:nvSpPr>
            <p:spPr>
              <a:xfrm>
                <a:off x="8408899" y="3396743"/>
                <a:ext cx="529094" cy="1695477"/>
              </a:xfrm>
              <a:custGeom>
                <a:avLst/>
                <a:gdLst>
                  <a:gd name="csX0" fmla="*/ 302340 w 529094"/>
                  <a:gd name="csY0" fmla="*/ 1695478 h 1695477"/>
                  <a:gd name="csX1" fmla="*/ 302340 w 529094"/>
                  <a:gd name="csY1" fmla="*/ 1405194 h 1695477"/>
                  <a:gd name="csX2" fmla="*/ 529095 w 529094"/>
                  <a:gd name="csY2" fmla="*/ 1405194 h 1695477"/>
                  <a:gd name="csX3" fmla="*/ 529095 w 529094"/>
                  <a:gd name="csY3" fmla="*/ 461770 h 1695477"/>
                  <a:gd name="csX4" fmla="*/ 1 w 529094"/>
                  <a:gd name="csY4" fmla="*/ 461770 h 1695477"/>
                  <a:gd name="csX5" fmla="*/ 1 w 529094"/>
                  <a:gd name="csY5" fmla="*/ 1 h 16954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529094" h="1695477">
                    <a:moveTo>
                      <a:pt x="302340" y="1695478"/>
                    </a:moveTo>
                    <a:lnTo>
                      <a:pt x="302340" y="1405194"/>
                    </a:lnTo>
                    <a:lnTo>
                      <a:pt x="529095" y="1405194"/>
                    </a:lnTo>
                    <a:lnTo>
                      <a:pt x="529095" y="461770"/>
                    </a:lnTo>
                    <a:lnTo>
                      <a:pt x="1" y="461770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2" name="شكل حر: شكل 51">
                <a:extLst>
                  <a:ext uri="{FF2B5EF4-FFF2-40B4-BE49-F238E27FC236}">
                    <a16:creationId xmlns:a16="http://schemas.microsoft.com/office/drawing/2014/main" id="{0ABBE4B1-E031-B318-3580-FCCF764A2F61}"/>
                  </a:ext>
                </a:extLst>
              </p:cNvPr>
              <p:cNvSpPr/>
              <p:nvPr/>
            </p:nvSpPr>
            <p:spPr>
              <a:xfrm>
                <a:off x="8382444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3" name="شكل حر: شكل 52">
                <a:extLst>
                  <a:ext uri="{FF2B5EF4-FFF2-40B4-BE49-F238E27FC236}">
                    <a16:creationId xmlns:a16="http://schemas.microsoft.com/office/drawing/2014/main" id="{A26553CE-4D1B-B0B0-E967-37D9B79E46A6}"/>
                  </a:ext>
                </a:extLst>
              </p:cNvPr>
              <p:cNvSpPr/>
              <p:nvPr/>
            </p:nvSpPr>
            <p:spPr>
              <a:xfrm>
                <a:off x="8404780" y="3396743"/>
                <a:ext cx="533213" cy="1695477"/>
              </a:xfrm>
              <a:custGeom>
                <a:avLst/>
                <a:gdLst>
                  <a:gd name="csX0" fmla="*/ 306459 w 533213"/>
                  <a:gd name="csY0" fmla="*/ 1695478 h 1695477"/>
                  <a:gd name="csX1" fmla="*/ 306459 w 533213"/>
                  <a:gd name="csY1" fmla="*/ 1405194 h 1695477"/>
                  <a:gd name="csX2" fmla="*/ 306459 w 533213"/>
                  <a:gd name="csY2" fmla="*/ 1695478 h 1695477"/>
                  <a:gd name="csX3" fmla="*/ 306459 w 533213"/>
                  <a:gd name="csY3" fmla="*/ 1405194 h 1695477"/>
                  <a:gd name="csX4" fmla="*/ 306459 w 533213"/>
                  <a:gd name="csY4" fmla="*/ 1405194 h 1695477"/>
                  <a:gd name="csX5" fmla="*/ 533214 w 533213"/>
                  <a:gd name="csY5" fmla="*/ 1405194 h 1695477"/>
                  <a:gd name="csX6" fmla="*/ 306459 w 533213"/>
                  <a:gd name="csY6" fmla="*/ 1405194 h 1695477"/>
                  <a:gd name="csX7" fmla="*/ 533214 w 533213"/>
                  <a:gd name="csY7" fmla="*/ 1405194 h 1695477"/>
                  <a:gd name="csX8" fmla="*/ 533214 w 533213"/>
                  <a:gd name="csY8" fmla="*/ 1405194 h 1695477"/>
                  <a:gd name="csX9" fmla="*/ 533214 w 533213"/>
                  <a:gd name="csY9" fmla="*/ 461770 h 1695477"/>
                  <a:gd name="csX10" fmla="*/ 533214 w 533213"/>
                  <a:gd name="csY10" fmla="*/ 1405194 h 1695477"/>
                  <a:gd name="csX11" fmla="*/ 533214 w 533213"/>
                  <a:gd name="csY11" fmla="*/ 461770 h 1695477"/>
                  <a:gd name="csX12" fmla="*/ 533214 w 533213"/>
                  <a:gd name="csY12" fmla="*/ 461770 h 1695477"/>
                  <a:gd name="csX13" fmla="*/ 4119 w 533213"/>
                  <a:gd name="csY13" fmla="*/ 461770 h 1695477"/>
                  <a:gd name="csX14" fmla="*/ 533214 w 533213"/>
                  <a:gd name="csY14" fmla="*/ 461770 h 1695477"/>
                  <a:gd name="csX15" fmla="*/ 4119 w 533213"/>
                  <a:gd name="csY15" fmla="*/ 461770 h 1695477"/>
                  <a:gd name="csX16" fmla="*/ 4119 w 533213"/>
                  <a:gd name="csY16" fmla="*/ 461770 h 1695477"/>
                  <a:gd name="csX17" fmla="*/ 4119 w 533213"/>
                  <a:gd name="csY17" fmla="*/ 1 h 1695477"/>
                  <a:gd name="csX18" fmla="*/ 4119 w 533213"/>
                  <a:gd name="csY18" fmla="*/ 461770 h 1695477"/>
                  <a:gd name="csX19" fmla="*/ 4119 w 533213"/>
                  <a:gd name="csY19" fmla="*/ 1 h 16954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533213" h="1695477">
                    <a:moveTo>
                      <a:pt x="306459" y="1695478"/>
                    </a:moveTo>
                    <a:cubicBezTo>
                      <a:pt x="299430" y="1612239"/>
                      <a:pt x="294895" y="1506358"/>
                      <a:pt x="306459" y="1405194"/>
                    </a:cubicBezTo>
                    <a:moveTo>
                      <a:pt x="306459" y="1695478"/>
                    </a:moveTo>
                    <a:cubicBezTo>
                      <a:pt x="306535" y="1620512"/>
                      <a:pt x="302075" y="1552731"/>
                      <a:pt x="306459" y="1405194"/>
                    </a:cubicBezTo>
                    <a:moveTo>
                      <a:pt x="306459" y="1405194"/>
                    </a:moveTo>
                    <a:cubicBezTo>
                      <a:pt x="378643" y="1403307"/>
                      <a:pt x="424750" y="1406282"/>
                      <a:pt x="533214" y="1405194"/>
                    </a:cubicBezTo>
                    <a:moveTo>
                      <a:pt x="306459" y="1405194"/>
                    </a:moveTo>
                    <a:cubicBezTo>
                      <a:pt x="379852" y="1399025"/>
                      <a:pt x="443268" y="1409185"/>
                      <a:pt x="533214" y="1405194"/>
                    </a:cubicBezTo>
                    <a:moveTo>
                      <a:pt x="533214" y="1405194"/>
                    </a:moveTo>
                    <a:cubicBezTo>
                      <a:pt x="523237" y="1115853"/>
                      <a:pt x="532534" y="809022"/>
                      <a:pt x="533214" y="461770"/>
                    </a:cubicBezTo>
                    <a:moveTo>
                      <a:pt x="533214" y="1405194"/>
                    </a:moveTo>
                    <a:cubicBezTo>
                      <a:pt x="527923" y="1125940"/>
                      <a:pt x="524068" y="841897"/>
                      <a:pt x="533214" y="461770"/>
                    </a:cubicBezTo>
                    <a:moveTo>
                      <a:pt x="533214" y="461770"/>
                    </a:moveTo>
                    <a:cubicBezTo>
                      <a:pt x="352112" y="467068"/>
                      <a:pt x="186808" y="475631"/>
                      <a:pt x="4119" y="461770"/>
                    </a:cubicBezTo>
                    <a:moveTo>
                      <a:pt x="533214" y="461770"/>
                    </a:moveTo>
                    <a:cubicBezTo>
                      <a:pt x="425883" y="460536"/>
                      <a:pt x="320216" y="461988"/>
                      <a:pt x="4119" y="461770"/>
                    </a:cubicBezTo>
                    <a:moveTo>
                      <a:pt x="4119" y="461770"/>
                    </a:moveTo>
                    <a:cubicBezTo>
                      <a:pt x="-6160" y="303710"/>
                      <a:pt x="6311" y="173300"/>
                      <a:pt x="4119" y="1"/>
                    </a:cubicBezTo>
                    <a:moveTo>
                      <a:pt x="4119" y="461770"/>
                    </a:moveTo>
                    <a:cubicBezTo>
                      <a:pt x="9561" y="288543"/>
                      <a:pt x="9486" y="104358"/>
                      <a:pt x="4119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4" name="شكل حر: شكل 53">
                <a:extLst>
                  <a:ext uri="{FF2B5EF4-FFF2-40B4-BE49-F238E27FC236}">
                    <a16:creationId xmlns:a16="http://schemas.microsoft.com/office/drawing/2014/main" id="{100BC137-1BE8-7CA4-EEC6-B302FC7FF3BD}"/>
                  </a:ext>
                </a:extLst>
              </p:cNvPr>
              <p:cNvSpPr/>
              <p:nvPr/>
            </p:nvSpPr>
            <p:spPr>
              <a:xfrm>
                <a:off x="8382444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5019" y="10088"/>
                      <a:pt x="42328" y="39770"/>
                      <a:pt x="52910" y="50800"/>
                    </a:cubicBezTo>
                    <a:cubicBezTo>
                      <a:pt x="46258" y="48042"/>
                      <a:pt x="35979" y="37883"/>
                      <a:pt x="26455" y="38100"/>
                    </a:cubicBezTo>
                    <a:cubicBezTo>
                      <a:pt x="18292" y="36068"/>
                      <a:pt x="12547" y="40713"/>
                      <a:pt x="1" y="50800"/>
                    </a:cubicBezTo>
                    <a:cubicBezTo>
                      <a:pt x="1437" y="46954"/>
                      <a:pt x="3175" y="28013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5" name="شكل حر: شكل 54">
                <a:extLst>
                  <a:ext uri="{FF2B5EF4-FFF2-40B4-BE49-F238E27FC236}">
                    <a16:creationId xmlns:a16="http://schemas.microsoft.com/office/drawing/2014/main" id="{5F3614A8-46D3-0840-88A8-B2FB898BD290}"/>
                  </a:ext>
                </a:extLst>
              </p:cNvPr>
              <p:cNvSpPr/>
              <p:nvPr/>
            </p:nvSpPr>
            <p:spPr>
              <a:xfrm>
                <a:off x="8382444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2653" y="20175"/>
                      <a:pt x="39380" y="31424"/>
                      <a:pt x="52910" y="50800"/>
                    </a:cubicBezTo>
                    <a:moveTo>
                      <a:pt x="26455" y="1"/>
                    </a:moveTo>
                    <a:cubicBezTo>
                      <a:pt x="33636" y="11104"/>
                      <a:pt x="38398" y="24965"/>
                      <a:pt x="52910" y="50800"/>
                    </a:cubicBezTo>
                    <a:moveTo>
                      <a:pt x="52910" y="50800"/>
                    </a:moveTo>
                    <a:cubicBezTo>
                      <a:pt x="46712" y="46373"/>
                      <a:pt x="35374" y="43325"/>
                      <a:pt x="26455" y="38100"/>
                    </a:cubicBezTo>
                    <a:moveTo>
                      <a:pt x="52910" y="50800"/>
                    </a:moveTo>
                    <a:cubicBezTo>
                      <a:pt x="44898" y="46228"/>
                      <a:pt x="34996" y="44196"/>
                      <a:pt x="26455" y="38100"/>
                    </a:cubicBezTo>
                    <a:moveTo>
                      <a:pt x="26455" y="38100"/>
                    </a:moveTo>
                    <a:cubicBezTo>
                      <a:pt x="16705" y="43108"/>
                      <a:pt x="10204" y="44704"/>
                      <a:pt x="1" y="50800"/>
                    </a:cubicBezTo>
                    <a:moveTo>
                      <a:pt x="26455" y="38100"/>
                    </a:moveTo>
                    <a:cubicBezTo>
                      <a:pt x="18972" y="41801"/>
                      <a:pt x="10431" y="44559"/>
                      <a:pt x="1" y="50800"/>
                    </a:cubicBezTo>
                    <a:moveTo>
                      <a:pt x="1" y="50800"/>
                    </a:moveTo>
                    <a:cubicBezTo>
                      <a:pt x="6274" y="34181"/>
                      <a:pt x="18595" y="20756"/>
                      <a:pt x="26455" y="1"/>
                    </a:cubicBezTo>
                    <a:moveTo>
                      <a:pt x="1" y="50800"/>
                    </a:moveTo>
                    <a:cubicBezTo>
                      <a:pt x="6803" y="38100"/>
                      <a:pt x="14059" y="28085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00" name="صورة 55">
              <a:extLst>
                <a:ext uri="{FF2B5EF4-FFF2-40B4-BE49-F238E27FC236}">
                  <a16:creationId xmlns:a16="http://schemas.microsoft.com/office/drawing/2014/main" id="{59141926-ACC6-5141-C769-6FF0D1497CA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54250" y="4910792"/>
              <a:ext cx="506419" cy="123370"/>
            </a:xfrm>
            <a:custGeom>
              <a:avLst/>
              <a:gdLst>
                <a:gd name="csX0" fmla="*/ 0 w 506419"/>
                <a:gd name="csY0" fmla="*/ 0 h 123370"/>
                <a:gd name="csX1" fmla="*/ 506419 w 506419"/>
                <a:gd name="csY1" fmla="*/ 0 h 123370"/>
                <a:gd name="csX2" fmla="*/ 506419 w 506419"/>
                <a:gd name="csY2" fmla="*/ 123371 h 123370"/>
                <a:gd name="csX3" fmla="*/ 0 w 506419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6419" h="123370">
                  <a:moveTo>
                    <a:pt x="0" y="0"/>
                  </a:moveTo>
                  <a:lnTo>
                    <a:pt x="506419" y="0"/>
                  </a:lnTo>
                  <a:lnTo>
                    <a:pt x="506419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1706" name="!!58p">
            <a:extLst>
              <a:ext uri="{FF2B5EF4-FFF2-40B4-BE49-F238E27FC236}">
                <a16:creationId xmlns:a16="http://schemas.microsoft.com/office/drawing/2014/main" id="{382D086E-91E7-C5FA-B658-FD5F018A52FE}"/>
              </a:ext>
            </a:extLst>
          </p:cNvPr>
          <p:cNvSpPr/>
          <p:nvPr/>
        </p:nvSpPr>
        <p:spPr>
          <a:xfrm>
            <a:off x="5534849" y="5081410"/>
            <a:ext cx="604679" cy="507997"/>
          </a:xfrm>
          <a:prstGeom prst="rect">
            <a:avLst/>
          </a:prstGeom>
          <a:noFill/>
          <a:ln w="755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707" name="!!59p">
            <a:extLst>
              <a:ext uri="{FF2B5EF4-FFF2-40B4-BE49-F238E27FC236}">
                <a16:creationId xmlns:a16="http://schemas.microsoft.com/office/drawing/2014/main" id="{51A21BBF-1E78-4FA7-4124-9CEE31A6D303}"/>
              </a:ext>
            </a:extLst>
          </p:cNvPr>
          <p:cNvSpPr/>
          <p:nvPr/>
        </p:nvSpPr>
        <p:spPr>
          <a:xfrm>
            <a:off x="5533111" y="5078725"/>
            <a:ext cx="628942" cy="523309"/>
          </a:xfrm>
          <a:custGeom>
            <a:avLst/>
            <a:gdLst>
              <a:gd name="csX0" fmla="*/ 3931 w 628942"/>
              <a:gd name="csY0" fmla="*/ 218 h 523309"/>
              <a:gd name="csX1" fmla="*/ 3931 w 628942"/>
              <a:gd name="csY1" fmla="*/ 218 h 523309"/>
              <a:gd name="csX2" fmla="*/ 3931 w 628942"/>
              <a:gd name="csY2" fmla="*/ 218 h 523309"/>
              <a:gd name="csX3" fmla="*/ 3931 w 628942"/>
              <a:gd name="csY3" fmla="*/ 218 h 523309"/>
              <a:gd name="csX4" fmla="*/ 1966 w 628942"/>
              <a:gd name="csY4" fmla="*/ 46664 h 523309"/>
              <a:gd name="csX5" fmla="*/ 41648 w 628942"/>
              <a:gd name="csY5" fmla="*/ 2831 h 523309"/>
              <a:gd name="csX6" fmla="*/ 1966 w 628942"/>
              <a:gd name="csY6" fmla="*/ 46664 h 523309"/>
              <a:gd name="csX7" fmla="*/ 41648 w 628942"/>
              <a:gd name="csY7" fmla="*/ 2831 h 523309"/>
              <a:gd name="csX8" fmla="*/ 1 w 628942"/>
              <a:gd name="csY8" fmla="*/ 93109 h 523309"/>
              <a:gd name="csX9" fmla="*/ 84277 w 628942"/>
              <a:gd name="csY9" fmla="*/ 1 h 523309"/>
              <a:gd name="csX10" fmla="*/ 1 w 628942"/>
              <a:gd name="csY10" fmla="*/ 93109 h 523309"/>
              <a:gd name="csX11" fmla="*/ 84277 w 628942"/>
              <a:gd name="csY11" fmla="*/ 1 h 523309"/>
              <a:gd name="csX12" fmla="*/ 2948 w 628942"/>
              <a:gd name="csY12" fmla="*/ 134039 h 523309"/>
              <a:gd name="csX13" fmla="*/ 121994 w 628942"/>
              <a:gd name="csY13" fmla="*/ 2613 h 523309"/>
              <a:gd name="csX14" fmla="*/ 2948 w 628942"/>
              <a:gd name="csY14" fmla="*/ 134039 h 523309"/>
              <a:gd name="csX15" fmla="*/ 121994 w 628942"/>
              <a:gd name="csY15" fmla="*/ 2613 h 523309"/>
              <a:gd name="csX16" fmla="*/ 983 w 628942"/>
              <a:gd name="csY16" fmla="*/ 180485 h 523309"/>
              <a:gd name="csX17" fmla="*/ 159712 w 628942"/>
              <a:gd name="csY17" fmla="*/ 5225 h 523309"/>
              <a:gd name="csX18" fmla="*/ 983 w 628942"/>
              <a:gd name="csY18" fmla="*/ 180485 h 523309"/>
              <a:gd name="csX19" fmla="*/ 159712 w 628942"/>
              <a:gd name="csY19" fmla="*/ 5225 h 523309"/>
              <a:gd name="csX20" fmla="*/ 4006 w 628942"/>
              <a:gd name="csY20" fmla="*/ 221415 h 523309"/>
              <a:gd name="csX21" fmla="*/ 202341 w 628942"/>
              <a:gd name="csY21" fmla="*/ 2395 h 523309"/>
              <a:gd name="csX22" fmla="*/ 4006 w 628942"/>
              <a:gd name="csY22" fmla="*/ 221415 h 523309"/>
              <a:gd name="csX23" fmla="*/ 202341 w 628942"/>
              <a:gd name="csY23" fmla="*/ 2395 h 523309"/>
              <a:gd name="csX24" fmla="*/ 1966 w 628942"/>
              <a:gd name="csY24" fmla="*/ 267860 h 523309"/>
              <a:gd name="csX25" fmla="*/ 240058 w 628942"/>
              <a:gd name="csY25" fmla="*/ 5008 h 523309"/>
              <a:gd name="csX26" fmla="*/ 1966 w 628942"/>
              <a:gd name="csY26" fmla="*/ 267860 h 523309"/>
              <a:gd name="csX27" fmla="*/ 240058 w 628942"/>
              <a:gd name="csY27" fmla="*/ 5008 h 523309"/>
              <a:gd name="csX28" fmla="*/ 1 w 628942"/>
              <a:gd name="csY28" fmla="*/ 314306 h 523309"/>
              <a:gd name="csX29" fmla="*/ 282688 w 628942"/>
              <a:gd name="csY29" fmla="*/ 2105 h 523309"/>
              <a:gd name="csX30" fmla="*/ 1 w 628942"/>
              <a:gd name="csY30" fmla="*/ 314306 h 523309"/>
              <a:gd name="csX31" fmla="*/ 282688 w 628942"/>
              <a:gd name="csY31" fmla="*/ 2105 h 523309"/>
              <a:gd name="csX32" fmla="*/ 3024 w 628942"/>
              <a:gd name="csY32" fmla="*/ 355236 h 523309"/>
              <a:gd name="csX33" fmla="*/ 320405 w 628942"/>
              <a:gd name="csY33" fmla="*/ 4718 h 523309"/>
              <a:gd name="csX34" fmla="*/ 3024 w 628942"/>
              <a:gd name="csY34" fmla="*/ 355236 h 523309"/>
              <a:gd name="csX35" fmla="*/ 320405 w 628942"/>
              <a:gd name="csY35" fmla="*/ 4718 h 523309"/>
              <a:gd name="csX36" fmla="*/ 1058 w 628942"/>
              <a:gd name="csY36" fmla="*/ 401681 h 523309"/>
              <a:gd name="csX37" fmla="*/ 363035 w 628942"/>
              <a:gd name="csY37" fmla="*/ 1887 h 523309"/>
              <a:gd name="csX38" fmla="*/ 1058 w 628942"/>
              <a:gd name="csY38" fmla="*/ 401681 h 523309"/>
              <a:gd name="csX39" fmla="*/ 363035 w 628942"/>
              <a:gd name="csY39" fmla="*/ 1887 h 523309"/>
              <a:gd name="csX40" fmla="*/ 4006 w 628942"/>
              <a:gd name="csY40" fmla="*/ 442611 h 523309"/>
              <a:gd name="csX41" fmla="*/ 400752 w 628942"/>
              <a:gd name="csY41" fmla="*/ 4500 h 523309"/>
              <a:gd name="csX42" fmla="*/ 4006 w 628942"/>
              <a:gd name="csY42" fmla="*/ 442611 h 523309"/>
              <a:gd name="csX43" fmla="*/ 400752 w 628942"/>
              <a:gd name="csY43" fmla="*/ 4500 h 523309"/>
              <a:gd name="csX44" fmla="*/ 2041 w 628942"/>
              <a:gd name="csY44" fmla="*/ 489057 h 523309"/>
              <a:gd name="csX45" fmla="*/ 443382 w 628942"/>
              <a:gd name="csY45" fmla="*/ 1597 h 523309"/>
              <a:gd name="csX46" fmla="*/ 2041 w 628942"/>
              <a:gd name="csY46" fmla="*/ 489057 h 523309"/>
              <a:gd name="csX47" fmla="*/ 443382 w 628942"/>
              <a:gd name="csY47" fmla="*/ 1597 h 523309"/>
              <a:gd name="csX48" fmla="*/ 14966 w 628942"/>
              <a:gd name="csY48" fmla="*/ 519101 h 523309"/>
              <a:gd name="csX49" fmla="*/ 481099 w 628942"/>
              <a:gd name="csY49" fmla="*/ 4210 h 523309"/>
              <a:gd name="csX50" fmla="*/ 14966 w 628942"/>
              <a:gd name="csY50" fmla="*/ 519101 h 523309"/>
              <a:gd name="csX51" fmla="*/ 481099 w 628942"/>
              <a:gd name="csY51" fmla="*/ 4210 h 523309"/>
              <a:gd name="csX52" fmla="*/ 52607 w 628942"/>
              <a:gd name="csY52" fmla="*/ 521714 h 523309"/>
              <a:gd name="csX53" fmla="*/ 523729 w 628942"/>
              <a:gd name="csY53" fmla="*/ 1379 h 523309"/>
              <a:gd name="csX54" fmla="*/ 52607 w 628942"/>
              <a:gd name="csY54" fmla="*/ 521714 h 523309"/>
              <a:gd name="csX55" fmla="*/ 523729 w 628942"/>
              <a:gd name="csY55" fmla="*/ 1379 h 523309"/>
              <a:gd name="csX56" fmla="*/ 95313 w 628942"/>
              <a:gd name="csY56" fmla="*/ 518811 h 523309"/>
              <a:gd name="csX57" fmla="*/ 561445 w 628942"/>
              <a:gd name="csY57" fmla="*/ 3992 h 523309"/>
              <a:gd name="csX58" fmla="*/ 95313 w 628942"/>
              <a:gd name="csY58" fmla="*/ 518811 h 523309"/>
              <a:gd name="csX59" fmla="*/ 561445 w 628942"/>
              <a:gd name="csY59" fmla="*/ 3992 h 523309"/>
              <a:gd name="csX60" fmla="*/ 132954 w 628942"/>
              <a:gd name="csY60" fmla="*/ 521423 h 523309"/>
              <a:gd name="csX61" fmla="*/ 604075 w 628942"/>
              <a:gd name="csY61" fmla="*/ 1089 h 523309"/>
              <a:gd name="csX62" fmla="*/ 132954 w 628942"/>
              <a:gd name="csY62" fmla="*/ 521423 h 523309"/>
              <a:gd name="csX63" fmla="*/ 604075 w 628942"/>
              <a:gd name="csY63" fmla="*/ 1089 h 523309"/>
              <a:gd name="csX64" fmla="*/ 175660 w 628942"/>
              <a:gd name="csY64" fmla="*/ 518593 h 523309"/>
              <a:gd name="csX65" fmla="*/ 626902 w 628942"/>
              <a:gd name="csY65" fmla="*/ 20175 h 523309"/>
              <a:gd name="csX66" fmla="*/ 175660 w 628942"/>
              <a:gd name="csY66" fmla="*/ 518593 h 523309"/>
              <a:gd name="csX67" fmla="*/ 626902 w 628942"/>
              <a:gd name="csY67" fmla="*/ 20175 h 523309"/>
              <a:gd name="csX68" fmla="*/ 213301 w 628942"/>
              <a:gd name="csY68" fmla="*/ 521206 h 523309"/>
              <a:gd name="csX69" fmla="*/ 624937 w 628942"/>
              <a:gd name="csY69" fmla="*/ 66621 h 523309"/>
              <a:gd name="csX70" fmla="*/ 213301 w 628942"/>
              <a:gd name="csY70" fmla="*/ 521206 h 523309"/>
              <a:gd name="csX71" fmla="*/ 624937 w 628942"/>
              <a:gd name="csY71" fmla="*/ 66621 h 523309"/>
              <a:gd name="csX72" fmla="*/ 256007 w 628942"/>
              <a:gd name="csY72" fmla="*/ 518303 h 523309"/>
              <a:gd name="csX73" fmla="*/ 627885 w 628942"/>
              <a:gd name="csY73" fmla="*/ 107551 h 523309"/>
              <a:gd name="csX74" fmla="*/ 256007 w 628942"/>
              <a:gd name="csY74" fmla="*/ 518303 h 523309"/>
              <a:gd name="csX75" fmla="*/ 627885 w 628942"/>
              <a:gd name="csY75" fmla="*/ 107551 h 523309"/>
              <a:gd name="csX76" fmla="*/ 293648 w 628942"/>
              <a:gd name="csY76" fmla="*/ 520915 h 523309"/>
              <a:gd name="csX77" fmla="*/ 625920 w 628942"/>
              <a:gd name="csY77" fmla="*/ 153996 h 523309"/>
              <a:gd name="csX78" fmla="*/ 293648 w 628942"/>
              <a:gd name="csY78" fmla="*/ 520915 h 523309"/>
              <a:gd name="csX79" fmla="*/ 625920 w 628942"/>
              <a:gd name="csY79" fmla="*/ 153996 h 523309"/>
              <a:gd name="csX80" fmla="*/ 336354 w 628942"/>
              <a:gd name="csY80" fmla="*/ 518085 h 523309"/>
              <a:gd name="csX81" fmla="*/ 628867 w 628942"/>
              <a:gd name="csY81" fmla="*/ 194926 h 523309"/>
              <a:gd name="csX82" fmla="*/ 336354 w 628942"/>
              <a:gd name="csY82" fmla="*/ 518085 h 523309"/>
              <a:gd name="csX83" fmla="*/ 628867 w 628942"/>
              <a:gd name="csY83" fmla="*/ 194926 h 523309"/>
              <a:gd name="csX84" fmla="*/ 373995 w 628942"/>
              <a:gd name="csY84" fmla="*/ 520698 h 523309"/>
              <a:gd name="csX85" fmla="*/ 626902 w 628942"/>
              <a:gd name="csY85" fmla="*/ 241372 h 523309"/>
              <a:gd name="csX86" fmla="*/ 373995 w 628942"/>
              <a:gd name="csY86" fmla="*/ 520698 h 523309"/>
              <a:gd name="csX87" fmla="*/ 626902 w 628942"/>
              <a:gd name="csY87" fmla="*/ 241372 h 523309"/>
              <a:gd name="csX88" fmla="*/ 411712 w 628942"/>
              <a:gd name="csY88" fmla="*/ 523310 h 523309"/>
              <a:gd name="csX89" fmla="*/ 624937 w 628942"/>
              <a:gd name="csY89" fmla="*/ 287745 h 523309"/>
              <a:gd name="csX90" fmla="*/ 411712 w 628942"/>
              <a:gd name="csY90" fmla="*/ 523310 h 523309"/>
              <a:gd name="csX91" fmla="*/ 624937 w 628942"/>
              <a:gd name="csY91" fmla="*/ 287745 h 523309"/>
              <a:gd name="csX92" fmla="*/ 454342 w 628942"/>
              <a:gd name="csY92" fmla="*/ 520408 h 523309"/>
              <a:gd name="csX93" fmla="*/ 627960 w 628942"/>
              <a:gd name="csY93" fmla="*/ 328747 h 523309"/>
              <a:gd name="csX94" fmla="*/ 454342 w 628942"/>
              <a:gd name="csY94" fmla="*/ 520408 h 523309"/>
              <a:gd name="csX95" fmla="*/ 627960 w 628942"/>
              <a:gd name="csY95" fmla="*/ 328747 h 523309"/>
              <a:gd name="csX96" fmla="*/ 492058 w 628942"/>
              <a:gd name="csY96" fmla="*/ 523020 h 523309"/>
              <a:gd name="csX97" fmla="*/ 625920 w 628942"/>
              <a:gd name="csY97" fmla="*/ 375193 h 523309"/>
              <a:gd name="csX98" fmla="*/ 492058 w 628942"/>
              <a:gd name="csY98" fmla="*/ 523020 h 523309"/>
              <a:gd name="csX99" fmla="*/ 625920 w 628942"/>
              <a:gd name="csY99" fmla="*/ 375193 h 523309"/>
              <a:gd name="csX100" fmla="*/ 534688 w 628942"/>
              <a:gd name="csY100" fmla="*/ 520190 h 523309"/>
              <a:gd name="csX101" fmla="*/ 628943 w 628942"/>
              <a:gd name="csY101" fmla="*/ 416123 h 523309"/>
              <a:gd name="csX102" fmla="*/ 534688 w 628942"/>
              <a:gd name="csY102" fmla="*/ 520190 h 523309"/>
              <a:gd name="csX103" fmla="*/ 628943 w 628942"/>
              <a:gd name="csY103" fmla="*/ 416123 h 523309"/>
              <a:gd name="csX104" fmla="*/ 572405 w 628942"/>
              <a:gd name="csY104" fmla="*/ 522802 h 523309"/>
              <a:gd name="csX105" fmla="*/ 626977 w 628942"/>
              <a:gd name="csY105" fmla="*/ 462568 h 523309"/>
              <a:gd name="csX106" fmla="*/ 572405 w 628942"/>
              <a:gd name="csY106" fmla="*/ 522802 h 523309"/>
              <a:gd name="csX107" fmla="*/ 626977 w 628942"/>
              <a:gd name="csY107" fmla="*/ 462568 h 523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628942" h="523309"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1966" y="46664"/>
                </a:moveTo>
                <a:cubicBezTo>
                  <a:pt x="15042" y="28231"/>
                  <a:pt x="24868" y="24457"/>
                  <a:pt x="41648" y="2831"/>
                </a:cubicBezTo>
                <a:moveTo>
                  <a:pt x="1966" y="46664"/>
                </a:moveTo>
                <a:cubicBezTo>
                  <a:pt x="16024" y="31351"/>
                  <a:pt x="26984" y="19087"/>
                  <a:pt x="41648" y="2831"/>
                </a:cubicBezTo>
                <a:moveTo>
                  <a:pt x="1" y="93109"/>
                </a:moveTo>
                <a:cubicBezTo>
                  <a:pt x="21013" y="71483"/>
                  <a:pt x="51323" y="38246"/>
                  <a:pt x="84277" y="1"/>
                </a:cubicBezTo>
                <a:moveTo>
                  <a:pt x="1" y="93109"/>
                </a:moveTo>
                <a:cubicBezTo>
                  <a:pt x="15873" y="70685"/>
                  <a:pt x="41270" y="50655"/>
                  <a:pt x="84277" y="1"/>
                </a:cubicBezTo>
                <a:moveTo>
                  <a:pt x="2948" y="134039"/>
                </a:moveTo>
                <a:cubicBezTo>
                  <a:pt x="22978" y="90352"/>
                  <a:pt x="77929" y="70322"/>
                  <a:pt x="121994" y="2613"/>
                </a:cubicBezTo>
                <a:moveTo>
                  <a:pt x="2948" y="134039"/>
                </a:moveTo>
                <a:cubicBezTo>
                  <a:pt x="39153" y="96520"/>
                  <a:pt x="55404" y="68508"/>
                  <a:pt x="121994" y="2613"/>
                </a:cubicBezTo>
                <a:moveTo>
                  <a:pt x="983" y="180485"/>
                </a:moveTo>
                <a:cubicBezTo>
                  <a:pt x="41043" y="114808"/>
                  <a:pt x="101511" y="79901"/>
                  <a:pt x="159712" y="5225"/>
                </a:cubicBezTo>
                <a:moveTo>
                  <a:pt x="983" y="180485"/>
                </a:moveTo>
                <a:cubicBezTo>
                  <a:pt x="40438" y="136942"/>
                  <a:pt x="77399" y="98117"/>
                  <a:pt x="159712" y="5225"/>
                </a:cubicBezTo>
                <a:moveTo>
                  <a:pt x="4006" y="221415"/>
                </a:moveTo>
                <a:cubicBezTo>
                  <a:pt x="60393" y="171849"/>
                  <a:pt x="82690" y="131064"/>
                  <a:pt x="202341" y="2395"/>
                </a:cubicBezTo>
                <a:moveTo>
                  <a:pt x="4006" y="221415"/>
                </a:moveTo>
                <a:cubicBezTo>
                  <a:pt x="73696" y="143691"/>
                  <a:pt x="155932" y="61396"/>
                  <a:pt x="202341" y="2395"/>
                </a:cubicBezTo>
                <a:moveTo>
                  <a:pt x="1966" y="267860"/>
                </a:moveTo>
                <a:cubicBezTo>
                  <a:pt x="77097" y="182734"/>
                  <a:pt x="141193" y="108494"/>
                  <a:pt x="240058" y="5008"/>
                </a:cubicBezTo>
                <a:moveTo>
                  <a:pt x="1966" y="267860"/>
                </a:moveTo>
                <a:cubicBezTo>
                  <a:pt x="56614" y="201675"/>
                  <a:pt x="117308" y="143981"/>
                  <a:pt x="240058" y="5008"/>
                </a:cubicBezTo>
                <a:moveTo>
                  <a:pt x="1" y="314306"/>
                </a:moveTo>
                <a:cubicBezTo>
                  <a:pt x="70974" y="242968"/>
                  <a:pt x="129478" y="173736"/>
                  <a:pt x="282688" y="2105"/>
                </a:cubicBezTo>
                <a:moveTo>
                  <a:pt x="1" y="314306"/>
                </a:moveTo>
                <a:cubicBezTo>
                  <a:pt x="71579" y="243476"/>
                  <a:pt x="129553" y="175477"/>
                  <a:pt x="282688" y="2105"/>
                </a:cubicBezTo>
                <a:moveTo>
                  <a:pt x="3024" y="355236"/>
                </a:moveTo>
                <a:cubicBezTo>
                  <a:pt x="96447" y="267570"/>
                  <a:pt x="178532" y="147682"/>
                  <a:pt x="320405" y="4718"/>
                </a:cubicBezTo>
                <a:moveTo>
                  <a:pt x="3024" y="355236"/>
                </a:moveTo>
                <a:cubicBezTo>
                  <a:pt x="132425" y="216262"/>
                  <a:pt x="252227" y="77216"/>
                  <a:pt x="320405" y="4718"/>
                </a:cubicBezTo>
                <a:moveTo>
                  <a:pt x="1058" y="401681"/>
                </a:moveTo>
                <a:cubicBezTo>
                  <a:pt x="147618" y="265393"/>
                  <a:pt x="262960" y="97173"/>
                  <a:pt x="363035" y="1887"/>
                </a:cubicBezTo>
                <a:moveTo>
                  <a:pt x="1058" y="401681"/>
                </a:moveTo>
                <a:cubicBezTo>
                  <a:pt x="127890" y="265102"/>
                  <a:pt x="255629" y="136869"/>
                  <a:pt x="363035" y="1887"/>
                </a:cubicBezTo>
                <a:moveTo>
                  <a:pt x="4006" y="442611"/>
                </a:moveTo>
                <a:cubicBezTo>
                  <a:pt x="114058" y="321273"/>
                  <a:pt x="211411" y="209586"/>
                  <a:pt x="400752" y="4500"/>
                </a:cubicBezTo>
                <a:moveTo>
                  <a:pt x="4006" y="442611"/>
                </a:moveTo>
                <a:cubicBezTo>
                  <a:pt x="96749" y="327586"/>
                  <a:pt x="209068" y="213650"/>
                  <a:pt x="400752" y="4500"/>
                </a:cubicBezTo>
                <a:moveTo>
                  <a:pt x="2041" y="489057"/>
                </a:moveTo>
                <a:cubicBezTo>
                  <a:pt x="111488" y="361694"/>
                  <a:pt x="210429" y="264667"/>
                  <a:pt x="443382" y="1597"/>
                </a:cubicBezTo>
                <a:moveTo>
                  <a:pt x="2041" y="489057"/>
                </a:moveTo>
                <a:cubicBezTo>
                  <a:pt x="164246" y="309661"/>
                  <a:pt x="324562" y="120976"/>
                  <a:pt x="443382" y="1597"/>
                </a:cubicBezTo>
                <a:moveTo>
                  <a:pt x="14966" y="519101"/>
                </a:moveTo>
                <a:cubicBezTo>
                  <a:pt x="121994" y="399867"/>
                  <a:pt x="215720" y="292970"/>
                  <a:pt x="481099" y="4210"/>
                </a:cubicBezTo>
                <a:moveTo>
                  <a:pt x="14966" y="519101"/>
                </a:moveTo>
                <a:cubicBezTo>
                  <a:pt x="204760" y="315322"/>
                  <a:pt x="377245" y="126782"/>
                  <a:pt x="481099" y="4210"/>
                </a:cubicBezTo>
                <a:moveTo>
                  <a:pt x="52607" y="521714"/>
                </a:moveTo>
                <a:cubicBezTo>
                  <a:pt x="144065" y="421348"/>
                  <a:pt x="239529" y="303057"/>
                  <a:pt x="523729" y="1379"/>
                </a:cubicBezTo>
                <a:moveTo>
                  <a:pt x="52607" y="521714"/>
                </a:moveTo>
                <a:cubicBezTo>
                  <a:pt x="226377" y="323014"/>
                  <a:pt x="415113" y="122936"/>
                  <a:pt x="523729" y="1379"/>
                </a:cubicBezTo>
                <a:moveTo>
                  <a:pt x="95313" y="518811"/>
                </a:moveTo>
                <a:cubicBezTo>
                  <a:pt x="224412" y="370548"/>
                  <a:pt x="373617" y="222431"/>
                  <a:pt x="561445" y="3992"/>
                </a:cubicBezTo>
                <a:moveTo>
                  <a:pt x="95313" y="518811"/>
                </a:moveTo>
                <a:cubicBezTo>
                  <a:pt x="192440" y="414599"/>
                  <a:pt x="292439" y="320039"/>
                  <a:pt x="561445" y="3992"/>
                </a:cubicBezTo>
                <a:moveTo>
                  <a:pt x="132954" y="521423"/>
                </a:moveTo>
                <a:cubicBezTo>
                  <a:pt x="235070" y="418082"/>
                  <a:pt x="326376" y="302404"/>
                  <a:pt x="604075" y="1089"/>
                </a:cubicBezTo>
                <a:moveTo>
                  <a:pt x="132954" y="521423"/>
                </a:moveTo>
                <a:cubicBezTo>
                  <a:pt x="292892" y="336730"/>
                  <a:pt x="467040" y="148336"/>
                  <a:pt x="604075" y="1089"/>
                </a:cubicBezTo>
                <a:moveTo>
                  <a:pt x="175660" y="518593"/>
                </a:moveTo>
                <a:cubicBezTo>
                  <a:pt x="339830" y="348269"/>
                  <a:pt x="482081" y="194346"/>
                  <a:pt x="626902" y="20175"/>
                </a:cubicBezTo>
                <a:moveTo>
                  <a:pt x="175660" y="518593"/>
                </a:moveTo>
                <a:cubicBezTo>
                  <a:pt x="287148" y="378168"/>
                  <a:pt x="416776" y="244638"/>
                  <a:pt x="626902" y="20175"/>
                </a:cubicBezTo>
                <a:moveTo>
                  <a:pt x="213301" y="521206"/>
                </a:moveTo>
                <a:cubicBezTo>
                  <a:pt x="347842" y="365613"/>
                  <a:pt x="479814" y="210529"/>
                  <a:pt x="624937" y="66621"/>
                </a:cubicBezTo>
                <a:moveTo>
                  <a:pt x="213301" y="521206"/>
                </a:moveTo>
                <a:cubicBezTo>
                  <a:pt x="337790" y="396093"/>
                  <a:pt x="460237" y="260385"/>
                  <a:pt x="624937" y="66621"/>
                </a:cubicBezTo>
                <a:moveTo>
                  <a:pt x="256007" y="518303"/>
                </a:moveTo>
                <a:cubicBezTo>
                  <a:pt x="366738" y="394497"/>
                  <a:pt x="477924" y="249354"/>
                  <a:pt x="627885" y="107551"/>
                </a:cubicBezTo>
                <a:moveTo>
                  <a:pt x="256007" y="518303"/>
                </a:moveTo>
                <a:cubicBezTo>
                  <a:pt x="341040" y="420985"/>
                  <a:pt x="426526" y="332594"/>
                  <a:pt x="627885" y="107551"/>
                </a:cubicBezTo>
                <a:moveTo>
                  <a:pt x="293648" y="520915"/>
                </a:moveTo>
                <a:cubicBezTo>
                  <a:pt x="357064" y="433903"/>
                  <a:pt x="453661" y="347253"/>
                  <a:pt x="625920" y="153996"/>
                </a:cubicBezTo>
                <a:moveTo>
                  <a:pt x="293648" y="520915"/>
                </a:moveTo>
                <a:cubicBezTo>
                  <a:pt x="392135" y="418880"/>
                  <a:pt x="491000" y="298848"/>
                  <a:pt x="625920" y="153996"/>
                </a:cubicBezTo>
                <a:moveTo>
                  <a:pt x="336354" y="518085"/>
                </a:moveTo>
                <a:cubicBezTo>
                  <a:pt x="424788" y="427589"/>
                  <a:pt x="519496" y="332666"/>
                  <a:pt x="628867" y="194926"/>
                </a:cubicBezTo>
                <a:moveTo>
                  <a:pt x="336354" y="518085"/>
                </a:moveTo>
                <a:cubicBezTo>
                  <a:pt x="413223" y="419679"/>
                  <a:pt x="498408" y="341737"/>
                  <a:pt x="628867" y="194926"/>
                </a:cubicBezTo>
                <a:moveTo>
                  <a:pt x="373995" y="520698"/>
                </a:moveTo>
                <a:cubicBezTo>
                  <a:pt x="444364" y="429694"/>
                  <a:pt x="528944" y="324829"/>
                  <a:pt x="626902" y="241372"/>
                </a:cubicBezTo>
                <a:moveTo>
                  <a:pt x="373995" y="520698"/>
                </a:moveTo>
                <a:cubicBezTo>
                  <a:pt x="450335" y="435499"/>
                  <a:pt x="531287" y="342609"/>
                  <a:pt x="626902" y="241372"/>
                </a:cubicBezTo>
                <a:moveTo>
                  <a:pt x="411712" y="523310"/>
                </a:moveTo>
                <a:cubicBezTo>
                  <a:pt x="453283" y="456037"/>
                  <a:pt x="504832" y="417211"/>
                  <a:pt x="624937" y="287745"/>
                </a:cubicBezTo>
                <a:moveTo>
                  <a:pt x="411712" y="523310"/>
                </a:moveTo>
                <a:cubicBezTo>
                  <a:pt x="472255" y="457125"/>
                  <a:pt x="542398" y="383030"/>
                  <a:pt x="624937" y="287745"/>
                </a:cubicBezTo>
                <a:moveTo>
                  <a:pt x="454342" y="520408"/>
                </a:moveTo>
                <a:cubicBezTo>
                  <a:pt x="531211" y="437604"/>
                  <a:pt x="577243" y="388764"/>
                  <a:pt x="627960" y="328747"/>
                </a:cubicBezTo>
                <a:moveTo>
                  <a:pt x="454342" y="520408"/>
                </a:moveTo>
                <a:cubicBezTo>
                  <a:pt x="505437" y="458287"/>
                  <a:pt x="577394" y="393480"/>
                  <a:pt x="627960" y="328747"/>
                </a:cubicBezTo>
                <a:moveTo>
                  <a:pt x="492058" y="523020"/>
                </a:moveTo>
                <a:cubicBezTo>
                  <a:pt x="523351" y="490944"/>
                  <a:pt x="553282" y="450086"/>
                  <a:pt x="625920" y="375193"/>
                </a:cubicBezTo>
                <a:moveTo>
                  <a:pt x="492058" y="523020"/>
                </a:moveTo>
                <a:cubicBezTo>
                  <a:pt x="542398" y="463874"/>
                  <a:pt x="592057" y="414018"/>
                  <a:pt x="625920" y="375193"/>
                </a:cubicBezTo>
                <a:moveTo>
                  <a:pt x="534688" y="520190"/>
                </a:moveTo>
                <a:cubicBezTo>
                  <a:pt x="553282" y="498056"/>
                  <a:pt x="604907" y="463947"/>
                  <a:pt x="628943" y="416123"/>
                </a:cubicBezTo>
                <a:moveTo>
                  <a:pt x="534688" y="520190"/>
                </a:moveTo>
                <a:cubicBezTo>
                  <a:pt x="565754" y="492903"/>
                  <a:pt x="584726" y="461625"/>
                  <a:pt x="628943" y="416123"/>
                </a:cubicBezTo>
                <a:moveTo>
                  <a:pt x="572405" y="522802"/>
                </a:moveTo>
                <a:cubicBezTo>
                  <a:pt x="595081" y="503136"/>
                  <a:pt x="613750" y="468011"/>
                  <a:pt x="626977" y="462568"/>
                </a:cubicBezTo>
                <a:moveTo>
                  <a:pt x="572405" y="522802"/>
                </a:moveTo>
                <a:cubicBezTo>
                  <a:pt x="587976" y="505675"/>
                  <a:pt x="604907" y="486952"/>
                  <a:pt x="626977" y="462568"/>
                </a:cubicBezTo>
              </a:path>
            </a:pathLst>
          </a:custGeom>
          <a:noFill/>
          <a:ln w="3775" cap="rnd">
            <a:solidFill>
              <a:srgbClr val="FFE6C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708" name="!!60p">
            <a:extLst>
              <a:ext uri="{FF2B5EF4-FFF2-40B4-BE49-F238E27FC236}">
                <a16:creationId xmlns:a16="http://schemas.microsoft.com/office/drawing/2014/main" id="{349F0340-AD96-ECEA-4997-2EBEDEA78C92}"/>
              </a:ext>
            </a:extLst>
          </p:cNvPr>
          <p:cNvSpPr/>
          <p:nvPr/>
        </p:nvSpPr>
        <p:spPr>
          <a:xfrm>
            <a:off x="5533541" y="5073986"/>
            <a:ext cx="606834" cy="525796"/>
          </a:xfrm>
          <a:custGeom>
            <a:avLst/>
            <a:gdLst>
              <a:gd name="csX0" fmla="*/ 1308 w 606834"/>
              <a:gd name="csY0" fmla="*/ 7425 h 525796"/>
              <a:gd name="csX1" fmla="*/ 605988 w 606834"/>
              <a:gd name="csY1" fmla="*/ 7425 h 525796"/>
              <a:gd name="csX2" fmla="*/ 1308 w 606834"/>
              <a:gd name="csY2" fmla="*/ 7425 h 525796"/>
              <a:gd name="csX3" fmla="*/ 605988 w 606834"/>
              <a:gd name="csY3" fmla="*/ 7425 h 525796"/>
              <a:gd name="csX4" fmla="*/ 605988 w 606834"/>
              <a:gd name="csY4" fmla="*/ 7425 h 525796"/>
              <a:gd name="csX5" fmla="*/ 605988 w 606834"/>
              <a:gd name="csY5" fmla="*/ 515422 h 525796"/>
              <a:gd name="csX6" fmla="*/ 605988 w 606834"/>
              <a:gd name="csY6" fmla="*/ 7425 h 525796"/>
              <a:gd name="csX7" fmla="*/ 605988 w 606834"/>
              <a:gd name="csY7" fmla="*/ 515422 h 525796"/>
              <a:gd name="csX8" fmla="*/ 605988 w 606834"/>
              <a:gd name="csY8" fmla="*/ 515422 h 525796"/>
              <a:gd name="csX9" fmla="*/ 1308 w 606834"/>
              <a:gd name="csY9" fmla="*/ 515422 h 525796"/>
              <a:gd name="csX10" fmla="*/ 605988 w 606834"/>
              <a:gd name="csY10" fmla="*/ 515422 h 525796"/>
              <a:gd name="csX11" fmla="*/ 1308 w 606834"/>
              <a:gd name="csY11" fmla="*/ 515422 h 525796"/>
              <a:gd name="csX12" fmla="*/ 1308 w 606834"/>
              <a:gd name="csY12" fmla="*/ 515422 h 525796"/>
              <a:gd name="csX13" fmla="*/ 1308 w 606834"/>
              <a:gd name="csY13" fmla="*/ 7425 h 525796"/>
              <a:gd name="csX14" fmla="*/ 1308 w 606834"/>
              <a:gd name="csY14" fmla="*/ 515422 h 525796"/>
              <a:gd name="csX15" fmla="*/ 1308 w 606834"/>
              <a:gd name="csY15" fmla="*/ 7425 h 525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606834" h="525796">
                <a:moveTo>
                  <a:pt x="1308" y="7425"/>
                </a:moveTo>
                <a:cubicBezTo>
                  <a:pt x="180369" y="3941"/>
                  <a:pt x="391024" y="-7380"/>
                  <a:pt x="605988" y="7425"/>
                </a:cubicBezTo>
                <a:moveTo>
                  <a:pt x="1308" y="7425"/>
                </a:moveTo>
                <a:cubicBezTo>
                  <a:pt x="188683" y="1837"/>
                  <a:pt x="388379" y="-195"/>
                  <a:pt x="605988" y="7425"/>
                </a:cubicBezTo>
                <a:moveTo>
                  <a:pt x="605988" y="7425"/>
                </a:moveTo>
                <a:cubicBezTo>
                  <a:pt x="605534" y="183772"/>
                  <a:pt x="608104" y="340816"/>
                  <a:pt x="605988" y="515422"/>
                </a:cubicBezTo>
                <a:moveTo>
                  <a:pt x="605988" y="7425"/>
                </a:moveTo>
                <a:cubicBezTo>
                  <a:pt x="606592" y="148938"/>
                  <a:pt x="605383" y="304966"/>
                  <a:pt x="605988" y="515422"/>
                </a:cubicBezTo>
                <a:moveTo>
                  <a:pt x="605988" y="515422"/>
                </a:moveTo>
                <a:cubicBezTo>
                  <a:pt x="427909" y="529936"/>
                  <a:pt x="286641" y="528557"/>
                  <a:pt x="1308" y="515422"/>
                </a:cubicBezTo>
                <a:moveTo>
                  <a:pt x="605988" y="515422"/>
                </a:moveTo>
                <a:cubicBezTo>
                  <a:pt x="398205" y="518325"/>
                  <a:pt x="198584" y="519559"/>
                  <a:pt x="1308" y="515422"/>
                </a:cubicBezTo>
                <a:moveTo>
                  <a:pt x="1308" y="515422"/>
                </a:moveTo>
                <a:cubicBezTo>
                  <a:pt x="18617" y="378843"/>
                  <a:pt x="1535" y="234064"/>
                  <a:pt x="1308" y="7425"/>
                </a:cubicBezTo>
                <a:moveTo>
                  <a:pt x="1308" y="515422"/>
                </a:moveTo>
                <a:cubicBezTo>
                  <a:pt x="6145" y="327173"/>
                  <a:pt x="-3303" y="144729"/>
                  <a:pt x="1308" y="7425"/>
                </a:cubicBezTo>
              </a:path>
            </a:pathLst>
          </a:custGeom>
          <a:noFill/>
          <a:ln w="7550" cap="rnd">
            <a:solidFill>
              <a:srgbClr val="D79B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1709" name="!!61p">
            <a:extLst>
              <a:ext uri="{FF2B5EF4-FFF2-40B4-BE49-F238E27FC236}">
                <a16:creationId xmlns:a16="http://schemas.microsoft.com/office/drawing/2014/main" id="{8EA7C228-19D4-3EAF-4FFD-58AD5A4BC5A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8628" y="5284609"/>
            <a:ext cx="589562" cy="123370"/>
          </a:xfrm>
          <a:custGeom>
            <a:avLst/>
            <a:gdLst>
              <a:gd name="csX0" fmla="*/ 0 w 589562"/>
              <a:gd name="csY0" fmla="*/ 0 h 123370"/>
              <a:gd name="csX1" fmla="*/ 589563 w 589562"/>
              <a:gd name="csY1" fmla="*/ 0 h 123370"/>
              <a:gd name="csX2" fmla="*/ 589563 w 589562"/>
              <a:gd name="csY2" fmla="*/ 123371 h 123370"/>
              <a:gd name="csX3" fmla="*/ 0 w 58956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9562" h="123370">
                <a:moveTo>
                  <a:pt x="0" y="0"/>
                </a:moveTo>
                <a:lnTo>
                  <a:pt x="589563" y="0"/>
                </a:lnTo>
                <a:lnTo>
                  <a:pt x="589563" y="123371"/>
                </a:lnTo>
                <a:lnTo>
                  <a:pt x="0" y="123371"/>
                </a:lnTo>
                <a:close/>
              </a:path>
            </a:pathLst>
          </a:custGeom>
        </p:spPr>
      </p:pic>
      <p:grpSp>
        <p:nvGrpSpPr>
          <p:cNvPr id="1710" name="!!رسم 9">
            <a:extLst>
              <a:ext uri="{FF2B5EF4-FFF2-40B4-BE49-F238E27FC236}">
                <a16:creationId xmlns:a16="http://schemas.microsoft.com/office/drawing/2014/main" id="{22936951-C3DE-02EF-7C1A-A2E605DC48F0}"/>
              </a:ext>
            </a:extLst>
          </p:cNvPr>
          <p:cNvGrpSpPr/>
          <p:nvPr/>
        </p:nvGrpSpPr>
        <p:grpSpPr>
          <a:xfrm>
            <a:off x="3865694" y="5463424"/>
            <a:ext cx="917839" cy="443699"/>
            <a:chOff x="6588574" y="5474234"/>
            <a:chExt cx="917839" cy="443699"/>
          </a:xfrm>
          <a:noFill/>
        </p:grpSpPr>
        <p:grpSp>
          <p:nvGrpSpPr>
            <p:cNvPr id="1711" name="رسم 9">
              <a:extLst>
                <a:ext uri="{FF2B5EF4-FFF2-40B4-BE49-F238E27FC236}">
                  <a16:creationId xmlns:a16="http://schemas.microsoft.com/office/drawing/2014/main" id="{A6F9D624-715D-E384-F8E4-93E8B9F6D44E}"/>
                </a:ext>
              </a:extLst>
            </p:cNvPr>
            <p:cNvGrpSpPr/>
            <p:nvPr/>
          </p:nvGrpSpPr>
          <p:grpSpPr>
            <a:xfrm>
              <a:off x="6588574" y="5474234"/>
              <a:ext cx="917839" cy="443699"/>
              <a:chOff x="6588574" y="5474234"/>
              <a:chExt cx="917839" cy="443699"/>
            </a:xfrm>
            <a:noFill/>
          </p:grpSpPr>
          <p:sp>
            <p:nvSpPr>
              <p:cNvPr id="1713" name="مستطيل 64">
                <a:extLst>
                  <a:ext uri="{FF2B5EF4-FFF2-40B4-BE49-F238E27FC236}">
                    <a16:creationId xmlns:a16="http://schemas.microsoft.com/office/drawing/2014/main" id="{18066296-E7F2-D655-0E32-FE4D16FFFBEC}"/>
                  </a:ext>
                </a:extLst>
              </p:cNvPr>
              <p:cNvSpPr/>
              <p:nvPr/>
            </p:nvSpPr>
            <p:spPr>
              <a:xfrm>
                <a:off x="6594860" y="5476846"/>
                <a:ext cx="907019" cy="435426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4" name="شكل حر: شكل 65">
                <a:extLst>
                  <a:ext uri="{FF2B5EF4-FFF2-40B4-BE49-F238E27FC236}">
                    <a16:creationId xmlns:a16="http://schemas.microsoft.com/office/drawing/2014/main" id="{432E2C82-245E-A266-F50E-AD15BC156EF8}"/>
                  </a:ext>
                </a:extLst>
              </p:cNvPr>
              <p:cNvSpPr/>
              <p:nvPr/>
            </p:nvSpPr>
            <p:spPr>
              <a:xfrm>
                <a:off x="6592819" y="5474234"/>
                <a:ext cx="913595" cy="443699"/>
              </a:xfrm>
              <a:custGeom>
                <a:avLst/>
                <a:gdLst>
                  <a:gd name="csX0" fmla="*/ 907 w 913595"/>
                  <a:gd name="csY0" fmla="*/ 3847 h 443699"/>
                  <a:gd name="csX1" fmla="*/ 907 w 913595"/>
                  <a:gd name="csY1" fmla="*/ 3847 h 443699"/>
                  <a:gd name="csX2" fmla="*/ 907 w 913595"/>
                  <a:gd name="csY2" fmla="*/ 3847 h 443699"/>
                  <a:gd name="csX3" fmla="*/ 907 w 913595"/>
                  <a:gd name="csY3" fmla="*/ 3847 h 443699"/>
                  <a:gd name="csX4" fmla="*/ 3931 w 913595"/>
                  <a:gd name="csY4" fmla="*/ 44777 h 443699"/>
                  <a:gd name="csX5" fmla="*/ 43613 w 913595"/>
                  <a:gd name="csY5" fmla="*/ 944 h 443699"/>
                  <a:gd name="csX6" fmla="*/ 3931 w 913595"/>
                  <a:gd name="csY6" fmla="*/ 44777 h 443699"/>
                  <a:gd name="csX7" fmla="*/ 43613 w 913595"/>
                  <a:gd name="csY7" fmla="*/ 944 h 443699"/>
                  <a:gd name="csX8" fmla="*/ 1966 w 913595"/>
                  <a:gd name="csY8" fmla="*/ 91222 h 443699"/>
                  <a:gd name="csX9" fmla="*/ 81254 w 913595"/>
                  <a:gd name="csY9" fmla="*/ 3556 h 443699"/>
                  <a:gd name="csX10" fmla="*/ 1966 w 913595"/>
                  <a:gd name="csY10" fmla="*/ 91222 h 443699"/>
                  <a:gd name="csX11" fmla="*/ 81254 w 913595"/>
                  <a:gd name="csY11" fmla="*/ 3556 h 443699"/>
                  <a:gd name="csX12" fmla="*/ 1 w 913595"/>
                  <a:gd name="csY12" fmla="*/ 137668 h 443699"/>
                  <a:gd name="csX13" fmla="*/ 123960 w 913595"/>
                  <a:gd name="csY13" fmla="*/ 726 h 443699"/>
                  <a:gd name="csX14" fmla="*/ 1 w 913595"/>
                  <a:gd name="csY14" fmla="*/ 137668 h 443699"/>
                  <a:gd name="csX15" fmla="*/ 123960 w 913595"/>
                  <a:gd name="csY15" fmla="*/ 726 h 443699"/>
                  <a:gd name="csX16" fmla="*/ 2948 w 913595"/>
                  <a:gd name="csY16" fmla="*/ 178598 h 443699"/>
                  <a:gd name="csX17" fmla="*/ 161601 w 913595"/>
                  <a:gd name="csY17" fmla="*/ 3338 h 443699"/>
                  <a:gd name="csX18" fmla="*/ 2948 w 913595"/>
                  <a:gd name="csY18" fmla="*/ 178598 h 443699"/>
                  <a:gd name="csX19" fmla="*/ 161601 w 913595"/>
                  <a:gd name="csY19" fmla="*/ 3338 h 443699"/>
                  <a:gd name="csX20" fmla="*/ 983 w 913595"/>
                  <a:gd name="csY20" fmla="*/ 225043 h 443699"/>
                  <a:gd name="csX21" fmla="*/ 204307 w 913595"/>
                  <a:gd name="csY21" fmla="*/ 436 h 443699"/>
                  <a:gd name="csX22" fmla="*/ 983 w 913595"/>
                  <a:gd name="csY22" fmla="*/ 225043 h 443699"/>
                  <a:gd name="csX23" fmla="*/ 204307 w 913595"/>
                  <a:gd name="csY23" fmla="*/ 436 h 443699"/>
                  <a:gd name="csX24" fmla="*/ 3931 w 913595"/>
                  <a:gd name="csY24" fmla="*/ 265973 h 443699"/>
                  <a:gd name="csX25" fmla="*/ 241948 w 913595"/>
                  <a:gd name="csY25" fmla="*/ 3048 h 443699"/>
                  <a:gd name="csX26" fmla="*/ 3931 w 913595"/>
                  <a:gd name="csY26" fmla="*/ 265973 h 443699"/>
                  <a:gd name="csX27" fmla="*/ 241948 w 913595"/>
                  <a:gd name="csY27" fmla="*/ 3048 h 443699"/>
                  <a:gd name="csX28" fmla="*/ 1966 w 913595"/>
                  <a:gd name="csY28" fmla="*/ 312419 h 443699"/>
                  <a:gd name="csX29" fmla="*/ 284653 w 913595"/>
                  <a:gd name="csY29" fmla="*/ 218 h 443699"/>
                  <a:gd name="csX30" fmla="*/ 1966 w 913595"/>
                  <a:gd name="csY30" fmla="*/ 312419 h 443699"/>
                  <a:gd name="csX31" fmla="*/ 284653 w 913595"/>
                  <a:gd name="csY31" fmla="*/ 218 h 443699"/>
                  <a:gd name="csX32" fmla="*/ 1 w 913595"/>
                  <a:gd name="csY32" fmla="*/ 358864 h 443699"/>
                  <a:gd name="csX33" fmla="*/ 322295 w 913595"/>
                  <a:gd name="csY33" fmla="*/ 2831 h 443699"/>
                  <a:gd name="csX34" fmla="*/ 1 w 913595"/>
                  <a:gd name="csY34" fmla="*/ 358864 h 443699"/>
                  <a:gd name="csX35" fmla="*/ 322295 w 913595"/>
                  <a:gd name="csY35" fmla="*/ 2831 h 443699"/>
                  <a:gd name="csX36" fmla="*/ 2948 w 913595"/>
                  <a:gd name="csY36" fmla="*/ 399794 h 443699"/>
                  <a:gd name="csX37" fmla="*/ 365000 w 913595"/>
                  <a:gd name="csY37" fmla="*/ 1 h 443699"/>
                  <a:gd name="csX38" fmla="*/ 2948 w 913595"/>
                  <a:gd name="csY38" fmla="*/ 399794 h 443699"/>
                  <a:gd name="csX39" fmla="*/ 365000 w 913595"/>
                  <a:gd name="csY39" fmla="*/ 1 h 443699"/>
                  <a:gd name="csX40" fmla="*/ 5972 w 913595"/>
                  <a:gd name="csY40" fmla="*/ 440724 h 443699"/>
                  <a:gd name="csX41" fmla="*/ 402642 w 913595"/>
                  <a:gd name="csY41" fmla="*/ 2613 h 443699"/>
                  <a:gd name="csX42" fmla="*/ 5972 w 913595"/>
                  <a:gd name="csY42" fmla="*/ 440724 h 443699"/>
                  <a:gd name="csX43" fmla="*/ 402642 w 913595"/>
                  <a:gd name="csY43" fmla="*/ 2613 h 443699"/>
                  <a:gd name="csX44" fmla="*/ 43689 w 913595"/>
                  <a:gd name="csY44" fmla="*/ 443337 h 443699"/>
                  <a:gd name="csX45" fmla="*/ 440358 w 913595"/>
                  <a:gd name="csY45" fmla="*/ 5225 h 443699"/>
                  <a:gd name="csX46" fmla="*/ 43689 w 913595"/>
                  <a:gd name="csY46" fmla="*/ 443337 h 443699"/>
                  <a:gd name="csX47" fmla="*/ 440358 w 913595"/>
                  <a:gd name="csY47" fmla="*/ 5225 h 443699"/>
                  <a:gd name="csX48" fmla="*/ 86318 w 913595"/>
                  <a:gd name="csY48" fmla="*/ 440507 h 443699"/>
                  <a:gd name="csX49" fmla="*/ 482988 w 913595"/>
                  <a:gd name="csY49" fmla="*/ 2323 h 443699"/>
                  <a:gd name="csX50" fmla="*/ 86318 w 913595"/>
                  <a:gd name="csY50" fmla="*/ 440507 h 443699"/>
                  <a:gd name="csX51" fmla="*/ 482988 w 913595"/>
                  <a:gd name="csY51" fmla="*/ 2323 h 443699"/>
                  <a:gd name="csX52" fmla="*/ 124035 w 913595"/>
                  <a:gd name="csY52" fmla="*/ 443119 h 443699"/>
                  <a:gd name="csX53" fmla="*/ 520705 w 913595"/>
                  <a:gd name="csY53" fmla="*/ 4935 h 443699"/>
                  <a:gd name="csX54" fmla="*/ 124035 w 913595"/>
                  <a:gd name="csY54" fmla="*/ 443119 h 443699"/>
                  <a:gd name="csX55" fmla="*/ 520705 w 913595"/>
                  <a:gd name="csY55" fmla="*/ 4935 h 443699"/>
                  <a:gd name="csX56" fmla="*/ 166665 w 913595"/>
                  <a:gd name="csY56" fmla="*/ 440216 h 443699"/>
                  <a:gd name="csX57" fmla="*/ 563335 w 913595"/>
                  <a:gd name="csY57" fmla="*/ 2105 h 443699"/>
                  <a:gd name="csX58" fmla="*/ 166665 w 913595"/>
                  <a:gd name="csY58" fmla="*/ 440216 h 443699"/>
                  <a:gd name="csX59" fmla="*/ 563335 w 913595"/>
                  <a:gd name="csY59" fmla="*/ 2105 h 443699"/>
                  <a:gd name="csX60" fmla="*/ 204382 w 913595"/>
                  <a:gd name="csY60" fmla="*/ 442829 h 443699"/>
                  <a:gd name="csX61" fmla="*/ 601052 w 913595"/>
                  <a:gd name="csY61" fmla="*/ 4717 h 443699"/>
                  <a:gd name="csX62" fmla="*/ 204382 w 913595"/>
                  <a:gd name="csY62" fmla="*/ 442829 h 443699"/>
                  <a:gd name="csX63" fmla="*/ 601052 w 913595"/>
                  <a:gd name="csY63" fmla="*/ 4717 h 443699"/>
                  <a:gd name="csX64" fmla="*/ 247012 w 913595"/>
                  <a:gd name="csY64" fmla="*/ 439999 h 443699"/>
                  <a:gd name="csX65" fmla="*/ 643682 w 913595"/>
                  <a:gd name="csY65" fmla="*/ 1815 h 443699"/>
                  <a:gd name="csX66" fmla="*/ 247012 w 913595"/>
                  <a:gd name="csY66" fmla="*/ 439999 h 443699"/>
                  <a:gd name="csX67" fmla="*/ 643682 w 913595"/>
                  <a:gd name="csY67" fmla="*/ 1815 h 443699"/>
                  <a:gd name="csX68" fmla="*/ 284729 w 913595"/>
                  <a:gd name="csY68" fmla="*/ 442611 h 443699"/>
                  <a:gd name="csX69" fmla="*/ 681399 w 913595"/>
                  <a:gd name="csY69" fmla="*/ 4427 h 443699"/>
                  <a:gd name="csX70" fmla="*/ 284729 w 913595"/>
                  <a:gd name="csY70" fmla="*/ 442611 h 443699"/>
                  <a:gd name="csX71" fmla="*/ 681399 w 913595"/>
                  <a:gd name="csY71" fmla="*/ 4427 h 443699"/>
                  <a:gd name="csX72" fmla="*/ 327359 w 913595"/>
                  <a:gd name="csY72" fmla="*/ 439708 h 443699"/>
                  <a:gd name="csX73" fmla="*/ 724029 w 913595"/>
                  <a:gd name="csY73" fmla="*/ 1597 h 443699"/>
                  <a:gd name="csX74" fmla="*/ 327359 w 913595"/>
                  <a:gd name="csY74" fmla="*/ 439708 h 443699"/>
                  <a:gd name="csX75" fmla="*/ 724029 w 913595"/>
                  <a:gd name="csY75" fmla="*/ 1597 h 443699"/>
                  <a:gd name="csX76" fmla="*/ 365076 w 913595"/>
                  <a:gd name="csY76" fmla="*/ 442321 h 443699"/>
                  <a:gd name="csX77" fmla="*/ 761746 w 913595"/>
                  <a:gd name="csY77" fmla="*/ 4209 h 443699"/>
                  <a:gd name="csX78" fmla="*/ 365076 w 913595"/>
                  <a:gd name="csY78" fmla="*/ 442321 h 443699"/>
                  <a:gd name="csX79" fmla="*/ 761746 w 913595"/>
                  <a:gd name="csY79" fmla="*/ 4209 h 443699"/>
                  <a:gd name="csX80" fmla="*/ 407706 w 913595"/>
                  <a:gd name="csY80" fmla="*/ 439491 h 443699"/>
                  <a:gd name="csX81" fmla="*/ 804376 w 913595"/>
                  <a:gd name="csY81" fmla="*/ 1307 h 443699"/>
                  <a:gd name="csX82" fmla="*/ 407706 w 913595"/>
                  <a:gd name="csY82" fmla="*/ 439491 h 443699"/>
                  <a:gd name="csX83" fmla="*/ 804376 w 913595"/>
                  <a:gd name="csY83" fmla="*/ 1307 h 443699"/>
                  <a:gd name="csX84" fmla="*/ 445422 w 913595"/>
                  <a:gd name="csY84" fmla="*/ 442103 h 443699"/>
                  <a:gd name="csX85" fmla="*/ 842093 w 913595"/>
                  <a:gd name="csY85" fmla="*/ 3919 h 443699"/>
                  <a:gd name="csX86" fmla="*/ 445422 w 913595"/>
                  <a:gd name="csY86" fmla="*/ 442103 h 443699"/>
                  <a:gd name="csX87" fmla="*/ 842093 w 913595"/>
                  <a:gd name="csY87" fmla="*/ 3919 h 443699"/>
                  <a:gd name="csX88" fmla="*/ 488052 w 913595"/>
                  <a:gd name="csY88" fmla="*/ 439273 h 443699"/>
                  <a:gd name="csX89" fmla="*/ 884723 w 913595"/>
                  <a:gd name="csY89" fmla="*/ 1089 h 443699"/>
                  <a:gd name="csX90" fmla="*/ 488052 w 913595"/>
                  <a:gd name="csY90" fmla="*/ 439273 h 443699"/>
                  <a:gd name="csX91" fmla="*/ 884723 w 913595"/>
                  <a:gd name="csY91" fmla="*/ 1089 h 443699"/>
                  <a:gd name="csX92" fmla="*/ 525769 w 913595"/>
                  <a:gd name="csY92" fmla="*/ 441886 h 443699"/>
                  <a:gd name="csX93" fmla="*/ 912538 w 913595"/>
                  <a:gd name="csY93" fmla="*/ 14660 h 443699"/>
                  <a:gd name="csX94" fmla="*/ 525769 w 913595"/>
                  <a:gd name="csY94" fmla="*/ 441886 h 443699"/>
                  <a:gd name="csX95" fmla="*/ 912538 w 913595"/>
                  <a:gd name="csY95" fmla="*/ 14660 h 443699"/>
                  <a:gd name="csX96" fmla="*/ 568399 w 913595"/>
                  <a:gd name="csY96" fmla="*/ 438983 h 443699"/>
                  <a:gd name="csX97" fmla="*/ 910573 w 913595"/>
                  <a:gd name="csY97" fmla="*/ 61105 h 443699"/>
                  <a:gd name="csX98" fmla="*/ 568399 w 913595"/>
                  <a:gd name="csY98" fmla="*/ 438983 h 443699"/>
                  <a:gd name="csX99" fmla="*/ 910573 w 913595"/>
                  <a:gd name="csY99" fmla="*/ 61105 h 443699"/>
                  <a:gd name="csX100" fmla="*/ 606116 w 913595"/>
                  <a:gd name="csY100" fmla="*/ 441595 h 443699"/>
                  <a:gd name="csX101" fmla="*/ 913520 w 913595"/>
                  <a:gd name="csY101" fmla="*/ 102035 h 443699"/>
                  <a:gd name="csX102" fmla="*/ 606116 w 913595"/>
                  <a:gd name="csY102" fmla="*/ 441595 h 443699"/>
                  <a:gd name="csX103" fmla="*/ 913520 w 913595"/>
                  <a:gd name="csY103" fmla="*/ 102035 h 443699"/>
                  <a:gd name="csX104" fmla="*/ 648746 w 913595"/>
                  <a:gd name="csY104" fmla="*/ 438765 h 443699"/>
                  <a:gd name="csX105" fmla="*/ 911555 w 913595"/>
                  <a:gd name="csY105" fmla="*/ 148481 h 443699"/>
                  <a:gd name="csX106" fmla="*/ 648746 w 913595"/>
                  <a:gd name="csY106" fmla="*/ 438765 h 443699"/>
                  <a:gd name="csX107" fmla="*/ 911555 w 913595"/>
                  <a:gd name="csY107" fmla="*/ 148481 h 443699"/>
                  <a:gd name="csX108" fmla="*/ 686463 w 913595"/>
                  <a:gd name="csY108" fmla="*/ 441378 h 443699"/>
                  <a:gd name="csX109" fmla="*/ 909590 w 913595"/>
                  <a:gd name="csY109" fmla="*/ 194854 h 443699"/>
                  <a:gd name="csX110" fmla="*/ 686463 w 913595"/>
                  <a:gd name="csY110" fmla="*/ 441378 h 443699"/>
                  <a:gd name="csX111" fmla="*/ 909590 w 913595"/>
                  <a:gd name="csY111" fmla="*/ 194854 h 443699"/>
                  <a:gd name="csX112" fmla="*/ 729093 w 913595"/>
                  <a:gd name="csY112" fmla="*/ 438475 h 443699"/>
                  <a:gd name="csX113" fmla="*/ 912538 w 913595"/>
                  <a:gd name="csY113" fmla="*/ 235856 h 443699"/>
                  <a:gd name="csX114" fmla="*/ 729093 w 913595"/>
                  <a:gd name="csY114" fmla="*/ 438475 h 443699"/>
                  <a:gd name="csX115" fmla="*/ 912538 w 913595"/>
                  <a:gd name="csY115" fmla="*/ 235856 h 443699"/>
                  <a:gd name="csX116" fmla="*/ 766810 w 913595"/>
                  <a:gd name="csY116" fmla="*/ 441087 h 443699"/>
                  <a:gd name="csX117" fmla="*/ 910573 w 913595"/>
                  <a:gd name="csY117" fmla="*/ 282302 h 443699"/>
                  <a:gd name="csX118" fmla="*/ 766810 w 913595"/>
                  <a:gd name="csY118" fmla="*/ 441087 h 443699"/>
                  <a:gd name="csX119" fmla="*/ 910573 w 913595"/>
                  <a:gd name="csY119" fmla="*/ 282302 h 443699"/>
                  <a:gd name="csX120" fmla="*/ 804451 w 913595"/>
                  <a:gd name="csY120" fmla="*/ 443700 h 443699"/>
                  <a:gd name="csX121" fmla="*/ 913596 w 913595"/>
                  <a:gd name="csY121" fmla="*/ 323232 h 443699"/>
                  <a:gd name="csX122" fmla="*/ 804451 w 913595"/>
                  <a:gd name="csY122" fmla="*/ 443700 h 443699"/>
                  <a:gd name="csX123" fmla="*/ 913596 w 913595"/>
                  <a:gd name="csY123" fmla="*/ 323232 h 443699"/>
                  <a:gd name="csX124" fmla="*/ 847157 w 913595"/>
                  <a:gd name="csY124" fmla="*/ 440870 h 443699"/>
                  <a:gd name="csX125" fmla="*/ 911631 w 913595"/>
                  <a:gd name="csY125" fmla="*/ 369677 h 443699"/>
                  <a:gd name="csX126" fmla="*/ 847157 w 913595"/>
                  <a:gd name="csY126" fmla="*/ 440870 h 443699"/>
                  <a:gd name="csX127" fmla="*/ 911631 w 913595"/>
                  <a:gd name="csY127" fmla="*/ 369677 h 443699"/>
                  <a:gd name="csX128" fmla="*/ 884798 w 913595"/>
                  <a:gd name="csY128" fmla="*/ 443482 h 443699"/>
                  <a:gd name="csX129" fmla="*/ 909590 w 913595"/>
                  <a:gd name="csY129" fmla="*/ 416050 h 443699"/>
                  <a:gd name="csX130" fmla="*/ 884798 w 913595"/>
                  <a:gd name="csY130" fmla="*/ 443482 h 443699"/>
                  <a:gd name="csX131" fmla="*/ 909590 w 913595"/>
                  <a:gd name="csY131" fmla="*/ 416050 h 443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</a:cxnLst>
                <a:rect l="l" t="t" r="r" b="b"/>
                <a:pathLst>
                  <a:path w="913595" h="443699">
                    <a:moveTo>
                      <a:pt x="907" y="3847"/>
                    </a:moveTo>
                    <a:cubicBezTo>
                      <a:pt x="907" y="3847"/>
                      <a:pt x="907" y="3847"/>
                      <a:pt x="907" y="3847"/>
                    </a:cubicBezTo>
                    <a:moveTo>
                      <a:pt x="907" y="3847"/>
                    </a:moveTo>
                    <a:cubicBezTo>
                      <a:pt x="907" y="3847"/>
                      <a:pt x="907" y="3847"/>
                      <a:pt x="907" y="3847"/>
                    </a:cubicBezTo>
                    <a:moveTo>
                      <a:pt x="3931" y="44777"/>
                    </a:moveTo>
                    <a:cubicBezTo>
                      <a:pt x="9902" y="35923"/>
                      <a:pt x="26153" y="24166"/>
                      <a:pt x="43613" y="944"/>
                    </a:cubicBezTo>
                    <a:moveTo>
                      <a:pt x="3931" y="44777"/>
                    </a:moveTo>
                    <a:cubicBezTo>
                      <a:pt x="17234" y="32077"/>
                      <a:pt x="27740" y="22933"/>
                      <a:pt x="43613" y="944"/>
                    </a:cubicBezTo>
                    <a:moveTo>
                      <a:pt x="1966" y="91222"/>
                    </a:moveTo>
                    <a:cubicBezTo>
                      <a:pt x="25473" y="55009"/>
                      <a:pt x="70824" y="36721"/>
                      <a:pt x="81254" y="3556"/>
                    </a:cubicBezTo>
                    <a:moveTo>
                      <a:pt x="1966" y="91222"/>
                    </a:moveTo>
                    <a:cubicBezTo>
                      <a:pt x="24339" y="60524"/>
                      <a:pt x="53212" y="30262"/>
                      <a:pt x="81254" y="3556"/>
                    </a:cubicBezTo>
                    <a:moveTo>
                      <a:pt x="1" y="137668"/>
                    </a:moveTo>
                    <a:cubicBezTo>
                      <a:pt x="44596" y="90787"/>
                      <a:pt x="110506" y="32149"/>
                      <a:pt x="123960" y="726"/>
                    </a:cubicBezTo>
                    <a:moveTo>
                      <a:pt x="1" y="137668"/>
                    </a:moveTo>
                    <a:cubicBezTo>
                      <a:pt x="30234" y="101673"/>
                      <a:pt x="75812" y="61323"/>
                      <a:pt x="123960" y="726"/>
                    </a:cubicBezTo>
                    <a:moveTo>
                      <a:pt x="2948" y="178598"/>
                    </a:moveTo>
                    <a:cubicBezTo>
                      <a:pt x="43462" y="130991"/>
                      <a:pt x="81028" y="95649"/>
                      <a:pt x="161601" y="3338"/>
                    </a:cubicBezTo>
                    <a:moveTo>
                      <a:pt x="2948" y="178598"/>
                    </a:moveTo>
                    <a:cubicBezTo>
                      <a:pt x="72335" y="107696"/>
                      <a:pt x="133861" y="31859"/>
                      <a:pt x="161601" y="3338"/>
                    </a:cubicBezTo>
                    <a:moveTo>
                      <a:pt x="983" y="225043"/>
                    </a:moveTo>
                    <a:cubicBezTo>
                      <a:pt x="39002" y="187742"/>
                      <a:pt x="81254" y="139264"/>
                      <a:pt x="204307" y="436"/>
                    </a:cubicBezTo>
                    <a:moveTo>
                      <a:pt x="983" y="225043"/>
                    </a:moveTo>
                    <a:cubicBezTo>
                      <a:pt x="53212" y="174824"/>
                      <a:pt x="86621" y="129104"/>
                      <a:pt x="204307" y="436"/>
                    </a:cubicBezTo>
                    <a:moveTo>
                      <a:pt x="3931" y="265973"/>
                    </a:moveTo>
                    <a:cubicBezTo>
                      <a:pt x="54346" y="207045"/>
                      <a:pt x="120861" y="134039"/>
                      <a:pt x="241948" y="3048"/>
                    </a:cubicBezTo>
                    <a:moveTo>
                      <a:pt x="3931" y="265973"/>
                    </a:moveTo>
                    <a:cubicBezTo>
                      <a:pt x="91761" y="167639"/>
                      <a:pt x="172107" y="83385"/>
                      <a:pt x="241948" y="3048"/>
                    </a:cubicBezTo>
                    <a:moveTo>
                      <a:pt x="1966" y="312419"/>
                    </a:moveTo>
                    <a:cubicBezTo>
                      <a:pt x="82615" y="207844"/>
                      <a:pt x="172485" y="125766"/>
                      <a:pt x="284653" y="218"/>
                    </a:cubicBezTo>
                    <a:moveTo>
                      <a:pt x="1966" y="312419"/>
                    </a:moveTo>
                    <a:cubicBezTo>
                      <a:pt x="106122" y="202038"/>
                      <a:pt x="205138" y="87666"/>
                      <a:pt x="284653" y="218"/>
                    </a:cubicBezTo>
                    <a:moveTo>
                      <a:pt x="1" y="358864"/>
                    </a:moveTo>
                    <a:cubicBezTo>
                      <a:pt x="105819" y="228672"/>
                      <a:pt x="211260" y="113574"/>
                      <a:pt x="322295" y="2831"/>
                    </a:cubicBezTo>
                    <a:moveTo>
                      <a:pt x="1" y="358864"/>
                    </a:moveTo>
                    <a:cubicBezTo>
                      <a:pt x="79818" y="260748"/>
                      <a:pt x="160089" y="175259"/>
                      <a:pt x="322295" y="2831"/>
                    </a:cubicBezTo>
                    <a:moveTo>
                      <a:pt x="2948" y="399794"/>
                    </a:moveTo>
                    <a:cubicBezTo>
                      <a:pt x="109447" y="260167"/>
                      <a:pt x="238169" y="143183"/>
                      <a:pt x="365000" y="1"/>
                    </a:cubicBezTo>
                    <a:moveTo>
                      <a:pt x="2948" y="399794"/>
                    </a:moveTo>
                    <a:cubicBezTo>
                      <a:pt x="134768" y="262490"/>
                      <a:pt x="258879" y="120759"/>
                      <a:pt x="365000" y="1"/>
                    </a:cubicBezTo>
                    <a:moveTo>
                      <a:pt x="5972" y="440724"/>
                    </a:moveTo>
                    <a:cubicBezTo>
                      <a:pt x="121617" y="295365"/>
                      <a:pt x="276717" y="157915"/>
                      <a:pt x="402642" y="2613"/>
                    </a:cubicBezTo>
                    <a:moveTo>
                      <a:pt x="5972" y="440724"/>
                    </a:moveTo>
                    <a:cubicBezTo>
                      <a:pt x="126832" y="303855"/>
                      <a:pt x="246483" y="181428"/>
                      <a:pt x="402642" y="2613"/>
                    </a:cubicBezTo>
                    <a:moveTo>
                      <a:pt x="43689" y="443337"/>
                    </a:moveTo>
                    <a:cubicBezTo>
                      <a:pt x="173846" y="274464"/>
                      <a:pt x="326754" y="110526"/>
                      <a:pt x="440358" y="5225"/>
                    </a:cubicBezTo>
                    <a:moveTo>
                      <a:pt x="43689" y="443337"/>
                    </a:moveTo>
                    <a:cubicBezTo>
                      <a:pt x="162962" y="310895"/>
                      <a:pt x="270897" y="189411"/>
                      <a:pt x="440358" y="5225"/>
                    </a:cubicBezTo>
                    <a:moveTo>
                      <a:pt x="86318" y="440507"/>
                    </a:moveTo>
                    <a:cubicBezTo>
                      <a:pt x="163188" y="338109"/>
                      <a:pt x="273920" y="229833"/>
                      <a:pt x="482988" y="2323"/>
                    </a:cubicBezTo>
                    <a:moveTo>
                      <a:pt x="86318" y="440507"/>
                    </a:moveTo>
                    <a:cubicBezTo>
                      <a:pt x="237715" y="269820"/>
                      <a:pt x="405212" y="102471"/>
                      <a:pt x="482988" y="2323"/>
                    </a:cubicBezTo>
                    <a:moveTo>
                      <a:pt x="124035" y="443119"/>
                    </a:moveTo>
                    <a:cubicBezTo>
                      <a:pt x="197126" y="359880"/>
                      <a:pt x="280647" y="240356"/>
                      <a:pt x="520705" y="4935"/>
                    </a:cubicBezTo>
                    <a:moveTo>
                      <a:pt x="124035" y="443119"/>
                    </a:moveTo>
                    <a:cubicBezTo>
                      <a:pt x="243686" y="305815"/>
                      <a:pt x="368553" y="167349"/>
                      <a:pt x="520705" y="4935"/>
                    </a:cubicBezTo>
                    <a:moveTo>
                      <a:pt x="166665" y="440216"/>
                    </a:moveTo>
                    <a:cubicBezTo>
                      <a:pt x="283897" y="280995"/>
                      <a:pt x="412997" y="154577"/>
                      <a:pt x="563335" y="2105"/>
                    </a:cubicBezTo>
                    <a:moveTo>
                      <a:pt x="166665" y="440216"/>
                    </a:moveTo>
                    <a:cubicBezTo>
                      <a:pt x="241116" y="357122"/>
                      <a:pt x="335598" y="255668"/>
                      <a:pt x="563335" y="2105"/>
                    </a:cubicBezTo>
                    <a:moveTo>
                      <a:pt x="204382" y="442829"/>
                    </a:moveTo>
                    <a:cubicBezTo>
                      <a:pt x="323353" y="309226"/>
                      <a:pt x="438393" y="185274"/>
                      <a:pt x="601052" y="4717"/>
                    </a:cubicBezTo>
                    <a:moveTo>
                      <a:pt x="204382" y="442829"/>
                    </a:moveTo>
                    <a:cubicBezTo>
                      <a:pt x="295235" y="348124"/>
                      <a:pt x="385030" y="252402"/>
                      <a:pt x="601052" y="4717"/>
                    </a:cubicBezTo>
                    <a:moveTo>
                      <a:pt x="247012" y="439999"/>
                    </a:moveTo>
                    <a:cubicBezTo>
                      <a:pt x="396670" y="258063"/>
                      <a:pt x="554945" y="115098"/>
                      <a:pt x="643682" y="1815"/>
                    </a:cubicBezTo>
                    <a:moveTo>
                      <a:pt x="247012" y="439999"/>
                    </a:moveTo>
                    <a:cubicBezTo>
                      <a:pt x="382460" y="291155"/>
                      <a:pt x="506495" y="154141"/>
                      <a:pt x="643682" y="1815"/>
                    </a:cubicBezTo>
                    <a:moveTo>
                      <a:pt x="284729" y="442611"/>
                    </a:moveTo>
                    <a:cubicBezTo>
                      <a:pt x="404833" y="300662"/>
                      <a:pt x="512315" y="173518"/>
                      <a:pt x="681399" y="4427"/>
                    </a:cubicBezTo>
                    <a:moveTo>
                      <a:pt x="284729" y="442611"/>
                    </a:moveTo>
                    <a:cubicBezTo>
                      <a:pt x="359709" y="358066"/>
                      <a:pt x="445045" y="254217"/>
                      <a:pt x="681399" y="4427"/>
                    </a:cubicBezTo>
                    <a:moveTo>
                      <a:pt x="327359" y="439708"/>
                    </a:moveTo>
                    <a:cubicBezTo>
                      <a:pt x="423579" y="338254"/>
                      <a:pt x="534235" y="231139"/>
                      <a:pt x="724029" y="1597"/>
                    </a:cubicBezTo>
                    <a:moveTo>
                      <a:pt x="327359" y="439708"/>
                    </a:moveTo>
                    <a:cubicBezTo>
                      <a:pt x="454720" y="303565"/>
                      <a:pt x="572935" y="166623"/>
                      <a:pt x="724029" y="1597"/>
                    </a:cubicBezTo>
                    <a:moveTo>
                      <a:pt x="365076" y="442321"/>
                    </a:moveTo>
                    <a:cubicBezTo>
                      <a:pt x="521763" y="265901"/>
                      <a:pt x="656909" y="129394"/>
                      <a:pt x="761746" y="4209"/>
                    </a:cubicBezTo>
                    <a:moveTo>
                      <a:pt x="365076" y="442321"/>
                    </a:moveTo>
                    <a:cubicBezTo>
                      <a:pt x="504908" y="288688"/>
                      <a:pt x="643758" y="129830"/>
                      <a:pt x="761746" y="4209"/>
                    </a:cubicBezTo>
                    <a:moveTo>
                      <a:pt x="407706" y="439491"/>
                    </a:moveTo>
                    <a:cubicBezTo>
                      <a:pt x="573010" y="258063"/>
                      <a:pt x="704226" y="115606"/>
                      <a:pt x="804376" y="1307"/>
                    </a:cubicBezTo>
                    <a:moveTo>
                      <a:pt x="407706" y="439491"/>
                    </a:moveTo>
                    <a:cubicBezTo>
                      <a:pt x="483668" y="353131"/>
                      <a:pt x="575882" y="269529"/>
                      <a:pt x="804376" y="1307"/>
                    </a:cubicBezTo>
                    <a:moveTo>
                      <a:pt x="445422" y="442103"/>
                    </a:moveTo>
                    <a:cubicBezTo>
                      <a:pt x="574749" y="298993"/>
                      <a:pt x="712842" y="142312"/>
                      <a:pt x="842093" y="3919"/>
                    </a:cubicBezTo>
                    <a:moveTo>
                      <a:pt x="445422" y="442103"/>
                    </a:moveTo>
                    <a:cubicBezTo>
                      <a:pt x="577470" y="299574"/>
                      <a:pt x="702185" y="173082"/>
                      <a:pt x="842093" y="3919"/>
                    </a:cubicBezTo>
                    <a:moveTo>
                      <a:pt x="488052" y="439273"/>
                    </a:moveTo>
                    <a:cubicBezTo>
                      <a:pt x="614506" y="286148"/>
                      <a:pt x="758722" y="121049"/>
                      <a:pt x="884723" y="1089"/>
                    </a:cubicBezTo>
                    <a:moveTo>
                      <a:pt x="488052" y="439273"/>
                    </a:moveTo>
                    <a:cubicBezTo>
                      <a:pt x="578981" y="341665"/>
                      <a:pt x="664317" y="235058"/>
                      <a:pt x="884723" y="1089"/>
                    </a:cubicBezTo>
                    <a:moveTo>
                      <a:pt x="525769" y="441886"/>
                    </a:moveTo>
                    <a:cubicBezTo>
                      <a:pt x="637786" y="315394"/>
                      <a:pt x="765071" y="185274"/>
                      <a:pt x="912538" y="14660"/>
                    </a:cubicBezTo>
                    <a:moveTo>
                      <a:pt x="525769" y="441886"/>
                    </a:moveTo>
                    <a:cubicBezTo>
                      <a:pt x="621838" y="338544"/>
                      <a:pt x="719116" y="218512"/>
                      <a:pt x="912538" y="14660"/>
                    </a:cubicBezTo>
                    <a:moveTo>
                      <a:pt x="568399" y="438983"/>
                    </a:moveTo>
                    <a:cubicBezTo>
                      <a:pt x="705359" y="314015"/>
                      <a:pt x="811027" y="157407"/>
                      <a:pt x="910573" y="61105"/>
                    </a:cubicBezTo>
                    <a:moveTo>
                      <a:pt x="568399" y="438983"/>
                    </a:moveTo>
                    <a:cubicBezTo>
                      <a:pt x="675730" y="312273"/>
                      <a:pt x="796364" y="184258"/>
                      <a:pt x="910573" y="61105"/>
                    </a:cubicBezTo>
                    <a:moveTo>
                      <a:pt x="606116" y="441595"/>
                    </a:moveTo>
                    <a:cubicBezTo>
                      <a:pt x="703470" y="313725"/>
                      <a:pt x="821987" y="193765"/>
                      <a:pt x="913520" y="102035"/>
                    </a:cubicBezTo>
                    <a:moveTo>
                      <a:pt x="606116" y="441595"/>
                    </a:moveTo>
                    <a:cubicBezTo>
                      <a:pt x="699388" y="345003"/>
                      <a:pt x="799387" y="240065"/>
                      <a:pt x="913520" y="102035"/>
                    </a:cubicBezTo>
                    <a:moveTo>
                      <a:pt x="648746" y="438765"/>
                    </a:moveTo>
                    <a:cubicBezTo>
                      <a:pt x="712086" y="349140"/>
                      <a:pt x="802184" y="266481"/>
                      <a:pt x="911555" y="148481"/>
                    </a:cubicBezTo>
                    <a:moveTo>
                      <a:pt x="648746" y="438765"/>
                    </a:moveTo>
                    <a:cubicBezTo>
                      <a:pt x="745041" y="325046"/>
                      <a:pt x="854413" y="203490"/>
                      <a:pt x="911555" y="148481"/>
                    </a:cubicBezTo>
                    <a:moveTo>
                      <a:pt x="686463" y="441378"/>
                    </a:moveTo>
                    <a:cubicBezTo>
                      <a:pt x="764467" y="354800"/>
                      <a:pt x="837406" y="258426"/>
                      <a:pt x="909590" y="194854"/>
                    </a:cubicBezTo>
                    <a:moveTo>
                      <a:pt x="686463" y="441378"/>
                    </a:moveTo>
                    <a:cubicBezTo>
                      <a:pt x="751693" y="364452"/>
                      <a:pt x="817830" y="287382"/>
                      <a:pt x="909590" y="194854"/>
                    </a:cubicBezTo>
                    <a:moveTo>
                      <a:pt x="729093" y="438475"/>
                    </a:moveTo>
                    <a:cubicBezTo>
                      <a:pt x="784270" y="388691"/>
                      <a:pt x="827126" y="330344"/>
                      <a:pt x="912538" y="235856"/>
                    </a:cubicBezTo>
                    <a:moveTo>
                      <a:pt x="729093" y="438475"/>
                    </a:moveTo>
                    <a:cubicBezTo>
                      <a:pt x="775578" y="385425"/>
                      <a:pt x="825388" y="338689"/>
                      <a:pt x="912538" y="235856"/>
                    </a:cubicBezTo>
                    <a:moveTo>
                      <a:pt x="766810" y="441087"/>
                    </a:moveTo>
                    <a:cubicBezTo>
                      <a:pt x="827051" y="388110"/>
                      <a:pt x="861669" y="325627"/>
                      <a:pt x="910573" y="282302"/>
                    </a:cubicBezTo>
                    <a:moveTo>
                      <a:pt x="766810" y="441087"/>
                    </a:moveTo>
                    <a:cubicBezTo>
                      <a:pt x="805887" y="392972"/>
                      <a:pt x="845116" y="363726"/>
                      <a:pt x="910573" y="282302"/>
                    </a:cubicBezTo>
                    <a:moveTo>
                      <a:pt x="804451" y="443700"/>
                    </a:moveTo>
                    <a:cubicBezTo>
                      <a:pt x="822365" y="398561"/>
                      <a:pt x="878298" y="387675"/>
                      <a:pt x="913596" y="323232"/>
                    </a:cubicBezTo>
                    <a:moveTo>
                      <a:pt x="804451" y="443700"/>
                    </a:moveTo>
                    <a:cubicBezTo>
                      <a:pt x="835895" y="406543"/>
                      <a:pt x="854035" y="380781"/>
                      <a:pt x="913596" y="323232"/>
                    </a:cubicBezTo>
                    <a:moveTo>
                      <a:pt x="847157" y="440870"/>
                    </a:moveTo>
                    <a:cubicBezTo>
                      <a:pt x="872553" y="418082"/>
                      <a:pt x="885403" y="405164"/>
                      <a:pt x="911631" y="369677"/>
                    </a:cubicBezTo>
                    <a:moveTo>
                      <a:pt x="847157" y="440870"/>
                    </a:moveTo>
                    <a:cubicBezTo>
                      <a:pt x="865826" y="418227"/>
                      <a:pt x="888653" y="397762"/>
                      <a:pt x="911631" y="369677"/>
                    </a:cubicBezTo>
                    <a:moveTo>
                      <a:pt x="884798" y="443482"/>
                    </a:moveTo>
                    <a:cubicBezTo>
                      <a:pt x="891147" y="437314"/>
                      <a:pt x="895229" y="432378"/>
                      <a:pt x="909590" y="416050"/>
                    </a:cubicBezTo>
                    <a:moveTo>
                      <a:pt x="884798" y="443482"/>
                    </a:moveTo>
                    <a:cubicBezTo>
                      <a:pt x="892659" y="435281"/>
                      <a:pt x="899310" y="427371"/>
                      <a:pt x="909590" y="416050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5" name="شكل حر: شكل 66">
                <a:extLst>
                  <a:ext uri="{FF2B5EF4-FFF2-40B4-BE49-F238E27FC236}">
                    <a16:creationId xmlns:a16="http://schemas.microsoft.com/office/drawing/2014/main" id="{3F74F345-616E-B28A-63D0-B08C0A1EE9DC}"/>
                  </a:ext>
                </a:extLst>
              </p:cNvPr>
              <p:cNvSpPr/>
              <p:nvPr/>
            </p:nvSpPr>
            <p:spPr>
              <a:xfrm>
                <a:off x="6588574" y="5475298"/>
                <a:ext cx="914224" cy="439974"/>
              </a:xfrm>
              <a:custGeom>
                <a:avLst/>
                <a:gdLst>
                  <a:gd name="csX0" fmla="*/ 6286 w 914224"/>
                  <a:gd name="csY0" fmla="*/ 1549 h 439974"/>
                  <a:gd name="csX1" fmla="*/ 913306 w 914224"/>
                  <a:gd name="csY1" fmla="*/ 1549 h 439974"/>
                  <a:gd name="csX2" fmla="*/ 6286 w 914224"/>
                  <a:gd name="csY2" fmla="*/ 1549 h 439974"/>
                  <a:gd name="csX3" fmla="*/ 913306 w 914224"/>
                  <a:gd name="csY3" fmla="*/ 1549 h 439974"/>
                  <a:gd name="csX4" fmla="*/ 913306 w 914224"/>
                  <a:gd name="csY4" fmla="*/ 1549 h 439974"/>
                  <a:gd name="csX5" fmla="*/ 913306 w 914224"/>
                  <a:gd name="csY5" fmla="*/ 436975 h 439974"/>
                  <a:gd name="csX6" fmla="*/ 913306 w 914224"/>
                  <a:gd name="csY6" fmla="*/ 1549 h 439974"/>
                  <a:gd name="csX7" fmla="*/ 913306 w 914224"/>
                  <a:gd name="csY7" fmla="*/ 436975 h 439974"/>
                  <a:gd name="csX8" fmla="*/ 913306 w 914224"/>
                  <a:gd name="csY8" fmla="*/ 436975 h 439974"/>
                  <a:gd name="csX9" fmla="*/ 6286 w 914224"/>
                  <a:gd name="csY9" fmla="*/ 436975 h 439974"/>
                  <a:gd name="csX10" fmla="*/ 913306 w 914224"/>
                  <a:gd name="csY10" fmla="*/ 436975 h 439974"/>
                  <a:gd name="csX11" fmla="*/ 6286 w 914224"/>
                  <a:gd name="csY11" fmla="*/ 436975 h 439974"/>
                  <a:gd name="csX12" fmla="*/ 6286 w 914224"/>
                  <a:gd name="csY12" fmla="*/ 436975 h 439974"/>
                  <a:gd name="csX13" fmla="*/ 6286 w 914224"/>
                  <a:gd name="csY13" fmla="*/ 1549 h 439974"/>
                  <a:gd name="csX14" fmla="*/ 6286 w 914224"/>
                  <a:gd name="csY14" fmla="*/ 436975 h 439974"/>
                  <a:gd name="csX15" fmla="*/ 6286 w 914224"/>
                  <a:gd name="csY15" fmla="*/ 1549 h 4399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4224" h="439974">
                    <a:moveTo>
                      <a:pt x="6286" y="1549"/>
                    </a:moveTo>
                    <a:cubicBezTo>
                      <a:pt x="303864" y="-5345"/>
                      <a:pt x="602500" y="13741"/>
                      <a:pt x="913306" y="1549"/>
                    </a:cubicBezTo>
                    <a:moveTo>
                      <a:pt x="6286" y="1549"/>
                    </a:moveTo>
                    <a:cubicBezTo>
                      <a:pt x="364181" y="7935"/>
                      <a:pt x="706883" y="14757"/>
                      <a:pt x="913306" y="1549"/>
                    </a:cubicBezTo>
                    <a:moveTo>
                      <a:pt x="913306" y="1549"/>
                    </a:moveTo>
                    <a:cubicBezTo>
                      <a:pt x="916404" y="156488"/>
                      <a:pt x="910433" y="324853"/>
                      <a:pt x="913306" y="436975"/>
                    </a:cubicBezTo>
                    <a:moveTo>
                      <a:pt x="913306" y="1549"/>
                    </a:moveTo>
                    <a:cubicBezTo>
                      <a:pt x="914212" y="124049"/>
                      <a:pt x="904764" y="232180"/>
                      <a:pt x="913306" y="436975"/>
                    </a:cubicBezTo>
                    <a:moveTo>
                      <a:pt x="913306" y="436975"/>
                    </a:moveTo>
                    <a:cubicBezTo>
                      <a:pt x="713005" y="432693"/>
                      <a:pt x="478314" y="442273"/>
                      <a:pt x="6286" y="436975"/>
                    </a:cubicBezTo>
                    <a:moveTo>
                      <a:pt x="913306" y="436975"/>
                    </a:moveTo>
                    <a:cubicBezTo>
                      <a:pt x="576045" y="443724"/>
                      <a:pt x="230244" y="436975"/>
                      <a:pt x="6286" y="436975"/>
                    </a:cubicBezTo>
                    <a:moveTo>
                      <a:pt x="6286" y="436975"/>
                    </a:moveTo>
                    <a:cubicBezTo>
                      <a:pt x="5530" y="345681"/>
                      <a:pt x="-7471" y="259466"/>
                      <a:pt x="6286" y="1549"/>
                    </a:cubicBezTo>
                    <a:moveTo>
                      <a:pt x="6286" y="436975"/>
                    </a:moveTo>
                    <a:cubicBezTo>
                      <a:pt x="6135" y="295317"/>
                      <a:pt x="13089" y="158956"/>
                      <a:pt x="6286" y="1549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12" name="صورة 67">
              <a:extLst>
                <a:ext uri="{FF2B5EF4-FFF2-40B4-BE49-F238E27FC236}">
                  <a16:creationId xmlns:a16="http://schemas.microsoft.com/office/drawing/2014/main" id="{B58E63C0-F3F4-DDEC-B1E7-D8B4E9251811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98639" y="5643760"/>
              <a:ext cx="891902" cy="123370"/>
            </a:xfrm>
            <a:custGeom>
              <a:avLst/>
              <a:gdLst>
                <a:gd name="csX0" fmla="*/ 0 w 891902"/>
                <a:gd name="csY0" fmla="*/ 0 h 123370"/>
                <a:gd name="csX1" fmla="*/ 891903 w 891902"/>
                <a:gd name="csY1" fmla="*/ 0 h 123370"/>
                <a:gd name="csX2" fmla="*/ 891903 w 891902"/>
                <a:gd name="csY2" fmla="*/ 123371 h 123370"/>
                <a:gd name="csX3" fmla="*/ 0 w 89190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0" y="0"/>
                  </a:moveTo>
                  <a:lnTo>
                    <a:pt x="891903" y="0"/>
                  </a:lnTo>
                  <a:lnTo>
                    <a:pt x="89190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16" name="!!رسم 9">
            <a:extLst>
              <a:ext uri="{FF2B5EF4-FFF2-40B4-BE49-F238E27FC236}">
                <a16:creationId xmlns:a16="http://schemas.microsoft.com/office/drawing/2014/main" id="{2EF664C9-B461-1F83-3294-201F14751B4A}"/>
              </a:ext>
            </a:extLst>
          </p:cNvPr>
          <p:cNvGrpSpPr/>
          <p:nvPr/>
        </p:nvGrpSpPr>
        <p:grpSpPr>
          <a:xfrm>
            <a:off x="2583978" y="1450246"/>
            <a:ext cx="920431" cy="602557"/>
            <a:chOff x="5306858" y="1461056"/>
            <a:chExt cx="920431" cy="602557"/>
          </a:xfrm>
          <a:noFill/>
        </p:grpSpPr>
        <p:grpSp>
          <p:nvGrpSpPr>
            <p:cNvPr id="1717" name="رسم 9">
              <a:extLst>
                <a:ext uri="{FF2B5EF4-FFF2-40B4-BE49-F238E27FC236}">
                  <a16:creationId xmlns:a16="http://schemas.microsoft.com/office/drawing/2014/main" id="{67DB336D-57B8-8DDF-8CCA-4CF5392F26FE}"/>
                </a:ext>
              </a:extLst>
            </p:cNvPr>
            <p:cNvGrpSpPr/>
            <p:nvPr/>
          </p:nvGrpSpPr>
          <p:grpSpPr>
            <a:xfrm>
              <a:off x="5306858" y="1461056"/>
              <a:ext cx="920431" cy="602557"/>
              <a:chOff x="5306858" y="1461056"/>
              <a:chExt cx="920431" cy="602557"/>
            </a:xfrm>
            <a:noFill/>
          </p:grpSpPr>
          <p:sp>
            <p:nvSpPr>
              <p:cNvPr id="1719" name="مستطيل 70">
                <a:extLst>
                  <a:ext uri="{FF2B5EF4-FFF2-40B4-BE49-F238E27FC236}">
                    <a16:creationId xmlns:a16="http://schemas.microsoft.com/office/drawing/2014/main" id="{31491CB2-9882-C63E-90ED-393051AB0DF2}"/>
                  </a:ext>
                </a:extLst>
              </p:cNvPr>
              <p:cNvSpPr/>
              <p:nvPr/>
            </p:nvSpPr>
            <p:spPr>
              <a:xfrm>
                <a:off x="5309915" y="1463668"/>
                <a:ext cx="907019" cy="58056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0" name="شكل حر: شكل 71">
                <a:extLst>
                  <a:ext uri="{FF2B5EF4-FFF2-40B4-BE49-F238E27FC236}">
                    <a16:creationId xmlns:a16="http://schemas.microsoft.com/office/drawing/2014/main" id="{4904CF81-535E-5CDB-AB14-ABB99626B755}"/>
                  </a:ext>
                </a:extLst>
              </p:cNvPr>
              <p:cNvSpPr/>
              <p:nvPr/>
            </p:nvSpPr>
            <p:spPr>
              <a:xfrm>
                <a:off x="5307723" y="1461056"/>
                <a:ext cx="919566" cy="602557"/>
              </a:xfrm>
              <a:custGeom>
                <a:avLst/>
                <a:gdLst>
                  <a:gd name="csX0" fmla="*/ 1966 w 919566"/>
                  <a:gd name="csY0" fmla="*/ 2903 h 602557"/>
                  <a:gd name="csX1" fmla="*/ 1966 w 919566"/>
                  <a:gd name="csY1" fmla="*/ 2903 h 602557"/>
                  <a:gd name="csX2" fmla="*/ 1966 w 919566"/>
                  <a:gd name="csY2" fmla="*/ 2903 h 602557"/>
                  <a:gd name="csX3" fmla="*/ 1966 w 919566"/>
                  <a:gd name="csY3" fmla="*/ 2903 h 602557"/>
                  <a:gd name="csX4" fmla="*/ 1 w 919566"/>
                  <a:gd name="csY4" fmla="*/ 49276 h 602557"/>
                  <a:gd name="csX5" fmla="*/ 44596 w 919566"/>
                  <a:gd name="csY5" fmla="*/ 1 h 602557"/>
                  <a:gd name="csX6" fmla="*/ 1 w 919566"/>
                  <a:gd name="csY6" fmla="*/ 49276 h 602557"/>
                  <a:gd name="csX7" fmla="*/ 44596 w 919566"/>
                  <a:gd name="csY7" fmla="*/ 1 h 602557"/>
                  <a:gd name="csX8" fmla="*/ 2948 w 919566"/>
                  <a:gd name="csY8" fmla="*/ 90279 h 602557"/>
                  <a:gd name="csX9" fmla="*/ 82313 w 919566"/>
                  <a:gd name="csY9" fmla="*/ 2613 h 602557"/>
                  <a:gd name="csX10" fmla="*/ 2948 w 919566"/>
                  <a:gd name="csY10" fmla="*/ 90279 h 602557"/>
                  <a:gd name="csX11" fmla="*/ 82313 w 919566"/>
                  <a:gd name="csY11" fmla="*/ 2613 h 602557"/>
                  <a:gd name="csX12" fmla="*/ 983 w 919566"/>
                  <a:gd name="csY12" fmla="*/ 136652 h 602557"/>
                  <a:gd name="csX13" fmla="*/ 120029 w 919566"/>
                  <a:gd name="csY13" fmla="*/ 5226 h 602557"/>
                  <a:gd name="csX14" fmla="*/ 983 w 919566"/>
                  <a:gd name="csY14" fmla="*/ 136652 h 602557"/>
                  <a:gd name="csX15" fmla="*/ 120029 w 919566"/>
                  <a:gd name="csY15" fmla="*/ 5226 h 602557"/>
                  <a:gd name="csX16" fmla="*/ 4006 w 919566"/>
                  <a:gd name="csY16" fmla="*/ 177654 h 602557"/>
                  <a:gd name="csX17" fmla="*/ 162659 w 919566"/>
                  <a:gd name="csY17" fmla="*/ 2395 h 602557"/>
                  <a:gd name="csX18" fmla="*/ 4006 w 919566"/>
                  <a:gd name="csY18" fmla="*/ 177654 h 602557"/>
                  <a:gd name="csX19" fmla="*/ 162659 w 919566"/>
                  <a:gd name="csY19" fmla="*/ 2395 h 602557"/>
                  <a:gd name="csX20" fmla="*/ 1966 w 919566"/>
                  <a:gd name="csY20" fmla="*/ 224100 h 602557"/>
                  <a:gd name="csX21" fmla="*/ 200376 w 919566"/>
                  <a:gd name="csY21" fmla="*/ 5008 h 602557"/>
                  <a:gd name="csX22" fmla="*/ 1966 w 919566"/>
                  <a:gd name="csY22" fmla="*/ 224100 h 602557"/>
                  <a:gd name="csX23" fmla="*/ 200376 w 919566"/>
                  <a:gd name="csY23" fmla="*/ 5008 h 602557"/>
                  <a:gd name="csX24" fmla="*/ 1 w 919566"/>
                  <a:gd name="csY24" fmla="*/ 270473 h 602557"/>
                  <a:gd name="csX25" fmla="*/ 243006 w 919566"/>
                  <a:gd name="csY25" fmla="*/ 2105 h 602557"/>
                  <a:gd name="csX26" fmla="*/ 1 w 919566"/>
                  <a:gd name="csY26" fmla="*/ 270473 h 602557"/>
                  <a:gd name="csX27" fmla="*/ 243006 w 919566"/>
                  <a:gd name="csY27" fmla="*/ 2105 h 602557"/>
                  <a:gd name="csX28" fmla="*/ 3024 w 919566"/>
                  <a:gd name="csY28" fmla="*/ 311475 h 602557"/>
                  <a:gd name="csX29" fmla="*/ 280723 w 919566"/>
                  <a:gd name="csY29" fmla="*/ 4718 h 602557"/>
                  <a:gd name="csX30" fmla="*/ 3024 w 919566"/>
                  <a:gd name="csY30" fmla="*/ 311475 h 602557"/>
                  <a:gd name="csX31" fmla="*/ 280723 w 919566"/>
                  <a:gd name="csY31" fmla="*/ 4718 h 602557"/>
                  <a:gd name="csX32" fmla="*/ 1059 w 919566"/>
                  <a:gd name="csY32" fmla="*/ 357848 h 602557"/>
                  <a:gd name="csX33" fmla="*/ 323353 w 919566"/>
                  <a:gd name="csY33" fmla="*/ 1887 h 602557"/>
                  <a:gd name="csX34" fmla="*/ 1059 w 919566"/>
                  <a:gd name="csY34" fmla="*/ 357848 h 602557"/>
                  <a:gd name="csX35" fmla="*/ 323353 w 919566"/>
                  <a:gd name="csY35" fmla="*/ 1887 h 602557"/>
                  <a:gd name="csX36" fmla="*/ 4006 w 919566"/>
                  <a:gd name="csY36" fmla="*/ 398851 h 602557"/>
                  <a:gd name="csX37" fmla="*/ 361070 w 919566"/>
                  <a:gd name="csY37" fmla="*/ 4500 h 602557"/>
                  <a:gd name="csX38" fmla="*/ 4006 w 919566"/>
                  <a:gd name="csY38" fmla="*/ 398851 h 602557"/>
                  <a:gd name="csX39" fmla="*/ 361070 w 919566"/>
                  <a:gd name="csY39" fmla="*/ 4500 h 602557"/>
                  <a:gd name="csX40" fmla="*/ 2041 w 919566"/>
                  <a:gd name="csY40" fmla="*/ 445224 h 602557"/>
                  <a:gd name="csX41" fmla="*/ 403700 w 919566"/>
                  <a:gd name="csY41" fmla="*/ 1597 h 602557"/>
                  <a:gd name="csX42" fmla="*/ 2041 w 919566"/>
                  <a:gd name="csY42" fmla="*/ 445224 h 602557"/>
                  <a:gd name="csX43" fmla="*/ 403700 w 919566"/>
                  <a:gd name="csY43" fmla="*/ 1597 h 602557"/>
                  <a:gd name="csX44" fmla="*/ 76 w 919566"/>
                  <a:gd name="csY44" fmla="*/ 491669 h 602557"/>
                  <a:gd name="csX45" fmla="*/ 441417 w 919566"/>
                  <a:gd name="csY45" fmla="*/ 4210 h 602557"/>
                  <a:gd name="csX46" fmla="*/ 76 w 919566"/>
                  <a:gd name="csY46" fmla="*/ 491669 h 602557"/>
                  <a:gd name="csX47" fmla="*/ 441417 w 919566"/>
                  <a:gd name="csY47" fmla="*/ 4210 h 602557"/>
                  <a:gd name="csX48" fmla="*/ 3024 w 919566"/>
                  <a:gd name="csY48" fmla="*/ 532672 h 602557"/>
                  <a:gd name="csX49" fmla="*/ 484047 w 919566"/>
                  <a:gd name="csY49" fmla="*/ 1379 h 602557"/>
                  <a:gd name="csX50" fmla="*/ 3024 w 919566"/>
                  <a:gd name="csY50" fmla="*/ 532672 h 602557"/>
                  <a:gd name="csX51" fmla="*/ 484047 w 919566"/>
                  <a:gd name="csY51" fmla="*/ 1379 h 602557"/>
                  <a:gd name="csX52" fmla="*/ 1059 w 919566"/>
                  <a:gd name="csY52" fmla="*/ 579045 h 602557"/>
                  <a:gd name="csX53" fmla="*/ 521763 w 919566"/>
                  <a:gd name="csY53" fmla="*/ 3992 h 602557"/>
                  <a:gd name="csX54" fmla="*/ 1059 w 919566"/>
                  <a:gd name="csY54" fmla="*/ 579045 h 602557"/>
                  <a:gd name="csX55" fmla="*/ 521763 w 919566"/>
                  <a:gd name="csY55" fmla="*/ 3992 h 602557"/>
                  <a:gd name="csX56" fmla="*/ 23885 w 919566"/>
                  <a:gd name="csY56" fmla="*/ 598131 h 602557"/>
                  <a:gd name="csX57" fmla="*/ 564394 w 919566"/>
                  <a:gd name="csY57" fmla="*/ 1089 h 602557"/>
                  <a:gd name="csX58" fmla="*/ 23885 w 919566"/>
                  <a:gd name="csY58" fmla="*/ 598131 h 602557"/>
                  <a:gd name="csX59" fmla="*/ 564394 w 919566"/>
                  <a:gd name="csY59" fmla="*/ 1089 h 602557"/>
                  <a:gd name="csX60" fmla="*/ 61602 w 919566"/>
                  <a:gd name="csY60" fmla="*/ 600744 h 602557"/>
                  <a:gd name="csX61" fmla="*/ 602110 w 919566"/>
                  <a:gd name="csY61" fmla="*/ 3702 h 602557"/>
                  <a:gd name="csX62" fmla="*/ 61602 w 919566"/>
                  <a:gd name="csY62" fmla="*/ 600744 h 602557"/>
                  <a:gd name="csX63" fmla="*/ 602110 w 919566"/>
                  <a:gd name="csY63" fmla="*/ 3702 h 602557"/>
                  <a:gd name="csX64" fmla="*/ 104232 w 919566"/>
                  <a:gd name="csY64" fmla="*/ 597841 h 602557"/>
                  <a:gd name="csX65" fmla="*/ 644740 w 919566"/>
                  <a:gd name="csY65" fmla="*/ 871 h 602557"/>
                  <a:gd name="csX66" fmla="*/ 104232 w 919566"/>
                  <a:gd name="csY66" fmla="*/ 597841 h 602557"/>
                  <a:gd name="csX67" fmla="*/ 644740 w 919566"/>
                  <a:gd name="csY67" fmla="*/ 871 h 602557"/>
                  <a:gd name="csX68" fmla="*/ 141949 w 919566"/>
                  <a:gd name="csY68" fmla="*/ 600453 h 602557"/>
                  <a:gd name="csX69" fmla="*/ 682457 w 919566"/>
                  <a:gd name="csY69" fmla="*/ 3484 h 602557"/>
                  <a:gd name="csX70" fmla="*/ 141949 w 919566"/>
                  <a:gd name="csY70" fmla="*/ 600453 h 602557"/>
                  <a:gd name="csX71" fmla="*/ 682457 w 919566"/>
                  <a:gd name="csY71" fmla="*/ 3484 h 602557"/>
                  <a:gd name="csX72" fmla="*/ 184579 w 919566"/>
                  <a:gd name="csY72" fmla="*/ 597623 h 602557"/>
                  <a:gd name="csX73" fmla="*/ 725087 w 919566"/>
                  <a:gd name="csY73" fmla="*/ 654 h 602557"/>
                  <a:gd name="csX74" fmla="*/ 184579 w 919566"/>
                  <a:gd name="csY74" fmla="*/ 597623 h 602557"/>
                  <a:gd name="csX75" fmla="*/ 725087 w 919566"/>
                  <a:gd name="csY75" fmla="*/ 654 h 602557"/>
                  <a:gd name="csX76" fmla="*/ 222296 w 919566"/>
                  <a:gd name="csY76" fmla="*/ 600236 h 602557"/>
                  <a:gd name="csX77" fmla="*/ 762804 w 919566"/>
                  <a:gd name="csY77" fmla="*/ 3266 h 602557"/>
                  <a:gd name="csX78" fmla="*/ 222296 w 919566"/>
                  <a:gd name="csY78" fmla="*/ 600236 h 602557"/>
                  <a:gd name="csX79" fmla="*/ 762804 w 919566"/>
                  <a:gd name="csY79" fmla="*/ 3266 h 602557"/>
                  <a:gd name="csX80" fmla="*/ 264926 w 919566"/>
                  <a:gd name="csY80" fmla="*/ 597333 h 602557"/>
                  <a:gd name="csX81" fmla="*/ 805434 w 919566"/>
                  <a:gd name="csY81" fmla="*/ 363 h 602557"/>
                  <a:gd name="csX82" fmla="*/ 264926 w 919566"/>
                  <a:gd name="csY82" fmla="*/ 597333 h 602557"/>
                  <a:gd name="csX83" fmla="*/ 805434 w 919566"/>
                  <a:gd name="csY83" fmla="*/ 363 h 602557"/>
                  <a:gd name="csX84" fmla="*/ 302643 w 919566"/>
                  <a:gd name="csY84" fmla="*/ 599945 h 602557"/>
                  <a:gd name="csX85" fmla="*/ 843151 w 919566"/>
                  <a:gd name="csY85" fmla="*/ 2976 h 602557"/>
                  <a:gd name="csX86" fmla="*/ 302643 w 919566"/>
                  <a:gd name="csY86" fmla="*/ 599945 h 602557"/>
                  <a:gd name="csX87" fmla="*/ 843151 w 919566"/>
                  <a:gd name="csY87" fmla="*/ 2976 h 602557"/>
                  <a:gd name="csX88" fmla="*/ 340284 w 919566"/>
                  <a:gd name="csY88" fmla="*/ 602558 h 602557"/>
                  <a:gd name="csX89" fmla="*/ 885781 w 919566"/>
                  <a:gd name="csY89" fmla="*/ 146 h 602557"/>
                  <a:gd name="csX90" fmla="*/ 340284 w 919566"/>
                  <a:gd name="csY90" fmla="*/ 602558 h 602557"/>
                  <a:gd name="csX91" fmla="*/ 885781 w 919566"/>
                  <a:gd name="csY91" fmla="*/ 146 h 602557"/>
                  <a:gd name="csX92" fmla="*/ 382990 w 919566"/>
                  <a:gd name="csY92" fmla="*/ 599728 h 602557"/>
                  <a:gd name="csX93" fmla="*/ 918509 w 919566"/>
                  <a:gd name="csY93" fmla="*/ 8201 h 602557"/>
                  <a:gd name="csX94" fmla="*/ 382990 w 919566"/>
                  <a:gd name="csY94" fmla="*/ 599728 h 602557"/>
                  <a:gd name="csX95" fmla="*/ 918509 w 919566"/>
                  <a:gd name="csY95" fmla="*/ 8201 h 602557"/>
                  <a:gd name="csX96" fmla="*/ 420631 w 919566"/>
                  <a:gd name="csY96" fmla="*/ 602340 h 602557"/>
                  <a:gd name="csX97" fmla="*/ 916544 w 919566"/>
                  <a:gd name="csY97" fmla="*/ 54646 h 602557"/>
                  <a:gd name="csX98" fmla="*/ 420631 w 919566"/>
                  <a:gd name="csY98" fmla="*/ 602340 h 602557"/>
                  <a:gd name="csX99" fmla="*/ 916544 w 919566"/>
                  <a:gd name="csY99" fmla="*/ 54646 h 602557"/>
                  <a:gd name="csX100" fmla="*/ 463336 w 919566"/>
                  <a:gd name="csY100" fmla="*/ 599510 h 602557"/>
                  <a:gd name="csX101" fmla="*/ 919492 w 919566"/>
                  <a:gd name="csY101" fmla="*/ 95577 h 602557"/>
                  <a:gd name="csX102" fmla="*/ 463336 w 919566"/>
                  <a:gd name="csY102" fmla="*/ 599510 h 602557"/>
                  <a:gd name="csX103" fmla="*/ 919492 w 919566"/>
                  <a:gd name="csY103" fmla="*/ 95577 h 602557"/>
                  <a:gd name="csX104" fmla="*/ 500978 w 919566"/>
                  <a:gd name="csY104" fmla="*/ 602122 h 602557"/>
                  <a:gd name="csX105" fmla="*/ 917526 w 919566"/>
                  <a:gd name="csY105" fmla="*/ 142022 h 602557"/>
                  <a:gd name="csX106" fmla="*/ 500978 w 919566"/>
                  <a:gd name="csY106" fmla="*/ 602122 h 602557"/>
                  <a:gd name="csX107" fmla="*/ 917526 w 919566"/>
                  <a:gd name="csY107" fmla="*/ 142022 h 602557"/>
                  <a:gd name="csX108" fmla="*/ 543683 w 919566"/>
                  <a:gd name="csY108" fmla="*/ 599220 h 602557"/>
                  <a:gd name="csX109" fmla="*/ 915561 w 919566"/>
                  <a:gd name="csY109" fmla="*/ 188467 h 602557"/>
                  <a:gd name="csX110" fmla="*/ 543683 w 919566"/>
                  <a:gd name="csY110" fmla="*/ 599220 h 602557"/>
                  <a:gd name="csX111" fmla="*/ 915561 w 919566"/>
                  <a:gd name="csY111" fmla="*/ 188467 h 602557"/>
                  <a:gd name="csX112" fmla="*/ 581324 w 919566"/>
                  <a:gd name="csY112" fmla="*/ 601832 h 602557"/>
                  <a:gd name="csX113" fmla="*/ 918585 w 919566"/>
                  <a:gd name="csY113" fmla="*/ 229398 h 602557"/>
                  <a:gd name="csX114" fmla="*/ 581324 w 919566"/>
                  <a:gd name="csY114" fmla="*/ 601832 h 602557"/>
                  <a:gd name="csX115" fmla="*/ 918585 w 919566"/>
                  <a:gd name="csY115" fmla="*/ 229398 h 602557"/>
                  <a:gd name="csX116" fmla="*/ 624030 w 919566"/>
                  <a:gd name="csY116" fmla="*/ 599002 h 602557"/>
                  <a:gd name="csX117" fmla="*/ 916544 w 919566"/>
                  <a:gd name="csY117" fmla="*/ 275843 h 602557"/>
                  <a:gd name="csX118" fmla="*/ 624030 w 919566"/>
                  <a:gd name="csY118" fmla="*/ 599002 h 602557"/>
                  <a:gd name="csX119" fmla="*/ 916544 w 919566"/>
                  <a:gd name="csY119" fmla="*/ 275843 h 602557"/>
                  <a:gd name="csX120" fmla="*/ 661671 w 919566"/>
                  <a:gd name="csY120" fmla="*/ 601614 h 602557"/>
                  <a:gd name="csX121" fmla="*/ 919567 w 919566"/>
                  <a:gd name="csY121" fmla="*/ 316773 h 602557"/>
                  <a:gd name="csX122" fmla="*/ 661671 w 919566"/>
                  <a:gd name="csY122" fmla="*/ 601614 h 602557"/>
                  <a:gd name="csX123" fmla="*/ 919567 w 919566"/>
                  <a:gd name="csY123" fmla="*/ 316773 h 602557"/>
                  <a:gd name="csX124" fmla="*/ 704377 w 919566"/>
                  <a:gd name="csY124" fmla="*/ 598712 h 602557"/>
                  <a:gd name="csX125" fmla="*/ 917602 w 919566"/>
                  <a:gd name="csY125" fmla="*/ 363219 h 602557"/>
                  <a:gd name="csX126" fmla="*/ 704377 w 919566"/>
                  <a:gd name="csY126" fmla="*/ 598712 h 602557"/>
                  <a:gd name="csX127" fmla="*/ 917602 w 919566"/>
                  <a:gd name="csY127" fmla="*/ 363219 h 602557"/>
                  <a:gd name="csX128" fmla="*/ 742018 w 919566"/>
                  <a:gd name="csY128" fmla="*/ 601324 h 602557"/>
                  <a:gd name="csX129" fmla="*/ 915637 w 919566"/>
                  <a:gd name="csY129" fmla="*/ 409664 h 602557"/>
                  <a:gd name="csX130" fmla="*/ 742018 w 919566"/>
                  <a:gd name="csY130" fmla="*/ 601324 h 602557"/>
                  <a:gd name="csX131" fmla="*/ 915637 w 919566"/>
                  <a:gd name="csY131" fmla="*/ 409664 h 602557"/>
                  <a:gd name="csX132" fmla="*/ 784724 w 919566"/>
                  <a:gd name="csY132" fmla="*/ 598494 h 602557"/>
                  <a:gd name="csX133" fmla="*/ 918585 w 919566"/>
                  <a:gd name="csY133" fmla="*/ 450594 h 602557"/>
                  <a:gd name="csX134" fmla="*/ 784724 w 919566"/>
                  <a:gd name="csY134" fmla="*/ 598494 h 602557"/>
                  <a:gd name="csX135" fmla="*/ 918585 w 919566"/>
                  <a:gd name="csY135" fmla="*/ 450594 h 602557"/>
                  <a:gd name="csX136" fmla="*/ 822365 w 919566"/>
                  <a:gd name="csY136" fmla="*/ 601106 h 602557"/>
                  <a:gd name="csX137" fmla="*/ 916619 w 919566"/>
                  <a:gd name="csY137" fmla="*/ 497040 h 602557"/>
                  <a:gd name="csX138" fmla="*/ 822365 w 919566"/>
                  <a:gd name="csY138" fmla="*/ 601106 h 602557"/>
                  <a:gd name="csX139" fmla="*/ 916619 w 919566"/>
                  <a:gd name="csY139" fmla="*/ 497040 h 602557"/>
                  <a:gd name="csX140" fmla="*/ 865070 w 919566"/>
                  <a:gd name="csY140" fmla="*/ 598204 h 602557"/>
                  <a:gd name="csX141" fmla="*/ 919567 w 919566"/>
                  <a:gd name="csY141" fmla="*/ 537970 h 602557"/>
                  <a:gd name="csX142" fmla="*/ 865070 w 919566"/>
                  <a:gd name="csY142" fmla="*/ 598204 h 602557"/>
                  <a:gd name="csX143" fmla="*/ 919567 w 919566"/>
                  <a:gd name="csY143" fmla="*/ 537970 h 6025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</a:cxnLst>
                <a:rect l="l" t="t" r="r" b="b"/>
                <a:pathLst>
                  <a:path w="919566" h="602557">
                    <a:moveTo>
                      <a:pt x="1966" y="2903"/>
                    </a:moveTo>
                    <a:cubicBezTo>
                      <a:pt x="1966" y="2903"/>
                      <a:pt x="1966" y="2903"/>
                      <a:pt x="1966" y="2903"/>
                    </a:cubicBezTo>
                    <a:moveTo>
                      <a:pt x="1966" y="2903"/>
                    </a:moveTo>
                    <a:cubicBezTo>
                      <a:pt x="1966" y="2903"/>
                      <a:pt x="1966" y="2903"/>
                      <a:pt x="1966" y="2903"/>
                    </a:cubicBezTo>
                    <a:moveTo>
                      <a:pt x="1" y="49276"/>
                    </a:moveTo>
                    <a:cubicBezTo>
                      <a:pt x="12321" y="36213"/>
                      <a:pt x="24339" y="27070"/>
                      <a:pt x="44596" y="1"/>
                    </a:cubicBezTo>
                    <a:moveTo>
                      <a:pt x="1" y="49276"/>
                    </a:moveTo>
                    <a:cubicBezTo>
                      <a:pt x="13077" y="38028"/>
                      <a:pt x="17536" y="24747"/>
                      <a:pt x="44596" y="1"/>
                    </a:cubicBezTo>
                    <a:moveTo>
                      <a:pt x="2948" y="90279"/>
                    </a:moveTo>
                    <a:cubicBezTo>
                      <a:pt x="28345" y="61468"/>
                      <a:pt x="66289" y="32948"/>
                      <a:pt x="82313" y="2613"/>
                    </a:cubicBezTo>
                    <a:moveTo>
                      <a:pt x="2948" y="90279"/>
                    </a:moveTo>
                    <a:cubicBezTo>
                      <a:pt x="29025" y="69088"/>
                      <a:pt x="47014" y="44995"/>
                      <a:pt x="82313" y="2613"/>
                    </a:cubicBezTo>
                    <a:moveTo>
                      <a:pt x="983" y="136652"/>
                    </a:moveTo>
                    <a:cubicBezTo>
                      <a:pt x="42479" y="88174"/>
                      <a:pt x="61527" y="50510"/>
                      <a:pt x="120029" y="5226"/>
                    </a:cubicBezTo>
                    <a:moveTo>
                      <a:pt x="983" y="136652"/>
                    </a:moveTo>
                    <a:cubicBezTo>
                      <a:pt x="37642" y="93182"/>
                      <a:pt x="79440" y="58057"/>
                      <a:pt x="120029" y="5226"/>
                    </a:cubicBezTo>
                    <a:moveTo>
                      <a:pt x="4006" y="177654"/>
                    </a:moveTo>
                    <a:cubicBezTo>
                      <a:pt x="42857" y="113066"/>
                      <a:pt x="89266" y="71265"/>
                      <a:pt x="162659" y="2395"/>
                    </a:cubicBezTo>
                    <a:moveTo>
                      <a:pt x="4006" y="177654"/>
                    </a:moveTo>
                    <a:cubicBezTo>
                      <a:pt x="56462" y="117420"/>
                      <a:pt x="110808" y="54211"/>
                      <a:pt x="162659" y="2395"/>
                    </a:cubicBezTo>
                    <a:moveTo>
                      <a:pt x="1966" y="224100"/>
                    </a:moveTo>
                    <a:cubicBezTo>
                      <a:pt x="84882" y="132298"/>
                      <a:pt x="154421" y="63645"/>
                      <a:pt x="200376" y="5008"/>
                    </a:cubicBezTo>
                    <a:moveTo>
                      <a:pt x="1966" y="224100"/>
                    </a:moveTo>
                    <a:cubicBezTo>
                      <a:pt x="59184" y="159947"/>
                      <a:pt x="111413" y="109365"/>
                      <a:pt x="200376" y="5008"/>
                    </a:cubicBezTo>
                    <a:moveTo>
                      <a:pt x="1" y="270473"/>
                    </a:moveTo>
                    <a:cubicBezTo>
                      <a:pt x="99848" y="178525"/>
                      <a:pt x="188132" y="52034"/>
                      <a:pt x="243006" y="2105"/>
                    </a:cubicBezTo>
                    <a:moveTo>
                      <a:pt x="1" y="270473"/>
                    </a:moveTo>
                    <a:cubicBezTo>
                      <a:pt x="59561" y="201022"/>
                      <a:pt x="128495" y="126855"/>
                      <a:pt x="243006" y="2105"/>
                    </a:cubicBezTo>
                    <a:moveTo>
                      <a:pt x="3024" y="311475"/>
                    </a:moveTo>
                    <a:cubicBezTo>
                      <a:pt x="98034" y="204796"/>
                      <a:pt x="217459" y="82804"/>
                      <a:pt x="280723" y="4718"/>
                    </a:cubicBezTo>
                    <a:moveTo>
                      <a:pt x="3024" y="311475"/>
                    </a:moveTo>
                    <a:cubicBezTo>
                      <a:pt x="81708" y="211182"/>
                      <a:pt x="178835" y="128959"/>
                      <a:pt x="280723" y="4718"/>
                    </a:cubicBezTo>
                    <a:moveTo>
                      <a:pt x="1059" y="357848"/>
                    </a:moveTo>
                    <a:cubicBezTo>
                      <a:pt x="53363" y="286874"/>
                      <a:pt x="116326" y="220399"/>
                      <a:pt x="323353" y="1887"/>
                    </a:cubicBezTo>
                    <a:moveTo>
                      <a:pt x="1059" y="357848"/>
                    </a:moveTo>
                    <a:cubicBezTo>
                      <a:pt x="101209" y="237888"/>
                      <a:pt x="219499" y="122355"/>
                      <a:pt x="323353" y="1887"/>
                    </a:cubicBezTo>
                    <a:moveTo>
                      <a:pt x="4006" y="398851"/>
                    </a:moveTo>
                    <a:cubicBezTo>
                      <a:pt x="90929" y="286366"/>
                      <a:pt x="201434" y="192967"/>
                      <a:pt x="361070" y="4500"/>
                    </a:cubicBezTo>
                    <a:moveTo>
                      <a:pt x="4006" y="398851"/>
                    </a:moveTo>
                    <a:cubicBezTo>
                      <a:pt x="115721" y="262635"/>
                      <a:pt x="249582" y="123879"/>
                      <a:pt x="361070" y="4500"/>
                    </a:cubicBezTo>
                    <a:moveTo>
                      <a:pt x="2041" y="445224"/>
                    </a:moveTo>
                    <a:cubicBezTo>
                      <a:pt x="164700" y="273593"/>
                      <a:pt x="318969" y="79321"/>
                      <a:pt x="403700" y="1597"/>
                    </a:cubicBezTo>
                    <a:moveTo>
                      <a:pt x="2041" y="445224"/>
                    </a:moveTo>
                    <a:cubicBezTo>
                      <a:pt x="143537" y="299138"/>
                      <a:pt x="287375" y="137450"/>
                      <a:pt x="403700" y="1597"/>
                    </a:cubicBezTo>
                    <a:moveTo>
                      <a:pt x="76" y="491669"/>
                    </a:moveTo>
                    <a:cubicBezTo>
                      <a:pt x="135222" y="350156"/>
                      <a:pt x="256612" y="209368"/>
                      <a:pt x="441417" y="4210"/>
                    </a:cubicBezTo>
                    <a:moveTo>
                      <a:pt x="76" y="491669"/>
                    </a:moveTo>
                    <a:cubicBezTo>
                      <a:pt x="92743" y="391521"/>
                      <a:pt x="189492" y="279689"/>
                      <a:pt x="441417" y="4210"/>
                    </a:cubicBezTo>
                    <a:moveTo>
                      <a:pt x="3024" y="532672"/>
                    </a:moveTo>
                    <a:cubicBezTo>
                      <a:pt x="124716" y="416268"/>
                      <a:pt x="226680" y="268296"/>
                      <a:pt x="484047" y="1379"/>
                    </a:cubicBezTo>
                    <a:moveTo>
                      <a:pt x="3024" y="532672"/>
                    </a:moveTo>
                    <a:cubicBezTo>
                      <a:pt x="106198" y="434774"/>
                      <a:pt x="203324" y="327586"/>
                      <a:pt x="484047" y="1379"/>
                    </a:cubicBezTo>
                    <a:moveTo>
                      <a:pt x="1059" y="579045"/>
                    </a:moveTo>
                    <a:cubicBezTo>
                      <a:pt x="108994" y="434991"/>
                      <a:pt x="224110" y="324320"/>
                      <a:pt x="521763" y="3992"/>
                    </a:cubicBezTo>
                    <a:moveTo>
                      <a:pt x="1059" y="579045"/>
                    </a:moveTo>
                    <a:cubicBezTo>
                      <a:pt x="124942" y="439128"/>
                      <a:pt x="259030" y="298195"/>
                      <a:pt x="521763" y="3992"/>
                    </a:cubicBezTo>
                    <a:moveTo>
                      <a:pt x="23885" y="598131"/>
                    </a:moveTo>
                    <a:cubicBezTo>
                      <a:pt x="211109" y="386006"/>
                      <a:pt x="421236" y="173881"/>
                      <a:pt x="564394" y="1089"/>
                    </a:cubicBezTo>
                    <a:moveTo>
                      <a:pt x="23885" y="598131"/>
                    </a:moveTo>
                    <a:cubicBezTo>
                      <a:pt x="146938" y="471857"/>
                      <a:pt x="265833" y="342971"/>
                      <a:pt x="564394" y="1089"/>
                    </a:cubicBezTo>
                    <a:moveTo>
                      <a:pt x="61602" y="600744"/>
                    </a:moveTo>
                    <a:cubicBezTo>
                      <a:pt x="277246" y="359227"/>
                      <a:pt x="486239" y="149279"/>
                      <a:pt x="602110" y="3702"/>
                    </a:cubicBezTo>
                    <a:moveTo>
                      <a:pt x="61602" y="600744"/>
                    </a:moveTo>
                    <a:cubicBezTo>
                      <a:pt x="221238" y="418155"/>
                      <a:pt x="375280" y="250879"/>
                      <a:pt x="602110" y="3702"/>
                    </a:cubicBezTo>
                    <a:moveTo>
                      <a:pt x="104232" y="597841"/>
                    </a:moveTo>
                    <a:cubicBezTo>
                      <a:pt x="245123" y="463584"/>
                      <a:pt x="363111" y="302331"/>
                      <a:pt x="644740" y="871"/>
                    </a:cubicBezTo>
                    <a:moveTo>
                      <a:pt x="104232" y="597841"/>
                    </a:moveTo>
                    <a:cubicBezTo>
                      <a:pt x="222372" y="471785"/>
                      <a:pt x="320027" y="356397"/>
                      <a:pt x="644740" y="871"/>
                    </a:cubicBezTo>
                    <a:moveTo>
                      <a:pt x="141949" y="600453"/>
                    </a:moveTo>
                    <a:cubicBezTo>
                      <a:pt x="287828" y="447183"/>
                      <a:pt x="411636" y="303130"/>
                      <a:pt x="682457" y="3484"/>
                    </a:cubicBezTo>
                    <a:moveTo>
                      <a:pt x="141949" y="600453"/>
                    </a:moveTo>
                    <a:cubicBezTo>
                      <a:pt x="311788" y="412131"/>
                      <a:pt x="490169" y="210892"/>
                      <a:pt x="682457" y="3484"/>
                    </a:cubicBezTo>
                    <a:moveTo>
                      <a:pt x="184579" y="597623"/>
                    </a:moveTo>
                    <a:cubicBezTo>
                      <a:pt x="382990" y="357921"/>
                      <a:pt x="588807" y="149715"/>
                      <a:pt x="725087" y="654"/>
                    </a:cubicBezTo>
                    <a:moveTo>
                      <a:pt x="184579" y="597623"/>
                    </a:moveTo>
                    <a:cubicBezTo>
                      <a:pt x="394554" y="359953"/>
                      <a:pt x="595988" y="133241"/>
                      <a:pt x="725087" y="654"/>
                    </a:cubicBezTo>
                    <a:moveTo>
                      <a:pt x="222296" y="600236"/>
                    </a:moveTo>
                    <a:cubicBezTo>
                      <a:pt x="382990" y="419026"/>
                      <a:pt x="566812" y="230268"/>
                      <a:pt x="762804" y="3266"/>
                    </a:cubicBezTo>
                    <a:moveTo>
                      <a:pt x="222296" y="600236"/>
                    </a:moveTo>
                    <a:cubicBezTo>
                      <a:pt x="325847" y="470624"/>
                      <a:pt x="451696" y="348414"/>
                      <a:pt x="762804" y="3266"/>
                    </a:cubicBezTo>
                    <a:moveTo>
                      <a:pt x="264926" y="597333"/>
                    </a:moveTo>
                    <a:cubicBezTo>
                      <a:pt x="409142" y="427734"/>
                      <a:pt x="569306" y="254870"/>
                      <a:pt x="805434" y="363"/>
                    </a:cubicBezTo>
                    <a:moveTo>
                      <a:pt x="264926" y="597333"/>
                    </a:moveTo>
                    <a:cubicBezTo>
                      <a:pt x="437033" y="408575"/>
                      <a:pt x="616774" y="213795"/>
                      <a:pt x="805434" y="363"/>
                    </a:cubicBezTo>
                    <a:moveTo>
                      <a:pt x="302643" y="599945"/>
                    </a:moveTo>
                    <a:cubicBezTo>
                      <a:pt x="496896" y="394279"/>
                      <a:pt x="691905" y="181863"/>
                      <a:pt x="843151" y="2976"/>
                    </a:cubicBezTo>
                    <a:moveTo>
                      <a:pt x="302643" y="599945"/>
                    </a:moveTo>
                    <a:cubicBezTo>
                      <a:pt x="467040" y="413293"/>
                      <a:pt x="638089" y="221197"/>
                      <a:pt x="843151" y="2976"/>
                    </a:cubicBezTo>
                    <a:moveTo>
                      <a:pt x="340284" y="602558"/>
                    </a:moveTo>
                    <a:cubicBezTo>
                      <a:pt x="462958" y="438039"/>
                      <a:pt x="612692" y="301025"/>
                      <a:pt x="885781" y="146"/>
                    </a:cubicBezTo>
                    <a:moveTo>
                      <a:pt x="340284" y="602558"/>
                    </a:moveTo>
                    <a:cubicBezTo>
                      <a:pt x="534613" y="391231"/>
                      <a:pt x="722668" y="186653"/>
                      <a:pt x="885781" y="146"/>
                    </a:cubicBezTo>
                    <a:moveTo>
                      <a:pt x="382990" y="599728"/>
                    </a:moveTo>
                    <a:cubicBezTo>
                      <a:pt x="488279" y="485065"/>
                      <a:pt x="616623" y="358066"/>
                      <a:pt x="918509" y="8201"/>
                    </a:cubicBezTo>
                    <a:moveTo>
                      <a:pt x="382990" y="599728"/>
                    </a:moveTo>
                    <a:cubicBezTo>
                      <a:pt x="585406" y="380998"/>
                      <a:pt x="783666" y="153488"/>
                      <a:pt x="918509" y="8201"/>
                    </a:cubicBezTo>
                    <a:moveTo>
                      <a:pt x="420631" y="602340"/>
                    </a:moveTo>
                    <a:cubicBezTo>
                      <a:pt x="542701" y="483686"/>
                      <a:pt x="666055" y="338036"/>
                      <a:pt x="916544" y="54646"/>
                    </a:cubicBezTo>
                    <a:moveTo>
                      <a:pt x="420631" y="602340"/>
                    </a:moveTo>
                    <a:cubicBezTo>
                      <a:pt x="575731" y="435136"/>
                      <a:pt x="729244" y="254435"/>
                      <a:pt x="916544" y="54646"/>
                    </a:cubicBezTo>
                    <a:moveTo>
                      <a:pt x="463336" y="599510"/>
                    </a:moveTo>
                    <a:cubicBezTo>
                      <a:pt x="622216" y="416558"/>
                      <a:pt x="821533" y="227511"/>
                      <a:pt x="919492" y="95577"/>
                    </a:cubicBezTo>
                    <a:moveTo>
                      <a:pt x="463336" y="599510"/>
                    </a:moveTo>
                    <a:cubicBezTo>
                      <a:pt x="621460" y="423598"/>
                      <a:pt x="768019" y="250225"/>
                      <a:pt x="919492" y="95577"/>
                    </a:cubicBezTo>
                    <a:moveTo>
                      <a:pt x="500978" y="602122"/>
                    </a:moveTo>
                    <a:cubicBezTo>
                      <a:pt x="654037" y="432742"/>
                      <a:pt x="815411" y="252112"/>
                      <a:pt x="917526" y="142022"/>
                    </a:cubicBezTo>
                    <a:moveTo>
                      <a:pt x="500978" y="602122"/>
                    </a:moveTo>
                    <a:cubicBezTo>
                      <a:pt x="641490" y="455601"/>
                      <a:pt x="781398" y="314088"/>
                      <a:pt x="917526" y="142022"/>
                    </a:cubicBezTo>
                    <a:moveTo>
                      <a:pt x="543683" y="599220"/>
                    </a:moveTo>
                    <a:cubicBezTo>
                      <a:pt x="619646" y="499072"/>
                      <a:pt x="724482" y="422437"/>
                      <a:pt x="915561" y="188467"/>
                    </a:cubicBezTo>
                    <a:moveTo>
                      <a:pt x="543683" y="599220"/>
                    </a:moveTo>
                    <a:cubicBezTo>
                      <a:pt x="676939" y="450594"/>
                      <a:pt x="816998" y="294639"/>
                      <a:pt x="915561" y="188467"/>
                    </a:cubicBezTo>
                    <a:moveTo>
                      <a:pt x="581324" y="601832"/>
                    </a:moveTo>
                    <a:cubicBezTo>
                      <a:pt x="640659" y="529551"/>
                      <a:pt x="740658" y="456110"/>
                      <a:pt x="918585" y="229398"/>
                    </a:cubicBezTo>
                    <a:moveTo>
                      <a:pt x="581324" y="601832"/>
                    </a:moveTo>
                    <a:cubicBezTo>
                      <a:pt x="693417" y="470116"/>
                      <a:pt x="806795" y="349866"/>
                      <a:pt x="918585" y="229398"/>
                    </a:cubicBezTo>
                    <a:moveTo>
                      <a:pt x="624030" y="599002"/>
                    </a:moveTo>
                    <a:cubicBezTo>
                      <a:pt x="732117" y="482162"/>
                      <a:pt x="857890" y="341230"/>
                      <a:pt x="916544" y="275843"/>
                    </a:cubicBezTo>
                    <a:moveTo>
                      <a:pt x="624030" y="599002"/>
                    </a:moveTo>
                    <a:cubicBezTo>
                      <a:pt x="700824" y="507708"/>
                      <a:pt x="776031" y="419243"/>
                      <a:pt x="916544" y="275843"/>
                    </a:cubicBezTo>
                    <a:moveTo>
                      <a:pt x="661671" y="601614"/>
                    </a:moveTo>
                    <a:cubicBezTo>
                      <a:pt x="737332" y="504587"/>
                      <a:pt x="832871" y="400738"/>
                      <a:pt x="919567" y="316773"/>
                    </a:cubicBezTo>
                    <a:moveTo>
                      <a:pt x="661671" y="601614"/>
                    </a:moveTo>
                    <a:cubicBezTo>
                      <a:pt x="749577" y="490944"/>
                      <a:pt x="843907" y="390288"/>
                      <a:pt x="919567" y="316773"/>
                    </a:cubicBezTo>
                    <a:moveTo>
                      <a:pt x="704377" y="598712"/>
                    </a:moveTo>
                    <a:cubicBezTo>
                      <a:pt x="768624" y="524544"/>
                      <a:pt x="852372" y="444716"/>
                      <a:pt x="917602" y="363219"/>
                    </a:cubicBezTo>
                    <a:moveTo>
                      <a:pt x="704377" y="598712"/>
                    </a:moveTo>
                    <a:cubicBezTo>
                      <a:pt x="739070" y="553645"/>
                      <a:pt x="794247" y="509667"/>
                      <a:pt x="917602" y="363219"/>
                    </a:cubicBezTo>
                    <a:moveTo>
                      <a:pt x="742018" y="601324"/>
                    </a:moveTo>
                    <a:cubicBezTo>
                      <a:pt x="809289" y="524181"/>
                      <a:pt x="869001" y="460101"/>
                      <a:pt x="915637" y="409664"/>
                    </a:cubicBezTo>
                    <a:moveTo>
                      <a:pt x="742018" y="601324"/>
                    </a:moveTo>
                    <a:cubicBezTo>
                      <a:pt x="792433" y="539566"/>
                      <a:pt x="845721" y="494427"/>
                      <a:pt x="915637" y="409664"/>
                    </a:cubicBezTo>
                    <a:moveTo>
                      <a:pt x="784724" y="598494"/>
                    </a:moveTo>
                    <a:cubicBezTo>
                      <a:pt x="809667" y="553572"/>
                      <a:pt x="853884" y="516416"/>
                      <a:pt x="918585" y="450594"/>
                    </a:cubicBezTo>
                    <a:moveTo>
                      <a:pt x="784724" y="598494"/>
                    </a:moveTo>
                    <a:cubicBezTo>
                      <a:pt x="831057" y="545444"/>
                      <a:pt x="892810" y="485210"/>
                      <a:pt x="918585" y="450594"/>
                    </a:cubicBezTo>
                    <a:moveTo>
                      <a:pt x="822365" y="601106"/>
                    </a:moveTo>
                    <a:cubicBezTo>
                      <a:pt x="849122" y="590947"/>
                      <a:pt x="865600" y="568159"/>
                      <a:pt x="916619" y="497040"/>
                    </a:cubicBezTo>
                    <a:moveTo>
                      <a:pt x="822365" y="601106"/>
                    </a:moveTo>
                    <a:cubicBezTo>
                      <a:pt x="841261" y="567071"/>
                      <a:pt x="868774" y="549073"/>
                      <a:pt x="916619" y="497040"/>
                    </a:cubicBezTo>
                    <a:moveTo>
                      <a:pt x="865070" y="598204"/>
                    </a:moveTo>
                    <a:cubicBezTo>
                      <a:pt x="892432" y="574545"/>
                      <a:pt x="897270" y="556693"/>
                      <a:pt x="919567" y="537970"/>
                    </a:cubicBezTo>
                    <a:moveTo>
                      <a:pt x="865070" y="598204"/>
                    </a:moveTo>
                    <a:cubicBezTo>
                      <a:pt x="889258" y="571352"/>
                      <a:pt x="905735" y="554734"/>
                      <a:pt x="919567" y="537970"/>
                    </a:cubicBezTo>
                  </a:path>
                </a:pathLst>
              </a:custGeom>
              <a:noFill/>
              <a:ln w="3775" cap="rnd">
                <a:solidFill>
                  <a:srgbClr val="E1D5E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1" name="شكل حر: شكل 72">
                <a:extLst>
                  <a:ext uri="{FF2B5EF4-FFF2-40B4-BE49-F238E27FC236}">
                    <a16:creationId xmlns:a16="http://schemas.microsoft.com/office/drawing/2014/main" id="{99B22447-477E-6AC5-94C1-A67932205844}"/>
                  </a:ext>
                </a:extLst>
              </p:cNvPr>
              <p:cNvSpPr/>
              <p:nvPr/>
            </p:nvSpPr>
            <p:spPr>
              <a:xfrm>
                <a:off x="5306858" y="1461979"/>
                <a:ext cx="914710" cy="589279"/>
              </a:xfrm>
              <a:custGeom>
                <a:avLst/>
                <a:gdLst>
                  <a:gd name="csX0" fmla="*/ 3058 w 914710"/>
                  <a:gd name="csY0" fmla="*/ 1690 h 589279"/>
                  <a:gd name="csX1" fmla="*/ 910077 w 914710"/>
                  <a:gd name="csY1" fmla="*/ 1690 h 589279"/>
                  <a:gd name="csX2" fmla="*/ 3058 w 914710"/>
                  <a:gd name="csY2" fmla="*/ 1690 h 589279"/>
                  <a:gd name="csX3" fmla="*/ 910077 w 914710"/>
                  <a:gd name="csY3" fmla="*/ 1690 h 589279"/>
                  <a:gd name="csX4" fmla="*/ 910077 w 914710"/>
                  <a:gd name="csY4" fmla="*/ 1690 h 589279"/>
                  <a:gd name="csX5" fmla="*/ 910077 w 914710"/>
                  <a:gd name="csY5" fmla="*/ 582258 h 589279"/>
                  <a:gd name="csX6" fmla="*/ 910077 w 914710"/>
                  <a:gd name="csY6" fmla="*/ 1690 h 589279"/>
                  <a:gd name="csX7" fmla="*/ 910077 w 914710"/>
                  <a:gd name="csY7" fmla="*/ 582258 h 589279"/>
                  <a:gd name="csX8" fmla="*/ 910077 w 914710"/>
                  <a:gd name="csY8" fmla="*/ 582258 h 589279"/>
                  <a:gd name="csX9" fmla="*/ 3058 w 914710"/>
                  <a:gd name="csY9" fmla="*/ 582258 h 589279"/>
                  <a:gd name="csX10" fmla="*/ 910077 w 914710"/>
                  <a:gd name="csY10" fmla="*/ 582258 h 589279"/>
                  <a:gd name="csX11" fmla="*/ 3058 w 914710"/>
                  <a:gd name="csY11" fmla="*/ 582258 h 589279"/>
                  <a:gd name="csX12" fmla="*/ 3058 w 914710"/>
                  <a:gd name="csY12" fmla="*/ 582258 h 589279"/>
                  <a:gd name="csX13" fmla="*/ 3058 w 914710"/>
                  <a:gd name="csY13" fmla="*/ 1690 h 589279"/>
                  <a:gd name="csX14" fmla="*/ 3058 w 914710"/>
                  <a:gd name="csY14" fmla="*/ 582258 h 589279"/>
                  <a:gd name="csX15" fmla="*/ 3058 w 914710"/>
                  <a:gd name="csY15" fmla="*/ 1690 h 5892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4710" h="589279">
                    <a:moveTo>
                      <a:pt x="3058" y="1690"/>
                    </a:moveTo>
                    <a:cubicBezTo>
                      <a:pt x="291943" y="-5785"/>
                      <a:pt x="581736" y="14753"/>
                      <a:pt x="910077" y="1690"/>
                    </a:cubicBezTo>
                    <a:moveTo>
                      <a:pt x="3058" y="1690"/>
                    </a:moveTo>
                    <a:cubicBezTo>
                      <a:pt x="238731" y="4375"/>
                      <a:pt x="477277" y="5463"/>
                      <a:pt x="910077" y="1690"/>
                    </a:cubicBezTo>
                    <a:moveTo>
                      <a:pt x="910077" y="1690"/>
                    </a:moveTo>
                    <a:cubicBezTo>
                      <a:pt x="906525" y="215702"/>
                      <a:pt x="922095" y="446623"/>
                      <a:pt x="910077" y="582258"/>
                    </a:cubicBezTo>
                    <a:moveTo>
                      <a:pt x="910077" y="1690"/>
                    </a:moveTo>
                    <a:cubicBezTo>
                      <a:pt x="904786" y="146687"/>
                      <a:pt x="901989" y="277460"/>
                      <a:pt x="910077" y="582258"/>
                    </a:cubicBezTo>
                    <a:moveTo>
                      <a:pt x="910077" y="582258"/>
                    </a:moveTo>
                    <a:cubicBezTo>
                      <a:pt x="558683" y="587773"/>
                      <a:pt x="192398" y="579138"/>
                      <a:pt x="3058" y="582258"/>
                    </a:cubicBezTo>
                    <a:moveTo>
                      <a:pt x="910077" y="582258"/>
                    </a:moveTo>
                    <a:cubicBezTo>
                      <a:pt x="711364" y="591765"/>
                      <a:pt x="517564" y="591475"/>
                      <a:pt x="3058" y="582258"/>
                    </a:cubicBezTo>
                    <a:moveTo>
                      <a:pt x="3058" y="582258"/>
                    </a:moveTo>
                    <a:cubicBezTo>
                      <a:pt x="-5559" y="378479"/>
                      <a:pt x="15680" y="164104"/>
                      <a:pt x="3058" y="1690"/>
                    </a:cubicBezTo>
                    <a:moveTo>
                      <a:pt x="3058" y="582258"/>
                    </a:moveTo>
                    <a:cubicBezTo>
                      <a:pt x="3058" y="423037"/>
                      <a:pt x="-3821" y="282975"/>
                      <a:pt x="3058" y="1690"/>
                    </a:cubicBezTo>
                  </a:path>
                </a:pathLst>
              </a:custGeom>
              <a:noFill/>
              <a:ln w="7550" cap="rnd">
                <a:solidFill>
                  <a:srgbClr val="9673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18" name="صورة 73">
              <a:extLst>
                <a:ext uri="{FF2B5EF4-FFF2-40B4-BE49-F238E27FC236}">
                  <a16:creationId xmlns:a16="http://schemas.microsoft.com/office/drawing/2014/main" id="{D4FD4589-1C19-7380-78A9-30459A806B77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13695" y="1703153"/>
              <a:ext cx="891902" cy="123370"/>
            </a:xfrm>
            <a:custGeom>
              <a:avLst/>
              <a:gdLst>
                <a:gd name="csX0" fmla="*/ 0 w 891902"/>
                <a:gd name="csY0" fmla="*/ 0 h 123370"/>
                <a:gd name="csX1" fmla="*/ 891903 w 891902"/>
                <a:gd name="csY1" fmla="*/ 0 h 123370"/>
                <a:gd name="csX2" fmla="*/ 891903 w 891902"/>
                <a:gd name="csY2" fmla="*/ 123371 h 123370"/>
                <a:gd name="csX3" fmla="*/ 0 w 89190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0" y="0"/>
                  </a:moveTo>
                  <a:lnTo>
                    <a:pt x="891903" y="0"/>
                  </a:lnTo>
                  <a:lnTo>
                    <a:pt x="89190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22" name="!!رسم 9">
            <a:extLst>
              <a:ext uri="{FF2B5EF4-FFF2-40B4-BE49-F238E27FC236}">
                <a16:creationId xmlns:a16="http://schemas.microsoft.com/office/drawing/2014/main" id="{A1BF1447-3818-660A-8009-3E1A64D7A579}"/>
              </a:ext>
            </a:extLst>
          </p:cNvPr>
          <p:cNvGrpSpPr/>
          <p:nvPr/>
        </p:nvGrpSpPr>
        <p:grpSpPr>
          <a:xfrm>
            <a:off x="1299672" y="1595968"/>
            <a:ext cx="544261" cy="4584392"/>
            <a:chOff x="4022552" y="1606778"/>
            <a:chExt cx="544261" cy="4584392"/>
          </a:xfrm>
          <a:noFill/>
        </p:grpSpPr>
        <p:grpSp>
          <p:nvGrpSpPr>
            <p:cNvPr id="1723" name="رسم 9">
              <a:extLst>
                <a:ext uri="{FF2B5EF4-FFF2-40B4-BE49-F238E27FC236}">
                  <a16:creationId xmlns:a16="http://schemas.microsoft.com/office/drawing/2014/main" id="{68055F96-4B68-D459-5A4D-E24614002B11}"/>
                </a:ext>
              </a:extLst>
            </p:cNvPr>
            <p:cNvGrpSpPr/>
            <p:nvPr/>
          </p:nvGrpSpPr>
          <p:grpSpPr>
            <a:xfrm>
              <a:off x="4022552" y="1606778"/>
              <a:ext cx="544261" cy="4584392"/>
              <a:chOff x="4022552" y="1606778"/>
              <a:chExt cx="544261" cy="4584392"/>
            </a:xfrm>
            <a:noFill/>
          </p:grpSpPr>
          <p:sp>
            <p:nvSpPr>
              <p:cNvPr id="1725" name="مستطيل 76">
                <a:extLst>
                  <a:ext uri="{FF2B5EF4-FFF2-40B4-BE49-F238E27FC236}">
                    <a16:creationId xmlns:a16="http://schemas.microsoft.com/office/drawing/2014/main" id="{E5ABA4A7-1238-1189-9068-4E1EA64A95BF}"/>
                  </a:ext>
                </a:extLst>
              </p:cNvPr>
              <p:cNvSpPr/>
              <p:nvPr/>
            </p:nvSpPr>
            <p:spPr>
              <a:xfrm>
                <a:off x="4024971" y="1608810"/>
                <a:ext cx="529094" cy="4571975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6" name="شكل حر: شكل 77">
                <a:extLst>
                  <a:ext uri="{FF2B5EF4-FFF2-40B4-BE49-F238E27FC236}">
                    <a16:creationId xmlns:a16="http://schemas.microsoft.com/office/drawing/2014/main" id="{723D089A-832C-D57F-50D3-FDD95B2B4DED}"/>
                  </a:ext>
                </a:extLst>
              </p:cNvPr>
              <p:cNvSpPr/>
              <p:nvPr/>
            </p:nvSpPr>
            <p:spPr>
              <a:xfrm>
                <a:off x="4022552" y="1606778"/>
                <a:ext cx="534763" cy="4579812"/>
              </a:xfrm>
              <a:custGeom>
                <a:avLst/>
                <a:gdLst>
                  <a:gd name="csX0" fmla="*/ 303 w 534763"/>
                  <a:gd name="csY0" fmla="*/ 4355 h 4579812"/>
                  <a:gd name="csX1" fmla="*/ 303 w 534763"/>
                  <a:gd name="csY1" fmla="*/ 4355 h 4579812"/>
                  <a:gd name="csX2" fmla="*/ 303 w 534763"/>
                  <a:gd name="csY2" fmla="*/ 4355 h 4579812"/>
                  <a:gd name="csX3" fmla="*/ 303 w 534763"/>
                  <a:gd name="csY3" fmla="*/ 4355 h 4579812"/>
                  <a:gd name="csX4" fmla="*/ 3326 w 534763"/>
                  <a:gd name="csY4" fmla="*/ 45285 h 4579812"/>
                  <a:gd name="csX5" fmla="*/ 43008 w 534763"/>
                  <a:gd name="csY5" fmla="*/ 1452 h 4579812"/>
                  <a:gd name="csX6" fmla="*/ 3326 w 534763"/>
                  <a:gd name="csY6" fmla="*/ 45285 h 4579812"/>
                  <a:gd name="csX7" fmla="*/ 43008 w 534763"/>
                  <a:gd name="csY7" fmla="*/ 1452 h 4579812"/>
                  <a:gd name="csX8" fmla="*/ 1361 w 534763"/>
                  <a:gd name="csY8" fmla="*/ 91730 h 4579812"/>
                  <a:gd name="csX9" fmla="*/ 80650 w 534763"/>
                  <a:gd name="csY9" fmla="*/ 4064 h 4579812"/>
                  <a:gd name="csX10" fmla="*/ 1361 w 534763"/>
                  <a:gd name="csY10" fmla="*/ 91730 h 4579812"/>
                  <a:gd name="csX11" fmla="*/ 80650 w 534763"/>
                  <a:gd name="csY11" fmla="*/ 4064 h 4579812"/>
                  <a:gd name="csX12" fmla="*/ 4309 w 534763"/>
                  <a:gd name="csY12" fmla="*/ 132660 h 4579812"/>
                  <a:gd name="csX13" fmla="*/ 123355 w 534763"/>
                  <a:gd name="csY13" fmla="*/ 1234 h 4579812"/>
                  <a:gd name="csX14" fmla="*/ 4309 w 534763"/>
                  <a:gd name="csY14" fmla="*/ 132660 h 4579812"/>
                  <a:gd name="csX15" fmla="*/ 123355 w 534763"/>
                  <a:gd name="csY15" fmla="*/ 1234 h 4579812"/>
                  <a:gd name="csX16" fmla="*/ 2344 w 534763"/>
                  <a:gd name="csY16" fmla="*/ 179106 h 4579812"/>
                  <a:gd name="csX17" fmla="*/ 160996 w 534763"/>
                  <a:gd name="csY17" fmla="*/ 3847 h 4579812"/>
                  <a:gd name="csX18" fmla="*/ 2344 w 534763"/>
                  <a:gd name="csY18" fmla="*/ 179106 h 4579812"/>
                  <a:gd name="csX19" fmla="*/ 160996 w 534763"/>
                  <a:gd name="csY19" fmla="*/ 3847 h 4579812"/>
                  <a:gd name="csX20" fmla="*/ 378 w 534763"/>
                  <a:gd name="csY20" fmla="*/ 225551 h 4579812"/>
                  <a:gd name="csX21" fmla="*/ 203702 w 534763"/>
                  <a:gd name="csY21" fmla="*/ 1016 h 4579812"/>
                  <a:gd name="csX22" fmla="*/ 378 w 534763"/>
                  <a:gd name="csY22" fmla="*/ 225551 h 4579812"/>
                  <a:gd name="csX23" fmla="*/ 203702 w 534763"/>
                  <a:gd name="csY23" fmla="*/ 1016 h 4579812"/>
                  <a:gd name="csX24" fmla="*/ 3326 w 534763"/>
                  <a:gd name="csY24" fmla="*/ 266481 h 4579812"/>
                  <a:gd name="csX25" fmla="*/ 241343 w 534763"/>
                  <a:gd name="csY25" fmla="*/ 3629 h 4579812"/>
                  <a:gd name="csX26" fmla="*/ 3326 w 534763"/>
                  <a:gd name="csY26" fmla="*/ 266481 h 4579812"/>
                  <a:gd name="csX27" fmla="*/ 241343 w 534763"/>
                  <a:gd name="csY27" fmla="*/ 3629 h 4579812"/>
                  <a:gd name="csX28" fmla="*/ 1361 w 534763"/>
                  <a:gd name="csY28" fmla="*/ 312927 h 4579812"/>
                  <a:gd name="csX29" fmla="*/ 284049 w 534763"/>
                  <a:gd name="csY29" fmla="*/ 726 h 4579812"/>
                  <a:gd name="csX30" fmla="*/ 1361 w 534763"/>
                  <a:gd name="csY30" fmla="*/ 312927 h 4579812"/>
                  <a:gd name="csX31" fmla="*/ 284049 w 534763"/>
                  <a:gd name="csY31" fmla="*/ 726 h 4579812"/>
                  <a:gd name="csX32" fmla="*/ 4309 w 534763"/>
                  <a:gd name="csY32" fmla="*/ 353857 h 4579812"/>
                  <a:gd name="csX33" fmla="*/ 321690 w 534763"/>
                  <a:gd name="csY33" fmla="*/ 3339 h 4579812"/>
                  <a:gd name="csX34" fmla="*/ 4309 w 534763"/>
                  <a:gd name="csY34" fmla="*/ 353857 h 4579812"/>
                  <a:gd name="csX35" fmla="*/ 321690 w 534763"/>
                  <a:gd name="csY35" fmla="*/ 3339 h 4579812"/>
                  <a:gd name="csX36" fmla="*/ 2344 w 534763"/>
                  <a:gd name="csY36" fmla="*/ 400302 h 4579812"/>
                  <a:gd name="csX37" fmla="*/ 364396 w 534763"/>
                  <a:gd name="csY37" fmla="*/ 508 h 4579812"/>
                  <a:gd name="csX38" fmla="*/ 2344 w 534763"/>
                  <a:gd name="csY38" fmla="*/ 400302 h 4579812"/>
                  <a:gd name="csX39" fmla="*/ 364396 w 534763"/>
                  <a:gd name="csY39" fmla="*/ 508 h 4579812"/>
                  <a:gd name="csX40" fmla="*/ 378 w 534763"/>
                  <a:gd name="csY40" fmla="*/ 446748 h 4579812"/>
                  <a:gd name="csX41" fmla="*/ 402037 w 534763"/>
                  <a:gd name="csY41" fmla="*/ 3121 h 4579812"/>
                  <a:gd name="csX42" fmla="*/ 378 w 534763"/>
                  <a:gd name="csY42" fmla="*/ 446748 h 4579812"/>
                  <a:gd name="csX43" fmla="*/ 402037 w 534763"/>
                  <a:gd name="csY43" fmla="*/ 3121 h 4579812"/>
                  <a:gd name="csX44" fmla="*/ 3402 w 534763"/>
                  <a:gd name="csY44" fmla="*/ 487678 h 4579812"/>
                  <a:gd name="csX45" fmla="*/ 444743 w 534763"/>
                  <a:gd name="csY45" fmla="*/ 218 h 4579812"/>
                  <a:gd name="csX46" fmla="*/ 3402 w 534763"/>
                  <a:gd name="csY46" fmla="*/ 487678 h 4579812"/>
                  <a:gd name="csX47" fmla="*/ 444743 w 534763"/>
                  <a:gd name="csY47" fmla="*/ 218 h 4579812"/>
                  <a:gd name="csX48" fmla="*/ 1437 w 534763"/>
                  <a:gd name="csY48" fmla="*/ 534123 h 4579812"/>
                  <a:gd name="csX49" fmla="*/ 482384 w 534763"/>
                  <a:gd name="csY49" fmla="*/ 2831 h 4579812"/>
                  <a:gd name="csX50" fmla="*/ 1437 w 534763"/>
                  <a:gd name="csY50" fmla="*/ 534123 h 4579812"/>
                  <a:gd name="csX51" fmla="*/ 482384 w 534763"/>
                  <a:gd name="csY51" fmla="*/ 2831 h 4579812"/>
                  <a:gd name="csX52" fmla="*/ 4384 w 534763"/>
                  <a:gd name="csY52" fmla="*/ 575053 h 4579812"/>
                  <a:gd name="csX53" fmla="*/ 525089 w 534763"/>
                  <a:gd name="csY53" fmla="*/ 1 h 4579812"/>
                  <a:gd name="csX54" fmla="*/ 4384 w 534763"/>
                  <a:gd name="csY54" fmla="*/ 575053 h 4579812"/>
                  <a:gd name="csX55" fmla="*/ 525089 w 534763"/>
                  <a:gd name="csY55" fmla="*/ 1 h 4579812"/>
                  <a:gd name="csX56" fmla="*/ 2419 w 534763"/>
                  <a:gd name="csY56" fmla="*/ 621499 h 4579812"/>
                  <a:gd name="csX57" fmla="*/ 533026 w 534763"/>
                  <a:gd name="csY57" fmla="*/ 35488 h 4579812"/>
                  <a:gd name="csX58" fmla="*/ 2419 w 534763"/>
                  <a:gd name="csY58" fmla="*/ 621499 h 4579812"/>
                  <a:gd name="csX59" fmla="*/ 533026 w 534763"/>
                  <a:gd name="csY59" fmla="*/ 35488 h 4579812"/>
                  <a:gd name="csX60" fmla="*/ 454 w 534763"/>
                  <a:gd name="csY60" fmla="*/ 667944 h 4579812"/>
                  <a:gd name="csX61" fmla="*/ 531061 w 534763"/>
                  <a:gd name="csY61" fmla="*/ 81861 h 4579812"/>
                  <a:gd name="csX62" fmla="*/ 454 w 534763"/>
                  <a:gd name="csY62" fmla="*/ 667944 h 4579812"/>
                  <a:gd name="csX63" fmla="*/ 531061 w 534763"/>
                  <a:gd name="csY63" fmla="*/ 81861 h 4579812"/>
                  <a:gd name="csX64" fmla="*/ 3402 w 534763"/>
                  <a:gd name="csY64" fmla="*/ 708874 h 4579812"/>
                  <a:gd name="csX65" fmla="*/ 534008 w 534763"/>
                  <a:gd name="csY65" fmla="*/ 122863 h 4579812"/>
                  <a:gd name="csX66" fmla="*/ 3402 w 534763"/>
                  <a:gd name="csY66" fmla="*/ 708874 h 4579812"/>
                  <a:gd name="csX67" fmla="*/ 534008 w 534763"/>
                  <a:gd name="csY67" fmla="*/ 122863 h 4579812"/>
                  <a:gd name="csX68" fmla="*/ 1437 w 534763"/>
                  <a:gd name="csY68" fmla="*/ 755320 h 4579812"/>
                  <a:gd name="csX69" fmla="*/ 532043 w 534763"/>
                  <a:gd name="csY69" fmla="*/ 169236 h 4579812"/>
                  <a:gd name="csX70" fmla="*/ 1437 w 534763"/>
                  <a:gd name="csY70" fmla="*/ 755320 h 4579812"/>
                  <a:gd name="csX71" fmla="*/ 532043 w 534763"/>
                  <a:gd name="csY71" fmla="*/ 169236 h 4579812"/>
                  <a:gd name="csX72" fmla="*/ 4384 w 534763"/>
                  <a:gd name="csY72" fmla="*/ 796250 h 4579812"/>
                  <a:gd name="csX73" fmla="*/ 530078 w 534763"/>
                  <a:gd name="csY73" fmla="*/ 215682 h 4579812"/>
                  <a:gd name="csX74" fmla="*/ 4384 w 534763"/>
                  <a:gd name="csY74" fmla="*/ 796250 h 4579812"/>
                  <a:gd name="csX75" fmla="*/ 530078 w 534763"/>
                  <a:gd name="csY75" fmla="*/ 215682 h 4579812"/>
                  <a:gd name="csX76" fmla="*/ 2419 w 534763"/>
                  <a:gd name="csY76" fmla="*/ 842695 h 4579812"/>
                  <a:gd name="csX77" fmla="*/ 533026 w 534763"/>
                  <a:gd name="csY77" fmla="*/ 256684 h 4579812"/>
                  <a:gd name="csX78" fmla="*/ 2419 w 534763"/>
                  <a:gd name="csY78" fmla="*/ 842695 h 4579812"/>
                  <a:gd name="csX79" fmla="*/ 533026 w 534763"/>
                  <a:gd name="csY79" fmla="*/ 256684 h 4579812"/>
                  <a:gd name="csX80" fmla="*/ 454 w 534763"/>
                  <a:gd name="csY80" fmla="*/ 889141 h 4579812"/>
                  <a:gd name="csX81" fmla="*/ 531061 w 534763"/>
                  <a:gd name="csY81" fmla="*/ 303057 h 4579812"/>
                  <a:gd name="csX82" fmla="*/ 454 w 534763"/>
                  <a:gd name="csY82" fmla="*/ 889141 h 4579812"/>
                  <a:gd name="csX83" fmla="*/ 531061 w 534763"/>
                  <a:gd name="csY83" fmla="*/ 303057 h 4579812"/>
                  <a:gd name="csX84" fmla="*/ 3477 w 534763"/>
                  <a:gd name="csY84" fmla="*/ 930071 h 4579812"/>
                  <a:gd name="csX85" fmla="*/ 534008 w 534763"/>
                  <a:gd name="csY85" fmla="*/ 344060 h 4579812"/>
                  <a:gd name="csX86" fmla="*/ 3477 w 534763"/>
                  <a:gd name="csY86" fmla="*/ 930071 h 4579812"/>
                  <a:gd name="csX87" fmla="*/ 534008 w 534763"/>
                  <a:gd name="csY87" fmla="*/ 344060 h 4579812"/>
                  <a:gd name="csX88" fmla="*/ 1437 w 534763"/>
                  <a:gd name="csY88" fmla="*/ 976516 h 4579812"/>
                  <a:gd name="csX89" fmla="*/ 532043 w 534763"/>
                  <a:gd name="csY89" fmla="*/ 390433 h 4579812"/>
                  <a:gd name="csX90" fmla="*/ 1437 w 534763"/>
                  <a:gd name="csY90" fmla="*/ 976516 h 4579812"/>
                  <a:gd name="csX91" fmla="*/ 532043 w 534763"/>
                  <a:gd name="csY91" fmla="*/ 390433 h 4579812"/>
                  <a:gd name="csX92" fmla="*/ 4460 w 534763"/>
                  <a:gd name="csY92" fmla="*/ 1017446 h 4579812"/>
                  <a:gd name="csX93" fmla="*/ 530078 w 534763"/>
                  <a:gd name="csY93" fmla="*/ 436878 h 4579812"/>
                  <a:gd name="csX94" fmla="*/ 4460 w 534763"/>
                  <a:gd name="csY94" fmla="*/ 1017446 h 4579812"/>
                  <a:gd name="csX95" fmla="*/ 530078 w 534763"/>
                  <a:gd name="csY95" fmla="*/ 436878 h 4579812"/>
                  <a:gd name="csX96" fmla="*/ 2495 w 534763"/>
                  <a:gd name="csY96" fmla="*/ 1063892 h 4579812"/>
                  <a:gd name="csX97" fmla="*/ 533101 w 534763"/>
                  <a:gd name="csY97" fmla="*/ 477881 h 4579812"/>
                  <a:gd name="csX98" fmla="*/ 2495 w 534763"/>
                  <a:gd name="csY98" fmla="*/ 1063892 h 4579812"/>
                  <a:gd name="csX99" fmla="*/ 533101 w 534763"/>
                  <a:gd name="csY99" fmla="*/ 477881 h 4579812"/>
                  <a:gd name="csX100" fmla="*/ 530 w 534763"/>
                  <a:gd name="csY100" fmla="*/ 1110337 h 4579812"/>
                  <a:gd name="csX101" fmla="*/ 531061 w 534763"/>
                  <a:gd name="csY101" fmla="*/ 524254 h 4579812"/>
                  <a:gd name="csX102" fmla="*/ 530 w 534763"/>
                  <a:gd name="csY102" fmla="*/ 1110337 h 4579812"/>
                  <a:gd name="csX103" fmla="*/ 531061 w 534763"/>
                  <a:gd name="csY103" fmla="*/ 524254 h 4579812"/>
                  <a:gd name="csX104" fmla="*/ 3477 w 534763"/>
                  <a:gd name="csY104" fmla="*/ 1151267 h 4579812"/>
                  <a:gd name="csX105" fmla="*/ 534084 w 534763"/>
                  <a:gd name="csY105" fmla="*/ 565256 h 4579812"/>
                  <a:gd name="csX106" fmla="*/ 3477 w 534763"/>
                  <a:gd name="csY106" fmla="*/ 1151267 h 4579812"/>
                  <a:gd name="csX107" fmla="*/ 534084 w 534763"/>
                  <a:gd name="csY107" fmla="*/ 565256 h 4579812"/>
                  <a:gd name="csX108" fmla="*/ 1512 w 534763"/>
                  <a:gd name="csY108" fmla="*/ 1197713 h 4579812"/>
                  <a:gd name="csX109" fmla="*/ 532119 w 534763"/>
                  <a:gd name="csY109" fmla="*/ 611629 h 4579812"/>
                  <a:gd name="csX110" fmla="*/ 1512 w 534763"/>
                  <a:gd name="csY110" fmla="*/ 1197713 h 4579812"/>
                  <a:gd name="csX111" fmla="*/ 532119 w 534763"/>
                  <a:gd name="csY111" fmla="*/ 611629 h 4579812"/>
                  <a:gd name="csX112" fmla="*/ 4460 w 534763"/>
                  <a:gd name="csY112" fmla="*/ 1238643 h 4579812"/>
                  <a:gd name="csX113" fmla="*/ 530154 w 534763"/>
                  <a:gd name="csY113" fmla="*/ 658075 h 4579812"/>
                  <a:gd name="csX114" fmla="*/ 4460 w 534763"/>
                  <a:gd name="csY114" fmla="*/ 1238643 h 4579812"/>
                  <a:gd name="csX115" fmla="*/ 530154 w 534763"/>
                  <a:gd name="csY115" fmla="*/ 658075 h 4579812"/>
                  <a:gd name="csX116" fmla="*/ 2495 w 534763"/>
                  <a:gd name="csY116" fmla="*/ 1285088 h 4579812"/>
                  <a:gd name="csX117" fmla="*/ 533101 w 534763"/>
                  <a:gd name="csY117" fmla="*/ 699005 h 4579812"/>
                  <a:gd name="csX118" fmla="*/ 2495 w 534763"/>
                  <a:gd name="csY118" fmla="*/ 1285088 h 4579812"/>
                  <a:gd name="csX119" fmla="*/ 533101 w 534763"/>
                  <a:gd name="csY119" fmla="*/ 699005 h 4579812"/>
                  <a:gd name="csX120" fmla="*/ 530 w 534763"/>
                  <a:gd name="csY120" fmla="*/ 1331534 h 4579812"/>
                  <a:gd name="csX121" fmla="*/ 531136 w 534763"/>
                  <a:gd name="csY121" fmla="*/ 745450 h 4579812"/>
                  <a:gd name="csX122" fmla="*/ 530 w 534763"/>
                  <a:gd name="csY122" fmla="*/ 1331534 h 4579812"/>
                  <a:gd name="csX123" fmla="*/ 531136 w 534763"/>
                  <a:gd name="csY123" fmla="*/ 745450 h 4579812"/>
                  <a:gd name="csX124" fmla="*/ 3553 w 534763"/>
                  <a:gd name="csY124" fmla="*/ 1372464 h 4579812"/>
                  <a:gd name="csX125" fmla="*/ 534084 w 534763"/>
                  <a:gd name="csY125" fmla="*/ 786453 h 4579812"/>
                  <a:gd name="csX126" fmla="*/ 3553 w 534763"/>
                  <a:gd name="csY126" fmla="*/ 1372464 h 4579812"/>
                  <a:gd name="csX127" fmla="*/ 534084 w 534763"/>
                  <a:gd name="csY127" fmla="*/ 786453 h 4579812"/>
                  <a:gd name="csX128" fmla="*/ 1512 w 534763"/>
                  <a:gd name="csY128" fmla="*/ 1418909 h 4579812"/>
                  <a:gd name="csX129" fmla="*/ 532119 w 534763"/>
                  <a:gd name="csY129" fmla="*/ 832826 h 4579812"/>
                  <a:gd name="csX130" fmla="*/ 1512 w 534763"/>
                  <a:gd name="csY130" fmla="*/ 1418909 h 4579812"/>
                  <a:gd name="csX131" fmla="*/ 532119 w 534763"/>
                  <a:gd name="csY131" fmla="*/ 832826 h 4579812"/>
                  <a:gd name="csX132" fmla="*/ 4536 w 534763"/>
                  <a:gd name="csY132" fmla="*/ 1459839 h 4579812"/>
                  <a:gd name="csX133" fmla="*/ 530154 w 534763"/>
                  <a:gd name="csY133" fmla="*/ 879271 h 4579812"/>
                  <a:gd name="csX134" fmla="*/ 4536 w 534763"/>
                  <a:gd name="csY134" fmla="*/ 1459839 h 4579812"/>
                  <a:gd name="csX135" fmla="*/ 530154 w 534763"/>
                  <a:gd name="csY135" fmla="*/ 879271 h 4579812"/>
                  <a:gd name="csX136" fmla="*/ 2570 w 534763"/>
                  <a:gd name="csY136" fmla="*/ 1506285 h 4579812"/>
                  <a:gd name="csX137" fmla="*/ 533177 w 534763"/>
                  <a:gd name="csY137" fmla="*/ 920201 h 4579812"/>
                  <a:gd name="csX138" fmla="*/ 2570 w 534763"/>
                  <a:gd name="csY138" fmla="*/ 1506285 h 4579812"/>
                  <a:gd name="csX139" fmla="*/ 533177 w 534763"/>
                  <a:gd name="csY139" fmla="*/ 920201 h 4579812"/>
                  <a:gd name="csX140" fmla="*/ 605 w 534763"/>
                  <a:gd name="csY140" fmla="*/ 1552730 h 4579812"/>
                  <a:gd name="csX141" fmla="*/ 531136 w 534763"/>
                  <a:gd name="csY141" fmla="*/ 966647 h 4579812"/>
                  <a:gd name="csX142" fmla="*/ 605 w 534763"/>
                  <a:gd name="csY142" fmla="*/ 1552730 h 4579812"/>
                  <a:gd name="csX143" fmla="*/ 531136 w 534763"/>
                  <a:gd name="csY143" fmla="*/ 966647 h 4579812"/>
                  <a:gd name="csX144" fmla="*/ 3553 w 534763"/>
                  <a:gd name="csY144" fmla="*/ 1593660 h 4579812"/>
                  <a:gd name="csX145" fmla="*/ 534160 w 534763"/>
                  <a:gd name="csY145" fmla="*/ 1007649 h 4579812"/>
                  <a:gd name="csX146" fmla="*/ 3553 w 534763"/>
                  <a:gd name="csY146" fmla="*/ 1593660 h 4579812"/>
                  <a:gd name="csX147" fmla="*/ 534160 w 534763"/>
                  <a:gd name="csY147" fmla="*/ 1007649 h 4579812"/>
                  <a:gd name="csX148" fmla="*/ 1588 w 534763"/>
                  <a:gd name="csY148" fmla="*/ 1640106 h 4579812"/>
                  <a:gd name="csX149" fmla="*/ 532194 w 534763"/>
                  <a:gd name="csY149" fmla="*/ 1054022 h 4579812"/>
                  <a:gd name="csX150" fmla="*/ 1588 w 534763"/>
                  <a:gd name="csY150" fmla="*/ 1640106 h 4579812"/>
                  <a:gd name="csX151" fmla="*/ 532194 w 534763"/>
                  <a:gd name="csY151" fmla="*/ 1054022 h 4579812"/>
                  <a:gd name="csX152" fmla="*/ 4536 w 534763"/>
                  <a:gd name="csY152" fmla="*/ 1681036 h 4579812"/>
                  <a:gd name="csX153" fmla="*/ 530229 w 534763"/>
                  <a:gd name="csY153" fmla="*/ 1100468 h 4579812"/>
                  <a:gd name="csX154" fmla="*/ 4536 w 534763"/>
                  <a:gd name="csY154" fmla="*/ 1681036 h 4579812"/>
                  <a:gd name="csX155" fmla="*/ 530229 w 534763"/>
                  <a:gd name="csY155" fmla="*/ 1100468 h 4579812"/>
                  <a:gd name="csX156" fmla="*/ 2570 w 534763"/>
                  <a:gd name="csY156" fmla="*/ 1727481 h 4579812"/>
                  <a:gd name="csX157" fmla="*/ 533177 w 534763"/>
                  <a:gd name="csY157" fmla="*/ 1141398 h 4579812"/>
                  <a:gd name="csX158" fmla="*/ 2570 w 534763"/>
                  <a:gd name="csY158" fmla="*/ 1727481 h 4579812"/>
                  <a:gd name="csX159" fmla="*/ 533177 w 534763"/>
                  <a:gd name="csY159" fmla="*/ 1141398 h 4579812"/>
                  <a:gd name="csX160" fmla="*/ 605 w 534763"/>
                  <a:gd name="csY160" fmla="*/ 1773927 h 4579812"/>
                  <a:gd name="csX161" fmla="*/ 531212 w 534763"/>
                  <a:gd name="csY161" fmla="*/ 1187843 h 4579812"/>
                  <a:gd name="csX162" fmla="*/ 605 w 534763"/>
                  <a:gd name="csY162" fmla="*/ 1773927 h 4579812"/>
                  <a:gd name="csX163" fmla="*/ 531212 w 534763"/>
                  <a:gd name="csY163" fmla="*/ 1187843 h 4579812"/>
                  <a:gd name="csX164" fmla="*/ 3629 w 534763"/>
                  <a:gd name="csY164" fmla="*/ 1814857 h 4579812"/>
                  <a:gd name="csX165" fmla="*/ 534160 w 534763"/>
                  <a:gd name="csY165" fmla="*/ 1228773 h 4579812"/>
                  <a:gd name="csX166" fmla="*/ 3629 w 534763"/>
                  <a:gd name="csY166" fmla="*/ 1814857 h 4579812"/>
                  <a:gd name="csX167" fmla="*/ 534160 w 534763"/>
                  <a:gd name="csY167" fmla="*/ 1228773 h 4579812"/>
                  <a:gd name="csX168" fmla="*/ 1588 w 534763"/>
                  <a:gd name="csY168" fmla="*/ 1861303 h 4579812"/>
                  <a:gd name="csX169" fmla="*/ 532194 w 534763"/>
                  <a:gd name="csY169" fmla="*/ 1275219 h 4579812"/>
                  <a:gd name="csX170" fmla="*/ 1588 w 534763"/>
                  <a:gd name="csY170" fmla="*/ 1861303 h 4579812"/>
                  <a:gd name="csX171" fmla="*/ 532194 w 534763"/>
                  <a:gd name="csY171" fmla="*/ 1275219 h 4579812"/>
                  <a:gd name="csX172" fmla="*/ 4611 w 534763"/>
                  <a:gd name="csY172" fmla="*/ 1902232 h 4579812"/>
                  <a:gd name="csX173" fmla="*/ 530229 w 534763"/>
                  <a:gd name="csY173" fmla="*/ 1321664 h 4579812"/>
                  <a:gd name="csX174" fmla="*/ 4611 w 534763"/>
                  <a:gd name="csY174" fmla="*/ 1902232 h 4579812"/>
                  <a:gd name="csX175" fmla="*/ 530229 w 534763"/>
                  <a:gd name="csY175" fmla="*/ 1321664 h 4579812"/>
                  <a:gd name="csX176" fmla="*/ 2646 w 534763"/>
                  <a:gd name="csY176" fmla="*/ 1948678 h 4579812"/>
                  <a:gd name="csX177" fmla="*/ 533252 w 534763"/>
                  <a:gd name="csY177" fmla="*/ 1362594 h 4579812"/>
                  <a:gd name="csX178" fmla="*/ 2646 w 534763"/>
                  <a:gd name="csY178" fmla="*/ 1948678 h 4579812"/>
                  <a:gd name="csX179" fmla="*/ 533252 w 534763"/>
                  <a:gd name="csY179" fmla="*/ 1362594 h 4579812"/>
                  <a:gd name="csX180" fmla="*/ 681 w 534763"/>
                  <a:gd name="csY180" fmla="*/ 1995051 h 4579812"/>
                  <a:gd name="csX181" fmla="*/ 531212 w 534763"/>
                  <a:gd name="csY181" fmla="*/ 1409040 h 4579812"/>
                  <a:gd name="csX182" fmla="*/ 681 w 534763"/>
                  <a:gd name="csY182" fmla="*/ 1995051 h 4579812"/>
                  <a:gd name="csX183" fmla="*/ 531212 w 534763"/>
                  <a:gd name="csY183" fmla="*/ 1409040 h 4579812"/>
                  <a:gd name="csX184" fmla="*/ 3629 w 534763"/>
                  <a:gd name="csY184" fmla="*/ 2036053 h 4579812"/>
                  <a:gd name="csX185" fmla="*/ 534235 w 534763"/>
                  <a:gd name="csY185" fmla="*/ 1449970 h 4579812"/>
                  <a:gd name="csX186" fmla="*/ 3629 w 534763"/>
                  <a:gd name="csY186" fmla="*/ 2036053 h 4579812"/>
                  <a:gd name="csX187" fmla="*/ 534235 w 534763"/>
                  <a:gd name="csY187" fmla="*/ 1449970 h 4579812"/>
                  <a:gd name="csX188" fmla="*/ 1663 w 534763"/>
                  <a:gd name="csY188" fmla="*/ 2082499 h 4579812"/>
                  <a:gd name="csX189" fmla="*/ 532270 w 534763"/>
                  <a:gd name="csY189" fmla="*/ 1496415 h 4579812"/>
                  <a:gd name="csX190" fmla="*/ 1663 w 534763"/>
                  <a:gd name="csY190" fmla="*/ 2082499 h 4579812"/>
                  <a:gd name="csX191" fmla="*/ 532270 w 534763"/>
                  <a:gd name="csY191" fmla="*/ 1496415 h 4579812"/>
                  <a:gd name="csX192" fmla="*/ 4611 w 534763"/>
                  <a:gd name="csY192" fmla="*/ 2123429 h 4579812"/>
                  <a:gd name="csX193" fmla="*/ 530305 w 534763"/>
                  <a:gd name="csY193" fmla="*/ 1542861 h 4579812"/>
                  <a:gd name="csX194" fmla="*/ 4611 w 534763"/>
                  <a:gd name="csY194" fmla="*/ 2123429 h 4579812"/>
                  <a:gd name="csX195" fmla="*/ 530305 w 534763"/>
                  <a:gd name="csY195" fmla="*/ 1542861 h 4579812"/>
                  <a:gd name="csX196" fmla="*/ 2646 w 534763"/>
                  <a:gd name="csY196" fmla="*/ 2169875 h 4579812"/>
                  <a:gd name="csX197" fmla="*/ 533252 w 534763"/>
                  <a:gd name="csY197" fmla="*/ 1583791 h 4579812"/>
                  <a:gd name="csX198" fmla="*/ 2646 w 534763"/>
                  <a:gd name="csY198" fmla="*/ 2169875 h 4579812"/>
                  <a:gd name="csX199" fmla="*/ 533252 w 534763"/>
                  <a:gd name="csY199" fmla="*/ 1583791 h 4579812"/>
                  <a:gd name="csX200" fmla="*/ 681 w 534763"/>
                  <a:gd name="csY200" fmla="*/ 2216247 h 4579812"/>
                  <a:gd name="csX201" fmla="*/ 531287 w 534763"/>
                  <a:gd name="csY201" fmla="*/ 1630236 h 4579812"/>
                  <a:gd name="csX202" fmla="*/ 681 w 534763"/>
                  <a:gd name="csY202" fmla="*/ 2216247 h 4579812"/>
                  <a:gd name="csX203" fmla="*/ 531287 w 534763"/>
                  <a:gd name="csY203" fmla="*/ 1630236 h 4579812"/>
                  <a:gd name="csX204" fmla="*/ 3704 w 534763"/>
                  <a:gd name="csY204" fmla="*/ 2257250 h 4579812"/>
                  <a:gd name="csX205" fmla="*/ 534235 w 534763"/>
                  <a:gd name="csY205" fmla="*/ 1671166 h 4579812"/>
                  <a:gd name="csX206" fmla="*/ 3704 w 534763"/>
                  <a:gd name="csY206" fmla="*/ 2257250 h 4579812"/>
                  <a:gd name="csX207" fmla="*/ 534235 w 534763"/>
                  <a:gd name="csY207" fmla="*/ 1671166 h 4579812"/>
                  <a:gd name="csX208" fmla="*/ 1663 w 534763"/>
                  <a:gd name="csY208" fmla="*/ 2303696 h 4579812"/>
                  <a:gd name="csX209" fmla="*/ 532270 w 534763"/>
                  <a:gd name="csY209" fmla="*/ 1717612 h 4579812"/>
                  <a:gd name="csX210" fmla="*/ 1663 w 534763"/>
                  <a:gd name="csY210" fmla="*/ 2303696 h 4579812"/>
                  <a:gd name="csX211" fmla="*/ 532270 w 534763"/>
                  <a:gd name="csY211" fmla="*/ 1717612 h 4579812"/>
                  <a:gd name="csX212" fmla="*/ 4687 w 534763"/>
                  <a:gd name="csY212" fmla="*/ 2344625 h 4579812"/>
                  <a:gd name="csX213" fmla="*/ 530305 w 534763"/>
                  <a:gd name="csY213" fmla="*/ 1764057 h 4579812"/>
                  <a:gd name="csX214" fmla="*/ 4687 w 534763"/>
                  <a:gd name="csY214" fmla="*/ 2344625 h 4579812"/>
                  <a:gd name="csX215" fmla="*/ 530305 w 534763"/>
                  <a:gd name="csY215" fmla="*/ 1764057 h 4579812"/>
                  <a:gd name="csX216" fmla="*/ 2722 w 534763"/>
                  <a:gd name="csY216" fmla="*/ 2391071 h 4579812"/>
                  <a:gd name="csX217" fmla="*/ 533328 w 534763"/>
                  <a:gd name="csY217" fmla="*/ 1804987 h 4579812"/>
                  <a:gd name="csX218" fmla="*/ 2722 w 534763"/>
                  <a:gd name="csY218" fmla="*/ 2391071 h 4579812"/>
                  <a:gd name="csX219" fmla="*/ 533328 w 534763"/>
                  <a:gd name="csY219" fmla="*/ 1804987 h 4579812"/>
                  <a:gd name="csX220" fmla="*/ 756 w 534763"/>
                  <a:gd name="csY220" fmla="*/ 2437444 h 4579812"/>
                  <a:gd name="csX221" fmla="*/ 531287 w 534763"/>
                  <a:gd name="csY221" fmla="*/ 1851433 h 4579812"/>
                  <a:gd name="csX222" fmla="*/ 756 w 534763"/>
                  <a:gd name="csY222" fmla="*/ 2437444 h 4579812"/>
                  <a:gd name="csX223" fmla="*/ 531287 w 534763"/>
                  <a:gd name="csY223" fmla="*/ 1851433 h 4579812"/>
                  <a:gd name="csX224" fmla="*/ 3704 w 534763"/>
                  <a:gd name="csY224" fmla="*/ 2478446 h 4579812"/>
                  <a:gd name="csX225" fmla="*/ 534311 w 534763"/>
                  <a:gd name="csY225" fmla="*/ 1892363 h 4579812"/>
                  <a:gd name="csX226" fmla="*/ 3704 w 534763"/>
                  <a:gd name="csY226" fmla="*/ 2478446 h 4579812"/>
                  <a:gd name="csX227" fmla="*/ 534311 w 534763"/>
                  <a:gd name="csY227" fmla="*/ 1892363 h 4579812"/>
                  <a:gd name="csX228" fmla="*/ 1739 w 534763"/>
                  <a:gd name="csY228" fmla="*/ 2524819 h 4579812"/>
                  <a:gd name="csX229" fmla="*/ 532345 w 534763"/>
                  <a:gd name="csY229" fmla="*/ 1938808 h 4579812"/>
                  <a:gd name="csX230" fmla="*/ 1739 w 534763"/>
                  <a:gd name="csY230" fmla="*/ 2524819 h 4579812"/>
                  <a:gd name="csX231" fmla="*/ 532345 w 534763"/>
                  <a:gd name="csY231" fmla="*/ 1938808 h 4579812"/>
                  <a:gd name="csX232" fmla="*/ 4687 w 534763"/>
                  <a:gd name="csY232" fmla="*/ 2565822 h 4579812"/>
                  <a:gd name="csX233" fmla="*/ 530380 w 534763"/>
                  <a:gd name="csY233" fmla="*/ 1985254 h 4579812"/>
                  <a:gd name="csX234" fmla="*/ 4687 w 534763"/>
                  <a:gd name="csY234" fmla="*/ 2565822 h 4579812"/>
                  <a:gd name="csX235" fmla="*/ 530380 w 534763"/>
                  <a:gd name="csY235" fmla="*/ 1985254 h 4579812"/>
                  <a:gd name="csX236" fmla="*/ 2722 w 534763"/>
                  <a:gd name="csY236" fmla="*/ 2612267 h 4579812"/>
                  <a:gd name="csX237" fmla="*/ 533328 w 534763"/>
                  <a:gd name="csY237" fmla="*/ 2026184 h 4579812"/>
                  <a:gd name="csX238" fmla="*/ 2722 w 534763"/>
                  <a:gd name="csY238" fmla="*/ 2612267 h 4579812"/>
                  <a:gd name="csX239" fmla="*/ 533328 w 534763"/>
                  <a:gd name="csY239" fmla="*/ 2026184 h 4579812"/>
                  <a:gd name="csX240" fmla="*/ 756 w 534763"/>
                  <a:gd name="csY240" fmla="*/ 2658640 h 4579812"/>
                  <a:gd name="csX241" fmla="*/ 531363 w 534763"/>
                  <a:gd name="csY241" fmla="*/ 2072629 h 4579812"/>
                  <a:gd name="csX242" fmla="*/ 756 w 534763"/>
                  <a:gd name="csY242" fmla="*/ 2658640 h 4579812"/>
                  <a:gd name="csX243" fmla="*/ 531363 w 534763"/>
                  <a:gd name="csY243" fmla="*/ 2072629 h 4579812"/>
                  <a:gd name="csX244" fmla="*/ 3704 w 534763"/>
                  <a:gd name="csY244" fmla="*/ 2699643 h 4579812"/>
                  <a:gd name="csX245" fmla="*/ 534311 w 534763"/>
                  <a:gd name="csY245" fmla="*/ 2113559 h 4579812"/>
                  <a:gd name="csX246" fmla="*/ 3704 w 534763"/>
                  <a:gd name="csY246" fmla="*/ 2699643 h 4579812"/>
                  <a:gd name="csX247" fmla="*/ 534311 w 534763"/>
                  <a:gd name="csY247" fmla="*/ 2113559 h 4579812"/>
                  <a:gd name="csX248" fmla="*/ 1739 w 534763"/>
                  <a:gd name="csY248" fmla="*/ 2746016 h 4579812"/>
                  <a:gd name="csX249" fmla="*/ 532345 w 534763"/>
                  <a:gd name="csY249" fmla="*/ 2160005 h 4579812"/>
                  <a:gd name="csX250" fmla="*/ 1739 w 534763"/>
                  <a:gd name="csY250" fmla="*/ 2746016 h 4579812"/>
                  <a:gd name="csX251" fmla="*/ 532345 w 534763"/>
                  <a:gd name="csY251" fmla="*/ 2160005 h 4579812"/>
                  <a:gd name="csX252" fmla="*/ 4762 w 534763"/>
                  <a:gd name="csY252" fmla="*/ 2787019 h 4579812"/>
                  <a:gd name="csX253" fmla="*/ 530380 w 534763"/>
                  <a:gd name="csY253" fmla="*/ 2206450 h 4579812"/>
                  <a:gd name="csX254" fmla="*/ 4762 w 534763"/>
                  <a:gd name="csY254" fmla="*/ 2787019 h 4579812"/>
                  <a:gd name="csX255" fmla="*/ 530380 w 534763"/>
                  <a:gd name="csY255" fmla="*/ 2206450 h 4579812"/>
                  <a:gd name="csX256" fmla="*/ 2797 w 534763"/>
                  <a:gd name="csY256" fmla="*/ 2833464 h 4579812"/>
                  <a:gd name="csX257" fmla="*/ 533328 w 534763"/>
                  <a:gd name="csY257" fmla="*/ 2247380 h 4579812"/>
                  <a:gd name="csX258" fmla="*/ 2797 w 534763"/>
                  <a:gd name="csY258" fmla="*/ 2833464 h 4579812"/>
                  <a:gd name="csX259" fmla="*/ 533328 w 534763"/>
                  <a:gd name="csY259" fmla="*/ 2247380 h 4579812"/>
                  <a:gd name="csX260" fmla="*/ 832 w 534763"/>
                  <a:gd name="csY260" fmla="*/ 2879837 h 4579812"/>
                  <a:gd name="csX261" fmla="*/ 531363 w 534763"/>
                  <a:gd name="csY261" fmla="*/ 2293826 h 4579812"/>
                  <a:gd name="csX262" fmla="*/ 832 w 534763"/>
                  <a:gd name="csY262" fmla="*/ 2879837 h 4579812"/>
                  <a:gd name="csX263" fmla="*/ 531363 w 534763"/>
                  <a:gd name="csY263" fmla="*/ 2293826 h 4579812"/>
                  <a:gd name="csX264" fmla="*/ 3780 w 534763"/>
                  <a:gd name="csY264" fmla="*/ 2920840 h 4579812"/>
                  <a:gd name="csX265" fmla="*/ 534386 w 534763"/>
                  <a:gd name="csY265" fmla="*/ 2334756 h 4579812"/>
                  <a:gd name="csX266" fmla="*/ 3780 w 534763"/>
                  <a:gd name="csY266" fmla="*/ 2920840 h 4579812"/>
                  <a:gd name="csX267" fmla="*/ 534386 w 534763"/>
                  <a:gd name="csY267" fmla="*/ 2334756 h 4579812"/>
                  <a:gd name="csX268" fmla="*/ 1815 w 534763"/>
                  <a:gd name="csY268" fmla="*/ 2967213 h 4579812"/>
                  <a:gd name="csX269" fmla="*/ 532421 w 534763"/>
                  <a:gd name="csY269" fmla="*/ 2381201 h 4579812"/>
                  <a:gd name="csX270" fmla="*/ 1815 w 534763"/>
                  <a:gd name="csY270" fmla="*/ 2967213 h 4579812"/>
                  <a:gd name="csX271" fmla="*/ 532421 w 534763"/>
                  <a:gd name="csY271" fmla="*/ 2381201 h 4579812"/>
                  <a:gd name="csX272" fmla="*/ 4762 w 534763"/>
                  <a:gd name="csY272" fmla="*/ 3008215 h 4579812"/>
                  <a:gd name="csX273" fmla="*/ 530456 w 534763"/>
                  <a:gd name="csY273" fmla="*/ 2427647 h 4579812"/>
                  <a:gd name="csX274" fmla="*/ 4762 w 534763"/>
                  <a:gd name="csY274" fmla="*/ 3008215 h 4579812"/>
                  <a:gd name="csX275" fmla="*/ 530456 w 534763"/>
                  <a:gd name="csY275" fmla="*/ 2427647 h 4579812"/>
                  <a:gd name="csX276" fmla="*/ 2797 w 534763"/>
                  <a:gd name="csY276" fmla="*/ 3054588 h 4579812"/>
                  <a:gd name="csX277" fmla="*/ 533404 w 534763"/>
                  <a:gd name="csY277" fmla="*/ 2468577 h 4579812"/>
                  <a:gd name="csX278" fmla="*/ 2797 w 534763"/>
                  <a:gd name="csY278" fmla="*/ 3054588 h 4579812"/>
                  <a:gd name="csX279" fmla="*/ 533404 w 534763"/>
                  <a:gd name="csY279" fmla="*/ 2468577 h 4579812"/>
                  <a:gd name="csX280" fmla="*/ 832 w 534763"/>
                  <a:gd name="csY280" fmla="*/ 3101034 h 4579812"/>
                  <a:gd name="csX281" fmla="*/ 531438 w 534763"/>
                  <a:gd name="csY281" fmla="*/ 2515022 h 4579812"/>
                  <a:gd name="csX282" fmla="*/ 832 w 534763"/>
                  <a:gd name="csY282" fmla="*/ 3101034 h 4579812"/>
                  <a:gd name="csX283" fmla="*/ 531438 w 534763"/>
                  <a:gd name="csY283" fmla="*/ 2515022 h 4579812"/>
                  <a:gd name="csX284" fmla="*/ 3780 w 534763"/>
                  <a:gd name="csY284" fmla="*/ 3142036 h 4579812"/>
                  <a:gd name="csX285" fmla="*/ 534386 w 534763"/>
                  <a:gd name="csY285" fmla="*/ 2555953 h 4579812"/>
                  <a:gd name="csX286" fmla="*/ 3780 w 534763"/>
                  <a:gd name="csY286" fmla="*/ 3142036 h 4579812"/>
                  <a:gd name="csX287" fmla="*/ 534386 w 534763"/>
                  <a:gd name="csY287" fmla="*/ 2555953 h 4579812"/>
                  <a:gd name="csX288" fmla="*/ 1815 w 534763"/>
                  <a:gd name="csY288" fmla="*/ 3188409 h 4579812"/>
                  <a:gd name="csX289" fmla="*/ 532421 w 534763"/>
                  <a:gd name="csY289" fmla="*/ 2602398 h 4579812"/>
                  <a:gd name="csX290" fmla="*/ 1815 w 534763"/>
                  <a:gd name="csY290" fmla="*/ 3188409 h 4579812"/>
                  <a:gd name="csX291" fmla="*/ 532421 w 534763"/>
                  <a:gd name="csY291" fmla="*/ 2602398 h 4579812"/>
                  <a:gd name="csX292" fmla="*/ 4838 w 534763"/>
                  <a:gd name="csY292" fmla="*/ 3229411 h 4579812"/>
                  <a:gd name="csX293" fmla="*/ 530456 w 534763"/>
                  <a:gd name="csY293" fmla="*/ 2648843 h 4579812"/>
                  <a:gd name="csX294" fmla="*/ 4838 w 534763"/>
                  <a:gd name="csY294" fmla="*/ 3229411 h 4579812"/>
                  <a:gd name="csX295" fmla="*/ 530456 w 534763"/>
                  <a:gd name="csY295" fmla="*/ 2648843 h 4579812"/>
                  <a:gd name="csX296" fmla="*/ 2873 w 534763"/>
                  <a:gd name="csY296" fmla="*/ 3275784 h 4579812"/>
                  <a:gd name="csX297" fmla="*/ 533404 w 534763"/>
                  <a:gd name="csY297" fmla="*/ 2689773 h 4579812"/>
                  <a:gd name="csX298" fmla="*/ 2873 w 534763"/>
                  <a:gd name="csY298" fmla="*/ 3275784 h 4579812"/>
                  <a:gd name="csX299" fmla="*/ 533404 w 534763"/>
                  <a:gd name="csY299" fmla="*/ 2689773 h 4579812"/>
                  <a:gd name="csX300" fmla="*/ 832 w 534763"/>
                  <a:gd name="csY300" fmla="*/ 3322230 h 4579812"/>
                  <a:gd name="csX301" fmla="*/ 531438 w 534763"/>
                  <a:gd name="csY301" fmla="*/ 2736219 h 4579812"/>
                  <a:gd name="csX302" fmla="*/ 832 w 534763"/>
                  <a:gd name="csY302" fmla="*/ 3322230 h 4579812"/>
                  <a:gd name="csX303" fmla="*/ 531438 w 534763"/>
                  <a:gd name="csY303" fmla="*/ 2736219 h 4579812"/>
                  <a:gd name="csX304" fmla="*/ 3855 w 534763"/>
                  <a:gd name="csY304" fmla="*/ 3363232 h 4579812"/>
                  <a:gd name="csX305" fmla="*/ 534462 w 534763"/>
                  <a:gd name="csY305" fmla="*/ 2777149 h 4579812"/>
                  <a:gd name="csX306" fmla="*/ 3855 w 534763"/>
                  <a:gd name="csY306" fmla="*/ 3363232 h 4579812"/>
                  <a:gd name="csX307" fmla="*/ 534462 w 534763"/>
                  <a:gd name="csY307" fmla="*/ 2777149 h 4579812"/>
                  <a:gd name="csX308" fmla="*/ 1890 w 534763"/>
                  <a:gd name="csY308" fmla="*/ 3409605 h 4579812"/>
                  <a:gd name="csX309" fmla="*/ 532497 w 534763"/>
                  <a:gd name="csY309" fmla="*/ 2823594 h 4579812"/>
                  <a:gd name="csX310" fmla="*/ 1890 w 534763"/>
                  <a:gd name="csY310" fmla="*/ 3409605 h 4579812"/>
                  <a:gd name="csX311" fmla="*/ 532497 w 534763"/>
                  <a:gd name="csY311" fmla="*/ 2823594 h 4579812"/>
                  <a:gd name="csX312" fmla="*/ 4838 w 534763"/>
                  <a:gd name="csY312" fmla="*/ 3450608 h 4579812"/>
                  <a:gd name="csX313" fmla="*/ 530456 w 534763"/>
                  <a:gd name="csY313" fmla="*/ 2870040 h 4579812"/>
                  <a:gd name="csX314" fmla="*/ 4838 w 534763"/>
                  <a:gd name="csY314" fmla="*/ 3450608 h 4579812"/>
                  <a:gd name="csX315" fmla="*/ 530456 w 534763"/>
                  <a:gd name="csY315" fmla="*/ 2870040 h 4579812"/>
                  <a:gd name="csX316" fmla="*/ 2873 w 534763"/>
                  <a:gd name="csY316" fmla="*/ 3496981 h 4579812"/>
                  <a:gd name="csX317" fmla="*/ 533479 w 534763"/>
                  <a:gd name="csY317" fmla="*/ 2910970 h 4579812"/>
                  <a:gd name="csX318" fmla="*/ 2873 w 534763"/>
                  <a:gd name="csY318" fmla="*/ 3496981 h 4579812"/>
                  <a:gd name="csX319" fmla="*/ 533479 w 534763"/>
                  <a:gd name="csY319" fmla="*/ 2910970 h 4579812"/>
                  <a:gd name="csX320" fmla="*/ 908 w 534763"/>
                  <a:gd name="csY320" fmla="*/ 3543426 h 4579812"/>
                  <a:gd name="csX321" fmla="*/ 531514 w 534763"/>
                  <a:gd name="csY321" fmla="*/ 2957415 h 4579812"/>
                  <a:gd name="csX322" fmla="*/ 908 w 534763"/>
                  <a:gd name="csY322" fmla="*/ 3543426 h 4579812"/>
                  <a:gd name="csX323" fmla="*/ 531514 w 534763"/>
                  <a:gd name="csY323" fmla="*/ 2957415 h 4579812"/>
                  <a:gd name="csX324" fmla="*/ 3855 w 534763"/>
                  <a:gd name="csY324" fmla="*/ 3584357 h 4579812"/>
                  <a:gd name="csX325" fmla="*/ 534462 w 534763"/>
                  <a:gd name="csY325" fmla="*/ 2998345 h 4579812"/>
                  <a:gd name="csX326" fmla="*/ 3855 w 534763"/>
                  <a:gd name="csY326" fmla="*/ 3584357 h 4579812"/>
                  <a:gd name="csX327" fmla="*/ 534462 w 534763"/>
                  <a:gd name="csY327" fmla="*/ 2998345 h 4579812"/>
                  <a:gd name="csX328" fmla="*/ 1890 w 534763"/>
                  <a:gd name="csY328" fmla="*/ 3630802 h 4579812"/>
                  <a:gd name="csX329" fmla="*/ 532497 w 534763"/>
                  <a:gd name="csY329" fmla="*/ 3044791 h 4579812"/>
                  <a:gd name="csX330" fmla="*/ 1890 w 534763"/>
                  <a:gd name="csY330" fmla="*/ 3630802 h 4579812"/>
                  <a:gd name="csX331" fmla="*/ 532497 w 534763"/>
                  <a:gd name="csY331" fmla="*/ 3044791 h 4579812"/>
                  <a:gd name="csX332" fmla="*/ 4914 w 534763"/>
                  <a:gd name="csY332" fmla="*/ 3671805 h 4579812"/>
                  <a:gd name="csX333" fmla="*/ 530531 w 534763"/>
                  <a:gd name="csY333" fmla="*/ 3091236 h 4579812"/>
                  <a:gd name="csX334" fmla="*/ 4914 w 534763"/>
                  <a:gd name="csY334" fmla="*/ 3671805 h 4579812"/>
                  <a:gd name="csX335" fmla="*/ 530531 w 534763"/>
                  <a:gd name="csY335" fmla="*/ 3091236 h 4579812"/>
                  <a:gd name="csX336" fmla="*/ 2948 w 534763"/>
                  <a:gd name="csY336" fmla="*/ 3718178 h 4579812"/>
                  <a:gd name="csX337" fmla="*/ 533479 w 534763"/>
                  <a:gd name="csY337" fmla="*/ 3132166 h 4579812"/>
                  <a:gd name="csX338" fmla="*/ 2948 w 534763"/>
                  <a:gd name="csY338" fmla="*/ 3718178 h 4579812"/>
                  <a:gd name="csX339" fmla="*/ 533479 w 534763"/>
                  <a:gd name="csY339" fmla="*/ 3132166 h 4579812"/>
                  <a:gd name="csX340" fmla="*/ 908 w 534763"/>
                  <a:gd name="csY340" fmla="*/ 3764623 h 4579812"/>
                  <a:gd name="csX341" fmla="*/ 531514 w 534763"/>
                  <a:gd name="csY341" fmla="*/ 3178612 h 4579812"/>
                  <a:gd name="csX342" fmla="*/ 908 w 534763"/>
                  <a:gd name="csY342" fmla="*/ 3764623 h 4579812"/>
                  <a:gd name="csX343" fmla="*/ 531514 w 534763"/>
                  <a:gd name="csY343" fmla="*/ 3178612 h 4579812"/>
                  <a:gd name="csX344" fmla="*/ 3931 w 534763"/>
                  <a:gd name="csY344" fmla="*/ 3805553 h 4579812"/>
                  <a:gd name="csX345" fmla="*/ 534537 w 534763"/>
                  <a:gd name="csY345" fmla="*/ 3219542 h 4579812"/>
                  <a:gd name="csX346" fmla="*/ 3931 w 534763"/>
                  <a:gd name="csY346" fmla="*/ 3805553 h 4579812"/>
                  <a:gd name="csX347" fmla="*/ 534537 w 534763"/>
                  <a:gd name="csY347" fmla="*/ 3219542 h 4579812"/>
                  <a:gd name="csX348" fmla="*/ 1966 w 534763"/>
                  <a:gd name="csY348" fmla="*/ 3851999 h 4579812"/>
                  <a:gd name="csX349" fmla="*/ 532572 w 534763"/>
                  <a:gd name="csY349" fmla="*/ 3265987 h 4579812"/>
                  <a:gd name="csX350" fmla="*/ 1966 w 534763"/>
                  <a:gd name="csY350" fmla="*/ 3851999 h 4579812"/>
                  <a:gd name="csX351" fmla="*/ 532572 w 534763"/>
                  <a:gd name="csY351" fmla="*/ 3265987 h 4579812"/>
                  <a:gd name="csX352" fmla="*/ 1 w 534763"/>
                  <a:gd name="csY352" fmla="*/ 3898444 h 4579812"/>
                  <a:gd name="csX353" fmla="*/ 530531 w 534763"/>
                  <a:gd name="csY353" fmla="*/ 3312433 h 4579812"/>
                  <a:gd name="csX354" fmla="*/ 1 w 534763"/>
                  <a:gd name="csY354" fmla="*/ 3898444 h 4579812"/>
                  <a:gd name="csX355" fmla="*/ 530531 w 534763"/>
                  <a:gd name="csY355" fmla="*/ 3312433 h 4579812"/>
                  <a:gd name="csX356" fmla="*/ 2948 w 534763"/>
                  <a:gd name="csY356" fmla="*/ 3939374 h 4579812"/>
                  <a:gd name="csX357" fmla="*/ 533555 w 534763"/>
                  <a:gd name="csY357" fmla="*/ 3353363 h 4579812"/>
                  <a:gd name="csX358" fmla="*/ 2948 w 534763"/>
                  <a:gd name="csY358" fmla="*/ 3939374 h 4579812"/>
                  <a:gd name="csX359" fmla="*/ 533555 w 534763"/>
                  <a:gd name="csY359" fmla="*/ 3353363 h 4579812"/>
                  <a:gd name="csX360" fmla="*/ 983 w 534763"/>
                  <a:gd name="csY360" fmla="*/ 3985820 h 4579812"/>
                  <a:gd name="csX361" fmla="*/ 531590 w 534763"/>
                  <a:gd name="csY361" fmla="*/ 3399808 h 4579812"/>
                  <a:gd name="csX362" fmla="*/ 983 w 534763"/>
                  <a:gd name="csY362" fmla="*/ 3985820 h 4579812"/>
                  <a:gd name="csX363" fmla="*/ 531590 w 534763"/>
                  <a:gd name="csY363" fmla="*/ 3399808 h 4579812"/>
                  <a:gd name="csX364" fmla="*/ 3931 w 534763"/>
                  <a:gd name="csY364" fmla="*/ 4026750 h 4579812"/>
                  <a:gd name="csX365" fmla="*/ 534537 w 534763"/>
                  <a:gd name="csY365" fmla="*/ 3440739 h 4579812"/>
                  <a:gd name="csX366" fmla="*/ 3931 w 534763"/>
                  <a:gd name="csY366" fmla="*/ 4026750 h 4579812"/>
                  <a:gd name="csX367" fmla="*/ 534537 w 534763"/>
                  <a:gd name="csY367" fmla="*/ 3440739 h 4579812"/>
                  <a:gd name="csX368" fmla="*/ 1966 w 534763"/>
                  <a:gd name="csY368" fmla="*/ 4073195 h 4579812"/>
                  <a:gd name="csX369" fmla="*/ 532572 w 534763"/>
                  <a:gd name="csY369" fmla="*/ 3487184 h 4579812"/>
                  <a:gd name="csX370" fmla="*/ 1966 w 534763"/>
                  <a:gd name="csY370" fmla="*/ 4073195 h 4579812"/>
                  <a:gd name="csX371" fmla="*/ 532572 w 534763"/>
                  <a:gd name="csY371" fmla="*/ 3487184 h 4579812"/>
                  <a:gd name="csX372" fmla="*/ 1 w 534763"/>
                  <a:gd name="csY372" fmla="*/ 4119641 h 4579812"/>
                  <a:gd name="csX373" fmla="*/ 530607 w 534763"/>
                  <a:gd name="csY373" fmla="*/ 3533629 h 4579812"/>
                  <a:gd name="csX374" fmla="*/ 1 w 534763"/>
                  <a:gd name="csY374" fmla="*/ 4119641 h 4579812"/>
                  <a:gd name="csX375" fmla="*/ 530607 w 534763"/>
                  <a:gd name="csY375" fmla="*/ 3533629 h 4579812"/>
                  <a:gd name="csX376" fmla="*/ 3024 w 534763"/>
                  <a:gd name="csY376" fmla="*/ 4160571 h 4579812"/>
                  <a:gd name="csX377" fmla="*/ 533555 w 534763"/>
                  <a:gd name="csY377" fmla="*/ 3574560 h 4579812"/>
                  <a:gd name="csX378" fmla="*/ 3024 w 534763"/>
                  <a:gd name="csY378" fmla="*/ 4160571 h 4579812"/>
                  <a:gd name="csX379" fmla="*/ 533555 w 534763"/>
                  <a:gd name="csY379" fmla="*/ 3574560 h 4579812"/>
                  <a:gd name="csX380" fmla="*/ 983 w 534763"/>
                  <a:gd name="csY380" fmla="*/ 4207016 h 4579812"/>
                  <a:gd name="csX381" fmla="*/ 531590 w 534763"/>
                  <a:gd name="csY381" fmla="*/ 3621005 h 4579812"/>
                  <a:gd name="csX382" fmla="*/ 983 w 534763"/>
                  <a:gd name="csY382" fmla="*/ 4207016 h 4579812"/>
                  <a:gd name="csX383" fmla="*/ 531590 w 534763"/>
                  <a:gd name="csY383" fmla="*/ 3621005 h 4579812"/>
                  <a:gd name="csX384" fmla="*/ 4007 w 534763"/>
                  <a:gd name="csY384" fmla="*/ 4247946 h 4579812"/>
                  <a:gd name="csX385" fmla="*/ 534613 w 534763"/>
                  <a:gd name="csY385" fmla="*/ 3661935 h 4579812"/>
                  <a:gd name="csX386" fmla="*/ 4007 w 534763"/>
                  <a:gd name="csY386" fmla="*/ 4247946 h 4579812"/>
                  <a:gd name="csX387" fmla="*/ 534613 w 534763"/>
                  <a:gd name="csY387" fmla="*/ 3661935 h 4579812"/>
                  <a:gd name="csX388" fmla="*/ 2041 w 534763"/>
                  <a:gd name="csY388" fmla="*/ 4294391 h 4579812"/>
                  <a:gd name="csX389" fmla="*/ 532648 w 534763"/>
                  <a:gd name="csY389" fmla="*/ 3708380 h 4579812"/>
                  <a:gd name="csX390" fmla="*/ 2041 w 534763"/>
                  <a:gd name="csY390" fmla="*/ 4294391 h 4579812"/>
                  <a:gd name="csX391" fmla="*/ 532648 w 534763"/>
                  <a:gd name="csY391" fmla="*/ 3708380 h 4579812"/>
                  <a:gd name="csX392" fmla="*/ 76 w 534763"/>
                  <a:gd name="csY392" fmla="*/ 4340837 h 4579812"/>
                  <a:gd name="csX393" fmla="*/ 530607 w 534763"/>
                  <a:gd name="csY393" fmla="*/ 3754753 h 4579812"/>
                  <a:gd name="csX394" fmla="*/ 76 w 534763"/>
                  <a:gd name="csY394" fmla="*/ 4340837 h 4579812"/>
                  <a:gd name="csX395" fmla="*/ 530607 w 534763"/>
                  <a:gd name="csY395" fmla="*/ 3754753 h 4579812"/>
                  <a:gd name="csX396" fmla="*/ 3024 w 534763"/>
                  <a:gd name="csY396" fmla="*/ 4381767 h 4579812"/>
                  <a:gd name="csX397" fmla="*/ 533630 w 534763"/>
                  <a:gd name="csY397" fmla="*/ 3795756 h 4579812"/>
                  <a:gd name="csX398" fmla="*/ 3024 w 534763"/>
                  <a:gd name="csY398" fmla="*/ 4381767 h 4579812"/>
                  <a:gd name="csX399" fmla="*/ 533630 w 534763"/>
                  <a:gd name="csY399" fmla="*/ 3795756 h 4579812"/>
                  <a:gd name="csX400" fmla="*/ 1059 w 534763"/>
                  <a:gd name="csY400" fmla="*/ 4428212 h 4579812"/>
                  <a:gd name="csX401" fmla="*/ 531665 w 534763"/>
                  <a:gd name="csY401" fmla="*/ 3842201 h 4579812"/>
                  <a:gd name="csX402" fmla="*/ 1059 w 534763"/>
                  <a:gd name="csY402" fmla="*/ 4428212 h 4579812"/>
                  <a:gd name="csX403" fmla="*/ 531665 w 534763"/>
                  <a:gd name="csY403" fmla="*/ 3842201 h 4579812"/>
                  <a:gd name="csX404" fmla="*/ 4007 w 534763"/>
                  <a:gd name="csY404" fmla="*/ 4469143 h 4579812"/>
                  <a:gd name="csX405" fmla="*/ 534613 w 534763"/>
                  <a:gd name="csY405" fmla="*/ 3883131 h 4579812"/>
                  <a:gd name="csX406" fmla="*/ 4007 w 534763"/>
                  <a:gd name="csY406" fmla="*/ 4469143 h 4579812"/>
                  <a:gd name="csX407" fmla="*/ 534613 w 534763"/>
                  <a:gd name="csY407" fmla="*/ 3883131 h 4579812"/>
                  <a:gd name="csX408" fmla="*/ 2041 w 534763"/>
                  <a:gd name="csY408" fmla="*/ 4515588 h 4579812"/>
                  <a:gd name="csX409" fmla="*/ 532648 w 534763"/>
                  <a:gd name="csY409" fmla="*/ 3929577 h 4579812"/>
                  <a:gd name="csX410" fmla="*/ 2041 w 534763"/>
                  <a:gd name="csY410" fmla="*/ 4515588 h 4579812"/>
                  <a:gd name="csX411" fmla="*/ 532648 w 534763"/>
                  <a:gd name="csY411" fmla="*/ 3929577 h 4579812"/>
                  <a:gd name="csX412" fmla="*/ 76 w 534763"/>
                  <a:gd name="csY412" fmla="*/ 4562033 h 4579812"/>
                  <a:gd name="csX413" fmla="*/ 530683 w 534763"/>
                  <a:gd name="csY413" fmla="*/ 3975950 h 4579812"/>
                  <a:gd name="csX414" fmla="*/ 76 w 534763"/>
                  <a:gd name="csY414" fmla="*/ 4562033 h 4579812"/>
                  <a:gd name="csX415" fmla="*/ 530683 w 534763"/>
                  <a:gd name="csY415" fmla="*/ 3975950 h 4579812"/>
                  <a:gd name="csX416" fmla="*/ 27891 w 534763"/>
                  <a:gd name="csY416" fmla="*/ 4575604 h 4579812"/>
                  <a:gd name="csX417" fmla="*/ 533630 w 534763"/>
                  <a:gd name="csY417" fmla="*/ 4016952 h 4579812"/>
                  <a:gd name="csX418" fmla="*/ 27891 w 534763"/>
                  <a:gd name="csY418" fmla="*/ 4575604 h 4579812"/>
                  <a:gd name="csX419" fmla="*/ 533630 w 534763"/>
                  <a:gd name="csY419" fmla="*/ 4016952 h 4579812"/>
                  <a:gd name="csX420" fmla="*/ 65533 w 534763"/>
                  <a:gd name="csY420" fmla="*/ 4578217 h 4579812"/>
                  <a:gd name="csX421" fmla="*/ 531665 w 534763"/>
                  <a:gd name="csY421" fmla="*/ 4063398 h 4579812"/>
                  <a:gd name="csX422" fmla="*/ 65533 w 534763"/>
                  <a:gd name="csY422" fmla="*/ 4578217 h 4579812"/>
                  <a:gd name="csX423" fmla="*/ 531665 w 534763"/>
                  <a:gd name="csY423" fmla="*/ 4063398 h 4579812"/>
                  <a:gd name="csX424" fmla="*/ 108238 w 534763"/>
                  <a:gd name="csY424" fmla="*/ 4575314 h 4579812"/>
                  <a:gd name="csX425" fmla="*/ 534689 w 534763"/>
                  <a:gd name="csY425" fmla="*/ 4104328 h 4579812"/>
                  <a:gd name="csX426" fmla="*/ 108238 w 534763"/>
                  <a:gd name="csY426" fmla="*/ 4575314 h 4579812"/>
                  <a:gd name="csX427" fmla="*/ 534689 w 534763"/>
                  <a:gd name="csY427" fmla="*/ 4104328 h 4579812"/>
                  <a:gd name="csX428" fmla="*/ 145880 w 534763"/>
                  <a:gd name="csY428" fmla="*/ 4577926 h 4579812"/>
                  <a:gd name="csX429" fmla="*/ 532723 w 534763"/>
                  <a:gd name="csY429" fmla="*/ 4150773 h 4579812"/>
                  <a:gd name="csX430" fmla="*/ 145880 w 534763"/>
                  <a:gd name="csY430" fmla="*/ 4577926 h 4579812"/>
                  <a:gd name="csX431" fmla="*/ 532723 w 534763"/>
                  <a:gd name="csY431" fmla="*/ 4150773 h 4579812"/>
                  <a:gd name="csX432" fmla="*/ 188585 w 534763"/>
                  <a:gd name="csY432" fmla="*/ 4575097 h 4579812"/>
                  <a:gd name="csX433" fmla="*/ 530683 w 534763"/>
                  <a:gd name="csY433" fmla="*/ 4197146 h 4579812"/>
                  <a:gd name="csX434" fmla="*/ 188585 w 534763"/>
                  <a:gd name="csY434" fmla="*/ 4575097 h 4579812"/>
                  <a:gd name="csX435" fmla="*/ 530683 w 534763"/>
                  <a:gd name="csY435" fmla="*/ 4197146 h 4579812"/>
                  <a:gd name="csX436" fmla="*/ 226226 w 534763"/>
                  <a:gd name="csY436" fmla="*/ 4577709 h 4579812"/>
                  <a:gd name="csX437" fmla="*/ 533706 w 534763"/>
                  <a:gd name="csY437" fmla="*/ 4238149 h 4579812"/>
                  <a:gd name="csX438" fmla="*/ 226226 w 534763"/>
                  <a:gd name="csY438" fmla="*/ 4577709 h 4579812"/>
                  <a:gd name="csX439" fmla="*/ 533706 w 534763"/>
                  <a:gd name="csY439" fmla="*/ 4238149 h 4579812"/>
                  <a:gd name="csX440" fmla="*/ 268932 w 534763"/>
                  <a:gd name="csY440" fmla="*/ 4574806 h 4579812"/>
                  <a:gd name="csX441" fmla="*/ 531741 w 534763"/>
                  <a:gd name="csY441" fmla="*/ 4284522 h 4579812"/>
                  <a:gd name="csX442" fmla="*/ 268932 w 534763"/>
                  <a:gd name="csY442" fmla="*/ 4574806 h 4579812"/>
                  <a:gd name="csX443" fmla="*/ 531741 w 534763"/>
                  <a:gd name="csY443" fmla="*/ 4284522 h 4579812"/>
                  <a:gd name="csX444" fmla="*/ 306573 w 534763"/>
                  <a:gd name="csY444" fmla="*/ 4577418 h 4579812"/>
                  <a:gd name="csX445" fmla="*/ 534689 w 534763"/>
                  <a:gd name="csY445" fmla="*/ 4325525 h 4579812"/>
                  <a:gd name="csX446" fmla="*/ 306573 w 534763"/>
                  <a:gd name="csY446" fmla="*/ 4577418 h 4579812"/>
                  <a:gd name="csX447" fmla="*/ 534689 w 534763"/>
                  <a:gd name="csY447" fmla="*/ 4325525 h 4579812"/>
                  <a:gd name="csX448" fmla="*/ 349279 w 534763"/>
                  <a:gd name="csY448" fmla="*/ 4574589 h 4579812"/>
                  <a:gd name="csX449" fmla="*/ 532723 w 534763"/>
                  <a:gd name="csY449" fmla="*/ 4371970 h 4579812"/>
                  <a:gd name="csX450" fmla="*/ 349279 w 534763"/>
                  <a:gd name="csY450" fmla="*/ 4574589 h 4579812"/>
                  <a:gd name="csX451" fmla="*/ 532723 w 534763"/>
                  <a:gd name="csY451" fmla="*/ 4371970 h 4579812"/>
                  <a:gd name="csX452" fmla="*/ 386920 w 534763"/>
                  <a:gd name="csY452" fmla="*/ 4577201 h 4579812"/>
                  <a:gd name="csX453" fmla="*/ 530758 w 534763"/>
                  <a:gd name="csY453" fmla="*/ 4418343 h 4579812"/>
                  <a:gd name="csX454" fmla="*/ 386920 w 534763"/>
                  <a:gd name="csY454" fmla="*/ 4577201 h 4579812"/>
                  <a:gd name="csX455" fmla="*/ 530758 w 534763"/>
                  <a:gd name="csY455" fmla="*/ 4418343 h 4579812"/>
                  <a:gd name="csX456" fmla="*/ 424637 w 534763"/>
                  <a:gd name="csY456" fmla="*/ 4579813 h 4579812"/>
                  <a:gd name="csX457" fmla="*/ 533706 w 534763"/>
                  <a:gd name="csY457" fmla="*/ 4459346 h 4579812"/>
                  <a:gd name="csX458" fmla="*/ 424637 w 534763"/>
                  <a:gd name="csY458" fmla="*/ 4579813 h 4579812"/>
                  <a:gd name="csX459" fmla="*/ 533706 w 534763"/>
                  <a:gd name="csY459" fmla="*/ 4459346 h 4579812"/>
                  <a:gd name="csX460" fmla="*/ 467267 w 534763"/>
                  <a:gd name="csY460" fmla="*/ 4576983 h 4579812"/>
                  <a:gd name="csX461" fmla="*/ 531741 w 534763"/>
                  <a:gd name="csY461" fmla="*/ 4505719 h 4579812"/>
                  <a:gd name="csX462" fmla="*/ 467267 w 534763"/>
                  <a:gd name="csY462" fmla="*/ 4576983 h 4579812"/>
                  <a:gd name="csX463" fmla="*/ 531741 w 534763"/>
                  <a:gd name="csY463" fmla="*/ 4505719 h 4579812"/>
                  <a:gd name="csX464" fmla="*/ 504984 w 534763"/>
                  <a:gd name="csY464" fmla="*/ 4579596 h 4579812"/>
                  <a:gd name="csX465" fmla="*/ 534764 w 534763"/>
                  <a:gd name="csY465" fmla="*/ 4546721 h 4579812"/>
                  <a:gd name="csX466" fmla="*/ 504984 w 534763"/>
                  <a:gd name="csY466" fmla="*/ 4579596 h 4579812"/>
                  <a:gd name="csX467" fmla="*/ 534764 w 534763"/>
                  <a:gd name="csY467" fmla="*/ 4546721 h 45798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</a:cxnLst>
                <a:rect l="l" t="t" r="r" b="b"/>
                <a:pathLst>
                  <a:path w="534763" h="4579812">
                    <a:moveTo>
                      <a:pt x="303" y="4355"/>
                    </a:moveTo>
                    <a:cubicBezTo>
                      <a:pt x="303" y="4355"/>
                      <a:pt x="303" y="4355"/>
                      <a:pt x="303" y="4355"/>
                    </a:cubicBezTo>
                    <a:moveTo>
                      <a:pt x="303" y="4355"/>
                    </a:moveTo>
                    <a:cubicBezTo>
                      <a:pt x="303" y="4355"/>
                      <a:pt x="303" y="4355"/>
                      <a:pt x="303" y="4355"/>
                    </a:cubicBezTo>
                    <a:moveTo>
                      <a:pt x="3326" y="45285"/>
                    </a:moveTo>
                    <a:cubicBezTo>
                      <a:pt x="7257" y="30916"/>
                      <a:pt x="24263" y="26416"/>
                      <a:pt x="43008" y="1452"/>
                    </a:cubicBezTo>
                    <a:moveTo>
                      <a:pt x="3326" y="45285"/>
                    </a:moveTo>
                    <a:cubicBezTo>
                      <a:pt x="21164" y="28376"/>
                      <a:pt x="32578" y="10959"/>
                      <a:pt x="43008" y="1452"/>
                    </a:cubicBezTo>
                    <a:moveTo>
                      <a:pt x="1361" y="91730"/>
                    </a:moveTo>
                    <a:cubicBezTo>
                      <a:pt x="30461" y="47099"/>
                      <a:pt x="60998" y="31569"/>
                      <a:pt x="80650" y="4064"/>
                    </a:cubicBezTo>
                    <a:moveTo>
                      <a:pt x="1361" y="91730"/>
                    </a:moveTo>
                    <a:cubicBezTo>
                      <a:pt x="34770" y="62484"/>
                      <a:pt x="57823" y="26997"/>
                      <a:pt x="80650" y="4064"/>
                    </a:cubicBezTo>
                    <a:moveTo>
                      <a:pt x="4309" y="132660"/>
                    </a:moveTo>
                    <a:cubicBezTo>
                      <a:pt x="47392" y="109438"/>
                      <a:pt x="51701" y="61613"/>
                      <a:pt x="123355" y="1234"/>
                    </a:cubicBezTo>
                    <a:moveTo>
                      <a:pt x="4309" y="132660"/>
                    </a:moveTo>
                    <a:cubicBezTo>
                      <a:pt x="46032" y="80046"/>
                      <a:pt x="85563" y="34109"/>
                      <a:pt x="123355" y="1234"/>
                    </a:cubicBezTo>
                    <a:moveTo>
                      <a:pt x="2344" y="179106"/>
                    </a:moveTo>
                    <a:cubicBezTo>
                      <a:pt x="41799" y="132660"/>
                      <a:pt x="65155" y="90351"/>
                      <a:pt x="160996" y="3847"/>
                    </a:cubicBezTo>
                    <a:moveTo>
                      <a:pt x="2344" y="179106"/>
                    </a:moveTo>
                    <a:cubicBezTo>
                      <a:pt x="52986" y="126637"/>
                      <a:pt x="100151" y="61468"/>
                      <a:pt x="160996" y="3847"/>
                    </a:cubicBezTo>
                    <a:moveTo>
                      <a:pt x="378" y="225551"/>
                    </a:moveTo>
                    <a:cubicBezTo>
                      <a:pt x="65684" y="145143"/>
                      <a:pt x="156008" y="38753"/>
                      <a:pt x="203702" y="1016"/>
                    </a:cubicBezTo>
                    <a:moveTo>
                      <a:pt x="378" y="225551"/>
                    </a:moveTo>
                    <a:cubicBezTo>
                      <a:pt x="65079" y="159149"/>
                      <a:pt x="123733" y="86287"/>
                      <a:pt x="203702" y="1016"/>
                    </a:cubicBezTo>
                    <a:moveTo>
                      <a:pt x="3326" y="266481"/>
                    </a:moveTo>
                    <a:cubicBezTo>
                      <a:pt x="76644" y="173808"/>
                      <a:pt x="165380" y="79611"/>
                      <a:pt x="241343" y="3629"/>
                    </a:cubicBezTo>
                    <a:moveTo>
                      <a:pt x="3326" y="266481"/>
                    </a:moveTo>
                    <a:cubicBezTo>
                      <a:pt x="94784" y="166333"/>
                      <a:pt x="182085" y="67056"/>
                      <a:pt x="241343" y="3629"/>
                    </a:cubicBezTo>
                    <a:moveTo>
                      <a:pt x="1361" y="312927"/>
                    </a:moveTo>
                    <a:cubicBezTo>
                      <a:pt x="81632" y="233462"/>
                      <a:pt x="147618" y="159004"/>
                      <a:pt x="284049" y="726"/>
                    </a:cubicBezTo>
                    <a:moveTo>
                      <a:pt x="1361" y="312927"/>
                    </a:moveTo>
                    <a:cubicBezTo>
                      <a:pt x="79289" y="233897"/>
                      <a:pt x="147316" y="151456"/>
                      <a:pt x="284049" y="726"/>
                    </a:cubicBezTo>
                    <a:moveTo>
                      <a:pt x="4309" y="353857"/>
                    </a:moveTo>
                    <a:cubicBezTo>
                      <a:pt x="96598" y="249500"/>
                      <a:pt x="180271" y="161906"/>
                      <a:pt x="321690" y="3339"/>
                    </a:cubicBezTo>
                    <a:moveTo>
                      <a:pt x="4309" y="353857"/>
                    </a:moveTo>
                    <a:cubicBezTo>
                      <a:pt x="130687" y="222431"/>
                      <a:pt x="254722" y="79103"/>
                      <a:pt x="321690" y="3339"/>
                    </a:cubicBezTo>
                    <a:moveTo>
                      <a:pt x="2344" y="400302"/>
                    </a:moveTo>
                    <a:cubicBezTo>
                      <a:pt x="80725" y="312056"/>
                      <a:pt x="145502" y="239340"/>
                      <a:pt x="364396" y="508"/>
                    </a:cubicBezTo>
                    <a:moveTo>
                      <a:pt x="2344" y="400302"/>
                    </a:moveTo>
                    <a:cubicBezTo>
                      <a:pt x="120710" y="261401"/>
                      <a:pt x="252681" y="121920"/>
                      <a:pt x="364396" y="508"/>
                    </a:cubicBezTo>
                    <a:moveTo>
                      <a:pt x="378" y="446748"/>
                    </a:moveTo>
                    <a:cubicBezTo>
                      <a:pt x="97883" y="339343"/>
                      <a:pt x="229854" y="207699"/>
                      <a:pt x="402037" y="3121"/>
                    </a:cubicBezTo>
                    <a:moveTo>
                      <a:pt x="378" y="446748"/>
                    </a:moveTo>
                    <a:cubicBezTo>
                      <a:pt x="161072" y="278456"/>
                      <a:pt x="312469" y="108204"/>
                      <a:pt x="402037" y="3121"/>
                    </a:cubicBezTo>
                    <a:moveTo>
                      <a:pt x="3402" y="487678"/>
                    </a:moveTo>
                    <a:cubicBezTo>
                      <a:pt x="117308" y="383611"/>
                      <a:pt x="220860" y="255088"/>
                      <a:pt x="444743" y="218"/>
                    </a:cubicBezTo>
                    <a:moveTo>
                      <a:pt x="3402" y="487678"/>
                    </a:moveTo>
                    <a:cubicBezTo>
                      <a:pt x="154647" y="322434"/>
                      <a:pt x="300375" y="166043"/>
                      <a:pt x="444743" y="218"/>
                    </a:cubicBezTo>
                    <a:moveTo>
                      <a:pt x="1437" y="534123"/>
                    </a:moveTo>
                    <a:cubicBezTo>
                      <a:pt x="108087" y="387240"/>
                      <a:pt x="242931" y="278528"/>
                      <a:pt x="482384" y="2831"/>
                    </a:cubicBezTo>
                    <a:moveTo>
                      <a:pt x="1437" y="534123"/>
                    </a:moveTo>
                    <a:cubicBezTo>
                      <a:pt x="108465" y="424759"/>
                      <a:pt x="197958" y="322869"/>
                      <a:pt x="482384" y="2831"/>
                    </a:cubicBezTo>
                    <a:moveTo>
                      <a:pt x="4384" y="575053"/>
                    </a:moveTo>
                    <a:cubicBezTo>
                      <a:pt x="139682" y="429694"/>
                      <a:pt x="259408" y="299646"/>
                      <a:pt x="525089" y="1"/>
                    </a:cubicBezTo>
                    <a:moveTo>
                      <a:pt x="4384" y="575053"/>
                    </a:moveTo>
                    <a:cubicBezTo>
                      <a:pt x="198109" y="359735"/>
                      <a:pt x="392060" y="143619"/>
                      <a:pt x="525089" y="1"/>
                    </a:cubicBezTo>
                    <a:moveTo>
                      <a:pt x="2419" y="621499"/>
                    </a:moveTo>
                    <a:cubicBezTo>
                      <a:pt x="197428" y="413293"/>
                      <a:pt x="408235" y="170905"/>
                      <a:pt x="533026" y="35488"/>
                    </a:cubicBezTo>
                    <a:moveTo>
                      <a:pt x="2419" y="621499"/>
                    </a:moveTo>
                    <a:cubicBezTo>
                      <a:pt x="114663" y="497620"/>
                      <a:pt x="240890" y="362275"/>
                      <a:pt x="533026" y="35488"/>
                    </a:cubicBezTo>
                    <a:moveTo>
                      <a:pt x="454" y="667944"/>
                    </a:moveTo>
                    <a:cubicBezTo>
                      <a:pt x="148827" y="516561"/>
                      <a:pt x="268478" y="360824"/>
                      <a:pt x="531061" y="81861"/>
                    </a:cubicBezTo>
                    <a:moveTo>
                      <a:pt x="454" y="667944"/>
                    </a:moveTo>
                    <a:cubicBezTo>
                      <a:pt x="204382" y="451465"/>
                      <a:pt x="401659" y="238106"/>
                      <a:pt x="531061" y="81861"/>
                    </a:cubicBezTo>
                    <a:moveTo>
                      <a:pt x="3402" y="708874"/>
                    </a:moveTo>
                    <a:cubicBezTo>
                      <a:pt x="171578" y="527664"/>
                      <a:pt x="328720" y="351825"/>
                      <a:pt x="534008" y="122863"/>
                    </a:cubicBezTo>
                    <a:moveTo>
                      <a:pt x="3402" y="708874"/>
                    </a:moveTo>
                    <a:cubicBezTo>
                      <a:pt x="150793" y="541598"/>
                      <a:pt x="294631" y="384337"/>
                      <a:pt x="534008" y="122863"/>
                    </a:cubicBezTo>
                    <a:moveTo>
                      <a:pt x="1437" y="755320"/>
                    </a:moveTo>
                    <a:cubicBezTo>
                      <a:pt x="99092" y="649584"/>
                      <a:pt x="225093" y="508433"/>
                      <a:pt x="532043" y="169236"/>
                    </a:cubicBezTo>
                    <a:moveTo>
                      <a:pt x="1437" y="755320"/>
                    </a:moveTo>
                    <a:cubicBezTo>
                      <a:pt x="138397" y="603792"/>
                      <a:pt x="254420" y="474542"/>
                      <a:pt x="532043" y="169236"/>
                    </a:cubicBezTo>
                    <a:moveTo>
                      <a:pt x="4384" y="796250"/>
                    </a:moveTo>
                    <a:cubicBezTo>
                      <a:pt x="167497" y="611774"/>
                      <a:pt x="350412" y="437386"/>
                      <a:pt x="530078" y="215682"/>
                    </a:cubicBezTo>
                    <a:moveTo>
                      <a:pt x="4384" y="796250"/>
                    </a:moveTo>
                    <a:cubicBezTo>
                      <a:pt x="152380" y="635360"/>
                      <a:pt x="295764" y="477010"/>
                      <a:pt x="530078" y="215682"/>
                    </a:cubicBezTo>
                    <a:moveTo>
                      <a:pt x="2419" y="842695"/>
                    </a:moveTo>
                    <a:cubicBezTo>
                      <a:pt x="140589" y="689208"/>
                      <a:pt x="256989" y="567724"/>
                      <a:pt x="533026" y="256684"/>
                    </a:cubicBezTo>
                    <a:moveTo>
                      <a:pt x="2419" y="842695"/>
                    </a:moveTo>
                    <a:cubicBezTo>
                      <a:pt x="151170" y="690514"/>
                      <a:pt x="288130" y="530277"/>
                      <a:pt x="533026" y="256684"/>
                    </a:cubicBezTo>
                    <a:moveTo>
                      <a:pt x="454" y="889141"/>
                    </a:moveTo>
                    <a:cubicBezTo>
                      <a:pt x="201661" y="658075"/>
                      <a:pt x="409520" y="429839"/>
                      <a:pt x="531061" y="303057"/>
                    </a:cubicBezTo>
                    <a:moveTo>
                      <a:pt x="454" y="889141"/>
                    </a:moveTo>
                    <a:cubicBezTo>
                      <a:pt x="116401" y="746902"/>
                      <a:pt x="244140" y="609525"/>
                      <a:pt x="531061" y="303057"/>
                    </a:cubicBezTo>
                    <a:moveTo>
                      <a:pt x="3477" y="930071"/>
                    </a:moveTo>
                    <a:cubicBezTo>
                      <a:pt x="197580" y="719034"/>
                      <a:pt x="396746" y="509377"/>
                      <a:pt x="534008" y="344060"/>
                    </a:cubicBezTo>
                    <a:moveTo>
                      <a:pt x="3477" y="930071"/>
                    </a:moveTo>
                    <a:cubicBezTo>
                      <a:pt x="178683" y="738120"/>
                      <a:pt x="348145" y="547984"/>
                      <a:pt x="534008" y="344060"/>
                    </a:cubicBezTo>
                    <a:moveTo>
                      <a:pt x="1437" y="976516"/>
                    </a:moveTo>
                    <a:cubicBezTo>
                      <a:pt x="171881" y="773245"/>
                      <a:pt x="378832" y="578174"/>
                      <a:pt x="532043" y="390433"/>
                    </a:cubicBezTo>
                    <a:moveTo>
                      <a:pt x="1437" y="976516"/>
                    </a:moveTo>
                    <a:cubicBezTo>
                      <a:pt x="136583" y="837906"/>
                      <a:pt x="280648" y="682894"/>
                      <a:pt x="532043" y="390433"/>
                    </a:cubicBezTo>
                    <a:moveTo>
                      <a:pt x="4460" y="1017446"/>
                    </a:moveTo>
                    <a:cubicBezTo>
                      <a:pt x="181934" y="847485"/>
                      <a:pt x="341645" y="656623"/>
                      <a:pt x="530078" y="436878"/>
                    </a:cubicBezTo>
                    <a:moveTo>
                      <a:pt x="4460" y="1017446"/>
                    </a:moveTo>
                    <a:cubicBezTo>
                      <a:pt x="151322" y="856774"/>
                      <a:pt x="302567" y="685144"/>
                      <a:pt x="530078" y="436878"/>
                    </a:cubicBezTo>
                    <a:moveTo>
                      <a:pt x="2495" y="1063892"/>
                    </a:moveTo>
                    <a:cubicBezTo>
                      <a:pt x="164549" y="879779"/>
                      <a:pt x="331063" y="683402"/>
                      <a:pt x="533101" y="477881"/>
                    </a:cubicBezTo>
                    <a:moveTo>
                      <a:pt x="2495" y="1063892"/>
                    </a:moveTo>
                    <a:cubicBezTo>
                      <a:pt x="165002" y="886964"/>
                      <a:pt x="325998" y="712793"/>
                      <a:pt x="533101" y="477881"/>
                    </a:cubicBezTo>
                    <a:moveTo>
                      <a:pt x="530" y="1110337"/>
                    </a:moveTo>
                    <a:cubicBezTo>
                      <a:pt x="102418" y="977823"/>
                      <a:pt x="222674" y="862798"/>
                      <a:pt x="531061" y="524254"/>
                    </a:cubicBezTo>
                    <a:moveTo>
                      <a:pt x="530" y="1110337"/>
                    </a:moveTo>
                    <a:cubicBezTo>
                      <a:pt x="201888" y="887327"/>
                      <a:pt x="408764" y="663735"/>
                      <a:pt x="531061" y="524254"/>
                    </a:cubicBezTo>
                    <a:moveTo>
                      <a:pt x="3477" y="1151267"/>
                    </a:moveTo>
                    <a:cubicBezTo>
                      <a:pt x="127059" y="1017011"/>
                      <a:pt x="262961" y="845235"/>
                      <a:pt x="534084" y="565256"/>
                    </a:cubicBezTo>
                    <a:moveTo>
                      <a:pt x="3477" y="1151267"/>
                    </a:moveTo>
                    <a:cubicBezTo>
                      <a:pt x="132803" y="1007286"/>
                      <a:pt x="269990" y="868095"/>
                      <a:pt x="534084" y="565256"/>
                    </a:cubicBezTo>
                    <a:moveTo>
                      <a:pt x="1512" y="1197713"/>
                    </a:moveTo>
                    <a:cubicBezTo>
                      <a:pt x="174753" y="1028187"/>
                      <a:pt x="319952" y="836890"/>
                      <a:pt x="532119" y="611629"/>
                    </a:cubicBezTo>
                    <a:moveTo>
                      <a:pt x="1512" y="1197713"/>
                    </a:moveTo>
                    <a:cubicBezTo>
                      <a:pt x="134769" y="1052571"/>
                      <a:pt x="252983" y="906921"/>
                      <a:pt x="532119" y="611629"/>
                    </a:cubicBezTo>
                    <a:moveTo>
                      <a:pt x="4460" y="1238643"/>
                    </a:moveTo>
                    <a:cubicBezTo>
                      <a:pt x="201737" y="1002207"/>
                      <a:pt x="399618" y="801983"/>
                      <a:pt x="530154" y="658075"/>
                    </a:cubicBezTo>
                    <a:moveTo>
                      <a:pt x="4460" y="1238643"/>
                    </a:moveTo>
                    <a:cubicBezTo>
                      <a:pt x="116250" y="1114256"/>
                      <a:pt x="229552" y="976299"/>
                      <a:pt x="530154" y="658075"/>
                    </a:cubicBezTo>
                    <a:moveTo>
                      <a:pt x="2495" y="1285088"/>
                    </a:moveTo>
                    <a:cubicBezTo>
                      <a:pt x="135146" y="1154678"/>
                      <a:pt x="269990" y="992192"/>
                      <a:pt x="533101" y="699005"/>
                    </a:cubicBezTo>
                    <a:moveTo>
                      <a:pt x="2495" y="1285088"/>
                    </a:moveTo>
                    <a:cubicBezTo>
                      <a:pt x="150566" y="1109902"/>
                      <a:pt x="307556" y="942916"/>
                      <a:pt x="533101" y="699005"/>
                    </a:cubicBezTo>
                    <a:moveTo>
                      <a:pt x="530" y="1331534"/>
                    </a:moveTo>
                    <a:cubicBezTo>
                      <a:pt x="103476" y="1218904"/>
                      <a:pt x="201586" y="1092050"/>
                      <a:pt x="531136" y="745450"/>
                    </a:cubicBezTo>
                    <a:moveTo>
                      <a:pt x="530" y="1331534"/>
                    </a:moveTo>
                    <a:cubicBezTo>
                      <a:pt x="136129" y="1169483"/>
                      <a:pt x="277019" y="1010117"/>
                      <a:pt x="531136" y="745450"/>
                    </a:cubicBezTo>
                    <a:moveTo>
                      <a:pt x="3553" y="1372464"/>
                    </a:moveTo>
                    <a:cubicBezTo>
                      <a:pt x="136658" y="1227903"/>
                      <a:pt x="258652" y="1083414"/>
                      <a:pt x="534084" y="786453"/>
                    </a:cubicBezTo>
                    <a:moveTo>
                      <a:pt x="3553" y="1372464"/>
                    </a:moveTo>
                    <a:cubicBezTo>
                      <a:pt x="166817" y="1194592"/>
                      <a:pt x="335371" y="1003876"/>
                      <a:pt x="534084" y="786453"/>
                    </a:cubicBezTo>
                    <a:moveTo>
                      <a:pt x="1512" y="1418909"/>
                    </a:moveTo>
                    <a:cubicBezTo>
                      <a:pt x="165683" y="1268252"/>
                      <a:pt x="287450" y="1105910"/>
                      <a:pt x="532119" y="832826"/>
                    </a:cubicBezTo>
                    <a:moveTo>
                      <a:pt x="1512" y="1418909"/>
                    </a:moveTo>
                    <a:cubicBezTo>
                      <a:pt x="159334" y="1248222"/>
                      <a:pt x="325091" y="1065779"/>
                      <a:pt x="532119" y="832826"/>
                    </a:cubicBezTo>
                    <a:moveTo>
                      <a:pt x="4536" y="1459839"/>
                    </a:moveTo>
                    <a:cubicBezTo>
                      <a:pt x="144821" y="1315568"/>
                      <a:pt x="264094" y="1157363"/>
                      <a:pt x="530154" y="879271"/>
                    </a:cubicBezTo>
                    <a:moveTo>
                      <a:pt x="4536" y="1459839"/>
                    </a:moveTo>
                    <a:cubicBezTo>
                      <a:pt x="159107" y="1284871"/>
                      <a:pt x="306800" y="1123618"/>
                      <a:pt x="530154" y="879271"/>
                    </a:cubicBezTo>
                    <a:moveTo>
                      <a:pt x="2570" y="1506285"/>
                    </a:moveTo>
                    <a:cubicBezTo>
                      <a:pt x="135902" y="1366078"/>
                      <a:pt x="246559" y="1228410"/>
                      <a:pt x="533177" y="920201"/>
                    </a:cubicBezTo>
                    <a:moveTo>
                      <a:pt x="2570" y="1506285"/>
                    </a:moveTo>
                    <a:cubicBezTo>
                      <a:pt x="171049" y="1317673"/>
                      <a:pt x="331441" y="1142269"/>
                      <a:pt x="533177" y="920201"/>
                    </a:cubicBezTo>
                    <a:moveTo>
                      <a:pt x="605" y="1552730"/>
                    </a:moveTo>
                    <a:cubicBezTo>
                      <a:pt x="129931" y="1402799"/>
                      <a:pt x="271577" y="1265567"/>
                      <a:pt x="531136" y="966647"/>
                    </a:cubicBezTo>
                    <a:moveTo>
                      <a:pt x="605" y="1552730"/>
                    </a:moveTo>
                    <a:cubicBezTo>
                      <a:pt x="211790" y="1322970"/>
                      <a:pt x="412090" y="1091396"/>
                      <a:pt x="531136" y="966647"/>
                    </a:cubicBezTo>
                    <a:moveTo>
                      <a:pt x="3553" y="1593660"/>
                    </a:moveTo>
                    <a:cubicBezTo>
                      <a:pt x="186091" y="1366441"/>
                      <a:pt x="398711" y="1138132"/>
                      <a:pt x="534160" y="1007649"/>
                    </a:cubicBezTo>
                    <a:moveTo>
                      <a:pt x="3553" y="1593660"/>
                    </a:moveTo>
                    <a:cubicBezTo>
                      <a:pt x="214284" y="1366513"/>
                      <a:pt x="407857" y="1146841"/>
                      <a:pt x="534160" y="1007649"/>
                    </a:cubicBezTo>
                    <a:moveTo>
                      <a:pt x="1588" y="1640106"/>
                    </a:moveTo>
                    <a:cubicBezTo>
                      <a:pt x="161828" y="1455776"/>
                      <a:pt x="309899" y="1308166"/>
                      <a:pt x="532194" y="1054022"/>
                    </a:cubicBezTo>
                    <a:moveTo>
                      <a:pt x="1588" y="1640106"/>
                    </a:moveTo>
                    <a:cubicBezTo>
                      <a:pt x="195992" y="1420143"/>
                      <a:pt x="391455" y="1212735"/>
                      <a:pt x="532194" y="1054022"/>
                    </a:cubicBezTo>
                    <a:moveTo>
                      <a:pt x="4536" y="1681036"/>
                    </a:moveTo>
                    <a:cubicBezTo>
                      <a:pt x="141042" y="1527258"/>
                      <a:pt x="280572" y="1392784"/>
                      <a:pt x="530229" y="1100468"/>
                    </a:cubicBezTo>
                    <a:moveTo>
                      <a:pt x="4536" y="1681036"/>
                    </a:moveTo>
                    <a:cubicBezTo>
                      <a:pt x="152985" y="1517243"/>
                      <a:pt x="295840" y="1357732"/>
                      <a:pt x="530229" y="1100468"/>
                    </a:cubicBezTo>
                    <a:moveTo>
                      <a:pt x="2570" y="1727481"/>
                    </a:moveTo>
                    <a:cubicBezTo>
                      <a:pt x="144897" y="1573195"/>
                      <a:pt x="289340" y="1406209"/>
                      <a:pt x="533177" y="1141398"/>
                    </a:cubicBezTo>
                    <a:moveTo>
                      <a:pt x="2570" y="1727481"/>
                    </a:moveTo>
                    <a:cubicBezTo>
                      <a:pt x="193649" y="1514631"/>
                      <a:pt x="382914" y="1309109"/>
                      <a:pt x="533177" y="1141398"/>
                    </a:cubicBezTo>
                    <a:moveTo>
                      <a:pt x="605" y="1773927"/>
                    </a:moveTo>
                    <a:cubicBezTo>
                      <a:pt x="171654" y="1589814"/>
                      <a:pt x="314585" y="1419055"/>
                      <a:pt x="531212" y="1187843"/>
                    </a:cubicBezTo>
                    <a:moveTo>
                      <a:pt x="605" y="1773927"/>
                    </a:moveTo>
                    <a:cubicBezTo>
                      <a:pt x="151095" y="1610569"/>
                      <a:pt x="291607" y="1459259"/>
                      <a:pt x="531212" y="1187843"/>
                    </a:cubicBezTo>
                    <a:moveTo>
                      <a:pt x="3629" y="1814857"/>
                    </a:moveTo>
                    <a:cubicBezTo>
                      <a:pt x="115494" y="1694752"/>
                      <a:pt x="233331" y="1556867"/>
                      <a:pt x="534160" y="1228773"/>
                    </a:cubicBezTo>
                    <a:moveTo>
                      <a:pt x="3629" y="1814857"/>
                    </a:moveTo>
                    <a:cubicBezTo>
                      <a:pt x="134391" y="1657741"/>
                      <a:pt x="279211" y="1493150"/>
                      <a:pt x="534160" y="1228773"/>
                    </a:cubicBezTo>
                    <a:moveTo>
                      <a:pt x="1588" y="1861303"/>
                    </a:moveTo>
                    <a:cubicBezTo>
                      <a:pt x="98563" y="1749543"/>
                      <a:pt x="220935" y="1609118"/>
                      <a:pt x="532194" y="1275219"/>
                    </a:cubicBezTo>
                    <a:moveTo>
                      <a:pt x="1588" y="1861303"/>
                    </a:moveTo>
                    <a:cubicBezTo>
                      <a:pt x="153136" y="1692139"/>
                      <a:pt x="304003" y="1528129"/>
                      <a:pt x="532194" y="1275219"/>
                    </a:cubicBezTo>
                    <a:moveTo>
                      <a:pt x="4611" y="1902232"/>
                    </a:moveTo>
                    <a:cubicBezTo>
                      <a:pt x="183370" y="1704767"/>
                      <a:pt x="339528" y="1533572"/>
                      <a:pt x="530229" y="1321664"/>
                    </a:cubicBezTo>
                    <a:moveTo>
                      <a:pt x="4611" y="1902232"/>
                    </a:moveTo>
                    <a:cubicBezTo>
                      <a:pt x="106500" y="1783869"/>
                      <a:pt x="220860" y="1661587"/>
                      <a:pt x="530229" y="1321664"/>
                    </a:cubicBezTo>
                    <a:moveTo>
                      <a:pt x="2646" y="1948678"/>
                    </a:moveTo>
                    <a:cubicBezTo>
                      <a:pt x="183748" y="1746785"/>
                      <a:pt x="353511" y="1576751"/>
                      <a:pt x="533252" y="1362594"/>
                    </a:cubicBezTo>
                    <a:moveTo>
                      <a:pt x="2646" y="1948678"/>
                    </a:moveTo>
                    <a:cubicBezTo>
                      <a:pt x="172107" y="1769428"/>
                      <a:pt x="337639" y="1568769"/>
                      <a:pt x="533252" y="1362594"/>
                    </a:cubicBezTo>
                    <a:moveTo>
                      <a:pt x="681" y="1995051"/>
                    </a:moveTo>
                    <a:cubicBezTo>
                      <a:pt x="178986" y="1772548"/>
                      <a:pt x="378228" y="1570220"/>
                      <a:pt x="531212" y="1409040"/>
                    </a:cubicBezTo>
                    <a:moveTo>
                      <a:pt x="681" y="1995051"/>
                    </a:moveTo>
                    <a:cubicBezTo>
                      <a:pt x="144443" y="1846571"/>
                      <a:pt x="282688" y="1683721"/>
                      <a:pt x="531212" y="1409040"/>
                    </a:cubicBezTo>
                    <a:moveTo>
                      <a:pt x="3629" y="2036053"/>
                    </a:moveTo>
                    <a:cubicBezTo>
                      <a:pt x="135751" y="1894250"/>
                      <a:pt x="287601" y="1722474"/>
                      <a:pt x="534235" y="1449970"/>
                    </a:cubicBezTo>
                    <a:moveTo>
                      <a:pt x="3629" y="2036053"/>
                    </a:moveTo>
                    <a:cubicBezTo>
                      <a:pt x="165834" y="1862681"/>
                      <a:pt x="332423" y="1675085"/>
                      <a:pt x="534235" y="1449970"/>
                    </a:cubicBezTo>
                    <a:moveTo>
                      <a:pt x="1663" y="2082499"/>
                    </a:moveTo>
                    <a:cubicBezTo>
                      <a:pt x="151624" y="1936051"/>
                      <a:pt x="280723" y="1784087"/>
                      <a:pt x="532270" y="1496415"/>
                    </a:cubicBezTo>
                    <a:moveTo>
                      <a:pt x="1663" y="2082499"/>
                    </a:moveTo>
                    <a:cubicBezTo>
                      <a:pt x="168857" y="1886122"/>
                      <a:pt x="343156" y="1699687"/>
                      <a:pt x="532270" y="1496415"/>
                    </a:cubicBezTo>
                    <a:moveTo>
                      <a:pt x="4611" y="2123429"/>
                    </a:moveTo>
                    <a:cubicBezTo>
                      <a:pt x="173392" y="1933293"/>
                      <a:pt x="355023" y="1733868"/>
                      <a:pt x="530305" y="1542861"/>
                    </a:cubicBezTo>
                    <a:moveTo>
                      <a:pt x="4611" y="2123429"/>
                    </a:moveTo>
                    <a:cubicBezTo>
                      <a:pt x="125698" y="1984165"/>
                      <a:pt x="237489" y="1862899"/>
                      <a:pt x="530305" y="1542861"/>
                    </a:cubicBezTo>
                    <a:moveTo>
                      <a:pt x="2646" y="2169875"/>
                    </a:moveTo>
                    <a:cubicBezTo>
                      <a:pt x="147240" y="1990914"/>
                      <a:pt x="311259" y="1814421"/>
                      <a:pt x="533252" y="1583791"/>
                    </a:cubicBezTo>
                    <a:moveTo>
                      <a:pt x="2646" y="2169875"/>
                    </a:moveTo>
                    <a:cubicBezTo>
                      <a:pt x="127890" y="2032498"/>
                      <a:pt x="235977" y="1907675"/>
                      <a:pt x="533252" y="1583791"/>
                    </a:cubicBezTo>
                    <a:moveTo>
                      <a:pt x="681" y="2216247"/>
                    </a:moveTo>
                    <a:cubicBezTo>
                      <a:pt x="144746" y="2055575"/>
                      <a:pt x="315039" y="1865584"/>
                      <a:pt x="531287" y="1630236"/>
                    </a:cubicBezTo>
                    <a:moveTo>
                      <a:pt x="681" y="2216247"/>
                    </a:moveTo>
                    <a:cubicBezTo>
                      <a:pt x="187602" y="2003106"/>
                      <a:pt x="384652" y="1797004"/>
                      <a:pt x="531287" y="1630236"/>
                    </a:cubicBezTo>
                    <a:moveTo>
                      <a:pt x="3704" y="2257250"/>
                    </a:moveTo>
                    <a:cubicBezTo>
                      <a:pt x="213150" y="2033296"/>
                      <a:pt x="397729" y="1813914"/>
                      <a:pt x="534235" y="1671166"/>
                    </a:cubicBezTo>
                    <a:moveTo>
                      <a:pt x="3704" y="2257250"/>
                    </a:moveTo>
                    <a:cubicBezTo>
                      <a:pt x="117913" y="2141427"/>
                      <a:pt x="228872" y="2014645"/>
                      <a:pt x="534235" y="1671166"/>
                    </a:cubicBezTo>
                    <a:moveTo>
                      <a:pt x="1663" y="2303696"/>
                    </a:moveTo>
                    <a:cubicBezTo>
                      <a:pt x="181329" y="2106012"/>
                      <a:pt x="372256" y="1894685"/>
                      <a:pt x="532270" y="1717612"/>
                    </a:cubicBezTo>
                    <a:moveTo>
                      <a:pt x="1663" y="2303696"/>
                    </a:moveTo>
                    <a:cubicBezTo>
                      <a:pt x="120785" y="2160803"/>
                      <a:pt x="254646" y="2021249"/>
                      <a:pt x="532270" y="1717612"/>
                    </a:cubicBezTo>
                    <a:moveTo>
                      <a:pt x="4687" y="2344625"/>
                    </a:moveTo>
                    <a:cubicBezTo>
                      <a:pt x="151700" y="2184461"/>
                      <a:pt x="308992" y="2025313"/>
                      <a:pt x="530305" y="1764057"/>
                    </a:cubicBezTo>
                    <a:moveTo>
                      <a:pt x="4687" y="2344625"/>
                    </a:moveTo>
                    <a:cubicBezTo>
                      <a:pt x="165758" y="2172269"/>
                      <a:pt x="321463" y="1995559"/>
                      <a:pt x="530305" y="1764057"/>
                    </a:cubicBezTo>
                    <a:moveTo>
                      <a:pt x="2722" y="2391071"/>
                    </a:moveTo>
                    <a:cubicBezTo>
                      <a:pt x="212621" y="2167407"/>
                      <a:pt x="403549" y="1952161"/>
                      <a:pt x="533328" y="1804987"/>
                    </a:cubicBezTo>
                    <a:moveTo>
                      <a:pt x="2722" y="2391071"/>
                    </a:moveTo>
                    <a:cubicBezTo>
                      <a:pt x="177625" y="2194404"/>
                      <a:pt x="368175" y="1986488"/>
                      <a:pt x="533328" y="1804987"/>
                    </a:cubicBezTo>
                    <a:moveTo>
                      <a:pt x="756" y="2437444"/>
                    </a:moveTo>
                    <a:cubicBezTo>
                      <a:pt x="133937" y="2320604"/>
                      <a:pt x="246483" y="2182574"/>
                      <a:pt x="531287" y="1851433"/>
                    </a:cubicBezTo>
                    <a:moveTo>
                      <a:pt x="756" y="2437444"/>
                    </a:moveTo>
                    <a:cubicBezTo>
                      <a:pt x="167875" y="2252315"/>
                      <a:pt x="342098" y="2062324"/>
                      <a:pt x="531287" y="1851433"/>
                    </a:cubicBezTo>
                    <a:moveTo>
                      <a:pt x="3704" y="2478446"/>
                    </a:moveTo>
                    <a:cubicBezTo>
                      <a:pt x="171654" y="2270022"/>
                      <a:pt x="367948" y="2094255"/>
                      <a:pt x="534311" y="1892363"/>
                    </a:cubicBezTo>
                    <a:moveTo>
                      <a:pt x="3704" y="2478446"/>
                    </a:moveTo>
                    <a:cubicBezTo>
                      <a:pt x="194329" y="2248614"/>
                      <a:pt x="395839" y="2037070"/>
                      <a:pt x="534311" y="1892363"/>
                    </a:cubicBezTo>
                    <a:moveTo>
                      <a:pt x="1739" y="2524819"/>
                    </a:moveTo>
                    <a:cubicBezTo>
                      <a:pt x="202719" y="2304929"/>
                      <a:pt x="392589" y="2079451"/>
                      <a:pt x="532345" y="1938808"/>
                    </a:cubicBezTo>
                    <a:moveTo>
                      <a:pt x="1739" y="2524819"/>
                    </a:moveTo>
                    <a:cubicBezTo>
                      <a:pt x="137490" y="2379895"/>
                      <a:pt x="272182" y="2221400"/>
                      <a:pt x="532345" y="1938808"/>
                    </a:cubicBezTo>
                    <a:moveTo>
                      <a:pt x="4687" y="2565822"/>
                    </a:moveTo>
                    <a:cubicBezTo>
                      <a:pt x="117308" y="2429969"/>
                      <a:pt x="247919" y="2282360"/>
                      <a:pt x="530380" y="1985254"/>
                    </a:cubicBezTo>
                    <a:moveTo>
                      <a:pt x="4687" y="2565822"/>
                    </a:moveTo>
                    <a:cubicBezTo>
                      <a:pt x="198260" y="2353842"/>
                      <a:pt x="371652" y="2158771"/>
                      <a:pt x="530380" y="1985254"/>
                    </a:cubicBezTo>
                    <a:moveTo>
                      <a:pt x="2722" y="2612267"/>
                    </a:moveTo>
                    <a:cubicBezTo>
                      <a:pt x="126379" y="2480478"/>
                      <a:pt x="248751" y="2340707"/>
                      <a:pt x="533328" y="2026184"/>
                    </a:cubicBezTo>
                    <a:moveTo>
                      <a:pt x="2722" y="2612267"/>
                    </a:moveTo>
                    <a:cubicBezTo>
                      <a:pt x="165456" y="2449853"/>
                      <a:pt x="312166" y="2282940"/>
                      <a:pt x="533328" y="2026184"/>
                    </a:cubicBezTo>
                    <a:moveTo>
                      <a:pt x="756" y="2658640"/>
                    </a:moveTo>
                    <a:cubicBezTo>
                      <a:pt x="214586" y="2420390"/>
                      <a:pt x="413979" y="2204491"/>
                      <a:pt x="531363" y="2072629"/>
                    </a:cubicBezTo>
                    <a:moveTo>
                      <a:pt x="756" y="2658640"/>
                    </a:moveTo>
                    <a:cubicBezTo>
                      <a:pt x="193271" y="2452248"/>
                      <a:pt x="395310" y="2227931"/>
                      <a:pt x="531363" y="2072629"/>
                    </a:cubicBezTo>
                    <a:moveTo>
                      <a:pt x="3704" y="2699643"/>
                    </a:moveTo>
                    <a:cubicBezTo>
                      <a:pt x="169538" y="2516546"/>
                      <a:pt x="338697" y="2338384"/>
                      <a:pt x="534311" y="2113559"/>
                    </a:cubicBezTo>
                    <a:moveTo>
                      <a:pt x="3704" y="2699643"/>
                    </a:moveTo>
                    <a:cubicBezTo>
                      <a:pt x="202644" y="2488607"/>
                      <a:pt x="399089" y="2266031"/>
                      <a:pt x="534311" y="2113559"/>
                    </a:cubicBezTo>
                    <a:moveTo>
                      <a:pt x="1739" y="2746016"/>
                    </a:moveTo>
                    <a:cubicBezTo>
                      <a:pt x="157444" y="2554936"/>
                      <a:pt x="323051" y="2397022"/>
                      <a:pt x="532345" y="2160005"/>
                    </a:cubicBezTo>
                    <a:moveTo>
                      <a:pt x="1739" y="2746016"/>
                    </a:moveTo>
                    <a:cubicBezTo>
                      <a:pt x="104837" y="2623661"/>
                      <a:pt x="226907" y="2505878"/>
                      <a:pt x="532345" y="2160005"/>
                    </a:cubicBezTo>
                    <a:moveTo>
                      <a:pt x="4762" y="2787019"/>
                    </a:moveTo>
                    <a:cubicBezTo>
                      <a:pt x="133181" y="2649496"/>
                      <a:pt x="263490" y="2516474"/>
                      <a:pt x="530380" y="2206450"/>
                    </a:cubicBezTo>
                    <a:moveTo>
                      <a:pt x="4762" y="2787019"/>
                    </a:moveTo>
                    <a:cubicBezTo>
                      <a:pt x="139455" y="2630628"/>
                      <a:pt x="286468" y="2475979"/>
                      <a:pt x="530380" y="2206450"/>
                    </a:cubicBezTo>
                    <a:moveTo>
                      <a:pt x="2797" y="2833464"/>
                    </a:moveTo>
                    <a:cubicBezTo>
                      <a:pt x="117460" y="2692459"/>
                      <a:pt x="222523" y="2560742"/>
                      <a:pt x="533328" y="2247380"/>
                    </a:cubicBezTo>
                    <a:moveTo>
                      <a:pt x="2797" y="2833464"/>
                    </a:moveTo>
                    <a:cubicBezTo>
                      <a:pt x="170142" y="2636361"/>
                      <a:pt x="346709" y="2454208"/>
                      <a:pt x="533328" y="2247380"/>
                    </a:cubicBezTo>
                    <a:moveTo>
                      <a:pt x="832" y="2879837"/>
                    </a:moveTo>
                    <a:cubicBezTo>
                      <a:pt x="134995" y="2749209"/>
                      <a:pt x="260844" y="2601309"/>
                      <a:pt x="531363" y="2293826"/>
                    </a:cubicBezTo>
                    <a:moveTo>
                      <a:pt x="832" y="2879837"/>
                    </a:moveTo>
                    <a:cubicBezTo>
                      <a:pt x="150641" y="2706755"/>
                      <a:pt x="304457" y="2530553"/>
                      <a:pt x="531363" y="2293826"/>
                    </a:cubicBezTo>
                    <a:moveTo>
                      <a:pt x="3780" y="2920840"/>
                    </a:moveTo>
                    <a:cubicBezTo>
                      <a:pt x="121844" y="2796816"/>
                      <a:pt x="218517" y="2682661"/>
                      <a:pt x="534386" y="2334756"/>
                    </a:cubicBezTo>
                    <a:moveTo>
                      <a:pt x="3780" y="2920840"/>
                    </a:moveTo>
                    <a:cubicBezTo>
                      <a:pt x="161904" y="2759514"/>
                      <a:pt x="304986" y="2595359"/>
                      <a:pt x="534386" y="2334756"/>
                    </a:cubicBezTo>
                    <a:moveTo>
                      <a:pt x="1815" y="2967213"/>
                    </a:moveTo>
                    <a:cubicBezTo>
                      <a:pt x="180800" y="2766191"/>
                      <a:pt x="370745" y="2559436"/>
                      <a:pt x="532421" y="2381201"/>
                    </a:cubicBezTo>
                    <a:moveTo>
                      <a:pt x="1815" y="2967213"/>
                    </a:moveTo>
                    <a:cubicBezTo>
                      <a:pt x="207406" y="2748266"/>
                      <a:pt x="404305" y="2535923"/>
                      <a:pt x="532421" y="2381201"/>
                    </a:cubicBezTo>
                    <a:moveTo>
                      <a:pt x="4762" y="3008215"/>
                    </a:moveTo>
                    <a:cubicBezTo>
                      <a:pt x="108692" y="2893626"/>
                      <a:pt x="210505" y="2761401"/>
                      <a:pt x="530456" y="2427647"/>
                    </a:cubicBezTo>
                    <a:moveTo>
                      <a:pt x="4762" y="3008215"/>
                    </a:moveTo>
                    <a:cubicBezTo>
                      <a:pt x="165154" y="2824901"/>
                      <a:pt x="318893" y="2665607"/>
                      <a:pt x="530456" y="2427647"/>
                    </a:cubicBezTo>
                    <a:moveTo>
                      <a:pt x="2797" y="3054588"/>
                    </a:moveTo>
                    <a:cubicBezTo>
                      <a:pt x="152682" y="2899068"/>
                      <a:pt x="283520" y="2752184"/>
                      <a:pt x="533404" y="2468577"/>
                    </a:cubicBezTo>
                    <a:moveTo>
                      <a:pt x="2797" y="3054588"/>
                    </a:moveTo>
                    <a:cubicBezTo>
                      <a:pt x="106273" y="2933612"/>
                      <a:pt x="215871" y="2815539"/>
                      <a:pt x="533404" y="2468577"/>
                    </a:cubicBezTo>
                    <a:moveTo>
                      <a:pt x="832" y="3101034"/>
                    </a:moveTo>
                    <a:cubicBezTo>
                      <a:pt x="124489" y="2963656"/>
                      <a:pt x="229552" y="2838036"/>
                      <a:pt x="531438" y="2515022"/>
                    </a:cubicBezTo>
                    <a:moveTo>
                      <a:pt x="832" y="3101034"/>
                    </a:moveTo>
                    <a:cubicBezTo>
                      <a:pt x="161904" y="2920114"/>
                      <a:pt x="317986" y="2755958"/>
                      <a:pt x="531438" y="2515022"/>
                    </a:cubicBezTo>
                    <a:moveTo>
                      <a:pt x="3780" y="3142036"/>
                    </a:moveTo>
                    <a:cubicBezTo>
                      <a:pt x="168253" y="2963003"/>
                      <a:pt x="330307" y="2783826"/>
                      <a:pt x="534386" y="2555953"/>
                    </a:cubicBezTo>
                    <a:moveTo>
                      <a:pt x="3780" y="3142036"/>
                    </a:moveTo>
                    <a:cubicBezTo>
                      <a:pt x="143612" y="2981074"/>
                      <a:pt x="290852" y="2825118"/>
                      <a:pt x="534386" y="2555953"/>
                    </a:cubicBezTo>
                    <a:moveTo>
                      <a:pt x="1815" y="3188409"/>
                    </a:moveTo>
                    <a:cubicBezTo>
                      <a:pt x="182160" y="2978316"/>
                      <a:pt x="378303" y="2781939"/>
                      <a:pt x="532421" y="2602398"/>
                    </a:cubicBezTo>
                    <a:moveTo>
                      <a:pt x="1815" y="3188409"/>
                    </a:moveTo>
                    <a:cubicBezTo>
                      <a:pt x="162811" y="3028753"/>
                      <a:pt x="304230" y="2864452"/>
                      <a:pt x="532421" y="2602398"/>
                    </a:cubicBezTo>
                    <a:moveTo>
                      <a:pt x="4838" y="3229411"/>
                    </a:moveTo>
                    <a:cubicBezTo>
                      <a:pt x="214737" y="2992757"/>
                      <a:pt x="433707" y="2778383"/>
                      <a:pt x="530456" y="2648843"/>
                    </a:cubicBezTo>
                    <a:moveTo>
                      <a:pt x="4838" y="3229411"/>
                    </a:moveTo>
                    <a:cubicBezTo>
                      <a:pt x="128193" y="3094212"/>
                      <a:pt x="252076" y="2963366"/>
                      <a:pt x="530456" y="2648843"/>
                    </a:cubicBezTo>
                    <a:moveTo>
                      <a:pt x="2873" y="3275784"/>
                    </a:moveTo>
                    <a:cubicBezTo>
                      <a:pt x="168404" y="3100670"/>
                      <a:pt x="323051" y="2918227"/>
                      <a:pt x="533404" y="2689773"/>
                    </a:cubicBezTo>
                    <a:moveTo>
                      <a:pt x="2873" y="3275784"/>
                    </a:moveTo>
                    <a:cubicBezTo>
                      <a:pt x="183748" y="3082673"/>
                      <a:pt x="357895" y="2874249"/>
                      <a:pt x="533404" y="2689773"/>
                    </a:cubicBezTo>
                    <a:moveTo>
                      <a:pt x="832" y="3322230"/>
                    </a:moveTo>
                    <a:cubicBezTo>
                      <a:pt x="177323" y="3128755"/>
                      <a:pt x="388885" y="2904511"/>
                      <a:pt x="531438" y="2736219"/>
                    </a:cubicBezTo>
                    <a:moveTo>
                      <a:pt x="832" y="3322230"/>
                    </a:moveTo>
                    <a:cubicBezTo>
                      <a:pt x="203702" y="3102993"/>
                      <a:pt x="394781" y="2900157"/>
                      <a:pt x="531438" y="2736219"/>
                    </a:cubicBezTo>
                    <a:moveTo>
                      <a:pt x="3855" y="3363232"/>
                    </a:moveTo>
                    <a:cubicBezTo>
                      <a:pt x="156235" y="3178249"/>
                      <a:pt x="329097" y="2999434"/>
                      <a:pt x="534462" y="2777149"/>
                    </a:cubicBezTo>
                    <a:moveTo>
                      <a:pt x="3855" y="3363232"/>
                    </a:moveTo>
                    <a:cubicBezTo>
                      <a:pt x="133635" y="3216567"/>
                      <a:pt x="260844" y="3079407"/>
                      <a:pt x="534462" y="2777149"/>
                    </a:cubicBezTo>
                    <a:moveTo>
                      <a:pt x="1890" y="3409605"/>
                    </a:moveTo>
                    <a:cubicBezTo>
                      <a:pt x="215720" y="3179628"/>
                      <a:pt x="432724" y="2957343"/>
                      <a:pt x="532497" y="2823594"/>
                    </a:cubicBezTo>
                    <a:moveTo>
                      <a:pt x="1890" y="3409605"/>
                    </a:moveTo>
                    <a:cubicBezTo>
                      <a:pt x="156839" y="3239281"/>
                      <a:pt x="315946" y="3068812"/>
                      <a:pt x="532497" y="2823594"/>
                    </a:cubicBezTo>
                    <a:moveTo>
                      <a:pt x="4838" y="3450608"/>
                    </a:moveTo>
                    <a:cubicBezTo>
                      <a:pt x="126227" y="3296467"/>
                      <a:pt x="284805" y="3169395"/>
                      <a:pt x="530456" y="2870040"/>
                    </a:cubicBezTo>
                    <a:moveTo>
                      <a:pt x="4838" y="3450608"/>
                    </a:moveTo>
                    <a:cubicBezTo>
                      <a:pt x="134013" y="3303652"/>
                      <a:pt x="255856" y="3179483"/>
                      <a:pt x="530456" y="2870040"/>
                    </a:cubicBezTo>
                    <a:moveTo>
                      <a:pt x="2873" y="3496981"/>
                    </a:moveTo>
                    <a:cubicBezTo>
                      <a:pt x="166136" y="3313812"/>
                      <a:pt x="331289" y="3149220"/>
                      <a:pt x="533479" y="2910970"/>
                    </a:cubicBezTo>
                    <a:moveTo>
                      <a:pt x="2873" y="3496981"/>
                    </a:moveTo>
                    <a:cubicBezTo>
                      <a:pt x="126454" y="3363232"/>
                      <a:pt x="241646" y="3219542"/>
                      <a:pt x="533479" y="2910970"/>
                    </a:cubicBezTo>
                    <a:moveTo>
                      <a:pt x="908" y="3543426"/>
                    </a:moveTo>
                    <a:cubicBezTo>
                      <a:pt x="134693" y="3396325"/>
                      <a:pt x="254646" y="3252199"/>
                      <a:pt x="531514" y="2957415"/>
                    </a:cubicBezTo>
                    <a:moveTo>
                      <a:pt x="908" y="3543426"/>
                    </a:moveTo>
                    <a:cubicBezTo>
                      <a:pt x="153816" y="3390737"/>
                      <a:pt x="292741" y="3234491"/>
                      <a:pt x="531514" y="2957415"/>
                    </a:cubicBezTo>
                    <a:moveTo>
                      <a:pt x="3855" y="3584357"/>
                    </a:moveTo>
                    <a:cubicBezTo>
                      <a:pt x="126908" y="3445020"/>
                      <a:pt x="259786" y="3297918"/>
                      <a:pt x="534462" y="2998345"/>
                    </a:cubicBezTo>
                    <a:moveTo>
                      <a:pt x="3855" y="3584357"/>
                    </a:moveTo>
                    <a:cubicBezTo>
                      <a:pt x="208766" y="3350823"/>
                      <a:pt x="428794" y="3121426"/>
                      <a:pt x="534462" y="2998345"/>
                    </a:cubicBezTo>
                    <a:moveTo>
                      <a:pt x="1890" y="3630802"/>
                    </a:moveTo>
                    <a:cubicBezTo>
                      <a:pt x="145728" y="3442262"/>
                      <a:pt x="298637" y="3283912"/>
                      <a:pt x="532497" y="3044791"/>
                    </a:cubicBezTo>
                    <a:moveTo>
                      <a:pt x="1890" y="3630802"/>
                    </a:moveTo>
                    <a:cubicBezTo>
                      <a:pt x="198487" y="3423902"/>
                      <a:pt x="388356" y="3213011"/>
                      <a:pt x="532497" y="3044791"/>
                    </a:cubicBezTo>
                    <a:moveTo>
                      <a:pt x="4914" y="3671805"/>
                    </a:moveTo>
                    <a:cubicBezTo>
                      <a:pt x="156915" y="3501481"/>
                      <a:pt x="319045" y="3330503"/>
                      <a:pt x="530531" y="3091236"/>
                    </a:cubicBezTo>
                    <a:moveTo>
                      <a:pt x="4914" y="3671805"/>
                    </a:moveTo>
                    <a:cubicBezTo>
                      <a:pt x="208615" y="3458446"/>
                      <a:pt x="401432" y="3236306"/>
                      <a:pt x="530531" y="3091236"/>
                    </a:cubicBezTo>
                    <a:moveTo>
                      <a:pt x="2948" y="3718178"/>
                    </a:moveTo>
                    <a:cubicBezTo>
                      <a:pt x="164851" y="3568391"/>
                      <a:pt x="315719" y="3383553"/>
                      <a:pt x="533479" y="3132166"/>
                    </a:cubicBezTo>
                    <a:moveTo>
                      <a:pt x="2948" y="3718178"/>
                    </a:moveTo>
                    <a:cubicBezTo>
                      <a:pt x="113680" y="3596040"/>
                      <a:pt x="229174" y="3473686"/>
                      <a:pt x="533479" y="3132166"/>
                    </a:cubicBezTo>
                    <a:moveTo>
                      <a:pt x="908" y="3764623"/>
                    </a:moveTo>
                    <a:cubicBezTo>
                      <a:pt x="184050" y="3567593"/>
                      <a:pt x="375431" y="3359168"/>
                      <a:pt x="531514" y="3178612"/>
                    </a:cubicBezTo>
                    <a:moveTo>
                      <a:pt x="908" y="3764623"/>
                    </a:moveTo>
                    <a:cubicBezTo>
                      <a:pt x="192969" y="3558594"/>
                      <a:pt x="376414" y="3356411"/>
                      <a:pt x="531514" y="3178612"/>
                    </a:cubicBezTo>
                    <a:moveTo>
                      <a:pt x="3931" y="3805553"/>
                    </a:moveTo>
                    <a:cubicBezTo>
                      <a:pt x="168101" y="3613385"/>
                      <a:pt x="360390" y="3409461"/>
                      <a:pt x="534537" y="3219542"/>
                    </a:cubicBezTo>
                    <a:moveTo>
                      <a:pt x="3931" y="3805553"/>
                    </a:moveTo>
                    <a:cubicBezTo>
                      <a:pt x="120483" y="3674127"/>
                      <a:pt x="246710" y="3542410"/>
                      <a:pt x="534537" y="3219542"/>
                    </a:cubicBezTo>
                    <a:moveTo>
                      <a:pt x="1966" y="3851999"/>
                    </a:moveTo>
                    <a:cubicBezTo>
                      <a:pt x="123128" y="3694519"/>
                      <a:pt x="270292" y="3565416"/>
                      <a:pt x="532572" y="3265987"/>
                    </a:cubicBezTo>
                    <a:moveTo>
                      <a:pt x="1966" y="3851999"/>
                    </a:moveTo>
                    <a:cubicBezTo>
                      <a:pt x="140286" y="3689947"/>
                      <a:pt x="288357" y="3542701"/>
                      <a:pt x="532572" y="3265987"/>
                    </a:cubicBezTo>
                    <a:moveTo>
                      <a:pt x="1" y="3898444"/>
                    </a:moveTo>
                    <a:cubicBezTo>
                      <a:pt x="144746" y="3765059"/>
                      <a:pt x="277624" y="3605257"/>
                      <a:pt x="530531" y="3312433"/>
                    </a:cubicBezTo>
                    <a:moveTo>
                      <a:pt x="1" y="3898444"/>
                    </a:moveTo>
                    <a:cubicBezTo>
                      <a:pt x="142629" y="3732256"/>
                      <a:pt x="293951" y="3576083"/>
                      <a:pt x="530531" y="3312433"/>
                    </a:cubicBezTo>
                    <a:moveTo>
                      <a:pt x="2948" y="3939374"/>
                    </a:moveTo>
                    <a:cubicBezTo>
                      <a:pt x="132501" y="3818471"/>
                      <a:pt x="243233" y="3693286"/>
                      <a:pt x="533555" y="3353363"/>
                    </a:cubicBezTo>
                    <a:moveTo>
                      <a:pt x="2948" y="3939374"/>
                    </a:moveTo>
                    <a:cubicBezTo>
                      <a:pt x="153816" y="3780080"/>
                      <a:pt x="294555" y="3607071"/>
                      <a:pt x="533555" y="3353363"/>
                    </a:cubicBezTo>
                    <a:moveTo>
                      <a:pt x="983" y="3985820"/>
                    </a:moveTo>
                    <a:cubicBezTo>
                      <a:pt x="177701" y="3807077"/>
                      <a:pt x="328795" y="3639220"/>
                      <a:pt x="531590" y="3399808"/>
                    </a:cubicBezTo>
                    <a:moveTo>
                      <a:pt x="983" y="3985820"/>
                    </a:moveTo>
                    <a:cubicBezTo>
                      <a:pt x="163189" y="3797425"/>
                      <a:pt x="335673" y="3613240"/>
                      <a:pt x="531590" y="3399808"/>
                    </a:cubicBezTo>
                    <a:moveTo>
                      <a:pt x="3931" y="4026750"/>
                    </a:moveTo>
                    <a:cubicBezTo>
                      <a:pt x="103250" y="3913539"/>
                      <a:pt x="216098" y="3794522"/>
                      <a:pt x="534537" y="3440739"/>
                    </a:cubicBezTo>
                    <a:moveTo>
                      <a:pt x="3931" y="4026750"/>
                    </a:moveTo>
                    <a:cubicBezTo>
                      <a:pt x="174904" y="3836323"/>
                      <a:pt x="342174" y="3649308"/>
                      <a:pt x="534537" y="3440739"/>
                    </a:cubicBezTo>
                    <a:moveTo>
                      <a:pt x="1966" y="4073195"/>
                    </a:moveTo>
                    <a:cubicBezTo>
                      <a:pt x="132274" y="3950986"/>
                      <a:pt x="228494" y="3818906"/>
                      <a:pt x="532572" y="3487184"/>
                    </a:cubicBezTo>
                    <a:moveTo>
                      <a:pt x="1966" y="4073195"/>
                    </a:moveTo>
                    <a:cubicBezTo>
                      <a:pt x="118593" y="3952800"/>
                      <a:pt x="220860" y="3823623"/>
                      <a:pt x="532572" y="3487184"/>
                    </a:cubicBezTo>
                    <a:moveTo>
                      <a:pt x="1" y="4119641"/>
                    </a:moveTo>
                    <a:cubicBezTo>
                      <a:pt x="195463" y="3920650"/>
                      <a:pt x="392287" y="3689004"/>
                      <a:pt x="530607" y="3533629"/>
                    </a:cubicBezTo>
                    <a:moveTo>
                      <a:pt x="1" y="4119641"/>
                    </a:moveTo>
                    <a:cubicBezTo>
                      <a:pt x="144595" y="3958097"/>
                      <a:pt x="301660" y="3790603"/>
                      <a:pt x="530607" y="3533629"/>
                    </a:cubicBezTo>
                    <a:moveTo>
                      <a:pt x="3024" y="4160571"/>
                    </a:moveTo>
                    <a:cubicBezTo>
                      <a:pt x="114814" y="4025153"/>
                      <a:pt x="225093" y="3897573"/>
                      <a:pt x="533555" y="3574560"/>
                    </a:cubicBezTo>
                    <a:moveTo>
                      <a:pt x="3024" y="4160571"/>
                    </a:moveTo>
                    <a:cubicBezTo>
                      <a:pt x="152380" y="3999100"/>
                      <a:pt x="300526" y="3832550"/>
                      <a:pt x="533555" y="3574560"/>
                    </a:cubicBezTo>
                    <a:moveTo>
                      <a:pt x="983" y="4207016"/>
                    </a:moveTo>
                    <a:cubicBezTo>
                      <a:pt x="213075" y="3983134"/>
                      <a:pt x="433707" y="3726015"/>
                      <a:pt x="531590" y="3621005"/>
                    </a:cubicBezTo>
                    <a:moveTo>
                      <a:pt x="983" y="4207016"/>
                    </a:moveTo>
                    <a:cubicBezTo>
                      <a:pt x="157444" y="4036329"/>
                      <a:pt x="302340" y="3872101"/>
                      <a:pt x="531590" y="3621005"/>
                    </a:cubicBezTo>
                    <a:moveTo>
                      <a:pt x="4007" y="4247946"/>
                    </a:moveTo>
                    <a:cubicBezTo>
                      <a:pt x="180497" y="4074211"/>
                      <a:pt x="338546" y="3880011"/>
                      <a:pt x="534613" y="3661935"/>
                    </a:cubicBezTo>
                    <a:moveTo>
                      <a:pt x="4007" y="4247946"/>
                    </a:moveTo>
                    <a:cubicBezTo>
                      <a:pt x="185259" y="4056358"/>
                      <a:pt x="346331" y="3864844"/>
                      <a:pt x="534613" y="3661935"/>
                    </a:cubicBezTo>
                    <a:moveTo>
                      <a:pt x="2041" y="4294391"/>
                    </a:moveTo>
                    <a:cubicBezTo>
                      <a:pt x="198335" y="4067027"/>
                      <a:pt x="389339" y="3848805"/>
                      <a:pt x="532648" y="3708380"/>
                    </a:cubicBezTo>
                    <a:moveTo>
                      <a:pt x="2041" y="4294391"/>
                    </a:moveTo>
                    <a:cubicBezTo>
                      <a:pt x="212697" y="4060640"/>
                      <a:pt x="423050" y="3820720"/>
                      <a:pt x="532648" y="3708380"/>
                    </a:cubicBezTo>
                    <a:moveTo>
                      <a:pt x="76" y="4340837"/>
                    </a:moveTo>
                    <a:cubicBezTo>
                      <a:pt x="155025" y="4169714"/>
                      <a:pt x="287601" y="4008099"/>
                      <a:pt x="530607" y="3754753"/>
                    </a:cubicBezTo>
                    <a:moveTo>
                      <a:pt x="76" y="4340837"/>
                    </a:moveTo>
                    <a:cubicBezTo>
                      <a:pt x="144066" y="4192937"/>
                      <a:pt x="278682" y="4037272"/>
                      <a:pt x="530607" y="3754753"/>
                    </a:cubicBezTo>
                    <a:moveTo>
                      <a:pt x="3024" y="4381767"/>
                    </a:moveTo>
                    <a:cubicBezTo>
                      <a:pt x="178683" y="4173851"/>
                      <a:pt x="350564" y="3983787"/>
                      <a:pt x="533630" y="3795756"/>
                    </a:cubicBezTo>
                    <a:moveTo>
                      <a:pt x="3024" y="4381767"/>
                    </a:moveTo>
                    <a:cubicBezTo>
                      <a:pt x="155932" y="4205420"/>
                      <a:pt x="315190" y="4042715"/>
                      <a:pt x="533630" y="3795756"/>
                    </a:cubicBezTo>
                    <a:moveTo>
                      <a:pt x="1059" y="4428212"/>
                    </a:moveTo>
                    <a:cubicBezTo>
                      <a:pt x="170218" y="4272185"/>
                      <a:pt x="329324" y="4096563"/>
                      <a:pt x="531665" y="3842201"/>
                    </a:cubicBezTo>
                    <a:moveTo>
                      <a:pt x="1059" y="4428212"/>
                    </a:moveTo>
                    <a:cubicBezTo>
                      <a:pt x="141949" y="4270661"/>
                      <a:pt x="287450" y="4114778"/>
                      <a:pt x="531665" y="3842201"/>
                    </a:cubicBezTo>
                    <a:moveTo>
                      <a:pt x="4007" y="4469143"/>
                    </a:moveTo>
                    <a:cubicBezTo>
                      <a:pt x="149734" y="4306656"/>
                      <a:pt x="313678" y="4122471"/>
                      <a:pt x="534613" y="3883131"/>
                    </a:cubicBezTo>
                    <a:moveTo>
                      <a:pt x="4007" y="4469143"/>
                    </a:moveTo>
                    <a:cubicBezTo>
                      <a:pt x="122373" y="4340692"/>
                      <a:pt x="237715" y="4217612"/>
                      <a:pt x="534613" y="3883131"/>
                    </a:cubicBezTo>
                    <a:moveTo>
                      <a:pt x="2041" y="4515588"/>
                    </a:moveTo>
                    <a:cubicBezTo>
                      <a:pt x="112773" y="4398676"/>
                      <a:pt x="252681" y="4256147"/>
                      <a:pt x="532648" y="3929577"/>
                    </a:cubicBezTo>
                    <a:moveTo>
                      <a:pt x="2041" y="4515588"/>
                    </a:moveTo>
                    <a:cubicBezTo>
                      <a:pt x="115419" y="4400273"/>
                      <a:pt x="225848" y="4274652"/>
                      <a:pt x="532648" y="3929577"/>
                    </a:cubicBezTo>
                    <a:moveTo>
                      <a:pt x="76" y="4562033"/>
                    </a:moveTo>
                    <a:cubicBezTo>
                      <a:pt x="200830" y="4341127"/>
                      <a:pt x="380571" y="4133719"/>
                      <a:pt x="530683" y="3975950"/>
                    </a:cubicBezTo>
                    <a:moveTo>
                      <a:pt x="76" y="4562033"/>
                    </a:moveTo>
                    <a:cubicBezTo>
                      <a:pt x="213755" y="4320953"/>
                      <a:pt x="415264" y="4098450"/>
                      <a:pt x="530683" y="3975950"/>
                    </a:cubicBezTo>
                    <a:moveTo>
                      <a:pt x="27891" y="4575604"/>
                    </a:moveTo>
                    <a:cubicBezTo>
                      <a:pt x="210505" y="4371027"/>
                      <a:pt x="410276" y="4154257"/>
                      <a:pt x="533630" y="4016952"/>
                    </a:cubicBezTo>
                    <a:moveTo>
                      <a:pt x="27891" y="4575604"/>
                    </a:moveTo>
                    <a:cubicBezTo>
                      <a:pt x="141874" y="4446500"/>
                      <a:pt x="255856" y="4324218"/>
                      <a:pt x="533630" y="4016952"/>
                    </a:cubicBezTo>
                    <a:moveTo>
                      <a:pt x="65533" y="4578217"/>
                    </a:moveTo>
                    <a:cubicBezTo>
                      <a:pt x="233483" y="4393959"/>
                      <a:pt x="408613" y="4218264"/>
                      <a:pt x="531665" y="4063398"/>
                    </a:cubicBezTo>
                    <a:moveTo>
                      <a:pt x="65533" y="4578217"/>
                    </a:moveTo>
                    <a:cubicBezTo>
                      <a:pt x="192440" y="4449258"/>
                      <a:pt x="321312" y="4303535"/>
                      <a:pt x="531665" y="4063398"/>
                    </a:cubicBezTo>
                    <a:moveTo>
                      <a:pt x="108238" y="4575314"/>
                    </a:moveTo>
                    <a:cubicBezTo>
                      <a:pt x="271577" y="4408473"/>
                      <a:pt x="420480" y="4214346"/>
                      <a:pt x="534689" y="4104328"/>
                    </a:cubicBezTo>
                    <a:moveTo>
                      <a:pt x="108238" y="4575314"/>
                    </a:moveTo>
                    <a:cubicBezTo>
                      <a:pt x="262961" y="4400708"/>
                      <a:pt x="418515" y="4217829"/>
                      <a:pt x="534689" y="4104328"/>
                    </a:cubicBezTo>
                    <a:moveTo>
                      <a:pt x="145880" y="4577926"/>
                    </a:moveTo>
                    <a:cubicBezTo>
                      <a:pt x="269839" y="4431696"/>
                      <a:pt x="388658" y="4293230"/>
                      <a:pt x="532723" y="4150773"/>
                    </a:cubicBezTo>
                    <a:moveTo>
                      <a:pt x="145880" y="4577926"/>
                    </a:moveTo>
                    <a:cubicBezTo>
                      <a:pt x="225017" y="4483657"/>
                      <a:pt x="309370" y="4397515"/>
                      <a:pt x="532723" y="4150773"/>
                    </a:cubicBezTo>
                    <a:moveTo>
                      <a:pt x="188585" y="4575097"/>
                    </a:moveTo>
                    <a:cubicBezTo>
                      <a:pt x="261600" y="4473787"/>
                      <a:pt x="342930" y="4403756"/>
                      <a:pt x="530683" y="4197146"/>
                    </a:cubicBezTo>
                    <a:moveTo>
                      <a:pt x="188585" y="4575097"/>
                    </a:moveTo>
                    <a:cubicBezTo>
                      <a:pt x="319952" y="4436776"/>
                      <a:pt x="447464" y="4298311"/>
                      <a:pt x="530683" y="4197146"/>
                    </a:cubicBezTo>
                    <a:moveTo>
                      <a:pt x="226226" y="4577709"/>
                    </a:moveTo>
                    <a:cubicBezTo>
                      <a:pt x="324411" y="4451145"/>
                      <a:pt x="424259" y="4341853"/>
                      <a:pt x="533706" y="4238149"/>
                    </a:cubicBezTo>
                    <a:moveTo>
                      <a:pt x="226226" y="4577709"/>
                    </a:moveTo>
                    <a:cubicBezTo>
                      <a:pt x="295840" y="4497518"/>
                      <a:pt x="381931" y="4415512"/>
                      <a:pt x="533706" y="4238149"/>
                    </a:cubicBezTo>
                    <a:moveTo>
                      <a:pt x="268932" y="4574806"/>
                    </a:moveTo>
                    <a:cubicBezTo>
                      <a:pt x="357517" y="4476980"/>
                      <a:pt x="447237" y="4399619"/>
                      <a:pt x="531741" y="4284522"/>
                    </a:cubicBezTo>
                    <a:moveTo>
                      <a:pt x="268932" y="4574806"/>
                    </a:moveTo>
                    <a:cubicBezTo>
                      <a:pt x="317684" y="4506517"/>
                      <a:pt x="377850" y="4458838"/>
                      <a:pt x="531741" y="4284522"/>
                    </a:cubicBezTo>
                    <a:moveTo>
                      <a:pt x="306573" y="4577418"/>
                    </a:moveTo>
                    <a:cubicBezTo>
                      <a:pt x="371047" y="4502743"/>
                      <a:pt x="422898" y="4445340"/>
                      <a:pt x="534689" y="4325525"/>
                    </a:cubicBezTo>
                    <a:moveTo>
                      <a:pt x="306573" y="4577418"/>
                    </a:moveTo>
                    <a:cubicBezTo>
                      <a:pt x="369233" y="4504195"/>
                      <a:pt x="447766" y="4418561"/>
                      <a:pt x="534689" y="4325525"/>
                    </a:cubicBezTo>
                    <a:moveTo>
                      <a:pt x="349279" y="4574589"/>
                    </a:moveTo>
                    <a:cubicBezTo>
                      <a:pt x="413677" y="4498171"/>
                      <a:pt x="489716" y="4407385"/>
                      <a:pt x="532723" y="4371970"/>
                    </a:cubicBezTo>
                    <a:moveTo>
                      <a:pt x="349279" y="4574589"/>
                    </a:moveTo>
                    <a:cubicBezTo>
                      <a:pt x="424108" y="4490261"/>
                      <a:pt x="496291" y="4424294"/>
                      <a:pt x="532723" y="4371970"/>
                    </a:cubicBezTo>
                    <a:moveTo>
                      <a:pt x="386920" y="4577201"/>
                    </a:moveTo>
                    <a:cubicBezTo>
                      <a:pt x="449580" y="4514209"/>
                      <a:pt x="509519" y="4455790"/>
                      <a:pt x="530758" y="4418343"/>
                    </a:cubicBezTo>
                    <a:moveTo>
                      <a:pt x="386920" y="4577201"/>
                    </a:moveTo>
                    <a:cubicBezTo>
                      <a:pt x="433858" y="4511306"/>
                      <a:pt x="497576" y="4449476"/>
                      <a:pt x="530758" y="4418343"/>
                    </a:cubicBezTo>
                    <a:moveTo>
                      <a:pt x="424637" y="4579813"/>
                    </a:moveTo>
                    <a:cubicBezTo>
                      <a:pt x="462278" y="4531263"/>
                      <a:pt x="497198" y="4504122"/>
                      <a:pt x="533706" y="4459346"/>
                    </a:cubicBezTo>
                    <a:moveTo>
                      <a:pt x="424637" y="4579813"/>
                    </a:moveTo>
                    <a:cubicBezTo>
                      <a:pt x="458272" y="4549624"/>
                      <a:pt x="479738" y="4518854"/>
                      <a:pt x="533706" y="4459346"/>
                    </a:cubicBezTo>
                    <a:moveTo>
                      <a:pt x="467267" y="4576983"/>
                    </a:moveTo>
                    <a:cubicBezTo>
                      <a:pt x="471877" y="4569291"/>
                      <a:pt x="498332" y="4550350"/>
                      <a:pt x="531741" y="4505719"/>
                    </a:cubicBezTo>
                    <a:moveTo>
                      <a:pt x="467267" y="4576983"/>
                    </a:moveTo>
                    <a:cubicBezTo>
                      <a:pt x="490396" y="4546358"/>
                      <a:pt x="514961" y="4525385"/>
                      <a:pt x="531741" y="4505719"/>
                    </a:cubicBezTo>
                    <a:moveTo>
                      <a:pt x="504984" y="4579596"/>
                    </a:moveTo>
                    <a:cubicBezTo>
                      <a:pt x="519723" y="4567767"/>
                      <a:pt x="527659" y="4552091"/>
                      <a:pt x="534764" y="4546721"/>
                    </a:cubicBezTo>
                    <a:moveTo>
                      <a:pt x="504984" y="4579596"/>
                    </a:moveTo>
                    <a:cubicBezTo>
                      <a:pt x="514734" y="4567549"/>
                      <a:pt x="524938" y="4559058"/>
                      <a:pt x="534764" y="4546721"/>
                    </a:cubicBezTo>
                  </a:path>
                </a:pathLst>
              </a:custGeom>
              <a:noFill/>
              <a:ln w="3775" cap="rnd">
                <a:solidFill>
                  <a:srgbClr val="D5E8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7" name="شكل حر: شكل 78">
                <a:extLst>
                  <a:ext uri="{FF2B5EF4-FFF2-40B4-BE49-F238E27FC236}">
                    <a16:creationId xmlns:a16="http://schemas.microsoft.com/office/drawing/2014/main" id="{7956EE27-5E79-AC07-3B19-BC3C387742E5}"/>
                  </a:ext>
                </a:extLst>
              </p:cNvPr>
              <p:cNvSpPr/>
              <p:nvPr/>
            </p:nvSpPr>
            <p:spPr>
              <a:xfrm>
                <a:off x="4024971" y="1607112"/>
                <a:ext cx="541842" cy="4584059"/>
              </a:xfrm>
              <a:custGeom>
                <a:avLst/>
                <a:gdLst>
                  <a:gd name="csX0" fmla="*/ 1 w 541842"/>
                  <a:gd name="csY0" fmla="*/ 1699 h 4584059"/>
                  <a:gd name="csX1" fmla="*/ 529095 w 541842"/>
                  <a:gd name="csY1" fmla="*/ 1699 h 4584059"/>
                  <a:gd name="csX2" fmla="*/ 1 w 541842"/>
                  <a:gd name="csY2" fmla="*/ 1699 h 4584059"/>
                  <a:gd name="csX3" fmla="*/ 529095 w 541842"/>
                  <a:gd name="csY3" fmla="*/ 1699 h 4584059"/>
                  <a:gd name="csX4" fmla="*/ 529095 w 541842"/>
                  <a:gd name="csY4" fmla="*/ 1699 h 4584059"/>
                  <a:gd name="csX5" fmla="*/ 529095 w 541842"/>
                  <a:gd name="csY5" fmla="*/ 4573674 h 4584059"/>
                  <a:gd name="csX6" fmla="*/ 529095 w 541842"/>
                  <a:gd name="csY6" fmla="*/ 1699 h 4584059"/>
                  <a:gd name="csX7" fmla="*/ 529095 w 541842"/>
                  <a:gd name="csY7" fmla="*/ 4573674 h 4584059"/>
                  <a:gd name="csX8" fmla="*/ 529095 w 541842"/>
                  <a:gd name="csY8" fmla="*/ 4573674 h 4584059"/>
                  <a:gd name="csX9" fmla="*/ 1 w 541842"/>
                  <a:gd name="csY9" fmla="*/ 4573674 h 4584059"/>
                  <a:gd name="csX10" fmla="*/ 529095 w 541842"/>
                  <a:gd name="csY10" fmla="*/ 4573674 h 4584059"/>
                  <a:gd name="csX11" fmla="*/ 1 w 541842"/>
                  <a:gd name="csY11" fmla="*/ 4573674 h 4584059"/>
                  <a:gd name="csX12" fmla="*/ 1 w 541842"/>
                  <a:gd name="csY12" fmla="*/ 4573674 h 4584059"/>
                  <a:gd name="csX13" fmla="*/ 1 w 541842"/>
                  <a:gd name="csY13" fmla="*/ 1699 h 4584059"/>
                  <a:gd name="csX14" fmla="*/ 1 w 541842"/>
                  <a:gd name="csY14" fmla="*/ 4573674 h 4584059"/>
                  <a:gd name="csX15" fmla="*/ 1 w 541842"/>
                  <a:gd name="csY15" fmla="*/ 1699 h 4584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41842" h="4584059">
                    <a:moveTo>
                      <a:pt x="1" y="1699"/>
                    </a:moveTo>
                    <a:cubicBezTo>
                      <a:pt x="159107" y="7432"/>
                      <a:pt x="349127" y="393"/>
                      <a:pt x="529095" y="1699"/>
                    </a:cubicBezTo>
                    <a:moveTo>
                      <a:pt x="1" y="1699"/>
                    </a:moveTo>
                    <a:cubicBezTo>
                      <a:pt x="183823" y="2207"/>
                      <a:pt x="358273" y="-2365"/>
                      <a:pt x="529095" y="1699"/>
                    </a:cubicBezTo>
                    <a:moveTo>
                      <a:pt x="529095" y="1699"/>
                    </a:moveTo>
                    <a:cubicBezTo>
                      <a:pt x="544666" y="1043746"/>
                      <a:pt x="547462" y="2082311"/>
                      <a:pt x="529095" y="4573674"/>
                    </a:cubicBezTo>
                    <a:moveTo>
                      <a:pt x="529095" y="1699"/>
                    </a:moveTo>
                    <a:cubicBezTo>
                      <a:pt x="514507" y="990987"/>
                      <a:pt x="516095" y="1974543"/>
                      <a:pt x="529095" y="4573674"/>
                    </a:cubicBezTo>
                    <a:moveTo>
                      <a:pt x="529095" y="4573674"/>
                    </a:moveTo>
                    <a:cubicBezTo>
                      <a:pt x="343383" y="4586374"/>
                      <a:pt x="162433" y="4588624"/>
                      <a:pt x="1" y="4573674"/>
                    </a:cubicBezTo>
                    <a:moveTo>
                      <a:pt x="529095" y="4573674"/>
                    </a:moveTo>
                    <a:cubicBezTo>
                      <a:pt x="385559" y="4582383"/>
                      <a:pt x="260391" y="4573964"/>
                      <a:pt x="1" y="4573674"/>
                    </a:cubicBezTo>
                    <a:moveTo>
                      <a:pt x="1" y="4573674"/>
                    </a:moveTo>
                    <a:cubicBezTo>
                      <a:pt x="20182" y="3236626"/>
                      <a:pt x="18141" y="1900665"/>
                      <a:pt x="1" y="1699"/>
                    </a:cubicBezTo>
                    <a:moveTo>
                      <a:pt x="1" y="4573674"/>
                    </a:moveTo>
                    <a:cubicBezTo>
                      <a:pt x="17461" y="3597231"/>
                      <a:pt x="15269" y="2616651"/>
                      <a:pt x="1" y="1699"/>
                    </a:cubicBezTo>
                  </a:path>
                </a:pathLst>
              </a:custGeom>
              <a:noFill/>
              <a:ln w="7550" cap="rnd">
                <a:solidFill>
                  <a:srgbClr val="82B36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24" name="صورة 79">
              <a:extLst>
                <a:ext uri="{FF2B5EF4-FFF2-40B4-BE49-F238E27FC236}">
                  <a16:creationId xmlns:a16="http://schemas.microsoft.com/office/drawing/2014/main" id="{BC791489-6A4B-756A-99AB-691D66BFB2C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-5400000">
              <a:off x="1927489" y="3829484"/>
              <a:ext cx="4746735" cy="123370"/>
            </a:xfrm>
            <a:custGeom>
              <a:avLst/>
              <a:gdLst>
                <a:gd name="csX0" fmla="*/ 2 w 4746735"/>
                <a:gd name="csY0" fmla="*/ -2 h 123370"/>
                <a:gd name="csX1" fmla="*/ 4746738 w 4746735"/>
                <a:gd name="csY1" fmla="*/ -2 h 123370"/>
                <a:gd name="csX2" fmla="*/ 4746738 w 4746735"/>
                <a:gd name="csY2" fmla="*/ 123369 h 123370"/>
                <a:gd name="csX3" fmla="*/ 2 w 4746735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46735" h="123370">
                  <a:moveTo>
                    <a:pt x="2" y="-2"/>
                  </a:moveTo>
                  <a:lnTo>
                    <a:pt x="4746738" y="-2"/>
                  </a:lnTo>
                  <a:lnTo>
                    <a:pt x="4746738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1728" name="!!رسم 9">
            <a:extLst>
              <a:ext uri="{FF2B5EF4-FFF2-40B4-BE49-F238E27FC236}">
                <a16:creationId xmlns:a16="http://schemas.microsoft.com/office/drawing/2014/main" id="{150CD85A-65B9-8C2A-F33B-110DBC1F9B3D}"/>
              </a:ext>
            </a:extLst>
          </p:cNvPr>
          <p:cNvGrpSpPr/>
          <p:nvPr/>
        </p:nvGrpSpPr>
        <p:grpSpPr>
          <a:xfrm>
            <a:off x="619205" y="3449433"/>
            <a:ext cx="860510" cy="465398"/>
            <a:chOff x="3342085" y="3460243"/>
            <a:chExt cx="860510" cy="465398"/>
          </a:xfrm>
        </p:grpSpPr>
        <p:grpSp>
          <p:nvGrpSpPr>
            <p:cNvPr id="1729" name="رسم 9">
              <a:extLst>
                <a:ext uri="{FF2B5EF4-FFF2-40B4-BE49-F238E27FC236}">
                  <a16:creationId xmlns:a16="http://schemas.microsoft.com/office/drawing/2014/main" id="{3108FFC6-C644-1077-14F8-E532EC564684}"/>
                </a:ext>
              </a:extLst>
            </p:cNvPr>
            <p:cNvGrpSpPr/>
            <p:nvPr/>
          </p:nvGrpSpPr>
          <p:grpSpPr>
            <a:xfrm>
              <a:off x="3342085" y="3460243"/>
              <a:ext cx="860510" cy="403015"/>
              <a:chOff x="3342085" y="3460243"/>
              <a:chExt cx="860510" cy="403015"/>
            </a:xfrm>
          </p:grpSpPr>
          <p:sp>
            <p:nvSpPr>
              <p:cNvPr id="1731" name="شكل حر: شكل 82">
                <a:extLst>
                  <a:ext uri="{FF2B5EF4-FFF2-40B4-BE49-F238E27FC236}">
                    <a16:creationId xmlns:a16="http://schemas.microsoft.com/office/drawing/2014/main" id="{7264FB8B-DB97-2416-D37D-1A08A6DF6B48}"/>
                  </a:ext>
                </a:extLst>
              </p:cNvPr>
              <p:cNvSpPr/>
              <p:nvPr/>
            </p:nvSpPr>
            <p:spPr>
              <a:xfrm>
                <a:off x="3344707" y="3498342"/>
                <a:ext cx="831434" cy="360170"/>
              </a:xfrm>
              <a:custGeom>
                <a:avLst/>
                <a:gdLst>
                  <a:gd name="csX0" fmla="*/ 1 w 831434"/>
                  <a:gd name="csY0" fmla="*/ 215029 h 360170"/>
                  <a:gd name="csX1" fmla="*/ 1 w 831434"/>
                  <a:gd name="csY1" fmla="*/ 360171 h 360170"/>
                  <a:gd name="csX2" fmla="*/ 831435 w 831434"/>
                  <a:gd name="csY2" fmla="*/ 360171 h 360170"/>
                  <a:gd name="csX3" fmla="*/ 831435 w 831434"/>
                  <a:gd name="csY3" fmla="*/ 1 h 3601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360170">
                    <a:moveTo>
                      <a:pt x="1" y="215029"/>
                    </a:moveTo>
                    <a:lnTo>
                      <a:pt x="1" y="360171"/>
                    </a:lnTo>
                    <a:lnTo>
                      <a:pt x="831435" y="360171"/>
                    </a:lnTo>
                    <a:lnTo>
                      <a:pt x="831435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2" name="شكل حر: شكل 83">
                <a:extLst>
                  <a:ext uri="{FF2B5EF4-FFF2-40B4-BE49-F238E27FC236}">
                    <a16:creationId xmlns:a16="http://schemas.microsoft.com/office/drawing/2014/main" id="{9A6EBC16-99F0-E466-EFB5-3B864313256C}"/>
                  </a:ext>
                </a:extLst>
              </p:cNvPr>
              <p:cNvSpPr/>
              <p:nvPr/>
            </p:nvSpPr>
            <p:spPr>
              <a:xfrm>
                <a:off x="4149686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3" name="شكل حر: شكل 84">
                <a:extLst>
                  <a:ext uri="{FF2B5EF4-FFF2-40B4-BE49-F238E27FC236}">
                    <a16:creationId xmlns:a16="http://schemas.microsoft.com/office/drawing/2014/main" id="{2F6E21F4-4B3F-CB48-20EB-2D5E0B376664}"/>
                  </a:ext>
                </a:extLst>
              </p:cNvPr>
              <p:cNvSpPr/>
              <p:nvPr/>
            </p:nvSpPr>
            <p:spPr>
              <a:xfrm>
                <a:off x="3342085" y="3498342"/>
                <a:ext cx="836026" cy="364915"/>
              </a:xfrm>
              <a:custGeom>
                <a:avLst/>
                <a:gdLst>
                  <a:gd name="csX0" fmla="*/ 2622 w 836026"/>
                  <a:gd name="csY0" fmla="*/ 215029 h 364915"/>
                  <a:gd name="csX1" fmla="*/ 2622 w 836026"/>
                  <a:gd name="csY1" fmla="*/ 360171 h 364915"/>
                  <a:gd name="csX2" fmla="*/ 2622 w 836026"/>
                  <a:gd name="csY2" fmla="*/ 215029 h 364915"/>
                  <a:gd name="csX3" fmla="*/ 2622 w 836026"/>
                  <a:gd name="csY3" fmla="*/ 360171 h 364915"/>
                  <a:gd name="csX4" fmla="*/ 2622 w 836026"/>
                  <a:gd name="csY4" fmla="*/ 360171 h 364915"/>
                  <a:gd name="csX5" fmla="*/ 834057 w 836026"/>
                  <a:gd name="csY5" fmla="*/ 360171 h 364915"/>
                  <a:gd name="csX6" fmla="*/ 2622 w 836026"/>
                  <a:gd name="csY6" fmla="*/ 360171 h 364915"/>
                  <a:gd name="csX7" fmla="*/ 834057 w 836026"/>
                  <a:gd name="csY7" fmla="*/ 360171 h 364915"/>
                  <a:gd name="csX8" fmla="*/ 834057 w 836026"/>
                  <a:gd name="csY8" fmla="*/ 360171 h 364915"/>
                  <a:gd name="csX9" fmla="*/ 834057 w 836026"/>
                  <a:gd name="csY9" fmla="*/ 1 h 364915"/>
                  <a:gd name="csX10" fmla="*/ 834057 w 836026"/>
                  <a:gd name="csY10" fmla="*/ 360171 h 364915"/>
                  <a:gd name="csX11" fmla="*/ 834057 w 836026"/>
                  <a:gd name="csY11" fmla="*/ 1 h 3649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6026" h="364915">
                    <a:moveTo>
                      <a:pt x="2622" y="215029"/>
                    </a:moveTo>
                    <a:cubicBezTo>
                      <a:pt x="12448" y="262853"/>
                      <a:pt x="-6297" y="303783"/>
                      <a:pt x="2622" y="360171"/>
                    </a:cubicBezTo>
                    <a:moveTo>
                      <a:pt x="2622" y="215029"/>
                    </a:moveTo>
                    <a:cubicBezTo>
                      <a:pt x="2320" y="249064"/>
                      <a:pt x="-3122" y="268731"/>
                      <a:pt x="2622" y="360171"/>
                    </a:cubicBezTo>
                    <a:moveTo>
                      <a:pt x="2622" y="360171"/>
                    </a:moveTo>
                    <a:cubicBezTo>
                      <a:pt x="214184" y="343842"/>
                      <a:pt x="431113" y="356469"/>
                      <a:pt x="834057" y="360171"/>
                    </a:cubicBezTo>
                    <a:moveTo>
                      <a:pt x="2622" y="360171"/>
                    </a:moveTo>
                    <a:cubicBezTo>
                      <a:pt x="331039" y="365323"/>
                      <a:pt x="652124" y="367573"/>
                      <a:pt x="834057" y="360171"/>
                    </a:cubicBezTo>
                    <a:moveTo>
                      <a:pt x="834057" y="360171"/>
                    </a:moveTo>
                    <a:cubicBezTo>
                      <a:pt x="834510" y="233244"/>
                      <a:pt x="827859" y="131136"/>
                      <a:pt x="834057" y="1"/>
                    </a:cubicBezTo>
                    <a:moveTo>
                      <a:pt x="834057" y="360171"/>
                    </a:moveTo>
                    <a:cubicBezTo>
                      <a:pt x="840179" y="256757"/>
                      <a:pt x="829673" y="146667"/>
                      <a:pt x="834057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4" name="شكل حر: شكل 85">
                <a:extLst>
                  <a:ext uri="{FF2B5EF4-FFF2-40B4-BE49-F238E27FC236}">
                    <a16:creationId xmlns:a16="http://schemas.microsoft.com/office/drawing/2014/main" id="{58C20336-AE65-E0BB-3782-656BDA5B07FE}"/>
                  </a:ext>
                </a:extLst>
              </p:cNvPr>
              <p:cNvSpPr/>
              <p:nvPr/>
            </p:nvSpPr>
            <p:spPr>
              <a:xfrm>
                <a:off x="4149686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025" y="14732"/>
                      <a:pt x="46258" y="27287"/>
                      <a:pt x="52910" y="50800"/>
                    </a:cubicBezTo>
                    <a:cubicBezTo>
                      <a:pt x="50869" y="42890"/>
                      <a:pt x="34618" y="47244"/>
                      <a:pt x="26455" y="38100"/>
                    </a:cubicBezTo>
                    <a:cubicBezTo>
                      <a:pt x="16629" y="44342"/>
                      <a:pt x="13530" y="41947"/>
                      <a:pt x="1" y="50800"/>
                    </a:cubicBezTo>
                    <a:cubicBezTo>
                      <a:pt x="2797" y="46011"/>
                      <a:pt x="16024" y="23513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5" name="شكل حر: شكل 86">
                <a:extLst>
                  <a:ext uri="{FF2B5EF4-FFF2-40B4-BE49-F238E27FC236}">
                    <a16:creationId xmlns:a16="http://schemas.microsoft.com/office/drawing/2014/main" id="{2C4B54E5-3D4B-F81C-D49F-E19C886BF9B0}"/>
                  </a:ext>
                </a:extLst>
              </p:cNvPr>
              <p:cNvSpPr/>
              <p:nvPr/>
            </p:nvSpPr>
            <p:spPr>
              <a:xfrm>
                <a:off x="4149686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8851" y="16837"/>
                      <a:pt x="39985" y="30916"/>
                      <a:pt x="52910" y="50800"/>
                    </a:cubicBezTo>
                    <a:moveTo>
                      <a:pt x="26455" y="1"/>
                    </a:moveTo>
                    <a:cubicBezTo>
                      <a:pt x="31822" y="12338"/>
                      <a:pt x="35147" y="18796"/>
                      <a:pt x="52910" y="50800"/>
                    </a:cubicBezTo>
                    <a:moveTo>
                      <a:pt x="52910" y="50800"/>
                    </a:moveTo>
                    <a:cubicBezTo>
                      <a:pt x="44520" y="45357"/>
                      <a:pt x="37264" y="44487"/>
                      <a:pt x="26455" y="38100"/>
                    </a:cubicBezTo>
                    <a:moveTo>
                      <a:pt x="52910" y="50800"/>
                    </a:moveTo>
                    <a:cubicBezTo>
                      <a:pt x="43235" y="46083"/>
                      <a:pt x="32049" y="41584"/>
                      <a:pt x="26455" y="38100"/>
                    </a:cubicBezTo>
                    <a:moveTo>
                      <a:pt x="26455" y="38100"/>
                    </a:moveTo>
                    <a:cubicBezTo>
                      <a:pt x="17839" y="40060"/>
                      <a:pt x="8012" y="46736"/>
                      <a:pt x="1" y="50800"/>
                    </a:cubicBezTo>
                    <a:moveTo>
                      <a:pt x="26455" y="38100"/>
                    </a:moveTo>
                    <a:cubicBezTo>
                      <a:pt x="18972" y="42600"/>
                      <a:pt x="8995" y="46011"/>
                      <a:pt x="1" y="50800"/>
                    </a:cubicBezTo>
                    <a:moveTo>
                      <a:pt x="1" y="50800"/>
                    </a:moveTo>
                    <a:cubicBezTo>
                      <a:pt x="5140" y="39116"/>
                      <a:pt x="10885" y="22207"/>
                      <a:pt x="26455" y="1"/>
                    </a:cubicBezTo>
                    <a:moveTo>
                      <a:pt x="1" y="50800"/>
                    </a:moveTo>
                    <a:cubicBezTo>
                      <a:pt x="8164" y="34907"/>
                      <a:pt x="22071" y="1458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30" name="صورة 87">
              <a:extLst>
                <a:ext uri="{FF2B5EF4-FFF2-40B4-BE49-F238E27FC236}">
                  <a16:creationId xmlns:a16="http://schemas.microsoft.com/office/drawing/2014/main" id="{B675B199-C5B5-B28B-0099-0B09A7D847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3386278" y="3811341"/>
              <a:ext cx="544211" cy="114299"/>
            </a:xfrm>
            <a:custGeom>
              <a:avLst/>
              <a:gdLst>
                <a:gd name="csX0" fmla="*/ 0 w 544211"/>
                <a:gd name="csY0" fmla="*/ 0 h 114299"/>
                <a:gd name="csX1" fmla="*/ 544212 w 544211"/>
                <a:gd name="csY1" fmla="*/ 0 h 114299"/>
                <a:gd name="csX2" fmla="*/ 544212 w 544211"/>
                <a:gd name="csY2" fmla="*/ 114299 h 114299"/>
                <a:gd name="csX3" fmla="*/ 0 w 54421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4211" h="114299">
                  <a:moveTo>
                    <a:pt x="0" y="0"/>
                  </a:moveTo>
                  <a:lnTo>
                    <a:pt x="544212" y="0"/>
                  </a:lnTo>
                  <a:lnTo>
                    <a:pt x="54421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36" name="!!رسم 9">
            <a:extLst>
              <a:ext uri="{FF2B5EF4-FFF2-40B4-BE49-F238E27FC236}">
                <a16:creationId xmlns:a16="http://schemas.microsoft.com/office/drawing/2014/main" id="{0A386252-185C-B991-8790-6F31DCE02ED8}"/>
              </a:ext>
            </a:extLst>
          </p:cNvPr>
          <p:cNvGrpSpPr/>
          <p:nvPr/>
        </p:nvGrpSpPr>
        <p:grpSpPr>
          <a:xfrm>
            <a:off x="285473" y="1353745"/>
            <a:ext cx="665147" cy="867495"/>
            <a:chOff x="3008353" y="1364555"/>
            <a:chExt cx="665147" cy="867495"/>
          </a:xfrm>
        </p:grpSpPr>
        <p:grpSp>
          <p:nvGrpSpPr>
            <p:cNvPr id="1737" name="رسم 9">
              <a:extLst>
                <a:ext uri="{FF2B5EF4-FFF2-40B4-BE49-F238E27FC236}">
                  <a16:creationId xmlns:a16="http://schemas.microsoft.com/office/drawing/2014/main" id="{9D29CDEB-CE79-C876-CDEE-F5C2B3329FAD}"/>
                </a:ext>
              </a:extLst>
            </p:cNvPr>
            <p:cNvGrpSpPr/>
            <p:nvPr/>
          </p:nvGrpSpPr>
          <p:grpSpPr>
            <a:xfrm>
              <a:off x="3155744" y="1364555"/>
              <a:ext cx="216406" cy="867495"/>
              <a:chOff x="3155744" y="1364555"/>
              <a:chExt cx="216406" cy="867495"/>
            </a:xfrm>
          </p:grpSpPr>
          <p:sp>
            <p:nvSpPr>
              <p:cNvPr id="1739" name="شكل حر: شكل 90">
                <a:extLst>
                  <a:ext uri="{FF2B5EF4-FFF2-40B4-BE49-F238E27FC236}">
                    <a16:creationId xmlns:a16="http://schemas.microsoft.com/office/drawing/2014/main" id="{2E0D3430-703A-4BF4-AAD1-C3D3248ED747}"/>
                  </a:ext>
                </a:extLst>
              </p:cNvPr>
              <p:cNvSpPr/>
              <p:nvPr/>
            </p:nvSpPr>
            <p:spPr>
              <a:xfrm>
                <a:off x="3155744" y="1369326"/>
                <a:ext cx="188962" cy="824624"/>
              </a:xfrm>
              <a:custGeom>
                <a:avLst/>
                <a:gdLst>
                  <a:gd name="csX0" fmla="*/ 1 w 188962"/>
                  <a:gd name="csY0" fmla="*/ 1 h 824624"/>
                  <a:gd name="csX1" fmla="*/ 188963 w 188962"/>
                  <a:gd name="csY1" fmla="*/ 436 h 824624"/>
                  <a:gd name="csX2" fmla="*/ 188963 w 188962"/>
                  <a:gd name="csY2" fmla="*/ 824625 h 8246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88962" h="824624">
                    <a:moveTo>
                      <a:pt x="1" y="1"/>
                    </a:moveTo>
                    <a:lnTo>
                      <a:pt x="188963" y="436"/>
                    </a:lnTo>
                    <a:lnTo>
                      <a:pt x="188963" y="824625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0" name="شكل حر: شكل 91">
                <a:extLst>
                  <a:ext uri="{FF2B5EF4-FFF2-40B4-BE49-F238E27FC236}">
                    <a16:creationId xmlns:a16="http://schemas.microsoft.com/office/drawing/2014/main" id="{8EF4F7E4-BFFB-F650-3E23-3AE38D622D49}"/>
                  </a:ext>
                </a:extLst>
              </p:cNvPr>
              <p:cNvSpPr/>
              <p:nvPr/>
            </p:nvSpPr>
            <p:spPr>
              <a:xfrm>
                <a:off x="3318252" y="218125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1" name="شكل حر: شكل 92">
                <a:extLst>
                  <a:ext uri="{FF2B5EF4-FFF2-40B4-BE49-F238E27FC236}">
                    <a16:creationId xmlns:a16="http://schemas.microsoft.com/office/drawing/2014/main" id="{4CEC8A55-AAC8-53C6-9E25-99C15972CFF3}"/>
                  </a:ext>
                </a:extLst>
              </p:cNvPr>
              <p:cNvSpPr/>
              <p:nvPr/>
            </p:nvSpPr>
            <p:spPr>
              <a:xfrm>
                <a:off x="3155744" y="1364555"/>
                <a:ext cx="189877" cy="829396"/>
              </a:xfrm>
              <a:custGeom>
                <a:avLst/>
                <a:gdLst>
                  <a:gd name="csX0" fmla="*/ 1 w 189877"/>
                  <a:gd name="csY0" fmla="*/ 4772 h 829396"/>
                  <a:gd name="csX1" fmla="*/ 188963 w 189877"/>
                  <a:gd name="csY1" fmla="*/ 5207 h 829396"/>
                  <a:gd name="csX2" fmla="*/ 1 w 189877"/>
                  <a:gd name="csY2" fmla="*/ 4772 h 829396"/>
                  <a:gd name="csX3" fmla="*/ 188963 w 189877"/>
                  <a:gd name="csY3" fmla="*/ 5207 h 829396"/>
                  <a:gd name="csX4" fmla="*/ 188963 w 189877"/>
                  <a:gd name="csY4" fmla="*/ 5207 h 829396"/>
                  <a:gd name="csX5" fmla="*/ 188963 w 189877"/>
                  <a:gd name="csY5" fmla="*/ 829397 h 829396"/>
                  <a:gd name="csX6" fmla="*/ 188963 w 189877"/>
                  <a:gd name="csY6" fmla="*/ 5207 h 829396"/>
                  <a:gd name="csX7" fmla="*/ 188963 w 189877"/>
                  <a:gd name="csY7" fmla="*/ 829397 h 82939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89877" h="829396">
                    <a:moveTo>
                      <a:pt x="1" y="4772"/>
                    </a:moveTo>
                    <a:cubicBezTo>
                      <a:pt x="63038" y="490"/>
                      <a:pt x="126227" y="-3574"/>
                      <a:pt x="188963" y="5207"/>
                    </a:cubicBezTo>
                    <a:moveTo>
                      <a:pt x="1" y="4772"/>
                    </a:moveTo>
                    <a:cubicBezTo>
                      <a:pt x="47543" y="11231"/>
                      <a:pt x="106500" y="9997"/>
                      <a:pt x="188963" y="5207"/>
                    </a:cubicBezTo>
                    <a:moveTo>
                      <a:pt x="188963" y="5207"/>
                    </a:moveTo>
                    <a:cubicBezTo>
                      <a:pt x="174224" y="255142"/>
                      <a:pt x="194254" y="503770"/>
                      <a:pt x="188963" y="829397"/>
                    </a:cubicBezTo>
                    <a:moveTo>
                      <a:pt x="188963" y="5207"/>
                    </a:moveTo>
                    <a:cubicBezTo>
                      <a:pt x="183672" y="307538"/>
                      <a:pt x="186166" y="610450"/>
                      <a:pt x="188963" y="829397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2" name="شكل حر: شكل 93">
                <a:extLst>
                  <a:ext uri="{FF2B5EF4-FFF2-40B4-BE49-F238E27FC236}">
                    <a16:creationId xmlns:a16="http://schemas.microsoft.com/office/drawing/2014/main" id="{5971D283-B819-3EB3-A2C8-69F82B7FFC17}"/>
                  </a:ext>
                </a:extLst>
              </p:cNvPr>
              <p:cNvSpPr/>
              <p:nvPr/>
            </p:nvSpPr>
            <p:spPr>
              <a:xfrm>
                <a:off x="3318252" y="2181251"/>
                <a:ext cx="53898" cy="50799"/>
              </a:xfrm>
              <a:custGeom>
                <a:avLst/>
                <a:gdLst>
                  <a:gd name="csX0" fmla="*/ 26455 w 53898"/>
                  <a:gd name="csY0" fmla="*/ 50800 h 50799"/>
                  <a:gd name="csX1" fmla="*/ 1 w 53898"/>
                  <a:gd name="csY1" fmla="*/ 1 h 50799"/>
                  <a:gd name="csX2" fmla="*/ 26455 w 53898"/>
                  <a:gd name="csY2" fmla="*/ 12700 h 50799"/>
                  <a:gd name="csX3" fmla="*/ 52910 w 53898"/>
                  <a:gd name="csY3" fmla="*/ 1 h 50799"/>
                  <a:gd name="csX4" fmla="*/ 26455 w 53898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3898" h="50799">
                    <a:moveTo>
                      <a:pt x="26455" y="50800"/>
                    </a:moveTo>
                    <a:cubicBezTo>
                      <a:pt x="19048" y="40350"/>
                      <a:pt x="1210" y="6677"/>
                      <a:pt x="1" y="1"/>
                    </a:cubicBezTo>
                    <a:cubicBezTo>
                      <a:pt x="9071" y="9217"/>
                      <a:pt x="21164" y="6096"/>
                      <a:pt x="26455" y="12700"/>
                    </a:cubicBezTo>
                    <a:cubicBezTo>
                      <a:pt x="37869" y="5226"/>
                      <a:pt x="44369" y="1089"/>
                      <a:pt x="52910" y="1"/>
                    </a:cubicBezTo>
                    <a:cubicBezTo>
                      <a:pt x="57143" y="18579"/>
                      <a:pt x="47695" y="22788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3" name="شكل حر: شكل 94">
                <a:extLst>
                  <a:ext uri="{FF2B5EF4-FFF2-40B4-BE49-F238E27FC236}">
                    <a16:creationId xmlns:a16="http://schemas.microsoft.com/office/drawing/2014/main" id="{A7DE4041-109B-052D-1EEB-63324BBF99D6}"/>
                  </a:ext>
                </a:extLst>
              </p:cNvPr>
              <p:cNvSpPr/>
              <p:nvPr/>
            </p:nvSpPr>
            <p:spPr>
              <a:xfrm>
                <a:off x="3318252" y="218125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9275" y="31787"/>
                      <a:pt x="11792" y="13934"/>
                      <a:pt x="1" y="1"/>
                    </a:cubicBezTo>
                    <a:moveTo>
                      <a:pt x="26455" y="50800"/>
                    </a:moveTo>
                    <a:cubicBezTo>
                      <a:pt x="17612" y="38826"/>
                      <a:pt x="12774" y="24167"/>
                      <a:pt x="1" y="1"/>
                    </a:cubicBezTo>
                    <a:moveTo>
                      <a:pt x="1" y="1"/>
                    </a:moveTo>
                    <a:cubicBezTo>
                      <a:pt x="5896" y="4645"/>
                      <a:pt x="17687" y="8999"/>
                      <a:pt x="26455" y="12700"/>
                    </a:cubicBezTo>
                    <a:moveTo>
                      <a:pt x="1" y="1"/>
                    </a:moveTo>
                    <a:cubicBezTo>
                      <a:pt x="9146" y="4645"/>
                      <a:pt x="19275" y="9435"/>
                      <a:pt x="26455" y="12700"/>
                    </a:cubicBezTo>
                    <a:moveTo>
                      <a:pt x="26455" y="12700"/>
                    </a:moveTo>
                    <a:cubicBezTo>
                      <a:pt x="32880" y="8636"/>
                      <a:pt x="41950" y="4137"/>
                      <a:pt x="52910" y="1"/>
                    </a:cubicBezTo>
                    <a:moveTo>
                      <a:pt x="26455" y="12700"/>
                    </a:moveTo>
                    <a:cubicBezTo>
                      <a:pt x="34845" y="9652"/>
                      <a:pt x="43386" y="3339"/>
                      <a:pt x="52910" y="1"/>
                    </a:cubicBezTo>
                    <a:moveTo>
                      <a:pt x="52910" y="1"/>
                    </a:moveTo>
                    <a:cubicBezTo>
                      <a:pt x="37793" y="18942"/>
                      <a:pt x="29025" y="38028"/>
                      <a:pt x="26455" y="50800"/>
                    </a:cubicBezTo>
                    <a:moveTo>
                      <a:pt x="52910" y="1"/>
                    </a:moveTo>
                    <a:cubicBezTo>
                      <a:pt x="44444" y="18361"/>
                      <a:pt x="34845" y="32295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38" name="صورة 95">
              <a:extLst>
                <a:ext uri="{FF2B5EF4-FFF2-40B4-BE49-F238E27FC236}">
                  <a16:creationId xmlns:a16="http://schemas.microsoft.com/office/drawing/2014/main" id="{910117CA-3F5C-7F9D-6577-95DBE8C4FAAA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008353" y="1779352"/>
              <a:ext cx="665147" cy="114299"/>
            </a:xfrm>
            <a:custGeom>
              <a:avLst/>
              <a:gdLst>
                <a:gd name="csX0" fmla="*/ 0 w 665147"/>
                <a:gd name="csY0" fmla="*/ 0 h 114299"/>
                <a:gd name="csX1" fmla="*/ 665148 w 665147"/>
                <a:gd name="csY1" fmla="*/ 0 h 114299"/>
                <a:gd name="csX2" fmla="*/ 665148 w 665147"/>
                <a:gd name="csY2" fmla="*/ 114299 h 114299"/>
                <a:gd name="csX3" fmla="*/ 0 w 66514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65147" h="114299">
                  <a:moveTo>
                    <a:pt x="0" y="0"/>
                  </a:moveTo>
                  <a:lnTo>
                    <a:pt x="665148" y="0"/>
                  </a:lnTo>
                  <a:lnTo>
                    <a:pt x="66514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44" name="!!رسم 9">
            <a:extLst>
              <a:ext uri="{FF2B5EF4-FFF2-40B4-BE49-F238E27FC236}">
                <a16:creationId xmlns:a16="http://schemas.microsoft.com/office/drawing/2014/main" id="{C6272D44-AC81-788D-0B00-933BBD727967}"/>
              </a:ext>
            </a:extLst>
          </p:cNvPr>
          <p:cNvGrpSpPr/>
          <p:nvPr/>
        </p:nvGrpSpPr>
        <p:grpSpPr>
          <a:xfrm>
            <a:off x="156979" y="786874"/>
            <a:ext cx="1076027" cy="583108"/>
            <a:chOff x="2879859" y="797684"/>
            <a:chExt cx="1076027" cy="583108"/>
          </a:xfrm>
        </p:grpSpPr>
        <p:grpSp>
          <p:nvGrpSpPr>
            <p:cNvPr id="1745" name="رسم 9">
              <a:extLst>
                <a:ext uri="{FF2B5EF4-FFF2-40B4-BE49-F238E27FC236}">
                  <a16:creationId xmlns:a16="http://schemas.microsoft.com/office/drawing/2014/main" id="{CB6B5BCA-1BA8-BCDB-38D7-7803F33CE63D}"/>
                </a:ext>
              </a:extLst>
            </p:cNvPr>
            <p:cNvGrpSpPr/>
            <p:nvPr/>
          </p:nvGrpSpPr>
          <p:grpSpPr>
            <a:xfrm>
              <a:off x="2879859" y="797684"/>
              <a:ext cx="1076027" cy="583108"/>
              <a:chOff x="2879859" y="797684"/>
              <a:chExt cx="1076027" cy="583108"/>
            </a:xfrm>
          </p:grpSpPr>
          <p:sp>
            <p:nvSpPr>
              <p:cNvPr id="1747" name="مستطيل 98">
                <a:extLst>
                  <a:ext uri="{FF2B5EF4-FFF2-40B4-BE49-F238E27FC236}">
                    <a16:creationId xmlns:a16="http://schemas.microsoft.com/office/drawing/2014/main" id="{83E7EBD8-B39D-0E2B-5700-B9C1E91418B5}"/>
                  </a:ext>
                </a:extLst>
              </p:cNvPr>
              <p:cNvSpPr/>
              <p:nvPr/>
            </p:nvSpPr>
            <p:spPr>
              <a:xfrm>
                <a:off x="2891197" y="810529"/>
                <a:ext cx="1058189" cy="558796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8" name="شكل حر: شكل 99">
                <a:extLst>
                  <a:ext uri="{FF2B5EF4-FFF2-40B4-BE49-F238E27FC236}">
                    <a16:creationId xmlns:a16="http://schemas.microsoft.com/office/drawing/2014/main" id="{C49C9EF0-A4C9-A0EF-4B04-5A3B27EE5D94}"/>
                  </a:ext>
                </a:extLst>
              </p:cNvPr>
              <p:cNvSpPr/>
              <p:nvPr/>
            </p:nvSpPr>
            <p:spPr>
              <a:xfrm>
                <a:off x="2879859" y="797684"/>
                <a:ext cx="1076027" cy="583108"/>
              </a:xfrm>
              <a:custGeom>
                <a:avLst/>
                <a:gdLst>
                  <a:gd name="csX0" fmla="*/ 4838 w 1076027"/>
                  <a:gd name="csY0" fmla="*/ 799 h 583108"/>
                  <a:gd name="csX1" fmla="*/ 1076028 w 1076027"/>
                  <a:gd name="csY1" fmla="*/ 1 h 583108"/>
                  <a:gd name="csX2" fmla="*/ 1066051 w 1076027"/>
                  <a:gd name="csY2" fmla="*/ 583109 h 583108"/>
                  <a:gd name="csX3" fmla="*/ 1 w 1076027"/>
                  <a:gd name="csY3" fmla="*/ 568304 h 5831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76027" h="583108">
                    <a:moveTo>
                      <a:pt x="4838" y="799"/>
                    </a:moveTo>
                    <a:lnTo>
                      <a:pt x="1076028" y="1"/>
                    </a:lnTo>
                    <a:lnTo>
                      <a:pt x="1066051" y="583109"/>
                    </a:lnTo>
                    <a:lnTo>
                      <a:pt x="1" y="568304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9" name="شكل حر: شكل 100">
                <a:extLst>
                  <a:ext uri="{FF2B5EF4-FFF2-40B4-BE49-F238E27FC236}">
                    <a16:creationId xmlns:a16="http://schemas.microsoft.com/office/drawing/2014/main" id="{8C4A331C-D5F3-B501-B117-A39016D57389}"/>
                  </a:ext>
                </a:extLst>
              </p:cNvPr>
              <p:cNvSpPr/>
              <p:nvPr/>
            </p:nvSpPr>
            <p:spPr>
              <a:xfrm>
                <a:off x="2891197" y="805281"/>
                <a:ext cx="1060776" cy="565010"/>
              </a:xfrm>
              <a:custGeom>
                <a:avLst/>
                <a:gdLst>
                  <a:gd name="csX0" fmla="*/ 1 w 1060776"/>
                  <a:gd name="csY0" fmla="*/ 5248 h 565010"/>
                  <a:gd name="csX1" fmla="*/ 1058190 w 1060776"/>
                  <a:gd name="csY1" fmla="*/ 5248 h 565010"/>
                  <a:gd name="csX2" fmla="*/ 1 w 1060776"/>
                  <a:gd name="csY2" fmla="*/ 5248 h 565010"/>
                  <a:gd name="csX3" fmla="*/ 1058190 w 1060776"/>
                  <a:gd name="csY3" fmla="*/ 5248 h 565010"/>
                  <a:gd name="csX4" fmla="*/ 1058190 w 1060776"/>
                  <a:gd name="csY4" fmla="*/ 5248 h 565010"/>
                  <a:gd name="csX5" fmla="*/ 1058190 w 1060776"/>
                  <a:gd name="csY5" fmla="*/ 564045 h 565010"/>
                  <a:gd name="csX6" fmla="*/ 1058190 w 1060776"/>
                  <a:gd name="csY6" fmla="*/ 5248 h 565010"/>
                  <a:gd name="csX7" fmla="*/ 1058190 w 1060776"/>
                  <a:gd name="csY7" fmla="*/ 564045 h 565010"/>
                  <a:gd name="csX8" fmla="*/ 1058190 w 1060776"/>
                  <a:gd name="csY8" fmla="*/ 564045 h 565010"/>
                  <a:gd name="csX9" fmla="*/ 1 w 1060776"/>
                  <a:gd name="csY9" fmla="*/ 564045 h 565010"/>
                  <a:gd name="csX10" fmla="*/ 1058190 w 1060776"/>
                  <a:gd name="csY10" fmla="*/ 564045 h 565010"/>
                  <a:gd name="csX11" fmla="*/ 1 w 1060776"/>
                  <a:gd name="csY11" fmla="*/ 564045 h 565010"/>
                  <a:gd name="csX12" fmla="*/ 1 w 1060776"/>
                  <a:gd name="csY12" fmla="*/ 564045 h 565010"/>
                  <a:gd name="csX13" fmla="*/ 1 w 1060776"/>
                  <a:gd name="csY13" fmla="*/ 5248 h 565010"/>
                  <a:gd name="csX14" fmla="*/ 1 w 1060776"/>
                  <a:gd name="csY14" fmla="*/ 564045 h 565010"/>
                  <a:gd name="csX15" fmla="*/ 1 w 1060776"/>
                  <a:gd name="csY15" fmla="*/ 5248 h 5650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060776" h="565010">
                    <a:moveTo>
                      <a:pt x="1" y="5248"/>
                    </a:moveTo>
                    <a:cubicBezTo>
                      <a:pt x="333103" y="-10645"/>
                      <a:pt x="665980" y="15626"/>
                      <a:pt x="1058190" y="5248"/>
                    </a:cubicBezTo>
                    <a:moveTo>
                      <a:pt x="1" y="5248"/>
                    </a:moveTo>
                    <a:cubicBezTo>
                      <a:pt x="374297" y="10183"/>
                      <a:pt x="747763" y="3144"/>
                      <a:pt x="1058190" y="5248"/>
                    </a:cubicBezTo>
                    <a:moveTo>
                      <a:pt x="1058190" y="5248"/>
                    </a:moveTo>
                    <a:cubicBezTo>
                      <a:pt x="1049573" y="182467"/>
                      <a:pt x="1060987" y="390963"/>
                      <a:pt x="1058190" y="564045"/>
                    </a:cubicBezTo>
                    <a:moveTo>
                      <a:pt x="1058190" y="5248"/>
                    </a:moveTo>
                    <a:cubicBezTo>
                      <a:pt x="1064010" y="194804"/>
                      <a:pt x="1058190" y="384940"/>
                      <a:pt x="1058190" y="564045"/>
                    </a:cubicBezTo>
                    <a:moveTo>
                      <a:pt x="1058190" y="564045"/>
                    </a:moveTo>
                    <a:cubicBezTo>
                      <a:pt x="791299" y="561142"/>
                      <a:pt x="557515" y="566948"/>
                      <a:pt x="1" y="564045"/>
                    </a:cubicBezTo>
                    <a:moveTo>
                      <a:pt x="1058190" y="564045"/>
                    </a:moveTo>
                    <a:cubicBezTo>
                      <a:pt x="660613" y="566658"/>
                      <a:pt x="246256" y="563029"/>
                      <a:pt x="1" y="564045"/>
                    </a:cubicBezTo>
                    <a:moveTo>
                      <a:pt x="1" y="564045"/>
                    </a:moveTo>
                    <a:cubicBezTo>
                      <a:pt x="10582" y="388133"/>
                      <a:pt x="17612" y="225647"/>
                      <a:pt x="1" y="5248"/>
                    </a:cubicBezTo>
                    <a:moveTo>
                      <a:pt x="1" y="564045"/>
                    </a:moveTo>
                    <a:cubicBezTo>
                      <a:pt x="6350" y="419266"/>
                      <a:pt x="4460" y="262368"/>
                      <a:pt x="1" y="5248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46" name="صورة 101">
              <a:extLst>
                <a:ext uri="{FF2B5EF4-FFF2-40B4-BE49-F238E27FC236}">
                  <a16:creationId xmlns:a16="http://schemas.microsoft.com/office/drawing/2014/main" id="{1F9E3BEE-D023-680D-7B91-D4C7F37C7CAB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2894976" y="1042756"/>
              <a:ext cx="1043072" cy="123370"/>
            </a:xfrm>
            <a:custGeom>
              <a:avLst/>
              <a:gdLst>
                <a:gd name="csX0" fmla="*/ 0 w 1043072"/>
                <a:gd name="csY0" fmla="*/ 0 h 123370"/>
                <a:gd name="csX1" fmla="*/ 1043072 w 1043072"/>
                <a:gd name="csY1" fmla="*/ 0 h 123370"/>
                <a:gd name="csX2" fmla="*/ 1043072 w 1043072"/>
                <a:gd name="csY2" fmla="*/ 123371 h 123370"/>
                <a:gd name="csX3" fmla="*/ 0 w 104307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43072" h="123370">
                  <a:moveTo>
                    <a:pt x="0" y="0"/>
                  </a:moveTo>
                  <a:lnTo>
                    <a:pt x="1043072" y="0"/>
                  </a:lnTo>
                  <a:lnTo>
                    <a:pt x="1043072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50" name="!!رسم 9">
            <a:extLst>
              <a:ext uri="{FF2B5EF4-FFF2-40B4-BE49-F238E27FC236}">
                <a16:creationId xmlns:a16="http://schemas.microsoft.com/office/drawing/2014/main" id="{F580D6FB-27ED-5336-A194-233121D1D3E5}"/>
              </a:ext>
            </a:extLst>
          </p:cNvPr>
          <p:cNvGrpSpPr/>
          <p:nvPr/>
        </p:nvGrpSpPr>
        <p:grpSpPr>
          <a:xfrm>
            <a:off x="5081339" y="4210558"/>
            <a:ext cx="302339" cy="145142"/>
            <a:chOff x="7804219" y="4221368"/>
            <a:chExt cx="302339" cy="145142"/>
          </a:xfrm>
          <a:noFill/>
        </p:grpSpPr>
        <p:sp>
          <p:nvSpPr>
            <p:cNvPr id="1751" name="مستطيل 103">
              <a:extLst>
                <a:ext uri="{FF2B5EF4-FFF2-40B4-BE49-F238E27FC236}">
                  <a16:creationId xmlns:a16="http://schemas.microsoft.com/office/drawing/2014/main" id="{3FF8C33F-A13E-47BC-3340-2B70DCA856C0}"/>
                </a:ext>
              </a:extLst>
            </p:cNvPr>
            <p:cNvSpPr/>
            <p:nvPr/>
          </p:nvSpPr>
          <p:spPr>
            <a:xfrm>
              <a:off x="7804219" y="4221368"/>
              <a:ext cx="30233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752" name="صورة 104">
              <a:extLst>
                <a:ext uri="{FF2B5EF4-FFF2-40B4-BE49-F238E27FC236}">
                  <a16:creationId xmlns:a16="http://schemas.microsoft.com/office/drawing/2014/main" id="{101FB12A-EF03-67C4-8A23-A362DFA6C8E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7807998" y="4243139"/>
              <a:ext cx="287222" cy="123370"/>
            </a:xfrm>
            <a:custGeom>
              <a:avLst/>
              <a:gdLst>
                <a:gd name="csX0" fmla="*/ 0 w 287222"/>
                <a:gd name="csY0" fmla="*/ 0 h 123370"/>
                <a:gd name="csX1" fmla="*/ 287223 w 287222"/>
                <a:gd name="csY1" fmla="*/ 0 h 123370"/>
                <a:gd name="csX2" fmla="*/ 287223 w 287222"/>
                <a:gd name="csY2" fmla="*/ 123371 h 123370"/>
                <a:gd name="csX3" fmla="*/ 0 w 28722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7222" h="123370">
                  <a:moveTo>
                    <a:pt x="0" y="0"/>
                  </a:moveTo>
                  <a:lnTo>
                    <a:pt x="287223" y="0"/>
                  </a:lnTo>
                  <a:lnTo>
                    <a:pt x="28722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53" name="!!رسم 9">
            <a:extLst>
              <a:ext uri="{FF2B5EF4-FFF2-40B4-BE49-F238E27FC236}">
                <a16:creationId xmlns:a16="http://schemas.microsoft.com/office/drawing/2014/main" id="{69DA87A4-9007-CB13-7363-A0056EF2E49D}"/>
              </a:ext>
            </a:extLst>
          </p:cNvPr>
          <p:cNvGrpSpPr/>
          <p:nvPr/>
        </p:nvGrpSpPr>
        <p:grpSpPr>
          <a:xfrm>
            <a:off x="3494055" y="1879811"/>
            <a:ext cx="2218418" cy="1161481"/>
            <a:chOff x="6216935" y="1890621"/>
            <a:chExt cx="2218418" cy="1161481"/>
          </a:xfrm>
        </p:grpSpPr>
        <p:grpSp>
          <p:nvGrpSpPr>
            <p:cNvPr id="1754" name="رسم 9">
              <a:extLst>
                <a:ext uri="{FF2B5EF4-FFF2-40B4-BE49-F238E27FC236}">
                  <a16:creationId xmlns:a16="http://schemas.microsoft.com/office/drawing/2014/main" id="{FC14A9DE-D590-4501-5FF7-CC87FE3F45FB}"/>
                </a:ext>
              </a:extLst>
            </p:cNvPr>
            <p:cNvGrpSpPr/>
            <p:nvPr/>
          </p:nvGrpSpPr>
          <p:grpSpPr>
            <a:xfrm>
              <a:off x="6216935" y="1890621"/>
              <a:ext cx="2218418" cy="1161481"/>
              <a:chOff x="6216935" y="1890621"/>
              <a:chExt cx="2218418" cy="1161481"/>
            </a:xfrm>
          </p:grpSpPr>
          <p:sp>
            <p:nvSpPr>
              <p:cNvPr id="1756" name="شكل حر: شكل 107">
                <a:extLst>
                  <a:ext uri="{FF2B5EF4-FFF2-40B4-BE49-F238E27FC236}">
                    <a16:creationId xmlns:a16="http://schemas.microsoft.com/office/drawing/2014/main" id="{ADABCDA0-F656-0416-F418-60E0D926D3FF}"/>
                  </a:ext>
                </a:extLst>
              </p:cNvPr>
              <p:cNvSpPr/>
              <p:nvPr/>
            </p:nvSpPr>
            <p:spPr>
              <a:xfrm>
                <a:off x="6216935" y="1899095"/>
                <a:ext cx="2191963" cy="1114908"/>
              </a:xfrm>
              <a:custGeom>
                <a:avLst/>
                <a:gdLst>
                  <a:gd name="csX0" fmla="*/ 1 w 2191963"/>
                  <a:gd name="csY0" fmla="*/ 1 h 1114908"/>
                  <a:gd name="csX1" fmla="*/ 377925 w 2191963"/>
                  <a:gd name="csY1" fmla="*/ 1 h 1114908"/>
                  <a:gd name="csX2" fmla="*/ 377925 w 2191963"/>
                  <a:gd name="csY2" fmla="*/ 290285 h 1114908"/>
                  <a:gd name="csX3" fmla="*/ 1209360 w 2191963"/>
                  <a:gd name="csY3" fmla="*/ 290285 h 1114908"/>
                  <a:gd name="csX4" fmla="*/ 1209360 w 2191963"/>
                  <a:gd name="csY4" fmla="*/ 943424 h 1114908"/>
                  <a:gd name="csX5" fmla="*/ 2191964 w 2191963"/>
                  <a:gd name="csY5" fmla="*/ 943424 h 1114908"/>
                  <a:gd name="csX6" fmla="*/ 2191964 w 2191963"/>
                  <a:gd name="csY6" fmla="*/ 1114909 h 1114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191963" h="1114908">
                    <a:moveTo>
                      <a:pt x="1" y="1"/>
                    </a:moveTo>
                    <a:lnTo>
                      <a:pt x="377925" y="1"/>
                    </a:lnTo>
                    <a:lnTo>
                      <a:pt x="377925" y="290285"/>
                    </a:lnTo>
                    <a:lnTo>
                      <a:pt x="1209360" y="290285"/>
                    </a:lnTo>
                    <a:lnTo>
                      <a:pt x="1209360" y="943424"/>
                    </a:lnTo>
                    <a:lnTo>
                      <a:pt x="2191964" y="943424"/>
                    </a:lnTo>
                    <a:lnTo>
                      <a:pt x="2191964" y="1114909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7" name="شكل حر: شكل 108">
                <a:extLst>
                  <a:ext uri="{FF2B5EF4-FFF2-40B4-BE49-F238E27FC236}">
                    <a16:creationId xmlns:a16="http://schemas.microsoft.com/office/drawing/2014/main" id="{E28F20EB-7F09-D3B2-C290-F5A7356C0ED6}"/>
                  </a:ext>
                </a:extLst>
              </p:cNvPr>
              <p:cNvSpPr/>
              <p:nvPr/>
            </p:nvSpPr>
            <p:spPr>
              <a:xfrm>
                <a:off x="8382444" y="3001303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8" name="شكل حر: شكل 109">
                <a:extLst>
                  <a:ext uri="{FF2B5EF4-FFF2-40B4-BE49-F238E27FC236}">
                    <a16:creationId xmlns:a16="http://schemas.microsoft.com/office/drawing/2014/main" id="{90BF4FCC-A31F-9206-D4DB-A7FB549B4F02}"/>
                  </a:ext>
                </a:extLst>
              </p:cNvPr>
              <p:cNvSpPr/>
              <p:nvPr/>
            </p:nvSpPr>
            <p:spPr>
              <a:xfrm>
                <a:off x="6216935" y="1890621"/>
                <a:ext cx="2199324" cy="1123382"/>
              </a:xfrm>
              <a:custGeom>
                <a:avLst/>
                <a:gdLst>
                  <a:gd name="csX0" fmla="*/ 1 w 2199324"/>
                  <a:gd name="csY0" fmla="*/ 8474 h 1123382"/>
                  <a:gd name="csX1" fmla="*/ 377925 w 2199324"/>
                  <a:gd name="csY1" fmla="*/ 8474 h 1123382"/>
                  <a:gd name="csX2" fmla="*/ 1 w 2199324"/>
                  <a:gd name="csY2" fmla="*/ 8474 h 1123382"/>
                  <a:gd name="csX3" fmla="*/ 377925 w 2199324"/>
                  <a:gd name="csY3" fmla="*/ 8474 h 1123382"/>
                  <a:gd name="csX4" fmla="*/ 377925 w 2199324"/>
                  <a:gd name="csY4" fmla="*/ 8474 h 1123382"/>
                  <a:gd name="csX5" fmla="*/ 377925 w 2199324"/>
                  <a:gd name="csY5" fmla="*/ 298758 h 1123382"/>
                  <a:gd name="csX6" fmla="*/ 377925 w 2199324"/>
                  <a:gd name="csY6" fmla="*/ 8474 h 1123382"/>
                  <a:gd name="csX7" fmla="*/ 377925 w 2199324"/>
                  <a:gd name="csY7" fmla="*/ 298758 h 1123382"/>
                  <a:gd name="csX8" fmla="*/ 377925 w 2199324"/>
                  <a:gd name="csY8" fmla="*/ 298758 h 1123382"/>
                  <a:gd name="csX9" fmla="*/ 1209360 w 2199324"/>
                  <a:gd name="csY9" fmla="*/ 298758 h 1123382"/>
                  <a:gd name="csX10" fmla="*/ 377925 w 2199324"/>
                  <a:gd name="csY10" fmla="*/ 298758 h 1123382"/>
                  <a:gd name="csX11" fmla="*/ 1209360 w 2199324"/>
                  <a:gd name="csY11" fmla="*/ 298758 h 1123382"/>
                  <a:gd name="csX12" fmla="*/ 1209360 w 2199324"/>
                  <a:gd name="csY12" fmla="*/ 298758 h 1123382"/>
                  <a:gd name="csX13" fmla="*/ 1209360 w 2199324"/>
                  <a:gd name="csY13" fmla="*/ 951897 h 1123382"/>
                  <a:gd name="csX14" fmla="*/ 1209360 w 2199324"/>
                  <a:gd name="csY14" fmla="*/ 298758 h 1123382"/>
                  <a:gd name="csX15" fmla="*/ 1209360 w 2199324"/>
                  <a:gd name="csY15" fmla="*/ 951897 h 1123382"/>
                  <a:gd name="csX16" fmla="*/ 1209360 w 2199324"/>
                  <a:gd name="csY16" fmla="*/ 951897 h 1123382"/>
                  <a:gd name="csX17" fmla="*/ 2191964 w 2199324"/>
                  <a:gd name="csY17" fmla="*/ 951897 h 1123382"/>
                  <a:gd name="csX18" fmla="*/ 1209360 w 2199324"/>
                  <a:gd name="csY18" fmla="*/ 951897 h 1123382"/>
                  <a:gd name="csX19" fmla="*/ 2191964 w 2199324"/>
                  <a:gd name="csY19" fmla="*/ 951897 h 1123382"/>
                  <a:gd name="csX20" fmla="*/ 2191964 w 2199324"/>
                  <a:gd name="csY20" fmla="*/ 951897 h 1123382"/>
                  <a:gd name="csX21" fmla="*/ 2191964 w 2199324"/>
                  <a:gd name="csY21" fmla="*/ 1123383 h 1123382"/>
                  <a:gd name="csX22" fmla="*/ 2191964 w 2199324"/>
                  <a:gd name="csY22" fmla="*/ 951897 h 1123382"/>
                  <a:gd name="csX23" fmla="*/ 2191964 w 2199324"/>
                  <a:gd name="csY23" fmla="*/ 1123383 h 11233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</a:cxnLst>
                <a:rect l="l" t="t" r="r" b="b"/>
                <a:pathLst>
                  <a:path w="2199324" h="1123382">
                    <a:moveTo>
                      <a:pt x="1" y="8474"/>
                    </a:moveTo>
                    <a:cubicBezTo>
                      <a:pt x="128041" y="-3573"/>
                      <a:pt x="249884" y="-2049"/>
                      <a:pt x="377925" y="8474"/>
                    </a:cubicBezTo>
                    <a:moveTo>
                      <a:pt x="1" y="8474"/>
                    </a:moveTo>
                    <a:cubicBezTo>
                      <a:pt x="78155" y="7458"/>
                      <a:pt x="160921" y="15078"/>
                      <a:pt x="377925" y="8474"/>
                    </a:cubicBezTo>
                    <a:moveTo>
                      <a:pt x="377925" y="8474"/>
                    </a:moveTo>
                    <a:cubicBezTo>
                      <a:pt x="390548" y="112903"/>
                      <a:pt x="385257" y="214938"/>
                      <a:pt x="377925" y="298758"/>
                    </a:cubicBezTo>
                    <a:moveTo>
                      <a:pt x="377925" y="8474"/>
                    </a:moveTo>
                    <a:cubicBezTo>
                      <a:pt x="370896" y="120233"/>
                      <a:pt x="384955" y="220236"/>
                      <a:pt x="377925" y="298758"/>
                    </a:cubicBezTo>
                    <a:moveTo>
                      <a:pt x="377925" y="298758"/>
                    </a:moveTo>
                    <a:cubicBezTo>
                      <a:pt x="680341" y="293896"/>
                      <a:pt x="981925" y="317699"/>
                      <a:pt x="1209360" y="298758"/>
                    </a:cubicBezTo>
                    <a:moveTo>
                      <a:pt x="377925" y="298758"/>
                    </a:moveTo>
                    <a:cubicBezTo>
                      <a:pt x="642246" y="298105"/>
                      <a:pt x="912160" y="297452"/>
                      <a:pt x="1209360" y="298758"/>
                    </a:cubicBezTo>
                    <a:moveTo>
                      <a:pt x="1209360" y="298758"/>
                    </a:moveTo>
                    <a:cubicBezTo>
                      <a:pt x="1202179" y="523873"/>
                      <a:pt x="1210720" y="748408"/>
                      <a:pt x="1209360" y="951897"/>
                    </a:cubicBezTo>
                    <a:moveTo>
                      <a:pt x="1209360" y="298758"/>
                    </a:moveTo>
                    <a:cubicBezTo>
                      <a:pt x="1209058" y="536065"/>
                      <a:pt x="1221000" y="762922"/>
                      <a:pt x="1209360" y="951897"/>
                    </a:cubicBezTo>
                    <a:moveTo>
                      <a:pt x="1209360" y="951897"/>
                    </a:moveTo>
                    <a:cubicBezTo>
                      <a:pt x="1429615" y="965323"/>
                      <a:pt x="1623415" y="962565"/>
                      <a:pt x="2191964" y="951897"/>
                    </a:cubicBezTo>
                    <a:moveTo>
                      <a:pt x="1209360" y="951897"/>
                    </a:moveTo>
                    <a:cubicBezTo>
                      <a:pt x="1567859" y="948051"/>
                      <a:pt x="1921748" y="950881"/>
                      <a:pt x="2191964" y="951897"/>
                    </a:cubicBezTo>
                    <a:moveTo>
                      <a:pt x="2191964" y="951897"/>
                    </a:moveTo>
                    <a:cubicBezTo>
                      <a:pt x="2200732" y="987747"/>
                      <a:pt x="2202773" y="1020404"/>
                      <a:pt x="2191964" y="1123383"/>
                    </a:cubicBezTo>
                    <a:moveTo>
                      <a:pt x="2191964" y="951897"/>
                    </a:moveTo>
                    <a:cubicBezTo>
                      <a:pt x="2194610" y="1015542"/>
                      <a:pt x="2193023" y="1071930"/>
                      <a:pt x="2191964" y="112338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59" name="شكل حر: شكل 110">
                <a:extLst>
                  <a:ext uri="{FF2B5EF4-FFF2-40B4-BE49-F238E27FC236}">
                    <a16:creationId xmlns:a16="http://schemas.microsoft.com/office/drawing/2014/main" id="{E9FF1FB8-E8DB-0439-A53C-F2054E28D3E3}"/>
                  </a:ext>
                </a:extLst>
              </p:cNvPr>
              <p:cNvSpPr/>
              <p:nvPr/>
            </p:nvSpPr>
            <p:spPr>
              <a:xfrm>
                <a:off x="8382444" y="3001303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8647" y="47534"/>
                      <a:pt x="13001" y="34835"/>
                      <a:pt x="1" y="1"/>
                    </a:cubicBezTo>
                    <a:cubicBezTo>
                      <a:pt x="13152" y="5516"/>
                      <a:pt x="22978" y="12047"/>
                      <a:pt x="26455" y="12700"/>
                    </a:cubicBezTo>
                    <a:cubicBezTo>
                      <a:pt x="36281" y="7983"/>
                      <a:pt x="43160" y="2323"/>
                      <a:pt x="52910" y="1"/>
                    </a:cubicBezTo>
                    <a:cubicBezTo>
                      <a:pt x="46258" y="24747"/>
                      <a:pt x="34996" y="39116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0" name="شكل حر: شكل 111">
                <a:extLst>
                  <a:ext uri="{FF2B5EF4-FFF2-40B4-BE49-F238E27FC236}">
                    <a16:creationId xmlns:a16="http://schemas.microsoft.com/office/drawing/2014/main" id="{0DF9DDBA-427E-3BD5-C925-09B66C584628}"/>
                  </a:ext>
                </a:extLst>
              </p:cNvPr>
              <p:cNvSpPr/>
              <p:nvPr/>
            </p:nvSpPr>
            <p:spPr>
              <a:xfrm>
                <a:off x="8382444" y="3001303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0938" y="29537"/>
                      <a:pt x="12774" y="13862"/>
                      <a:pt x="1" y="1"/>
                    </a:cubicBezTo>
                    <a:moveTo>
                      <a:pt x="26455" y="50800"/>
                    </a:moveTo>
                    <a:cubicBezTo>
                      <a:pt x="20938" y="40132"/>
                      <a:pt x="17461" y="32657"/>
                      <a:pt x="1" y="1"/>
                    </a:cubicBezTo>
                    <a:moveTo>
                      <a:pt x="1" y="1"/>
                    </a:moveTo>
                    <a:cubicBezTo>
                      <a:pt x="11565" y="5226"/>
                      <a:pt x="19577" y="10160"/>
                      <a:pt x="26455" y="12700"/>
                    </a:cubicBezTo>
                    <a:moveTo>
                      <a:pt x="1" y="1"/>
                    </a:moveTo>
                    <a:cubicBezTo>
                      <a:pt x="8542" y="5661"/>
                      <a:pt x="21164" y="8709"/>
                      <a:pt x="26455" y="12700"/>
                    </a:cubicBezTo>
                    <a:moveTo>
                      <a:pt x="26455" y="12700"/>
                    </a:moveTo>
                    <a:cubicBezTo>
                      <a:pt x="37037" y="6387"/>
                      <a:pt x="47317" y="6532"/>
                      <a:pt x="52910" y="1"/>
                    </a:cubicBezTo>
                    <a:moveTo>
                      <a:pt x="26455" y="12700"/>
                    </a:moveTo>
                    <a:cubicBezTo>
                      <a:pt x="34241" y="8782"/>
                      <a:pt x="43084" y="4500"/>
                      <a:pt x="52910" y="1"/>
                    </a:cubicBezTo>
                    <a:moveTo>
                      <a:pt x="52910" y="1"/>
                    </a:moveTo>
                    <a:cubicBezTo>
                      <a:pt x="40212" y="16256"/>
                      <a:pt x="34316" y="32367"/>
                      <a:pt x="26455" y="50800"/>
                    </a:cubicBezTo>
                    <a:moveTo>
                      <a:pt x="52910" y="1"/>
                    </a:moveTo>
                    <a:cubicBezTo>
                      <a:pt x="41874" y="20320"/>
                      <a:pt x="37264" y="36576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55" name="صورة 112">
              <a:extLst>
                <a:ext uri="{FF2B5EF4-FFF2-40B4-BE49-F238E27FC236}">
                  <a16:creationId xmlns:a16="http://schemas.microsoft.com/office/drawing/2014/main" id="{31DEED9C-D978-937C-87E1-186960C9095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708237" y="2142208"/>
              <a:ext cx="521536" cy="114299"/>
            </a:xfrm>
            <a:custGeom>
              <a:avLst/>
              <a:gdLst>
                <a:gd name="csX0" fmla="*/ 0 w 521536"/>
                <a:gd name="csY0" fmla="*/ 0 h 114299"/>
                <a:gd name="csX1" fmla="*/ 521536 w 521536"/>
                <a:gd name="csY1" fmla="*/ 0 h 114299"/>
                <a:gd name="csX2" fmla="*/ 521536 w 521536"/>
                <a:gd name="csY2" fmla="*/ 114299 h 114299"/>
                <a:gd name="csX3" fmla="*/ 0 w 521536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1536" h="114299">
                  <a:moveTo>
                    <a:pt x="0" y="0"/>
                  </a:moveTo>
                  <a:lnTo>
                    <a:pt x="521536" y="0"/>
                  </a:lnTo>
                  <a:lnTo>
                    <a:pt x="521536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61" name="!!رسم 9">
            <a:extLst>
              <a:ext uri="{FF2B5EF4-FFF2-40B4-BE49-F238E27FC236}">
                <a16:creationId xmlns:a16="http://schemas.microsoft.com/office/drawing/2014/main" id="{3ACA5611-0056-F19F-5E74-61CAC0753243}"/>
              </a:ext>
            </a:extLst>
          </p:cNvPr>
          <p:cNvGrpSpPr/>
          <p:nvPr/>
        </p:nvGrpSpPr>
        <p:grpSpPr>
          <a:xfrm>
            <a:off x="3921110" y="3347833"/>
            <a:ext cx="820550" cy="645011"/>
            <a:chOff x="6643990" y="3358643"/>
            <a:chExt cx="820550" cy="645011"/>
          </a:xfrm>
        </p:grpSpPr>
        <p:grpSp>
          <p:nvGrpSpPr>
            <p:cNvPr id="1762" name="رسم 9">
              <a:extLst>
                <a:ext uri="{FF2B5EF4-FFF2-40B4-BE49-F238E27FC236}">
                  <a16:creationId xmlns:a16="http://schemas.microsoft.com/office/drawing/2014/main" id="{5EB261FD-4FFC-93EC-9282-9BBE766D4183}"/>
                </a:ext>
              </a:extLst>
            </p:cNvPr>
            <p:cNvGrpSpPr/>
            <p:nvPr/>
          </p:nvGrpSpPr>
          <p:grpSpPr>
            <a:xfrm>
              <a:off x="6643990" y="3358643"/>
              <a:ext cx="820550" cy="645011"/>
              <a:chOff x="6643990" y="3358643"/>
              <a:chExt cx="820550" cy="645011"/>
            </a:xfrm>
          </p:grpSpPr>
          <p:sp>
            <p:nvSpPr>
              <p:cNvPr id="1764" name="شكل حر: شكل 115">
                <a:extLst>
                  <a:ext uri="{FF2B5EF4-FFF2-40B4-BE49-F238E27FC236}">
                    <a16:creationId xmlns:a16="http://schemas.microsoft.com/office/drawing/2014/main" id="{749E0053-CB82-C8CD-72F0-D594C2290E85}"/>
                  </a:ext>
                </a:extLst>
              </p:cNvPr>
              <p:cNvSpPr/>
              <p:nvPr/>
            </p:nvSpPr>
            <p:spPr>
              <a:xfrm>
                <a:off x="6670445" y="3396743"/>
                <a:ext cx="794095" cy="606911"/>
              </a:xfrm>
              <a:custGeom>
                <a:avLst/>
                <a:gdLst>
                  <a:gd name="csX0" fmla="*/ 793643 w 794095"/>
                  <a:gd name="csY0" fmla="*/ 606912 h 606911"/>
                  <a:gd name="csX1" fmla="*/ 794096 w 794095"/>
                  <a:gd name="csY1" fmla="*/ 244057 h 606911"/>
                  <a:gd name="csX2" fmla="*/ 1 w 794095"/>
                  <a:gd name="csY2" fmla="*/ 244057 h 606911"/>
                  <a:gd name="csX3" fmla="*/ 1 w 794095"/>
                  <a:gd name="csY3" fmla="*/ 1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4095" h="606911">
                    <a:moveTo>
                      <a:pt x="793643" y="606912"/>
                    </a:moveTo>
                    <a:lnTo>
                      <a:pt x="794096" y="244057"/>
                    </a:lnTo>
                    <a:lnTo>
                      <a:pt x="1" y="244057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5" name="شكل حر: شكل 116">
                <a:extLst>
                  <a:ext uri="{FF2B5EF4-FFF2-40B4-BE49-F238E27FC236}">
                    <a16:creationId xmlns:a16="http://schemas.microsoft.com/office/drawing/2014/main" id="{7C62E231-C78D-4DFA-DEB9-413CD42F53D3}"/>
                  </a:ext>
                </a:extLst>
              </p:cNvPr>
              <p:cNvSpPr/>
              <p:nvPr/>
            </p:nvSpPr>
            <p:spPr>
              <a:xfrm>
                <a:off x="6643990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6" name="شكل حر: شكل 117">
                <a:extLst>
                  <a:ext uri="{FF2B5EF4-FFF2-40B4-BE49-F238E27FC236}">
                    <a16:creationId xmlns:a16="http://schemas.microsoft.com/office/drawing/2014/main" id="{C890E22C-1865-69DB-BB02-DCA7E25D16DE}"/>
                  </a:ext>
                </a:extLst>
              </p:cNvPr>
              <p:cNvSpPr/>
              <p:nvPr/>
            </p:nvSpPr>
            <p:spPr>
              <a:xfrm>
                <a:off x="6664171" y="3396743"/>
                <a:ext cx="800369" cy="606911"/>
              </a:xfrm>
              <a:custGeom>
                <a:avLst/>
                <a:gdLst>
                  <a:gd name="csX0" fmla="*/ 799916 w 800369"/>
                  <a:gd name="csY0" fmla="*/ 606912 h 606911"/>
                  <a:gd name="csX1" fmla="*/ 800370 w 800369"/>
                  <a:gd name="csY1" fmla="*/ 244057 h 606911"/>
                  <a:gd name="csX2" fmla="*/ 799916 w 800369"/>
                  <a:gd name="csY2" fmla="*/ 606912 h 606911"/>
                  <a:gd name="csX3" fmla="*/ 800370 w 800369"/>
                  <a:gd name="csY3" fmla="*/ 244057 h 606911"/>
                  <a:gd name="csX4" fmla="*/ 800370 w 800369"/>
                  <a:gd name="csY4" fmla="*/ 244057 h 606911"/>
                  <a:gd name="csX5" fmla="*/ 6274 w 800369"/>
                  <a:gd name="csY5" fmla="*/ 244057 h 606911"/>
                  <a:gd name="csX6" fmla="*/ 800370 w 800369"/>
                  <a:gd name="csY6" fmla="*/ 244057 h 606911"/>
                  <a:gd name="csX7" fmla="*/ 6274 w 800369"/>
                  <a:gd name="csY7" fmla="*/ 244057 h 606911"/>
                  <a:gd name="csX8" fmla="*/ 6274 w 800369"/>
                  <a:gd name="csY8" fmla="*/ 244057 h 606911"/>
                  <a:gd name="csX9" fmla="*/ 6274 w 800369"/>
                  <a:gd name="csY9" fmla="*/ 1 h 606911"/>
                  <a:gd name="csX10" fmla="*/ 6274 w 800369"/>
                  <a:gd name="csY10" fmla="*/ 244057 h 606911"/>
                  <a:gd name="csX11" fmla="*/ 6274 w 800369"/>
                  <a:gd name="csY11" fmla="*/ 1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00369" h="606911">
                    <a:moveTo>
                      <a:pt x="799916" y="606912"/>
                    </a:moveTo>
                    <a:cubicBezTo>
                      <a:pt x="799916" y="499507"/>
                      <a:pt x="791829" y="386151"/>
                      <a:pt x="800370" y="244057"/>
                    </a:cubicBezTo>
                    <a:moveTo>
                      <a:pt x="799916" y="606912"/>
                    </a:moveTo>
                    <a:cubicBezTo>
                      <a:pt x="792206" y="507054"/>
                      <a:pt x="794247" y="408213"/>
                      <a:pt x="800370" y="244057"/>
                    </a:cubicBezTo>
                    <a:moveTo>
                      <a:pt x="800370" y="244057"/>
                    </a:moveTo>
                    <a:cubicBezTo>
                      <a:pt x="511938" y="236509"/>
                      <a:pt x="199243" y="258789"/>
                      <a:pt x="6274" y="244057"/>
                    </a:cubicBezTo>
                    <a:moveTo>
                      <a:pt x="800370" y="244057"/>
                    </a:moveTo>
                    <a:cubicBezTo>
                      <a:pt x="525996" y="242605"/>
                      <a:pt x="239756" y="247105"/>
                      <a:pt x="6274" y="244057"/>
                    </a:cubicBezTo>
                    <a:moveTo>
                      <a:pt x="6274" y="244057"/>
                    </a:moveTo>
                    <a:cubicBezTo>
                      <a:pt x="4309" y="164592"/>
                      <a:pt x="-6802" y="92311"/>
                      <a:pt x="6274" y="1"/>
                    </a:cubicBezTo>
                    <a:moveTo>
                      <a:pt x="6274" y="244057"/>
                    </a:moveTo>
                    <a:cubicBezTo>
                      <a:pt x="9146" y="157334"/>
                      <a:pt x="3251" y="59799"/>
                      <a:pt x="6274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7" name="شكل حر: شكل 118">
                <a:extLst>
                  <a:ext uri="{FF2B5EF4-FFF2-40B4-BE49-F238E27FC236}">
                    <a16:creationId xmlns:a16="http://schemas.microsoft.com/office/drawing/2014/main" id="{971E482D-1207-633E-293E-88FDB7B120F8}"/>
                  </a:ext>
                </a:extLst>
              </p:cNvPr>
              <p:cNvSpPr/>
              <p:nvPr/>
            </p:nvSpPr>
            <p:spPr>
              <a:xfrm>
                <a:off x="6643990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0386" y="11249"/>
                      <a:pt x="32275" y="32948"/>
                      <a:pt x="52910" y="50800"/>
                    </a:cubicBezTo>
                    <a:cubicBezTo>
                      <a:pt x="43689" y="47172"/>
                      <a:pt x="37491" y="40278"/>
                      <a:pt x="26455" y="38100"/>
                    </a:cubicBezTo>
                    <a:cubicBezTo>
                      <a:pt x="14664" y="46591"/>
                      <a:pt x="9751" y="44487"/>
                      <a:pt x="1" y="50800"/>
                    </a:cubicBezTo>
                    <a:cubicBezTo>
                      <a:pt x="756" y="42382"/>
                      <a:pt x="17310" y="27578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68" name="شكل حر: شكل 119">
                <a:extLst>
                  <a:ext uri="{FF2B5EF4-FFF2-40B4-BE49-F238E27FC236}">
                    <a16:creationId xmlns:a16="http://schemas.microsoft.com/office/drawing/2014/main" id="{C5A009AF-5B50-7E1D-FFB3-4435252A557A}"/>
                  </a:ext>
                </a:extLst>
              </p:cNvPr>
              <p:cNvSpPr/>
              <p:nvPr/>
            </p:nvSpPr>
            <p:spPr>
              <a:xfrm>
                <a:off x="6643990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4014" y="20030"/>
                      <a:pt x="39305" y="37520"/>
                      <a:pt x="52910" y="50800"/>
                    </a:cubicBezTo>
                    <a:moveTo>
                      <a:pt x="26455" y="1"/>
                    </a:moveTo>
                    <a:cubicBezTo>
                      <a:pt x="31897" y="14297"/>
                      <a:pt x="39909" y="29174"/>
                      <a:pt x="52910" y="50800"/>
                    </a:cubicBezTo>
                    <a:moveTo>
                      <a:pt x="52910" y="50800"/>
                    </a:moveTo>
                    <a:cubicBezTo>
                      <a:pt x="45125" y="44487"/>
                      <a:pt x="32427" y="44051"/>
                      <a:pt x="26455" y="38100"/>
                    </a:cubicBezTo>
                    <a:moveTo>
                      <a:pt x="52910" y="50800"/>
                    </a:moveTo>
                    <a:cubicBezTo>
                      <a:pt x="44142" y="46591"/>
                      <a:pt x="33107" y="43035"/>
                      <a:pt x="26455" y="38100"/>
                    </a:cubicBezTo>
                    <a:moveTo>
                      <a:pt x="26455" y="38100"/>
                    </a:moveTo>
                    <a:cubicBezTo>
                      <a:pt x="18217" y="41729"/>
                      <a:pt x="7635" y="46881"/>
                      <a:pt x="1" y="50800"/>
                    </a:cubicBezTo>
                    <a:moveTo>
                      <a:pt x="26455" y="38100"/>
                    </a:moveTo>
                    <a:cubicBezTo>
                      <a:pt x="17990" y="43253"/>
                      <a:pt x="7181" y="46156"/>
                      <a:pt x="1" y="50800"/>
                    </a:cubicBezTo>
                    <a:moveTo>
                      <a:pt x="1" y="50800"/>
                    </a:moveTo>
                    <a:cubicBezTo>
                      <a:pt x="11792" y="34544"/>
                      <a:pt x="12548" y="23223"/>
                      <a:pt x="26455" y="1"/>
                    </a:cubicBezTo>
                    <a:moveTo>
                      <a:pt x="1" y="50800"/>
                    </a:moveTo>
                    <a:cubicBezTo>
                      <a:pt x="8088" y="37592"/>
                      <a:pt x="15495" y="19958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63" name="صورة 120">
              <a:extLst>
                <a:ext uri="{FF2B5EF4-FFF2-40B4-BE49-F238E27FC236}">
                  <a16:creationId xmlns:a16="http://schemas.microsoft.com/office/drawing/2014/main" id="{5D956DDF-AC0F-10D5-B7E7-348E84F7C5D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742250" y="3593628"/>
              <a:ext cx="710498" cy="114299"/>
            </a:xfrm>
            <a:custGeom>
              <a:avLst/>
              <a:gdLst>
                <a:gd name="csX0" fmla="*/ 0 w 710498"/>
                <a:gd name="csY0" fmla="*/ 0 h 114299"/>
                <a:gd name="csX1" fmla="*/ 710499 w 710498"/>
                <a:gd name="csY1" fmla="*/ 0 h 114299"/>
                <a:gd name="csX2" fmla="*/ 710499 w 710498"/>
                <a:gd name="csY2" fmla="*/ 114299 h 114299"/>
                <a:gd name="csX3" fmla="*/ 0 w 71049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10498" h="114299">
                  <a:moveTo>
                    <a:pt x="0" y="0"/>
                  </a:moveTo>
                  <a:lnTo>
                    <a:pt x="710499" y="0"/>
                  </a:lnTo>
                  <a:lnTo>
                    <a:pt x="710499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69" name="!!رسم 9">
            <a:extLst>
              <a:ext uri="{FF2B5EF4-FFF2-40B4-BE49-F238E27FC236}">
                <a16:creationId xmlns:a16="http://schemas.microsoft.com/office/drawing/2014/main" id="{2A0195A2-2F05-CE77-7FC1-82716CE7136D}"/>
              </a:ext>
            </a:extLst>
          </p:cNvPr>
          <p:cNvGrpSpPr/>
          <p:nvPr/>
        </p:nvGrpSpPr>
        <p:grpSpPr>
          <a:xfrm>
            <a:off x="1965354" y="3699875"/>
            <a:ext cx="1381273" cy="2042127"/>
            <a:chOff x="4688234" y="3710685"/>
            <a:chExt cx="1381273" cy="2042127"/>
          </a:xfrm>
          <a:noFill/>
        </p:grpSpPr>
        <p:grpSp>
          <p:nvGrpSpPr>
            <p:cNvPr id="1770" name="رسم 9">
              <a:extLst>
                <a:ext uri="{FF2B5EF4-FFF2-40B4-BE49-F238E27FC236}">
                  <a16:creationId xmlns:a16="http://schemas.microsoft.com/office/drawing/2014/main" id="{A01D18CF-5A6C-15F4-1685-9C5D1A411C6F}"/>
                </a:ext>
              </a:extLst>
            </p:cNvPr>
            <p:cNvGrpSpPr/>
            <p:nvPr/>
          </p:nvGrpSpPr>
          <p:grpSpPr>
            <a:xfrm>
              <a:off x="4688234" y="3710685"/>
              <a:ext cx="1381273" cy="2042127"/>
              <a:chOff x="4688234" y="3710685"/>
              <a:chExt cx="1381273" cy="2042127"/>
            </a:xfrm>
            <a:noFill/>
          </p:grpSpPr>
          <p:sp>
            <p:nvSpPr>
              <p:cNvPr id="1772" name="مستطيل 123">
                <a:extLst>
                  <a:ext uri="{FF2B5EF4-FFF2-40B4-BE49-F238E27FC236}">
                    <a16:creationId xmlns:a16="http://schemas.microsoft.com/office/drawing/2014/main" id="{C19A7679-9AEA-6D40-0947-7C8EC4DB03FA}"/>
                  </a:ext>
                </a:extLst>
              </p:cNvPr>
              <p:cNvSpPr/>
              <p:nvPr/>
            </p:nvSpPr>
            <p:spPr>
              <a:xfrm>
                <a:off x="4705236" y="3713370"/>
                <a:ext cx="1360529" cy="203198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3" name="شكل حر: شكل 124">
                <a:extLst>
                  <a:ext uri="{FF2B5EF4-FFF2-40B4-BE49-F238E27FC236}">
                    <a16:creationId xmlns:a16="http://schemas.microsoft.com/office/drawing/2014/main" id="{A8829678-8E2B-C059-528D-9CA287012E0E}"/>
                  </a:ext>
                </a:extLst>
              </p:cNvPr>
              <p:cNvSpPr/>
              <p:nvPr/>
            </p:nvSpPr>
            <p:spPr>
              <a:xfrm>
                <a:off x="4703271" y="3710685"/>
                <a:ext cx="1365215" cy="2038810"/>
              </a:xfrm>
              <a:custGeom>
                <a:avLst/>
                <a:gdLst>
                  <a:gd name="csX0" fmla="*/ 3931 w 1365215"/>
                  <a:gd name="csY0" fmla="*/ 509 h 2038810"/>
                  <a:gd name="csX1" fmla="*/ 3931 w 1365215"/>
                  <a:gd name="csY1" fmla="*/ 509 h 2038810"/>
                  <a:gd name="csX2" fmla="*/ 3931 w 1365215"/>
                  <a:gd name="csY2" fmla="*/ 509 h 2038810"/>
                  <a:gd name="csX3" fmla="*/ 3931 w 1365215"/>
                  <a:gd name="csY3" fmla="*/ 509 h 2038810"/>
                  <a:gd name="csX4" fmla="*/ 1966 w 1365215"/>
                  <a:gd name="csY4" fmla="*/ 46954 h 2038810"/>
                  <a:gd name="csX5" fmla="*/ 41648 w 1365215"/>
                  <a:gd name="csY5" fmla="*/ 3121 h 2038810"/>
                  <a:gd name="csX6" fmla="*/ 1966 w 1365215"/>
                  <a:gd name="csY6" fmla="*/ 46954 h 2038810"/>
                  <a:gd name="csX7" fmla="*/ 41648 w 1365215"/>
                  <a:gd name="csY7" fmla="*/ 3121 h 2038810"/>
                  <a:gd name="csX8" fmla="*/ 1 w 1365215"/>
                  <a:gd name="csY8" fmla="*/ 93399 h 2038810"/>
                  <a:gd name="csX9" fmla="*/ 84278 w 1365215"/>
                  <a:gd name="csY9" fmla="*/ 291 h 2038810"/>
                  <a:gd name="csX10" fmla="*/ 1 w 1365215"/>
                  <a:gd name="csY10" fmla="*/ 93399 h 2038810"/>
                  <a:gd name="csX11" fmla="*/ 84278 w 1365215"/>
                  <a:gd name="csY11" fmla="*/ 291 h 2038810"/>
                  <a:gd name="csX12" fmla="*/ 2948 w 1365215"/>
                  <a:gd name="csY12" fmla="*/ 134330 h 2038810"/>
                  <a:gd name="csX13" fmla="*/ 121995 w 1365215"/>
                  <a:gd name="csY13" fmla="*/ 2903 h 2038810"/>
                  <a:gd name="csX14" fmla="*/ 2948 w 1365215"/>
                  <a:gd name="csY14" fmla="*/ 134330 h 2038810"/>
                  <a:gd name="csX15" fmla="*/ 121995 w 1365215"/>
                  <a:gd name="csY15" fmla="*/ 2903 h 2038810"/>
                  <a:gd name="csX16" fmla="*/ 983 w 1365215"/>
                  <a:gd name="csY16" fmla="*/ 180775 h 2038810"/>
                  <a:gd name="csX17" fmla="*/ 164624 w 1365215"/>
                  <a:gd name="csY17" fmla="*/ 1 h 2038810"/>
                  <a:gd name="csX18" fmla="*/ 983 w 1365215"/>
                  <a:gd name="csY18" fmla="*/ 180775 h 2038810"/>
                  <a:gd name="csX19" fmla="*/ 164624 w 1365215"/>
                  <a:gd name="csY19" fmla="*/ 1 h 2038810"/>
                  <a:gd name="csX20" fmla="*/ 4006 w 1365215"/>
                  <a:gd name="csY20" fmla="*/ 221705 h 2038810"/>
                  <a:gd name="csX21" fmla="*/ 202341 w 1365215"/>
                  <a:gd name="csY21" fmla="*/ 2613 h 2038810"/>
                  <a:gd name="csX22" fmla="*/ 4006 w 1365215"/>
                  <a:gd name="csY22" fmla="*/ 221705 h 2038810"/>
                  <a:gd name="csX23" fmla="*/ 202341 w 1365215"/>
                  <a:gd name="csY23" fmla="*/ 2613 h 2038810"/>
                  <a:gd name="csX24" fmla="*/ 1966 w 1365215"/>
                  <a:gd name="csY24" fmla="*/ 268150 h 2038810"/>
                  <a:gd name="csX25" fmla="*/ 239983 w 1365215"/>
                  <a:gd name="csY25" fmla="*/ 5226 h 2038810"/>
                  <a:gd name="csX26" fmla="*/ 1966 w 1365215"/>
                  <a:gd name="csY26" fmla="*/ 268150 h 2038810"/>
                  <a:gd name="csX27" fmla="*/ 239983 w 1365215"/>
                  <a:gd name="csY27" fmla="*/ 5226 h 2038810"/>
                  <a:gd name="csX28" fmla="*/ 1 w 1365215"/>
                  <a:gd name="csY28" fmla="*/ 314596 h 2038810"/>
                  <a:gd name="csX29" fmla="*/ 282688 w 1365215"/>
                  <a:gd name="csY29" fmla="*/ 2395 h 2038810"/>
                  <a:gd name="csX30" fmla="*/ 1 w 1365215"/>
                  <a:gd name="csY30" fmla="*/ 314596 h 2038810"/>
                  <a:gd name="csX31" fmla="*/ 282688 w 1365215"/>
                  <a:gd name="csY31" fmla="*/ 2395 h 2038810"/>
                  <a:gd name="csX32" fmla="*/ 3024 w 1365215"/>
                  <a:gd name="csY32" fmla="*/ 355526 h 2038810"/>
                  <a:gd name="csX33" fmla="*/ 320329 w 1365215"/>
                  <a:gd name="csY33" fmla="*/ 5008 h 2038810"/>
                  <a:gd name="csX34" fmla="*/ 3024 w 1365215"/>
                  <a:gd name="csY34" fmla="*/ 355526 h 2038810"/>
                  <a:gd name="csX35" fmla="*/ 320329 w 1365215"/>
                  <a:gd name="csY35" fmla="*/ 5008 h 2038810"/>
                  <a:gd name="csX36" fmla="*/ 1059 w 1365215"/>
                  <a:gd name="csY36" fmla="*/ 401971 h 2038810"/>
                  <a:gd name="csX37" fmla="*/ 363035 w 1365215"/>
                  <a:gd name="csY37" fmla="*/ 2105 h 2038810"/>
                  <a:gd name="csX38" fmla="*/ 1059 w 1365215"/>
                  <a:gd name="csY38" fmla="*/ 401971 h 2038810"/>
                  <a:gd name="csX39" fmla="*/ 363035 w 1365215"/>
                  <a:gd name="csY39" fmla="*/ 2105 h 2038810"/>
                  <a:gd name="csX40" fmla="*/ 4006 w 1365215"/>
                  <a:gd name="csY40" fmla="*/ 442902 h 2038810"/>
                  <a:gd name="csX41" fmla="*/ 400676 w 1365215"/>
                  <a:gd name="csY41" fmla="*/ 4718 h 2038810"/>
                  <a:gd name="csX42" fmla="*/ 4006 w 1365215"/>
                  <a:gd name="csY42" fmla="*/ 442902 h 2038810"/>
                  <a:gd name="csX43" fmla="*/ 400676 w 1365215"/>
                  <a:gd name="csY43" fmla="*/ 4718 h 2038810"/>
                  <a:gd name="csX44" fmla="*/ 2041 w 1365215"/>
                  <a:gd name="csY44" fmla="*/ 489347 h 2038810"/>
                  <a:gd name="csX45" fmla="*/ 443382 w 1365215"/>
                  <a:gd name="csY45" fmla="*/ 1887 h 2038810"/>
                  <a:gd name="csX46" fmla="*/ 2041 w 1365215"/>
                  <a:gd name="csY46" fmla="*/ 489347 h 2038810"/>
                  <a:gd name="csX47" fmla="*/ 443382 w 1365215"/>
                  <a:gd name="csY47" fmla="*/ 1887 h 2038810"/>
                  <a:gd name="csX48" fmla="*/ 76 w 1365215"/>
                  <a:gd name="csY48" fmla="*/ 535720 h 2038810"/>
                  <a:gd name="csX49" fmla="*/ 481099 w 1365215"/>
                  <a:gd name="csY49" fmla="*/ 4500 h 2038810"/>
                  <a:gd name="csX50" fmla="*/ 76 w 1365215"/>
                  <a:gd name="csY50" fmla="*/ 535720 h 2038810"/>
                  <a:gd name="csX51" fmla="*/ 481099 w 1365215"/>
                  <a:gd name="csY51" fmla="*/ 4500 h 2038810"/>
                  <a:gd name="csX52" fmla="*/ 3024 w 1365215"/>
                  <a:gd name="csY52" fmla="*/ 576723 h 2038810"/>
                  <a:gd name="csX53" fmla="*/ 523729 w 1365215"/>
                  <a:gd name="csY53" fmla="*/ 1597 h 2038810"/>
                  <a:gd name="csX54" fmla="*/ 3024 w 1365215"/>
                  <a:gd name="csY54" fmla="*/ 576723 h 2038810"/>
                  <a:gd name="csX55" fmla="*/ 523729 w 1365215"/>
                  <a:gd name="csY55" fmla="*/ 1597 h 2038810"/>
                  <a:gd name="csX56" fmla="*/ 1059 w 1365215"/>
                  <a:gd name="csY56" fmla="*/ 623168 h 2038810"/>
                  <a:gd name="csX57" fmla="*/ 561445 w 1365215"/>
                  <a:gd name="csY57" fmla="*/ 4210 h 2038810"/>
                  <a:gd name="csX58" fmla="*/ 1059 w 1365215"/>
                  <a:gd name="csY58" fmla="*/ 623168 h 2038810"/>
                  <a:gd name="csX59" fmla="*/ 561445 w 1365215"/>
                  <a:gd name="csY59" fmla="*/ 4210 h 2038810"/>
                  <a:gd name="csX60" fmla="*/ 4082 w 1365215"/>
                  <a:gd name="csY60" fmla="*/ 664098 h 2038810"/>
                  <a:gd name="csX61" fmla="*/ 604076 w 1365215"/>
                  <a:gd name="csY61" fmla="*/ 1379 h 2038810"/>
                  <a:gd name="csX62" fmla="*/ 4082 w 1365215"/>
                  <a:gd name="csY62" fmla="*/ 664098 h 2038810"/>
                  <a:gd name="csX63" fmla="*/ 604076 w 1365215"/>
                  <a:gd name="csY63" fmla="*/ 1379 h 2038810"/>
                  <a:gd name="csX64" fmla="*/ 2041 w 1365215"/>
                  <a:gd name="csY64" fmla="*/ 710544 h 2038810"/>
                  <a:gd name="csX65" fmla="*/ 641792 w 1365215"/>
                  <a:gd name="csY65" fmla="*/ 3992 h 2038810"/>
                  <a:gd name="csX66" fmla="*/ 2041 w 1365215"/>
                  <a:gd name="csY66" fmla="*/ 710544 h 2038810"/>
                  <a:gd name="csX67" fmla="*/ 641792 w 1365215"/>
                  <a:gd name="csY67" fmla="*/ 3992 h 2038810"/>
                  <a:gd name="csX68" fmla="*/ 76 w 1365215"/>
                  <a:gd name="csY68" fmla="*/ 756916 h 2038810"/>
                  <a:gd name="csX69" fmla="*/ 684422 w 1365215"/>
                  <a:gd name="csY69" fmla="*/ 1089 h 2038810"/>
                  <a:gd name="csX70" fmla="*/ 76 w 1365215"/>
                  <a:gd name="csY70" fmla="*/ 756916 h 2038810"/>
                  <a:gd name="csX71" fmla="*/ 684422 w 1365215"/>
                  <a:gd name="csY71" fmla="*/ 1089 h 2038810"/>
                  <a:gd name="csX72" fmla="*/ 3099 w 1365215"/>
                  <a:gd name="csY72" fmla="*/ 797919 h 2038810"/>
                  <a:gd name="csX73" fmla="*/ 722139 w 1365215"/>
                  <a:gd name="csY73" fmla="*/ 3702 h 2038810"/>
                  <a:gd name="csX74" fmla="*/ 3099 w 1365215"/>
                  <a:gd name="csY74" fmla="*/ 797919 h 2038810"/>
                  <a:gd name="csX75" fmla="*/ 722139 w 1365215"/>
                  <a:gd name="csY75" fmla="*/ 3702 h 2038810"/>
                  <a:gd name="csX76" fmla="*/ 1134 w 1365215"/>
                  <a:gd name="csY76" fmla="*/ 844364 h 2038810"/>
                  <a:gd name="csX77" fmla="*/ 764769 w 1365215"/>
                  <a:gd name="csY77" fmla="*/ 871 h 2038810"/>
                  <a:gd name="csX78" fmla="*/ 1134 w 1365215"/>
                  <a:gd name="csY78" fmla="*/ 844364 h 2038810"/>
                  <a:gd name="csX79" fmla="*/ 764769 w 1365215"/>
                  <a:gd name="csY79" fmla="*/ 871 h 2038810"/>
                  <a:gd name="csX80" fmla="*/ 4082 w 1365215"/>
                  <a:gd name="csY80" fmla="*/ 885294 h 2038810"/>
                  <a:gd name="csX81" fmla="*/ 802486 w 1365215"/>
                  <a:gd name="csY81" fmla="*/ 3484 h 2038810"/>
                  <a:gd name="csX82" fmla="*/ 4082 w 1365215"/>
                  <a:gd name="csY82" fmla="*/ 885294 h 2038810"/>
                  <a:gd name="csX83" fmla="*/ 802486 w 1365215"/>
                  <a:gd name="csY83" fmla="*/ 3484 h 2038810"/>
                  <a:gd name="csX84" fmla="*/ 2117 w 1365215"/>
                  <a:gd name="csY84" fmla="*/ 931740 h 2038810"/>
                  <a:gd name="csX85" fmla="*/ 845116 w 1365215"/>
                  <a:gd name="csY85" fmla="*/ 654 h 2038810"/>
                  <a:gd name="csX86" fmla="*/ 2117 w 1365215"/>
                  <a:gd name="csY86" fmla="*/ 931740 h 2038810"/>
                  <a:gd name="csX87" fmla="*/ 845116 w 1365215"/>
                  <a:gd name="csY87" fmla="*/ 654 h 2038810"/>
                  <a:gd name="csX88" fmla="*/ 152 w 1365215"/>
                  <a:gd name="csY88" fmla="*/ 978113 h 2038810"/>
                  <a:gd name="csX89" fmla="*/ 882833 w 1365215"/>
                  <a:gd name="csY89" fmla="*/ 3266 h 2038810"/>
                  <a:gd name="csX90" fmla="*/ 152 w 1365215"/>
                  <a:gd name="csY90" fmla="*/ 978113 h 2038810"/>
                  <a:gd name="csX91" fmla="*/ 882833 w 1365215"/>
                  <a:gd name="csY91" fmla="*/ 3266 h 2038810"/>
                  <a:gd name="csX92" fmla="*/ 3099 w 1365215"/>
                  <a:gd name="csY92" fmla="*/ 1019115 h 2038810"/>
                  <a:gd name="csX93" fmla="*/ 925463 w 1365215"/>
                  <a:gd name="csY93" fmla="*/ 363 h 2038810"/>
                  <a:gd name="csX94" fmla="*/ 3099 w 1365215"/>
                  <a:gd name="csY94" fmla="*/ 1019115 h 2038810"/>
                  <a:gd name="csX95" fmla="*/ 925463 w 1365215"/>
                  <a:gd name="csY95" fmla="*/ 363 h 2038810"/>
                  <a:gd name="csX96" fmla="*/ 1134 w 1365215"/>
                  <a:gd name="csY96" fmla="*/ 1065489 h 2038810"/>
                  <a:gd name="csX97" fmla="*/ 963180 w 1365215"/>
                  <a:gd name="csY97" fmla="*/ 2976 h 2038810"/>
                  <a:gd name="csX98" fmla="*/ 1134 w 1365215"/>
                  <a:gd name="csY98" fmla="*/ 1065489 h 2038810"/>
                  <a:gd name="csX99" fmla="*/ 963180 w 1365215"/>
                  <a:gd name="csY99" fmla="*/ 2976 h 2038810"/>
                  <a:gd name="csX100" fmla="*/ 4082 w 1365215"/>
                  <a:gd name="csY100" fmla="*/ 1106491 h 2038810"/>
                  <a:gd name="csX101" fmla="*/ 1005810 w 1365215"/>
                  <a:gd name="csY101" fmla="*/ 146 h 2038810"/>
                  <a:gd name="csX102" fmla="*/ 4082 w 1365215"/>
                  <a:gd name="csY102" fmla="*/ 1106491 h 2038810"/>
                  <a:gd name="csX103" fmla="*/ 1005810 w 1365215"/>
                  <a:gd name="csY103" fmla="*/ 146 h 2038810"/>
                  <a:gd name="csX104" fmla="*/ 2117 w 1365215"/>
                  <a:gd name="csY104" fmla="*/ 1152937 h 2038810"/>
                  <a:gd name="csX105" fmla="*/ 1043526 w 1365215"/>
                  <a:gd name="csY105" fmla="*/ 2758 h 2038810"/>
                  <a:gd name="csX106" fmla="*/ 2117 w 1365215"/>
                  <a:gd name="csY106" fmla="*/ 1152937 h 2038810"/>
                  <a:gd name="csX107" fmla="*/ 1043526 w 1365215"/>
                  <a:gd name="csY107" fmla="*/ 2758 h 2038810"/>
                  <a:gd name="csX108" fmla="*/ 152 w 1365215"/>
                  <a:gd name="csY108" fmla="*/ 1199310 h 2038810"/>
                  <a:gd name="csX109" fmla="*/ 1081168 w 1365215"/>
                  <a:gd name="csY109" fmla="*/ 5371 h 2038810"/>
                  <a:gd name="csX110" fmla="*/ 152 w 1365215"/>
                  <a:gd name="csY110" fmla="*/ 1199310 h 2038810"/>
                  <a:gd name="csX111" fmla="*/ 1081168 w 1365215"/>
                  <a:gd name="csY111" fmla="*/ 5371 h 2038810"/>
                  <a:gd name="csX112" fmla="*/ 3175 w 1365215"/>
                  <a:gd name="csY112" fmla="*/ 1240312 h 2038810"/>
                  <a:gd name="csX113" fmla="*/ 1123873 w 1365215"/>
                  <a:gd name="csY113" fmla="*/ 2468 h 2038810"/>
                  <a:gd name="csX114" fmla="*/ 3175 w 1365215"/>
                  <a:gd name="csY114" fmla="*/ 1240312 h 2038810"/>
                  <a:gd name="csX115" fmla="*/ 1123873 w 1365215"/>
                  <a:gd name="csY115" fmla="*/ 2468 h 2038810"/>
                  <a:gd name="csX116" fmla="*/ 1134 w 1365215"/>
                  <a:gd name="csY116" fmla="*/ 1286685 h 2038810"/>
                  <a:gd name="csX117" fmla="*/ 1161515 w 1365215"/>
                  <a:gd name="csY117" fmla="*/ 5080 h 2038810"/>
                  <a:gd name="csX118" fmla="*/ 1134 w 1365215"/>
                  <a:gd name="csY118" fmla="*/ 1286685 h 2038810"/>
                  <a:gd name="csX119" fmla="*/ 1161515 w 1365215"/>
                  <a:gd name="csY119" fmla="*/ 5080 h 2038810"/>
                  <a:gd name="csX120" fmla="*/ 4158 w 1365215"/>
                  <a:gd name="csY120" fmla="*/ 1327688 h 2038810"/>
                  <a:gd name="csX121" fmla="*/ 1204220 w 1365215"/>
                  <a:gd name="csY121" fmla="*/ 2250 h 2038810"/>
                  <a:gd name="csX122" fmla="*/ 4158 w 1365215"/>
                  <a:gd name="csY122" fmla="*/ 1327688 h 2038810"/>
                  <a:gd name="csX123" fmla="*/ 1204220 w 1365215"/>
                  <a:gd name="csY123" fmla="*/ 2250 h 2038810"/>
                  <a:gd name="csX124" fmla="*/ 2192 w 1365215"/>
                  <a:gd name="csY124" fmla="*/ 1374133 h 2038810"/>
                  <a:gd name="csX125" fmla="*/ 1241861 w 1365215"/>
                  <a:gd name="csY125" fmla="*/ 4863 h 2038810"/>
                  <a:gd name="csX126" fmla="*/ 2192 w 1365215"/>
                  <a:gd name="csY126" fmla="*/ 1374133 h 2038810"/>
                  <a:gd name="csX127" fmla="*/ 1241861 w 1365215"/>
                  <a:gd name="csY127" fmla="*/ 4863 h 2038810"/>
                  <a:gd name="csX128" fmla="*/ 227 w 1365215"/>
                  <a:gd name="csY128" fmla="*/ 1420506 h 2038810"/>
                  <a:gd name="csX129" fmla="*/ 1284567 w 1365215"/>
                  <a:gd name="csY129" fmla="*/ 1960 h 2038810"/>
                  <a:gd name="csX130" fmla="*/ 227 w 1365215"/>
                  <a:gd name="csY130" fmla="*/ 1420506 h 2038810"/>
                  <a:gd name="csX131" fmla="*/ 1284567 w 1365215"/>
                  <a:gd name="csY131" fmla="*/ 1960 h 2038810"/>
                  <a:gd name="csX132" fmla="*/ 3175 w 1365215"/>
                  <a:gd name="csY132" fmla="*/ 1461509 h 2038810"/>
                  <a:gd name="csX133" fmla="*/ 1322208 w 1365215"/>
                  <a:gd name="csY133" fmla="*/ 4573 h 2038810"/>
                  <a:gd name="csX134" fmla="*/ 3175 w 1365215"/>
                  <a:gd name="csY134" fmla="*/ 1461509 h 2038810"/>
                  <a:gd name="csX135" fmla="*/ 1322208 w 1365215"/>
                  <a:gd name="csY135" fmla="*/ 4573 h 2038810"/>
                  <a:gd name="csX136" fmla="*/ 1210 w 1365215"/>
                  <a:gd name="csY136" fmla="*/ 1507881 h 2038810"/>
                  <a:gd name="csX137" fmla="*/ 1364914 w 1365215"/>
                  <a:gd name="csY137" fmla="*/ 1742 h 2038810"/>
                  <a:gd name="csX138" fmla="*/ 1210 w 1365215"/>
                  <a:gd name="csY138" fmla="*/ 1507881 h 2038810"/>
                  <a:gd name="csX139" fmla="*/ 1364914 w 1365215"/>
                  <a:gd name="csY139" fmla="*/ 1742 h 2038810"/>
                  <a:gd name="csX140" fmla="*/ 4158 w 1365215"/>
                  <a:gd name="csY140" fmla="*/ 1548884 h 2038810"/>
                  <a:gd name="csX141" fmla="*/ 1362873 w 1365215"/>
                  <a:gd name="csY141" fmla="*/ 48188 h 2038810"/>
                  <a:gd name="csX142" fmla="*/ 4158 w 1365215"/>
                  <a:gd name="csY142" fmla="*/ 1548884 h 2038810"/>
                  <a:gd name="csX143" fmla="*/ 1362873 w 1365215"/>
                  <a:gd name="csY143" fmla="*/ 48188 h 2038810"/>
                  <a:gd name="csX144" fmla="*/ 2192 w 1365215"/>
                  <a:gd name="csY144" fmla="*/ 1595257 h 2038810"/>
                  <a:gd name="csX145" fmla="*/ 1360908 w 1365215"/>
                  <a:gd name="csY145" fmla="*/ 94561 h 2038810"/>
                  <a:gd name="csX146" fmla="*/ 2192 w 1365215"/>
                  <a:gd name="csY146" fmla="*/ 1595257 h 2038810"/>
                  <a:gd name="csX147" fmla="*/ 1360908 w 1365215"/>
                  <a:gd name="csY147" fmla="*/ 94561 h 2038810"/>
                  <a:gd name="csX148" fmla="*/ 227 w 1365215"/>
                  <a:gd name="csY148" fmla="*/ 1641702 h 2038810"/>
                  <a:gd name="csX149" fmla="*/ 1363931 w 1365215"/>
                  <a:gd name="csY149" fmla="*/ 135563 h 2038810"/>
                  <a:gd name="csX150" fmla="*/ 227 w 1365215"/>
                  <a:gd name="csY150" fmla="*/ 1641702 h 2038810"/>
                  <a:gd name="csX151" fmla="*/ 1363931 w 1365215"/>
                  <a:gd name="csY151" fmla="*/ 135563 h 2038810"/>
                  <a:gd name="csX152" fmla="*/ 3251 w 1365215"/>
                  <a:gd name="csY152" fmla="*/ 1682705 h 2038810"/>
                  <a:gd name="csX153" fmla="*/ 1361966 w 1365215"/>
                  <a:gd name="csY153" fmla="*/ 181936 h 2038810"/>
                  <a:gd name="csX154" fmla="*/ 3251 w 1365215"/>
                  <a:gd name="csY154" fmla="*/ 1682705 h 2038810"/>
                  <a:gd name="csX155" fmla="*/ 1361966 w 1365215"/>
                  <a:gd name="csY155" fmla="*/ 181936 h 2038810"/>
                  <a:gd name="csX156" fmla="*/ 1210 w 1365215"/>
                  <a:gd name="csY156" fmla="*/ 1729078 h 2038810"/>
                  <a:gd name="csX157" fmla="*/ 1364914 w 1365215"/>
                  <a:gd name="csY157" fmla="*/ 222939 h 2038810"/>
                  <a:gd name="csX158" fmla="*/ 1210 w 1365215"/>
                  <a:gd name="csY158" fmla="*/ 1729078 h 2038810"/>
                  <a:gd name="csX159" fmla="*/ 1364914 w 1365215"/>
                  <a:gd name="csY159" fmla="*/ 222939 h 2038810"/>
                  <a:gd name="csX160" fmla="*/ 4233 w 1365215"/>
                  <a:gd name="csY160" fmla="*/ 1770080 h 2038810"/>
                  <a:gd name="csX161" fmla="*/ 1362948 w 1365215"/>
                  <a:gd name="csY161" fmla="*/ 269384 h 2038810"/>
                  <a:gd name="csX162" fmla="*/ 4233 w 1365215"/>
                  <a:gd name="csY162" fmla="*/ 1770080 h 2038810"/>
                  <a:gd name="csX163" fmla="*/ 1362948 w 1365215"/>
                  <a:gd name="csY163" fmla="*/ 269384 h 2038810"/>
                  <a:gd name="csX164" fmla="*/ 2268 w 1365215"/>
                  <a:gd name="csY164" fmla="*/ 1816453 h 2038810"/>
                  <a:gd name="csX165" fmla="*/ 1360983 w 1365215"/>
                  <a:gd name="csY165" fmla="*/ 315757 h 2038810"/>
                  <a:gd name="csX166" fmla="*/ 2268 w 1365215"/>
                  <a:gd name="csY166" fmla="*/ 1816453 h 2038810"/>
                  <a:gd name="csX167" fmla="*/ 1360983 w 1365215"/>
                  <a:gd name="csY167" fmla="*/ 315757 h 2038810"/>
                  <a:gd name="csX168" fmla="*/ 303 w 1365215"/>
                  <a:gd name="csY168" fmla="*/ 1862899 h 2038810"/>
                  <a:gd name="csX169" fmla="*/ 1363931 w 1365215"/>
                  <a:gd name="csY169" fmla="*/ 356760 h 2038810"/>
                  <a:gd name="csX170" fmla="*/ 303 w 1365215"/>
                  <a:gd name="csY170" fmla="*/ 1862899 h 2038810"/>
                  <a:gd name="csX171" fmla="*/ 1363931 w 1365215"/>
                  <a:gd name="csY171" fmla="*/ 356760 h 2038810"/>
                  <a:gd name="csX172" fmla="*/ 3251 w 1365215"/>
                  <a:gd name="csY172" fmla="*/ 1903829 h 2038810"/>
                  <a:gd name="csX173" fmla="*/ 1361966 w 1365215"/>
                  <a:gd name="csY173" fmla="*/ 403133 h 2038810"/>
                  <a:gd name="csX174" fmla="*/ 3251 w 1365215"/>
                  <a:gd name="csY174" fmla="*/ 1903829 h 2038810"/>
                  <a:gd name="csX175" fmla="*/ 1361966 w 1365215"/>
                  <a:gd name="csY175" fmla="*/ 403133 h 2038810"/>
                  <a:gd name="csX176" fmla="*/ 1285 w 1365215"/>
                  <a:gd name="csY176" fmla="*/ 1950274 h 2038810"/>
                  <a:gd name="csX177" fmla="*/ 1364989 w 1365215"/>
                  <a:gd name="csY177" fmla="*/ 444135 h 2038810"/>
                  <a:gd name="csX178" fmla="*/ 1285 w 1365215"/>
                  <a:gd name="csY178" fmla="*/ 1950274 h 2038810"/>
                  <a:gd name="csX179" fmla="*/ 1364989 w 1365215"/>
                  <a:gd name="csY179" fmla="*/ 444135 h 2038810"/>
                  <a:gd name="csX180" fmla="*/ 4233 w 1365215"/>
                  <a:gd name="csY180" fmla="*/ 1991277 h 2038810"/>
                  <a:gd name="csX181" fmla="*/ 1362948 w 1365215"/>
                  <a:gd name="csY181" fmla="*/ 490581 h 2038810"/>
                  <a:gd name="csX182" fmla="*/ 4233 w 1365215"/>
                  <a:gd name="csY182" fmla="*/ 1991277 h 2038810"/>
                  <a:gd name="csX183" fmla="*/ 1362948 w 1365215"/>
                  <a:gd name="csY183" fmla="*/ 490581 h 2038810"/>
                  <a:gd name="csX184" fmla="*/ 2268 w 1365215"/>
                  <a:gd name="csY184" fmla="*/ 2037650 h 2038810"/>
                  <a:gd name="csX185" fmla="*/ 1360983 w 1365215"/>
                  <a:gd name="csY185" fmla="*/ 536954 h 2038810"/>
                  <a:gd name="csX186" fmla="*/ 2268 w 1365215"/>
                  <a:gd name="csY186" fmla="*/ 2037650 h 2038810"/>
                  <a:gd name="csX187" fmla="*/ 1360983 w 1365215"/>
                  <a:gd name="csY187" fmla="*/ 536954 h 2038810"/>
                  <a:gd name="csX188" fmla="*/ 44974 w 1365215"/>
                  <a:gd name="csY188" fmla="*/ 2034820 h 2038810"/>
                  <a:gd name="csX189" fmla="*/ 1364007 w 1365215"/>
                  <a:gd name="csY189" fmla="*/ 577956 h 2038810"/>
                  <a:gd name="csX190" fmla="*/ 44974 w 1365215"/>
                  <a:gd name="csY190" fmla="*/ 2034820 h 2038810"/>
                  <a:gd name="csX191" fmla="*/ 1364007 w 1365215"/>
                  <a:gd name="csY191" fmla="*/ 577956 h 2038810"/>
                  <a:gd name="csX192" fmla="*/ 82615 w 1365215"/>
                  <a:gd name="csY192" fmla="*/ 2037432 h 2038810"/>
                  <a:gd name="csX193" fmla="*/ 1362041 w 1365215"/>
                  <a:gd name="csY193" fmla="*/ 624329 h 2038810"/>
                  <a:gd name="csX194" fmla="*/ 82615 w 1365215"/>
                  <a:gd name="csY194" fmla="*/ 2037432 h 2038810"/>
                  <a:gd name="csX195" fmla="*/ 1362041 w 1365215"/>
                  <a:gd name="csY195" fmla="*/ 624329 h 2038810"/>
                  <a:gd name="csX196" fmla="*/ 125320 w 1365215"/>
                  <a:gd name="csY196" fmla="*/ 2034529 h 2038810"/>
                  <a:gd name="csX197" fmla="*/ 1364989 w 1365215"/>
                  <a:gd name="csY197" fmla="*/ 665332 h 2038810"/>
                  <a:gd name="csX198" fmla="*/ 125320 w 1365215"/>
                  <a:gd name="csY198" fmla="*/ 2034529 h 2038810"/>
                  <a:gd name="csX199" fmla="*/ 1364989 w 1365215"/>
                  <a:gd name="csY199" fmla="*/ 665332 h 2038810"/>
                  <a:gd name="csX200" fmla="*/ 162962 w 1365215"/>
                  <a:gd name="csY200" fmla="*/ 2037142 h 2038810"/>
                  <a:gd name="csX201" fmla="*/ 1363024 w 1365215"/>
                  <a:gd name="csY201" fmla="*/ 711705 h 2038810"/>
                  <a:gd name="csX202" fmla="*/ 162962 w 1365215"/>
                  <a:gd name="csY202" fmla="*/ 2037142 h 2038810"/>
                  <a:gd name="csX203" fmla="*/ 1363024 w 1365215"/>
                  <a:gd name="csY203" fmla="*/ 711705 h 2038810"/>
                  <a:gd name="csX204" fmla="*/ 205667 w 1365215"/>
                  <a:gd name="csY204" fmla="*/ 2034312 h 2038810"/>
                  <a:gd name="csX205" fmla="*/ 1361059 w 1365215"/>
                  <a:gd name="csY205" fmla="*/ 758150 h 2038810"/>
                  <a:gd name="csX206" fmla="*/ 205667 w 1365215"/>
                  <a:gd name="csY206" fmla="*/ 2034312 h 2038810"/>
                  <a:gd name="csX207" fmla="*/ 1361059 w 1365215"/>
                  <a:gd name="csY207" fmla="*/ 758150 h 2038810"/>
                  <a:gd name="csX208" fmla="*/ 243308 w 1365215"/>
                  <a:gd name="csY208" fmla="*/ 2036924 h 2038810"/>
                  <a:gd name="csX209" fmla="*/ 1364007 w 1365215"/>
                  <a:gd name="csY209" fmla="*/ 799153 h 2038810"/>
                  <a:gd name="csX210" fmla="*/ 243308 w 1365215"/>
                  <a:gd name="csY210" fmla="*/ 2036924 h 2038810"/>
                  <a:gd name="csX211" fmla="*/ 1364007 w 1365215"/>
                  <a:gd name="csY211" fmla="*/ 799153 h 2038810"/>
                  <a:gd name="csX212" fmla="*/ 286014 w 1365215"/>
                  <a:gd name="csY212" fmla="*/ 2034094 h 2038810"/>
                  <a:gd name="csX213" fmla="*/ 1362041 w 1365215"/>
                  <a:gd name="csY213" fmla="*/ 845526 h 2038810"/>
                  <a:gd name="csX214" fmla="*/ 286014 w 1365215"/>
                  <a:gd name="csY214" fmla="*/ 2034094 h 2038810"/>
                  <a:gd name="csX215" fmla="*/ 1362041 w 1365215"/>
                  <a:gd name="csY215" fmla="*/ 845526 h 2038810"/>
                  <a:gd name="csX216" fmla="*/ 323655 w 1365215"/>
                  <a:gd name="csY216" fmla="*/ 2036707 h 2038810"/>
                  <a:gd name="csX217" fmla="*/ 1365065 w 1365215"/>
                  <a:gd name="csY217" fmla="*/ 886528 h 2038810"/>
                  <a:gd name="csX218" fmla="*/ 323655 w 1365215"/>
                  <a:gd name="csY218" fmla="*/ 2036707 h 2038810"/>
                  <a:gd name="csX219" fmla="*/ 1365065 w 1365215"/>
                  <a:gd name="csY219" fmla="*/ 886528 h 2038810"/>
                  <a:gd name="csX220" fmla="*/ 366361 w 1365215"/>
                  <a:gd name="csY220" fmla="*/ 2033804 h 2038810"/>
                  <a:gd name="csX221" fmla="*/ 1363024 w 1365215"/>
                  <a:gd name="csY221" fmla="*/ 932901 h 2038810"/>
                  <a:gd name="csX222" fmla="*/ 366361 w 1365215"/>
                  <a:gd name="csY222" fmla="*/ 2033804 h 2038810"/>
                  <a:gd name="csX223" fmla="*/ 1363024 w 1365215"/>
                  <a:gd name="csY223" fmla="*/ 932901 h 2038810"/>
                  <a:gd name="csX224" fmla="*/ 404002 w 1365215"/>
                  <a:gd name="csY224" fmla="*/ 2036416 h 2038810"/>
                  <a:gd name="csX225" fmla="*/ 1361059 w 1365215"/>
                  <a:gd name="csY225" fmla="*/ 979347 h 2038810"/>
                  <a:gd name="csX226" fmla="*/ 404002 w 1365215"/>
                  <a:gd name="csY226" fmla="*/ 2036416 h 2038810"/>
                  <a:gd name="csX227" fmla="*/ 1361059 w 1365215"/>
                  <a:gd name="csY227" fmla="*/ 979347 h 2038810"/>
                  <a:gd name="csX228" fmla="*/ 446708 w 1365215"/>
                  <a:gd name="csY228" fmla="*/ 2033586 h 2038810"/>
                  <a:gd name="csX229" fmla="*/ 1364082 w 1365215"/>
                  <a:gd name="csY229" fmla="*/ 1020349 h 2038810"/>
                  <a:gd name="csX230" fmla="*/ 446708 w 1365215"/>
                  <a:gd name="csY230" fmla="*/ 2033586 h 2038810"/>
                  <a:gd name="csX231" fmla="*/ 1364082 w 1365215"/>
                  <a:gd name="csY231" fmla="*/ 1020349 h 2038810"/>
                  <a:gd name="csX232" fmla="*/ 484349 w 1365215"/>
                  <a:gd name="csY232" fmla="*/ 2036199 h 2038810"/>
                  <a:gd name="csX233" fmla="*/ 1362117 w 1365215"/>
                  <a:gd name="csY233" fmla="*/ 1066722 h 2038810"/>
                  <a:gd name="csX234" fmla="*/ 484349 w 1365215"/>
                  <a:gd name="csY234" fmla="*/ 2036199 h 2038810"/>
                  <a:gd name="csX235" fmla="*/ 1362117 w 1365215"/>
                  <a:gd name="csY235" fmla="*/ 1066722 h 2038810"/>
                  <a:gd name="csX236" fmla="*/ 522066 w 1365215"/>
                  <a:gd name="csY236" fmla="*/ 2038811 h 2038810"/>
                  <a:gd name="csX237" fmla="*/ 1365065 w 1365215"/>
                  <a:gd name="csY237" fmla="*/ 1107725 h 2038810"/>
                  <a:gd name="csX238" fmla="*/ 522066 w 1365215"/>
                  <a:gd name="csY238" fmla="*/ 2038811 h 2038810"/>
                  <a:gd name="csX239" fmla="*/ 1365065 w 1365215"/>
                  <a:gd name="csY239" fmla="*/ 1107725 h 2038810"/>
                  <a:gd name="csX240" fmla="*/ 564696 w 1365215"/>
                  <a:gd name="csY240" fmla="*/ 2035908 h 2038810"/>
                  <a:gd name="csX241" fmla="*/ 1363100 w 1365215"/>
                  <a:gd name="csY241" fmla="*/ 1154097 h 2038810"/>
                  <a:gd name="csX242" fmla="*/ 564696 w 1365215"/>
                  <a:gd name="csY242" fmla="*/ 2035908 h 2038810"/>
                  <a:gd name="csX243" fmla="*/ 1363100 w 1365215"/>
                  <a:gd name="csY243" fmla="*/ 1154097 h 2038810"/>
                  <a:gd name="csX244" fmla="*/ 602413 w 1365215"/>
                  <a:gd name="csY244" fmla="*/ 2038521 h 2038810"/>
                  <a:gd name="csX245" fmla="*/ 1361135 w 1365215"/>
                  <a:gd name="csY245" fmla="*/ 1200543 h 2038810"/>
                  <a:gd name="csX246" fmla="*/ 602413 w 1365215"/>
                  <a:gd name="csY246" fmla="*/ 2038521 h 2038810"/>
                  <a:gd name="csX247" fmla="*/ 1361135 w 1365215"/>
                  <a:gd name="csY247" fmla="*/ 1200543 h 2038810"/>
                  <a:gd name="csX248" fmla="*/ 645042 w 1365215"/>
                  <a:gd name="csY248" fmla="*/ 2035691 h 2038810"/>
                  <a:gd name="csX249" fmla="*/ 1364082 w 1365215"/>
                  <a:gd name="csY249" fmla="*/ 1241473 h 2038810"/>
                  <a:gd name="csX250" fmla="*/ 645042 w 1365215"/>
                  <a:gd name="csY250" fmla="*/ 2035691 h 2038810"/>
                  <a:gd name="csX251" fmla="*/ 1364082 w 1365215"/>
                  <a:gd name="csY251" fmla="*/ 1241473 h 2038810"/>
                  <a:gd name="csX252" fmla="*/ 682759 w 1365215"/>
                  <a:gd name="csY252" fmla="*/ 2038303 h 2038810"/>
                  <a:gd name="csX253" fmla="*/ 1362117 w 1365215"/>
                  <a:gd name="csY253" fmla="*/ 1287918 h 2038810"/>
                  <a:gd name="csX254" fmla="*/ 682759 w 1365215"/>
                  <a:gd name="csY254" fmla="*/ 2038303 h 2038810"/>
                  <a:gd name="csX255" fmla="*/ 1362117 w 1365215"/>
                  <a:gd name="csY255" fmla="*/ 1287918 h 2038810"/>
                  <a:gd name="csX256" fmla="*/ 725389 w 1365215"/>
                  <a:gd name="csY256" fmla="*/ 2035400 h 2038810"/>
                  <a:gd name="csX257" fmla="*/ 1365141 w 1365215"/>
                  <a:gd name="csY257" fmla="*/ 1328921 h 2038810"/>
                  <a:gd name="csX258" fmla="*/ 725389 w 1365215"/>
                  <a:gd name="csY258" fmla="*/ 2035400 h 2038810"/>
                  <a:gd name="csX259" fmla="*/ 1365141 w 1365215"/>
                  <a:gd name="csY259" fmla="*/ 1328921 h 2038810"/>
                  <a:gd name="csX260" fmla="*/ 763106 w 1365215"/>
                  <a:gd name="csY260" fmla="*/ 2038013 h 2038810"/>
                  <a:gd name="csX261" fmla="*/ 1363100 w 1365215"/>
                  <a:gd name="csY261" fmla="*/ 1375294 h 2038810"/>
                  <a:gd name="csX262" fmla="*/ 763106 w 1365215"/>
                  <a:gd name="csY262" fmla="*/ 2038013 h 2038810"/>
                  <a:gd name="csX263" fmla="*/ 1363100 w 1365215"/>
                  <a:gd name="csY263" fmla="*/ 1375294 h 2038810"/>
                  <a:gd name="csX264" fmla="*/ 805736 w 1365215"/>
                  <a:gd name="csY264" fmla="*/ 2035183 h 2038810"/>
                  <a:gd name="csX265" fmla="*/ 1361135 w 1365215"/>
                  <a:gd name="csY265" fmla="*/ 1421739 h 2038810"/>
                  <a:gd name="csX266" fmla="*/ 805736 w 1365215"/>
                  <a:gd name="csY266" fmla="*/ 2035183 h 2038810"/>
                  <a:gd name="csX267" fmla="*/ 1361135 w 1365215"/>
                  <a:gd name="csY267" fmla="*/ 1421739 h 2038810"/>
                  <a:gd name="csX268" fmla="*/ 843453 w 1365215"/>
                  <a:gd name="csY268" fmla="*/ 2037795 h 2038810"/>
                  <a:gd name="csX269" fmla="*/ 1364158 w 1365215"/>
                  <a:gd name="csY269" fmla="*/ 1462670 h 2038810"/>
                  <a:gd name="csX270" fmla="*/ 843453 w 1365215"/>
                  <a:gd name="csY270" fmla="*/ 2037795 h 2038810"/>
                  <a:gd name="csX271" fmla="*/ 1364158 w 1365215"/>
                  <a:gd name="csY271" fmla="*/ 1462670 h 2038810"/>
                  <a:gd name="csX272" fmla="*/ 886083 w 1365215"/>
                  <a:gd name="csY272" fmla="*/ 2034893 h 2038810"/>
                  <a:gd name="csX273" fmla="*/ 1362193 w 1365215"/>
                  <a:gd name="csY273" fmla="*/ 1509115 h 2038810"/>
                  <a:gd name="csX274" fmla="*/ 886083 w 1365215"/>
                  <a:gd name="csY274" fmla="*/ 2034893 h 2038810"/>
                  <a:gd name="csX275" fmla="*/ 1362193 w 1365215"/>
                  <a:gd name="csY275" fmla="*/ 1509115 h 2038810"/>
                  <a:gd name="csX276" fmla="*/ 923800 w 1365215"/>
                  <a:gd name="csY276" fmla="*/ 2037505 h 2038810"/>
                  <a:gd name="csX277" fmla="*/ 1365141 w 1365215"/>
                  <a:gd name="csY277" fmla="*/ 1550118 h 2038810"/>
                  <a:gd name="csX278" fmla="*/ 923800 w 1365215"/>
                  <a:gd name="csY278" fmla="*/ 2037505 h 2038810"/>
                  <a:gd name="csX279" fmla="*/ 1365141 w 1365215"/>
                  <a:gd name="csY279" fmla="*/ 1550118 h 2038810"/>
                  <a:gd name="csX280" fmla="*/ 966430 w 1365215"/>
                  <a:gd name="csY280" fmla="*/ 2034675 h 2038810"/>
                  <a:gd name="csX281" fmla="*/ 1363175 w 1365215"/>
                  <a:gd name="csY281" fmla="*/ 1596491 h 2038810"/>
                  <a:gd name="csX282" fmla="*/ 966430 w 1365215"/>
                  <a:gd name="csY282" fmla="*/ 2034675 h 2038810"/>
                  <a:gd name="csX283" fmla="*/ 1363175 w 1365215"/>
                  <a:gd name="csY283" fmla="*/ 1596491 h 2038810"/>
                  <a:gd name="csX284" fmla="*/ 1004147 w 1365215"/>
                  <a:gd name="csY284" fmla="*/ 2037287 h 2038810"/>
                  <a:gd name="csX285" fmla="*/ 1361210 w 1365215"/>
                  <a:gd name="csY285" fmla="*/ 1642936 h 2038810"/>
                  <a:gd name="csX286" fmla="*/ 1004147 w 1365215"/>
                  <a:gd name="csY286" fmla="*/ 2037287 h 2038810"/>
                  <a:gd name="csX287" fmla="*/ 1361210 w 1365215"/>
                  <a:gd name="csY287" fmla="*/ 1642936 h 2038810"/>
                  <a:gd name="csX288" fmla="*/ 1046777 w 1365215"/>
                  <a:gd name="csY288" fmla="*/ 2034457 h 2038810"/>
                  <a:gd name="csX289" fmla="*/ 1364158 w 1365215"/>
                  <a:gd name="csY289" fmla="*/ 1683866 h 2038810"/>
                  <a:gd name="csX290" fmla="*/ 1046777 w 1365215"/>
                  <a:gd name="csY290" fmla="*/ 2034457 h 2038810"/>
                  <a:gd name="csX291" fmla="*/ 1364158 w 1365215"/>
                  <a:gd name="csY291" fmla="*/ 1683866 h 2038810"/>
                  <a:gd name="csX292" fmla="*/ 1084494 w 1365215"/>
                  <a:gd name="csY292" fmla="*/ 2037070 h 2038810"/>
                  <a:gd name="csX293" fmla="*/ 1362193 w 1365215"/>
                  <a:gd name="csY293" fmla="*/ 1730312 h 2038810"/>
                  <a:gd name="csX294" fmla="*/ 1084494 w 1365215"/>
                  <a:gd name="csY294" fmla="*/ 2037070 h 2038810"/>
                  <a:gd name="csX295" fmla="*/ 1362193 w 1365215"/>
                  <a:gd name="csY295" fmla="*/ 1730312 h 2038810"/>
                  <a:gd name="csX296" fmla="*/ 1127123 w 1365215"/>
                  <a:gd name="csY296" fmla="*/ 2034167 h 2038810"/>
                  <a:gd name="csX297" fmla="*/ 1365141 w 1365215"/>
                  <a:gd name="csY297" fmla="*/ 1771242 h 2038810"/>
                  <a:gd name="csX298" fmla="*/ 1127123 w 1365215"/>
                  <a:gd name="csY298" fmla="*/ 2034167 h 2038810"/>
                  <a:gd name="csX299" fmla="*/ 1365141 w 1365215"/>
                  <a:gd name="csY299" fmla="*/ 1771242 h 2038810"/>
                  <a:gd name="csX300" fmla="*/ 1164840 w 1365215"/>
                  <a:gd name="csY300" fmla="*/ 2036779 h 2038810"/>
                  <a:gd name="csX301" fmla="*/ 1363175 w 1365215"/>
                  <a:gd name="csY301" fmla="*/ 1817687 h 2038810"/>
                  <a:gd name="csX302" fmla="*/ 1164840 w 1365215"/>
                  <a:gd name="csY302" fmla="*/ 2036779 h 2038810"/>
                  <a:gd name="csX303" fmla="*/ 1363175 w 1365215"/>
                  <a:gd name="csY303" fmla="*/ 1817687 h 2038810"/>
                  <a:gd name="csX304" fmla="*/ 1207470 w 1365215"/>
                  <a:gd name="csY304" fmla="*/ 2033949 h 2038810"/>
                  <a:gd name="csX305" fmla="*/ 1361210 w 1365215"/>
                  <a:gd name="csY305" fmla="*/ 1864133 h 2038810"/>
                  <a:gd name="csX306" fmla="*/ 1207470 w 1365215"/>
                  <a:gd name="csY306" fmla="*/ 2033949 h 2038810"/>
                  <a:gd name="csX307" fmla="*/ 1361210 w 1365215"/>
                  <a:gd name="csY307" fmla="*/ 1864133 h 2038810"/>
                  <a:gd name="csX308" fmla="*/ 1245187 w 1365215"/>
                  <a:gd name="csY308" fmla="*/ 2036562 h 2038810"/>
                  <a:gd name="csX309" fmla="*/ 1364234 w 1365215"/>
                  <a:gd name="csY309" fmla="*/ 1905063 h 2038810"/>
                  <a:gd name="csX310" fmla="*/ 1245187 w 1365215"/>
                  <a:gd name="csY310" fmla="*/ 2036562 h 2038810"/>
                  <a:gd name="csX311" fmla="*/ 1364234 w 1365215"/>
                  <a:gd name="csY311" fmla="*/ 1905063 h 2038810"/>
                  <a:gd name="csX312" fmla="*/ 1287817 w 1365215"/>
                  <a:gd name="csY312" fmla="*/ 2033658 h 2038810"/>
                  <a:gd name="csX313" fmla="*/ 1362193 w 1365215"/>
                  <a:gd name="csY313" fmla="*/ 1951508 h 2038810"/>
                  <a:gd name="csX314" fmla="*/ 1287817 w 1365215"/>
                  <a:gd name="csY314" fmla="*/ 2033658 h 2038810"/>
                  <a:gd name="csX315" fmla="*/ 1362193 w 1365215"/>
                  <a:gd name="csY315" fmla="*/ 1951508 h 2038810"/>
                  <a:gd name="csX316" fmla="*/ 1325534 w 1365215"/>
                  <a:gd name="csY316" fmla="*/ 2036271 h 2038810"/>
                  <a:gd name="csX317" fmla="*/ 1365216 w 1365215"/>
                  <a:gd name="csY317" fmla="*/ 1992438 h 2038810"/>
                  <a:gd name="csX318" fmla="*/ 1325534 w 1365215"/>
                  <a:gd name="csY318" fmla="*/ 2036271 h 2038810"/>
                  <a:gd name="csX319" fmla="*/ 1365216 w 1365215"/>
                  <a:gd name="csY319" fmla="*/ 1992438 h 2038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</a:cxnLst>
                <a:rect l="l" t="t" r="r" b="b"/>
                <a:pathLst>
                  <a:path w="1365215" h="2038810">
                    <a:moveTo>
                      <a:pt x="3931" y="509"/>
                    </a:moveTo>
                    <a:cubicBezTo>
                      <a:pt x="3931" y="509"/>
                      <a:pt x="3931" y="509"/>
                      <a:pt x="3931" y="509"/>
                    </a:cubicBezTo>
                    <a:moveTo>
                      <a:pt x="3931" y="509"/>
                    </a:moveTo>
                    <a:cubicBezTo>
                      <a:pt x="3931" y="509"/>
                      <a:pt x="3931" y="509"/>
                      <a:pt x="3931" y="509"/>
                    </a:cubicBezTo>
                    <a:moveTo>
                      <a:pt x="1966" y="46954"/>
                    </a:moveTo>
                    <a:cubicBezTo>
                      <a:pt x="16251" y="27215"/>
                      <a:pt x="31293" y="12991"/>
                      <a:pt x="41648" y="3121"/>
                    </a:cubicBezTo>
                    <a:moveTo>
                      <a:pt x="1966" y="46954"/>
                    </a:moveTo>
                    <a:cubicBezTo>
                      <a:pt x="16100" y="34181"/>
                      <a:pt x="23659" y="20611"/>
                      <a:pt x="41648" y="3121"/>
                    </a:cubicBezTo>
                    <a:moveTo>
                      <a:pt x="1" y="93399"/>
                    </a:moveTo>
                    <a:cubicBezTo>
                      <a:pt x="15193" y="80990"/>
                      <a:pt x="50794" y="44341"/>
                      <a:pt x="84278" y="291"/>
                    </a:cubicBezTo>
                    <a:moveTo>
                      <a:pt x="1" y="93399"/>
                    </a:moveTo>
                    <a:cubicBezTo>
                      <a:pt x="28950" y="58856"/>
                      <a:pt x="48828" y="30045"/>
                      <a:pt x="84278" y="291"/>
                    </a:cubicBezTo>
                    <a:moveTo>
                      <a:pt x="2948" y="134330"/>
                    </a:moveTo>
                    <a:cubicBezTo>
                      <a:pt x="52608" y="95867"/>
                      <a:pt x="87301" y="54211"/>
                      <a:pt x="121995" y="2903"/>
                    </a:cubicBezTo>
                    <a:moveTo>
                      <a:pt x="2948" y="134330"/>
                    </a:moveTo>
                    <a:cubicBezTo>
                      <a:pt x="51171" y="76998"/>
                      <a:pt x="87452" y="34544"/>
                      <a:pt x="121995" y="2903"/>
                    </a:cubicBezTo>
                    <a:moveTo>
                      <a:pt x="983" y="180775"/>
                    </a:moveTo>
                    <a:cubicBezTo>
                      <a:pt x="30537" y="145578"/>
                      <a:pt x="65457" y="104575"/>
                      <a:pt x="164624" y="1"/>
                    </a:cubicBezTo>
                    <a:moveTo>
                      <a:pt x="983" y="180775"/>
                    </a:moveTo>
                    <a:cubicBezTo>
                      <a:pt x="66591" y="106535"/>
                      <a:pt x="134164" y="41874"/>
                      <a:pt x="164624" y="1"/>
                    </a:cubicBezTo>
                    <a:moveTo>
                      <a:pt x="4006" y="221705"/>
                    </a:moveTo>
                    <a:cubicBezTo>
                      <a:pt x="54422" y="169889"/>
                      <a:pt x="106348" y="99495"/>
                      <a:pt x="202341" y="2613"/>
                    </a:cubicBezTo>
                    <a:moveTo>
                      <a:pt x="4006" y="221705"/>
                    </a:moveTo>
                    <a:cubicBezTo>
                      <a:pt x="41345" y="168873"/>
                      <a:pt x="92138" y="133967"/>
                      <a:pt x="202341" y="2613"/>
                    </a:cubicBezTo>
                    <a:moveTo>
                      <a:pt x="1966" y="268150"/>
                    </a:moveTo>
                    <a:cubicBezTo>
                      <a:pt x="42555" y="210674"/>
                      <a:pt x="121843" y="153561"/>
                      <a:pt x="239983" y="5226"/>
                    </a:cubicBezTo>
                    <a:moveTo>
                      <a:pt x="1966" y="268150"/>
                    </a:moveTo>
                    <a:cubicBezTo>
                      <a:pt x="48980" y="208207"/>
                      <a:pt x="107785" y="148916"/>
                      <a:pt x="239983" y="5226"/>
                    </a:cubicBezTo>
                    <a:moveTo>
                      <a:pt x="1" y="314596"/>
                    </a:moveTo>
                    <a:cubicBezTo>
                      <a:pt x="76114" y="233099"/>
                      <a:pt x="154496" y="131935"/>
                      <a:pt x="282688" y="2395"/>
                    </a:cubicBezTo>
                    <a:moveTo>
                      <a:pt x="1" y="314596"/>
                    </a:moveTo>
                    <a:cubicBezTo>
                      <a:pt x="65911" y="237743"/>
                      <a:pt x="136734" y="162124"/>
                      <a:pt x="282688" y="2395"/>
                    </a:cubicBezTo>
                    <a:moveTo>
                      <a:pt x="3024" y="355526"/>
                    </a:moveTo>
                    <a:cubicBezTo>
                      <a:pt x="127663" y="228382"/>
                      <a:pt x="219953" y="106752"/>
                      <a:pt x="320329" y="5008"/>
                    </a:cubicBezTo>
                    <a:moveTo>
                      <a:pt x="3024" y="355526"/>
                    </a:moveTo>
                    <a:cubicBezTo>
                      <a:pt x="95086" y="258136"/>
                      <a:pt x="171427" y="174824"/>
                      <a:pt x="320329" y="5008"/>
                    </a:cubicBezTo>
                    <a:moveTo>
                      <a:pt x="1059" y="401971"/>
                    </a:moveTo>
                    <a:cubicBezTo>
                      <a:pt x="130989" y="277947"/>
                      <a:pt x="242401" y="128524"/>
                      <a:pt x="363035" y="2105"/>
                    </a:cubicBezTo>
                    <a:moveTo>
                      <a:pt x="1059" y="401971"/>
                    </a:moveTo>
                    <a:cubicBezTo>
                      <a:pt x="134693" y="241444"/>
                      <a:pt x="286090" y="89263"/>
                      <a:pt x="363035" y="2105"/>
                    </a:cubicBezTo>
                    <a:moveTo>
                      <a:pt x="4006" y="442902"/>
                    </a:moveTo>
                    <a:cubicBezTo>
                      <a:pt x="141042" y="283608"/>
                      <a:pt x="296218" y="106752"/>
                      <a:pt x="400676" y="4718"/>
                    </a:cubicBezTo>
                    <a:moveTo>
                      <a:pt x="4006" y="442902"/>
                    </a:moveTo>
                    <a:cubicBezTo>
                      <a:pt x="135978" y="301606"/>
                      <a:pt x="257216" y="148263"/>
                      <a:pt x="400676" y="4718"/>
                    </a:cubicBezTo>
                    <a:moveTo>
                      <a:pt x="2041" y="489347"/>
                    </a:moveTo>
                    <a:cubicBezTo>
                      <a:pt x="173014" y="314451"/>
                      <a:pt x="327812" y="137160"/>
                      <a:pt x="443382" y="1887"/>
                    </a:cubicBezTo>
                    <a:moveTo>
                      <a:pt x="2041" y="489347"/>
                    </a:moveTo>
                    <a:cubicBezTo>
                      <a:pt x="92970" y="387094"/>
                      <a:pt x="171276" y="288978"/>
                      <a:pt x="443382" y="1887"/>
                    </a:cubicBezTo>
                    <a:moveTo>
                      <a:pt x="76" y="535720"/>
                    </a:moveTo>
                    <a:cubicBezTo>
                      <a:pt x="175207" y="322143"/>
                      <a:pt x="377094" y="142094"/>
                      <a:pt x="481099" y="4500"/>
                    </a:cubicBezTo>
                    <a:moveTo>
                      <a:pt x="76" y="535720"/>
                    </a:moveTo>
                    <a:cubicBezTo>
                      <a:pt x="185562" y="341302"/>
                      <a:pt x="349732" y="140788"/>
                      <a:pt x="481099" y="4500"/>
                    </a:cubicBezTo>
                    <a:moveTo>
                      <a:pt x="3024" y="576723"/>
                    </a:moveTo>
                    <a:cubicBezTo>
                      <a:pt x="197202" y="364452"/>
                      <a:pt x="383972" y="156101"/>
                      <a:pt x="523729" y="1597"/>
                    </a:cubicBezTo>
                    <a:moveTo>
                      <a:pt x="3024" y="576723"/>
                    </a:moveTo>
                    <a:cubicBezTo>
                      <a:pt x="135449" y="417574"/>
                      <a:pt x="268478" y="268804"/>
                      <a:pt x="523729" y="1597"/>
                    </a:cubicBezTo>
                    <a:moveTo>
                      <a:pt x="1059" y="623168"/>
                    </a:moveTo>
                    <a:cubicBezTo>
                      <a:pt x="199620" y="413002"/>
                      <a:pt x="413072" y="196160"/>
                      <a:pt x="561445" y="4210"/>
                    </a:cubicBezTo>
                    <a:moveTo>
                      <a:pt x="1059" y="623168"/>
                    </a:moveTo>
                    <a:cubicBezTo>
                      <a:pt x="145350" y="471785"/>
                      <a:pt x="271653" y="328602"/>
                      <a:pt x="561445" y="4210"/>
                    </a:cubicBezTo>
                    <a:moveTo>
                      <a:pt x="4082" y="664098"/>
                    </a:moveTo>
                    <a:cubicBezTo>
                      <a:pt x="165532" y="474325"/>
                      <a:pt x="331365" y="286511"/>
                      <a:pt x="604076" y="1379"/>
                    </a:cubicBezTo>
                    <a:moveTo>
                      <a:pt x="4082" y="664098"/>
                    </a:moveTo>
                    <a:cubicBezTo>
                      <a:pt x="120936" y="526721"/>
                      <a:pt x="245274" y="394860"/>
                      <a:pt x="604076" y="1379"/>
                    </a:cubicBezTo>
                    <a:moveTo>
                      <a:pt x="2041" y="710544"/>
                    </a:moveTo>
                    <a:cubicBezTo>
                      <a:pt x="145275" y="539421"/>
                      <a:pt x="277700" y="385498"/>
                      <a:pt x="641792" y="3992"/>
                    </a:cubicBezTo>
                    <a:moveTo>
                      <a:pt x="2041" y="710544"/>
                    </a:moveTo>
                    <a:cubicBezTo>
                      <a:pt x="266664" y="440507"/>
                      <a:pt x="517002" y="157625"/>
                      <a:pt x="641792" y="3992"/>
                    </a:cubicBezTo>
                    <a:moveTo>
                      <a:pt x="76" y="756916"/>
                    </a:moveTo>
                    <a:cubicBezTo>
                      <a:pt x="223430" y="515255"/>
                      <a:pt x="424561" y="289486"/>
                      <a:pt x="684422" y="1089"/>
                    </a:cubicBezTo>
                    <a:moveTo>
                      <a:pt x="76" y="756916"/>
                    </a:moveTo>
                    <a:cubicBezTo>
                      <a:pt x="198864" y="533107"/>
                      <a:pt x="401735" y="313653"/>
                      <a:pt x="684422" y="1089"/>
                    </a:cubicBezTo>
                    <a:moveTo>
                      <a:pt x="3099" y="797919"/>
                    </a:moveTo>
                    <a:cubicBezTo>
                      <a:pt x="278531" y="496822"/>
                      <a:pt x="559480" y="197249"/>
                      <a:pt x="722139" y="3702"/>
                    </a:cubicBezTo>
                    <a:moveTo>
                      <a:pt x="3099" y="797919"/>
                    </a:moveTo>
                    <a:cubicBezTo>
                      <a:pt x="273845" y="483178"/>
                      <a:pt x="560009" y="177582"/>
                      <a:pt x="722139" y="3702"/>
                    </a:cubicBezTo>
                    <a:moveTo>
                      <a:pt x="1134" y="844364"/>
                    </a:moveTo>
                    <a:cubicBezTo>
                      <a:pt x="183294" y="633255"/>
                      <a:pt x="387902" y="425485"/>
                      <a:pt x="764769" y="871"/>
                    </a:cubicBezTo>
                    <a:moveTo>
                      <a:pt x="1134" y="844364"/>
                    </a:moveTo>
                    <a:cubicBezTo>
                      <a:pt x="181858" y="635505"/>
                      <a:pt x="364622" y="438402"/>
                      <a:pt x="764769" y="871"/>
                    </a:cubicBezTo>
                    <a:moveTo>
                      <a:pt x="4082" y="885294"/>
                    </a:moveTo>
                    <a:cubicBezTo>
                      <a:pt x="286619" y="560031"/>
                      <a:pt x="582534" y="223156"/>
                      <a:pt x="802486" y="3484"/>
                    </a:cubicBezTo>
                    <a:moveTo>
                      <a:pt x="4082" y="885294"/>
                    </a:moveTo>
                    <a:cubicBezTo>
                      <a:pt x="251774" y="606549"/>
                      <a:pt x="506269" y="319894"/>
                      <a:pt x="802486" y="3484"/>
                    </a:cubicBezTo>
                    <a:moveTo>
                      <a:pt x="2117" y="931740"/>
                    </a:moveTo>
                    <a:cubicBezTo>
                      <a:pt x="261222" y="655027"/>
                      <a:pt x="527508" y="365976"/>
                      <a:pt x="845116" y="654"/>
                    </a:cubicBezTo>
                    <a:moveTo>
                      <a:pt x="2117" y="931740"/>
                    </a:moveTo>
                    <a:cubicBezTo>
                      <a:pt x="344063" y="573892"/>
                      <a:pt x="680567" y="203998"/>
                      <a:pt x="845116" y="654"/>
                    </a:cubicBezTo>
                    <a:moveTo>
                      <a:pt x="152" y="978113"/>
                    </a:moveTo>
                    <a:cubicBezTo>
                      <a:pt x="187376" y="778760"/>
                      <a:pt x="374146" y="545444"/>
                      <a:pt x="882833" y="3266"/>
                    </a:cubicBezTo>
                    <a:moveTo>
                      <a:pt x="152" y="978113"/>
                    </a:moveTo>
                    <a:cubicBezTo>
                      <a:pt x="195463" y="766641"/>
                      <a:pt x="406648" y="535647"/>
                      <a:pt x="882833" y="3266"/>
                    </a:cubicBezTo>
                    <a:moveTo>
                      <a:pt x="3099" y="1019115"/>
                    </a:moveTo>
                    <a:cubicBezTo>
                      <a:pt x="289264" y="739572"/>
                      <a:pt x="543759" y="428097"/>
                      <a:pt x="925463" y="363"/>
                    </a:cubicBezTo>
                    <a:moveTo>
                      <a:pt x="3099" y="1019115"/>
                    </a:moveTo>
                    <a:cubicBezTo>
                      <a:pt x="329853" y="653866"/>
                      <a:pt x="653659" y="299501"/>
                      <a:pt x="925463" y="363"/>
                    </a:cubicBezTo>
                    <a:moveTo>
                      <a:pt x="1134" y="1065489"/>
                    </a:moveTo>
                    <a:cubicBezTo>
                      <a:pt x="235750" y="791823"/>
                      <a:pt x="487523" y="514456"/>
                      <a:pt x="963180" y="2976"/>
                    </a:cubicBezTo>
                    <a:moveTo>
                      <a:pt x="1134" y="1065489"/>
                    </a:moveTo>
                    <a:cubicBezTo>
                      <a:pt x="314887" y="729122"/>
                      <a:pt x="620175" y="402624"/>
                      <a:pt x="963180" y="2976"/>
                    </a:cubicBezTo>
                    <a:moveTo>
                      <a:pt x="4082" y="1106491"/>
                    </a:moveTo>
                    <a:cubicBezTo>
                      <a:pt x="222825" y="855468"/>
                      <a:pt x="427509" y="615911"/>
                      <a:pt x="1005810" y="146"/>
                    </a:cubicBezTo>
                    <a:moveTo>
                      <a:pt x="4082" y="1106491"/>
                    </a:moveTo>
                    <a:cubicBezTo>
                      <a:pt x="332952" y="729267"/>
                      <a:pt x="671270" y="359953"/>
                      <a:pt x="1005810" y="146"/>
                    </a:cubicBezTo>
                    <a:moveTo>
                      <a:pt x="2117" y="1152937"/>
                    </a:moveTo>
                    <a:cubicBezTo>
                      <a:pt x="360616" y="758440"/>
                      <a:pt x="736047" y="365686"/>
                      <a:pt x="1043526" y="2758"/>
                    </a:cubicBezTo>
                    <a:moveTo>
                      <a:pt x="2117" y="1152937"/>
                    </a:moveTo>
                    <a:cubicBezTo>
                      <a:pt x="331138" y="800387"/>
                      <a:pt x="640583" y="447328"/>
                      <a:pt x="1043526" y="2758"/>
                    </a:cubicBezTo>
                    <a:moveTo>
                      <a:pt x="152" y="1199310"/>
                    </a:moveTo>
                    <a:cubicBezTo>
                      <a:pt x="354645" y="817731"/>
                      <a:pt x="717604" y="422219"/>
                      <a:pt x="1081168" y="5371"/>
                    </a:cubicBezTo>
                    <a:moveTo>
                      <a:pt x="152" y="1199310"/>
                    </a:moveTo>
                    <a:cubicBezTo>
                      <a:pt x="234389" y="936240"/>
                      <a:pt x="485407" y="673097"/>
                      <a:pt x="1081168" y="5371"/>
                    </a:cubicBezTo>
                    <a:moveTo>
                      <a:pt x="3175" y="1240312"/>
                    </a:moveTo>
                    <a:cubicBezTo>
                      <a:pt x="278229" y="931667"/>
                      <a:pt x="561748" y="613806"/>
                      <a:pt x="1123873" y="2468"/>
                    </a:cubicBezTo>
                    <a:moveTo>
                      <a:pt x="3175" y="1240312"/>
                    </a:moveTo>
                    <a:cubicBezTo>
                      <a:pt x="272938" y="930724"/>
                      <a:pt x="566056" y="608581"/>
                      <a:pt x="1123873" y="2468"/>
                    </a:cubicBezTo>
                    <a:moveTo>
                      <a:pt x="1134" y="1286685"/>
                    </a:moveTo>
                    <a:cubicBezTo>
                      <a:pt x="316323" y="950681"/>
                      <a:pt x="618588" y="621862"/>
                      <a:pt x="1161515" y="5080"/>
                    </a:cubicBezTo>
                    <a:moveTo>
                      <a:pt x="1134" y="1286685"/>
                    </a:moveTo>
                    <a:cubicBezTo>
                      <a:pt x="394705" y="854524"/>
                      <a:pt x="765978" y="442611"/>
                      <a:pt x="1161515" y="5080"/>
                    </a:cubicBezTo>
                    <a:moveTo>
                      <a:pt x="4158" y="1327688"/>
                    </a:moveTo>
                    <a:cubicBezTo>
                      <a:pt x="299619" y="1020494"/>
                      <a:pt x="575126" y="701254"/>
                      <a:pt x="1204220" y="2250"/>
                    </a:cubicBezTo>
                    <a:moveTo>
                      <a:pt x="4158" y="1327688"/>
                    </a:moveTo>
                    <a:cubicBezTo>
                      <a:pt x="457365" y="822303"/>
                      <a:pt x="914805" y="316338"/>
                      <a:pt x="1204220" y="2250"/>
                    </a:cubicBezTo>
                    <a:moveTo>
                      <a:pt x="2192" y="1374133"/>
                    </a:moveTo>
                    <a:cubicBezTo>
                      <a:pt x="326150" y="1015342"/>
                      <a:pt x="655549" y="652922"/>
                      <a:pt x="1241861" y="4863"/>
                    </a:cubicBezTo>
                    <a:moveTo>
                      <a:pt x="2192" y="1374133"/>
                    </a:moveTo>
                    <a:cubicBezTo>
                      <a:pt x="507402" y="837035"/>
                      <a:pt x="993414" y="284043"/>
                      <a:pt x="1241861" y="4863"/>
                    </a:cubicBezTo>
                    <a:moveTo>
                      <a:pt x="227" y="1420506"/>
                    </a:moveTo>
                    <a:cubicBezTo>
                      <a:pt x="371954" y="1022527"/>
                      <a:pt x="748670" y="609089"/>
                      <a:pt x="1284567" y="1960"/>
                    </a:cubicBezTo>
                    <a:moveTo>
                      <a:pt x="227" y="1420506"/>
                    </a:moveTo>
                    <a:cubicBezTo>
                      <a:pt x="295160" y="1092993"/>
                      <a:pt x="594098" y="768890"/>
                      <a:pt x="1284567" y="1960"/>
                    </a:cubicBezTo>
                    <a:moveTo>
                      <a:pt x="3175" y="1461509"/>
                    </a:moveTo>
                    <a:cubicBezTo>
                      <a:pt x="522519" y="873973"/>
                      <a:pt x="1061289" y="305162"/>
                      <a:pt x="1322208" y="4573"/>
                    </a:cubicBezTo>
                    <a:moveTo>
                      <a:pt x="3175" y="1461509"/>
                    </a:moveTo>
                    <a:cubicBezTo>
                      <a:pt x="297427" y="1123690"/>
                      <a:pt x="607779" y="781083"/>
                      <a:pt x="1322208" y="4573"/>
                    </a:cubicBezTo>
                    <a:moveTo>
                      <a:pt x="1210" y="1507881"/>
                    </a:moveTo>
                    <a:cubicBezTo>
                      <a:pt x="401357" y="1072165"/>
                      <a:pt x="794096" y="639351"/>
                      <a:pt x="1364914" y="1742"/>
                    </a:cubicBezTo>
                    <a:moveTo>
                      <a:pt x="1210" y="1507881"/>
                    </a:moveTo>
                    <a:cubicBezTo>
                      <a:pt x="410427" y="1073181"/>
                      <a:pt x="811481" y="623168"/>
                      <a:pt x="1364914" y="1742"/>
                    </a:cubicBezTo>
                    <a:moveTo>
                      <a:pt x="4158" y="1548884"/>
                    </a:moveTo>
                    <a:cubicBezTo>
                      <a:pt x="464924" y="1043282"/>
                      <a:pt x="914352" y="537824"/>
                      <a:pt x="1362873" y="48188"/>
                    </a:cubicBezTo>
                    <a:moveTo>
                      <a:pt x="4158" y="1548884"/>
                    </a:moveTo>
                    <a:cubicBezTo>
                      <a:pt x="364925" y="1149090"/>
                      <a:pt x="727884" y="752417"/>
                      <a:pt x="1362873" y="48188"/>
                    </a:cubicBezTo>
                    <a:moveTo>
                      <a:pt x="2192" y="1595257"/>
                    </a:moveTo>
                    <a:cubicBezTo>
                      <a:pt x="324789" y="1224854"/>
                      <a:pt x="669834" y="863668"/>
                      <a:pt x="1360908" y="94561"/>
                    </a:cubicBezTo>
                    <a:moveTo>
                      <a:pt x="2192" y="1595257"/>
                    </a:moveTo>
                    <a:cubicBezTo>
                      <a:pt x="529851" y="1007867"/>
                      <a:pt x="1071871" y="410753"/>
                      <a:pt x="1360908" y="94561"/>
                    </a:cubicBezTo>
                    <a:moveTo>
                      <a:pt x="227" y="1641702"/>
                    </a:moveTo>
                    <a:cubicBezTo>
                      <a:pt x="481855" y="1117086"/>
                      <a:pt x="954487" y="597333"/>
                      <a:pt x="1363931" y="135563"/>
                    </a:cubicBezTo>
                    <a:moveTo>
                      <a:pt x="227" y="1641702"/>
                    </a:moveTo>
                    <a:cubicBezTo>
                      <a:pt x="513071" y="1089437"/>
                      <a:pt x="1017147" y="537462"/>
                      <a:pt x="1363931" y="135563"/>
                    </a:cubicBezTo>
                    <a:moveTo>
                      <a:pt x="3251" y="1682705"/>
                    </a:moveTo>
                    <a:cubicBezTo>
                      <a:pt x="351093" y="1304828"/>
                      <a:pt x="703394" y="930579"/>
                      <a:pt x="1361966" y="181936"/>
                    </a:cubicBezTo>
                    <a:moveTo>
                      <a:pt x="3251" y="1682705"/>
                    </a:moveTo>
                    <a:cubicBezTo>
                      <a:pt x="429021" y="1201777"/>
                      <a:pt x="848139" y="719833"/>
                      <a:pt x="1361966" y="181936"/>
                    </a:cubicBezTo>
                    <a:moveTo>
                      <a:pt x="1210" y="1729078"/>
                    </a:moveTo>
                    <a:cubicBezTo>
                      <a:pt x="449126" y="1224419"/>
                      <a:pt x="904526" y="719978"/>
                      <a:pt x="1364914" y="222939"/>
                    </a:cubicBezTo>
                    <a:moveTo>
                      <a:pt x="1210" y="1729078"/>
                    </a:moveTo>
                    <a:cubicBezTo>
                      <a:pt x="356308" y="1322825"/>
                      <a:pt x="710953" y="929200"/>
                      <a:pt x="1364914" y="222939"/>
                    </a:cubicBezTo>
                    <a:moveTo>
                      <a:pt x="4233" y="1770080"/>
                    </a:moveTo>
                    <a:cubicBezTo>
                      <a:pt x="477773" y="1235087"/>
                      <a:pt x="943301" y="719180"/>
                      <a:pt x="1362948" y="269384"/>
                    </a:cubicBezTo>
                    <a:moveTo>
                      <a:pt x="4233" y="1770080"/>
                    </a:moveTo>
                    <a:cubicBezTo>
                      <a:pt x="498861" y="1227249"/>
                      <a:pt x="980715" y="682241"/>
                      <a:pt x="1362948" y="269384"/>
                    </a:cubicBezTo>
                    <a:moveTo>
                      <a:pt x="2268" y="1816453"/>
                    </a:moveTo>
                    <a:cubicBezTo>
                      <a:pt x="511030" y="1255915"/>
                      <a:pt x="1017147" y="681805"/>
                      <a:pt x="1360983" y="315757"/>
                    </a:cubicBezTo>
                    <a:moveTo>
                      <a:pt x="2268" y="1816453"/>
                    </a:moveTo>
                    <a:cubicBezTo>
                      <a:pt x="416096" y="1362232"/>
                      <a:pt x="824330" y="914541"/>
                      <a:pt x="1360983" y="315757"/>
                    </a:cubicBezTo>
                    <a:moveTo>
                      <a:pt x="303" y="1862899"/>
                    </a:moveTo>
                    <a:cubicBezTo>
                      <a:pt x="340889" y="1489956"/>
                      <a:pt x="672933" y="1126956"/>
                      <a:pt x="1363931" y="356760"/>
                    </a:cubicBezTo>
                    <a:moveTo>
                      <a:pt x="303" y="1862899"/>
                    </a:moveTo>
                    <a:cubicBezTo>
                      <a:pt x="502716" y="1299675"/>
                      <a:pt x="1020775" y="730428"/>
                      <a:pt x="1363931" y="356760"/>
                    </a:cubicBezTo>
                    <a:moveTo>
                      <a:pt x="3251" y="1903829"/>
                    </a:moveTo>
                    <a:cubicBezTo>
                      <a:pt x="525240" y="1290749"/>
                      <a:pt x="1084116" y="696465"/>
                      <a:pt x="1361966" y="403133"/>
                    </a:cubicBezTo>
                    <a:moveTo>
                      <a:pt x="3251" y="1903829"/>
                    </a:moveTo>
                    <a:cubicBezTo>
                      <a:pt x="390624" y="1472031"/>
                      <a:pt x="784043" y="1053950"/>
                      <a:pt x="1361966" y="403133"/>
                    </a:cubicBezTo>
                    <a:moveTo>
                      <a:pt x="1285" y="1950274"/>
                    </a:moveTo>
                    <a:cubicBezTo>
                      <a:pt x="517984" y="1373770"/>
                      <a:pt x="1042393" y="786380"/>
                      <a:pt x="1364989" y="444135"/>
                    </a:cubicBezTo>
                    <a:moveTo>
                      <a:pt x="1285" y="1950274"/>
                    </a:moveTo>
                    <a:cubicBezTo>
                      <a:pt x="488430" y="1406064"/>
                      <a:pt x="983361" y="858080"/>
                      <a:pt x="1364989" y="444135"/>
                    </a:cubicBezTo>
                    <a:moveTo>
                      <a:pt x="4233" y="1991277"/>
                    </a:moveTo>
                    <a:cubicBezTo>
                      <a:pt x="416776" y="1533354"/>
                      <a:pt x="820249" y="1082833"/>
                      <a:pt x="1362948" y="490581"/>
                    </a:cubicBezTo>
                    <a:moveTo>
                      <a:pt x="4233" y="1991277"/>
                    </a:moveTo>
                    <a:cubicBezTo>
                      <a:pt x="319649" y="1628495"/>
                      <a:pt x="652374" y="1256858"/>
                      <a:pt x="1362948" y="490581"/>
                    </a:cubicBezTo>
                    <a:moveTo>
                      <a:pt x="2268" y="2037650"/>
                    </a:moveTo>
                    <a:cubicBezTo>
                      <a:pt x="418666" y="1569204"/>
                      <a:pt x="835668" y="1123835"/>
                      <a:pt x="1360983" y="536954"/>
                    </a:cubicBezTo>
                    <a:moveTo>
                      <a:pt x="2268" y="2037650"/>
                    </a:moveTo>
                    <a:cubicBezTo>
                      <a:pt x="352000" y="1658321"/>
                      <a:pt x="696289" y="1274130"/>
                      <a:pt x="1360983" y="536954"/>
                    </a:cubicBezTo>
                    <a:moveTo>
                      <a:pt x="44974" y="2034820"/>
                    </a:moveTo>
                    <a:cubicBezTo>
                      <a:pt x="345121" y="1722546"/>
                      <a:pt x="627582" y="1376310"/>
                      <a:pt x="1364007" y="577956"/>
                    </a:cubicBezTo>
                    <a:moveTo>
                      <a:pt x="44974" y="2034820"/>
                    </a:moveTo>
                    <a:cubicBezTo>
                      <a:pt x="383443" y="1649467"/>
                      <a:pt x="730907" y="1262591"/>
                      <a:pt x="1364007" y="577956"/>
                    </a:cubicBezTo>
                    <a:moveTo>
                      <a:pt x="82615" y="2037432"/>
                    </a:moveTo>
                    <a:cubicBezTo>
                      <a:pt x="427660" y="1638146"/>
                      <a:pt x="771647" y="1250762"/>
                      <a:pt x="1362041" y="624329"/>
                    </a:cubicBezTo>
                    <a:moveTo>
                      <a:pt x="82615" y="2037432"/>
                    </a:moveTo>
                    <a:cubicBezTo>
                      <a:pt x="489489" y="1589669"/>
                      <a:pt x="887217" y="1149889"/>
                      <a:pt x="1362041" y="624329"/>
                    </a:cubicBezTo>
                    <a:moveTo>
                      <a:pt x="125320" y="2034529"/>
                    </a:moveTo>
                    <a:cubicBezTo>
                      <a:pt x="477471" y="1636187"/>
                      <a:pt x="848517" y="1216146"/>
                      <a:pt x="1364989" y="665332"/>
                    </a:cubicBezTo>
                    <a:moveTo>
                      <a:pt x="125320" y="2034529"/>
                    </a:moveTo>
                    <a:cubicBezTo>
                      <a:pt x="460615" y="1691922"/>
                      <a:pt x="772857" y="1337775"/>
                      <a:pt x="1364989" y="665332"/>
                    </a:cubicBezTo>
                    <a:moveTo>
                      <a:pt x="162962" y="2037142"/>
                    </a:moveTo>
                    <a:cubicBezTo>
                      <a:pt x="451772" y="1690906"/>
                      <a:pt x="750332" y="1364409"/>
                      <a:pt x="1363024" y="711705"/>
                    </a:cubicBezTo>
                    <a:moveTo>
                      <a:pt x="162962" y="2037142"/>
                    </a:moveTo>
                    <a:cubicBezTo>
                      <a:pt x="598331" y="1544167"/>
                      <a:pt x="1038916" y="1053950"/>
                      <a:pt x="1363024" y="711705"/>
                    </a:cubicBezTo>
                    <a:moveTo>
                      <a:pt x="205667" y="2034312"/>
                    </a:moveTo>
                    <a:cubicBezTo>
                      <a:pt x="507176" y="1696131"/>
                      <a:pt x="792811" y="1379358"/>
                      <a:pt x="1361059" y="758150"/>
                    </a:cubicBezTo>
                    <a:moveTo>
                      <a:pt x="205667" y="2034312"/>
                    </a:moveTo>
                    <a:cubicBezTo>
                      <a:pt x="645798" y="1525807"/>
                      <a:pt x="1097494" y="1026808"/>
                      <a:pt x="1361059" y="758150"/>
                    </a:cubicBezTo>
                    <a:moveTo>
                      <a:pt x="243308" y="2036924"/>
                    </a:moveTo>
                    <a:cubicBezTo>
                      <a:pt x="597046" y="1647290"/>
                      <a:pt x="939975" y="1276089"/>
                      <a:pt x="1364007" y="799153"/>
                    </a:cubicBezTo>
                    <a:moveTo>
                      <a:pt x="243308" y="2036924"/>
                    </a:moveTo>
                    <a:cubicBezTo>
                      <a:pt x="645647" y="1585750"/>
                      <a:pt x="1051387" y="1141107"/>
                      <a:pt x="1364007" y="799153"/>
                    </a:cubicBezTo>
                    <a:moveTo>
                      <a:pt x="286014" y="2034094"/>
                    </a:moveTo>
                    <a:cubicBezTo>
                      <a:pt x="571120" y="1726320"/>
                      <a:pt x="866053" y="1412668"/>
                      <a:pt x="1362041" y="845526"/>
                    </a:cubicBezTo>
                    <a:moveTo>
                      <a:pt x="286014" y="2034094"/>
                    </a:moveTo>
                    <a:cubicBezTo>
                      <a:pt x="571876" y="1722546"/>
                      <a:pt x="848668" y="1421449"/>
                      <a:pt x="1362041" y="845526"/>
                    </a:cubicBezTo>
                    <a:moveTo>
                      <a:pt x="323655" y="2036707"/>
                    </a:moveTo>
                    <a:cubicBezTo>
                      <a:pt x="555248" y="1776539"/>
                      <a:pt x="779206" y="1516517"/>
                      <a:pt x="1365065" y="886528"/>
                    </a:cubicBezTo>
                    <a:moveTo>
                      <a:pt x="323655" y="2036707"/>
                    </a:moveTo>
                    <a:cubicBezTo>
                      <a:pt x="534537" y="1802085"/>
                      <a:pt x="743530" y="1576969"/>
                      <a:pt x="1365065" y="886528"/>
                    </a:cubicBezTo>
                    <a:moveTo>
                      <a:pt x="366361" y="2033804"/>
                    </a:moveTo>
                    <a:cubicBezTo>
                      <a:pt x="649200" y="1719063"/>
                      <a:pt x="933324" y="1409185"/>
                      <a:pt x="1363024" y="932901"/>
                    </a:cubicBezTo>
                    <a:moveTo>
                      <a:pt x="366361" y="2033804"/>
                    </a:moveTo>
                    <a:cubicBezTo>
                      <a:pt x="673689" y="1699614"/>
                      <a:pt x="990239" y="1353740"/>
                      <a:pt x="1363024" y="932901"/>
                    </a:cubicBezTo>
                    <a:moveTo>
                      <a:pt x="404002" y="2036416"/>
                    </a:moveTo>
                    <a:cubicBezTo>
                      <a:pt x="687370" y="1719136"/>
                      <a:pt x="973762" y="1411797"/>
                      <a:pt x="1361059" y="979347"/>
                    </a:cubicBezTo>
                    <a:moveTo>
                      <a:pt x="404002" y="2036416"/>
                    </a:moveTo>
                    <a:cubicBezTo>
                      <a:pt x="710650" y="1709121"/>
                      <a:pt x="1009211" y="1375584"/>
                      <a:pt x="1361059" y="979347"/>
                    </a:cubicBezTo>
                    <a:moveTo>
                      <a:pt x="446708" y="2033586"/>
                    </a:moveTo>
                    <a:cubicBezTo>
                      <a:pt x="709743" y="1747511"/>
                      <a:pt x="958569" y="1457590"/>
                      <a:pt x="1364082" y="1020349"/>
                    </a:cubicBezTo>
                    <a:moveTo>
                      <a:pt x="446708" y="2033586"/>
                    </a:moveTo>
                    <a:cubicBezTo>
                      <a:pt x="643607" y="1824291"/>
                      <a:pt x="834232" y="1597361"/>
                      <a:pt x="1364082" y="1020349"/>
                    </a:cubicBezTo>
                    <a:moveTo>
                      <a:pt x="484349" y="2036199"/>
                    </a:moveTo>
                    <a:cubicBezTo>
                      <a:pt x="797120" y="1705928"/>
                      <a:pt x="1082226" y="1387776"/>
                      <a:pt x="1362117" y="1066722"/>
                    </a:cubicBezTo>
                    <a:moveTo>
                      <a:pt x="484349" y="2036199"/>
                    </a:moveTo>
                    <a:cubicBezTo>
                      <a:pt x="738541" y="1762823"/>
                      <a:pt x="975953" y="1482845"/>
                      <a:pt x="1362117" y="1066722"/>
                    </a:cubicBezTo>
                    <a:moveTo>
                      <a:pt x="522066" y="2038811"/>
                    </a:moveTo>
                    <a:cubicBezTo>
                      <a:pt x="718436" y="1814712"/>
                      <a:pt x="942998" y="1568406"/>
                      <a:pt x="1365065" y="1107725"/>
                    </a:cubicBezTo>
                    <a:moveTo>
                      <a:pt x="522066" y="2038811"/>
                    </a:moveTo>
                    <a:cubicBezTo>
                      <a:pt x="779962" y="1750849"/>
                      <a:pt x="1043149" y="1465427"/>
                      <a:pt x="1365065" y="1107725"/>
                    </a:cubicBezTo>
                    <a:moveTo>
                      <a:pt x="564696" y="2035908"/>
                    </a:moveTo>
                    <a:cubicBezTo>
                      <a:pt x="770136" y="1835902"/>
                      <a:pt x="964087" y="1616012"/>
                      <a:pt x="1363100" y="1154097"/>
                    </a:cubicBezTo>
                    <a:moveTo>
                      <a:pt x="564696" y="2035908"/>
                    </a:moveTo>
                    <a:cubicBezTo>
                      <a:pt x="742849" y="1840910"/>
                      <a:pt x="917148" y="1654112"/>
                      <a:pt x="1363100" y="1154097"/>
                    </a:cubicBezTo>
                    <a:moveTo>
                      <a:pt x="602413" y="2038521"/>
                    </a:moveTo>
                    <a:cubicBezTo>
                      <a:pt x="876106" y="1726393"/>
                      <a:pt x="1145642" y="1423264"/>
                      <a:pt x="1361135" y="1200543"/>
                    </a:cubicBezTo>
                    <a:moveTo>
                      <a:pt x="602413" y="2038521"/>
                    </a:moveTo>
                    <a:cubicBezTo>
                      <a:pt x="843302" y="1748237"/>
                      <a:pt x="1100517" y="1462524"/>
                      <a:pt x="1361135" y="1200543"/>
                    </a:cubicBezTo>
                    <a:moveTo>
                      <a:pt x="645042" y="2035691"/>
                    </a:moveTo>
                    <a:cubicBezTo>
                      <a:pt x="832040" y="1855932"/>
                      <a:pt x="995530" y="1653169"/>
                      <a:pt x="1364082" y="1241473"/>
                    </a:cubicBezTo>
                    <a:moveTo>
                      <a:pt x="645042" y="2035691"/>
                    </a:moveTo>
                    <a:cubicBezTo>
                      <a:pt x="917677" y="1719644"/>
                      <a:pt x="1203237" y="1419562"/>
                      <a:pt x="1364082" y="1241473"/>
                    </a:cubicBezTo>
                    <a:moveTo>
                      <a:pt x="682759" y="2038303"/>
                    </a:moveTo>
                    <a:cubicBezTo>
                      <a:pt x="855471" y="1851941"/>
                      <a:pt x="1009211" y="1667247"/>
                      <a:pt x="1362117" y="1287918"/>
                    </a:cubicBezTo>
                    <a:moveTo>
                      <a:pt x="682759" y="2038303"/>
                    </a:moveTo>
                    <a:cubicBezTo>
                      <a:pt x="904979" y="1800560"/>
                      <a:pt x="1115181" y="1572034"/>
                      <a:pt x="1362117" y="1287918"/>
                    </a:cubicBezTo>
                    <a:moveTo>
                      <a:pt x="725389" y="2035400"/>
                    </a:moveTo>
                    <a:cubicBezTo>
                      <a:pt x="889182" y="1855351"/>
                      <a:pt x="1053126" y="1666667"/>
                      <a:pt x="1365141" y="1328921"/>
                    </a:cubicBezTo>
                    <a:moveTo>
                      <a:pt x="725389" y="2035400"/>
                    </a:moveTo>
                    <a:cubicBezTo>
                      <a:pt x="962802" y="1770879"/>
                      <a:pt x="1213895" y="1497722"/>
                      <a:pt x="1365141" y="1328921"/>
                    </a:cubicBezTo>
                    <a:moveTo>
                      <a:pt x="763106" y="2038013"/>
                    </a:moveTo>
                    <a:cubicBezTo>
                      <a:pt x="940429" y="1846498"/>
                      <a:pt x="1089029" y="1661877"/>
                      <a:pt x="1363100" y="1375294"/>
                    </a:cubicBezTo>
                    <a:moveTo>
                      <a:pt x="763106" y="2038013"/>
                    </a:moveTo>
                    <a:cubicBezTo>
                      <a:pt x="936725" y="1836193"/>
                      <a:pt x="1106489" y="1651354"/>
                      <a:pt x="1363100" y="1375294"/>
                    </a:cubicBezTo>
                    <a:moveTo>
                      <a:pt x="805736" y="2035183"/>
                    </a:moveTo>
                    <a:cubicBezTo>
                      <a:pt x="994094" y="1824437"/>
                      <a:pt x="1196057" y="1620076"/>
                      <a:pt x="1361135" y="1421739"/>
                    </a:cubicBezTo>
                    <a:moveTo>
                      <a:pt x="805736" y="2035183"/>
                    </a:moveTo>
                    <a:cubicBezTo>
                      <a:pt x="983814" y="1828065"/>
                      <a:pt x="1170887" y="1631615"/>
                      <a:pt x="1361135" y="1421739"/>
                    </a:cubicBezTo>
                    <a:moveTo>
                      <a:pt x="843453" y="2037795"/>
                    </a:moveTo>
                    <a:cubicBezTo>
                      <a:pt x="989634" y="1871898"/>
                      <a:pt x="1154334" y="1684955"/>
                      <a:pt x="1364158" y="1462670"/>
                    </a:cubicBezTo>
                    <a:moveTo>
                      <a:pt x="843453" y="2037795"/>
                    </a:moveTo>
                    <a:cubicBezTo>
                      <a:pt x="1021229" y="1846063"/>
                      <a:pt x="1205505" y="1647363"/>
                      <a:pt x="1364158" y="1462670"/>
                    </a:cubicBezTo>
                    <a:moveTo>
                      <a:pt x="886083" y="2034893"/>
                    </a:moveTo>
                    <a:cubicBezTo>
                      <a:pt x="996815" y="1904409"/>
                      <a:pt x="1088802" y="1804552"/>
                      <a:pt x="1362193" y="1509115"/>
                    </a:cubicBezTo>
                    <a:moveTo>
                      <a:pt x="886083" y="2034893"/>
                    </a:moveTo>
                    <a:cubicBezTo>
                      <a:pt x="1052672" y="1851723"/>
                      <a:pt x="1217599" y="1671892"/>
                      <a:pt x="1362193" y="1509115"/>
                    </a:cubicBezTo>
                    <a:moveTo>
                      <a:pt x="923800" y="2037505"/>
                    </a:moveTo>
                    <a:cubicBezTo>
                      <a:pt x="1068394" y="1854408"/>
                      <a:pt x="1225308" y="1685826"/>
                      <a:pt x="1365141" y="1550118"/>
                    </a:cubicBezTo>
                    <a:moveTo>
                      <a:pt x="923800" y="2037505"/>
                    </a:moveTo>
                    <a:cubicBezTo>
                      <a:pt x="1093412" y="1846643"/>
                      <a:pt x="1275723" y="1646782"/>
                      <a:pt x="1365141" y="1550118"/>
                    </a:cubicBezTo>
                    <a:moveTo>
                      <a:pt x="966430" y="2034675"/>
                    </a:moveTo>
                    <a:cubicBezTo>
                      <a:pt x="1117675" y="1868922"/>
                      <a:pt x="1289782" y="1705783"/>
                      <a:pt x="1363175" y="1596491"/>
                    </a:cubicBezTo>
                    <a:moveTo>
                      <a:pt x="966430" y="2034675"/>
                    </a:moveTo>
                    <a:cubicBezTo>
                      <a:pt x="1047003" y="1938083"/>
                      <a:pt x="1130827" y="1846933"/>
                      <a:pt x="1363175" y="1596491"/>
                    </a:cubicBezTo>
                    <a:moveTo>
                      <a:pt x="1004147" y="2037287"/>
                    </a:moveTo>
                    <a:cubicBezTo>
                      <a:pt x="1078976" y="1944759"/>
                      <a:pt x="1185475" y="1853029"/>
                      <a:pt x="1361210" y="1642936"/>
                    </a:cubicBezTo>
                    <a:moveTo>
                      <a:pt x="1004147" y="2037287"/>
                    </a:moveTo>
                    <a:cubicBezTo>
                      <a:pt x="1071871" y="1952887"/>
                      <a:pt x="1152218" y="1866600"/>
                      <a:pt x="1361210" y="1642936"/>
                    </a:cubicBezTo>
                    <a:moveTo>
                      <a:pt x="1046777" y="2034457"/>
                    </a:moveTo>
                    <a:cubicBezTo>
                      <a:pt x="1178143" y="1906950"/>
                      <a:pt x="1304446" y="1768484"/>
                      <a:pt x="1364158" y="1683866"/>
                    </a:cubicBezTo>
                    <a:moveTo>
                      <a:pt x="1046777" y="2034457"/>
                    </a:moveTo>
                    <a:cubicBezTo>
                      <a:pt x="1149043" y="1927632"/>
                      <a:pt x="1245565" y="1824146"/>
                      <a:pt x="1364158" y="1683866"/>
                    </a:cubicBezTo>
                    <a:moveTo>
                      <a:pt x="1084494" y="2037070"/>
                    </a:moveTo>
                    <a:cubicBezTo>
                      <a:pt x="1145793" y="1974223"/>
                      <a:pt x="1205203" y="1911014"/>
                      <a:pt x="1362193" y="1730312"/>
                    </a:cubicBezTo>
                    <a:moveTo>
                      <a:pt x="1084494" y="2037070"/>
                    </a:moveTo>
                    <a:cubicBezTo>
                      <a:pt x="1130751" y="1978432"/>
                      <a:pt x="1191446" y="1914932"/>
                      <a:pt x="1362193" y="1730312"/>
                    </a:cubicBezTo>
                    <a:moveTo>
                      <a:pt x="1127123" y="2034167"/>
                    </a:moveTo>
                    <a:cubicBezTo>
                      <a:pt x="1206866" y="1949549"/>
                      <a:pt x="1270735" y="1879880"/>
                      <a:pt x="1365141" y="1771242"/>
                    </a:cubicBezTo>
                    <a:moveTo>
                      <a:pt x="1127123" y="2034167"/>
                    </a:moveTo>
                    <a:cubicBezTo>
                      <a:pt x="1209209" y="1944106"/>
                      <a:pt x="1285550" y="1847079"/>
                      <a:pt x="1365141" y="1771242"/>
                    </a:cubicBezTo>
                    <a:moveTo>
                      <a:pt x="1164840" y="2036779"/>
                    </a:moveTo>
                    <a:cubicBezTo>
                      <a:pt x="1240954" y="1969143"/>
                      <a:pt x="1316993" y="1870011"/>
                      <a:pt x="1363175" y="1817687"/>
                    </a:cubicBezTo>
                    <a:moveTo>
                      <a:pt x="1164840" y="2036779"/>
                    </a:moveTo>
                    <a:cubicBezTo>
                      <a:pt x="1198400" y="1996502"/>
                      <a:pt x="1250554" y="1938518"/>
                      <a:pt x="1363175" y="1817687"/>
                    </a:cubicBezTo>
                    <a:moveTo>
                      <a:pt x="1207470" y="2033949"/>
                    </a:moveTo>
                    <a:cubicBezTo>
                      <a:pt x="1239972" y="1996285"/>
                      <a:pt x="1310039" y="1932277"/>
                      <a:pt x="1361210" y="1864133"/>
                    </a:cubicBezTo>
                    <a:moveTo>
                      <a:pt x="1207470" y="2033949"/>
                    </a:moveTo>
                    <a:cubicBezTo>
                      <a:pt x="1261362" y="1972191"/>
                      <a:pt x="1312760" y="1922770"/>
                      <a:pt x="1361210" y="1864133"/>
                    </a:cubicBezTo>
                    <a:moveTo>
                      <a:pt x="1245187" y="2036562"/>
                    </a:moveTo>
                    <a:cubicBezTo>
                      <a:pt x="1281317" y="2004340"/>
                      <a:pt x="1329691" y="1959636"/>
                      <a:pt x="1364234" y="1905063"/>
                    </a:cubicBezTo>
                    <a:moveTo>
                      <a:pt x="1245187" y="2036562"/>
                    </a:moveTo>
                    <a:cubicBezTo>
                      <a:pt x="1286230" y="1997954"/>
                      <a:pt x="1326214" y="1950710"/>
                      <a:pt x="1364234" y="1905063"/>
                    </a:cubicBezTo>
                    <a:moveTo>
                      <a:pt x="1287817" y="2033658"/>
                    </a:moveTo>
                    <a:cubicBezTo>
                      <a:pt x="1311929" y="2007533"/>
                      <a:pt x="1329842" y="1992293"/>
                      <a:pt x="1362193" y="1951508"/>
                    </a:cubicBezTo>
                    <a:moveTo>
                      <a:pt x="1287817" y="2033658"/>
                    </a:moveTo>
                    <a:cubicBezTo>
                      <a:pt x="1314347" y="2003469"/>
                      <a:pt x="1330371" y="1983802"/>
                      <a:pt x="1362193" y="1951508"/>
                    </a:cubicBezTo>
                    <a:moveTo>
                      <a:pt x="1325534" y="2036271"/>
                    </a:moveTo>
                    <a:cubicBezTo>
                      <a:pt x="1341558" y="2019870"/>
                      <a:pt x="1356146" y="2001945"/>
                      <a:pt x="1365216" y="1992438"/>
                    </a:cubicBezTo>
                    <a:moveTo>
                      <a:pt x="1325534" y="2036271"/>
                    </a:moveTo>
                    <a:cubicBezTo>
                      <a:pt x="1336796" y="2023426"/>
                      <a:pt x="1351989" y="2010436"/>
                      <a:pt x="1365216" y="1992438"/>
                    </a:cubicBezTo>
                  </a:path>
                </a:pathLst>
              </a:custGeom>
              <a:noFill/>
              <a:ln w="3775" cap="rnd">
                <a:solidFill>
                  <a:srgbClr val="E1D5E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4" name="شكل حر: شكل 125">
                <a:extLst>
                  <a:ext uri="{FF2B5EF4-FFF2-40B4-BE49-F238E27FC236}">
                    <a16:creationId xmlns:a16="http://schemas.microsoft.com/office/drawing/2014/main" id="{A25A05C2-F412-5ED1-74EE-320779BE877E}"/>
                  </a:ext>
                </a:extLst>
              </p:cNvPr>
              <p:cNvSpPr/>
              <p:nvPr/>
            </p:nvSpPr>
            <p:spPr>
              <a:xfrm>
                <a:off x="4688234" y="3712750"/>
                <a:ext cx="1381273" cy="2040063"/>
              </a:xfrm>
              <a:custGeom>
                <a:avLst/>
                <a:gdLst>
                  <a:gd name="csX0" fmla="*/ 17002 w 1381273"/>
                  <a:gd name="csY0" fmla="*/ 621 h 2040063"/>
                  <a:gd name="csX1" fmla="*/ 1377532 w 1381273"/>
                  <a:gd name="csY1" fmla="*/ 621 h 2040063"/>
                  <a:gd name="csX2" fmla="*/ 17002 w 1381273"/>
                  <a:gd name="csY2" fmla="*/ 621 h 2040063"/>
                  <a:gd name="csX3" fmla="*/ 1377532 w 1381273"/>
                  <a:gd name="csY3" fmla="*/ 621 h 2040063"/>
                  <a:gd name="csX4" fmla="*/ 1377532 w 1381273"/>
                  <a:gd name="csY4" fmla="*/ 621 h 2040063"/>
                  <a:gd name="csX5" fmla="*/ 1377532 w 1381273"/>
                  <a:gd name="csY5" fmla="*/ 2032610 h 2040063"/>
                  <a:gd name="csX6" fmla="*/ 1377532 w 1381273"/>
                  <a:gd name="csY6" fmla="*/ 621 h 2040063"/>
                  <a:gd name="csX7" fmla="*/ 1377532 w 1381273"/>
                  <a:gd name="csY7" fmla="*/ 2032610 h 2040063"/>
                  <a:gd name="csX8" fmla="*/ 1377532 w 1381273"/>
                  <a:gd name="csY8" fmla="*/ 2032610 h 2040063"/>
                  <a:gd name="csX9" fmla="*/ 17002 w 1381273"/>
                  <a:gd name="csY9" fmla="*/ 2032610 h 2040063"/>
                  <a:gd name="csX10" fmla="*/ 1377532 w 1381273"/>
                  <a:gd name="csY10" fmla="*/ 2032610 h 2040063"/>
                  <a:gd name="csX11" fmla="*/ 17002 w 1381273"/>
                  <a:gd name="csY11" fmla="*/ 2032610 h 2040063"/>
                  <a:gd name="csX12" fmla="*/ 17002 w 1381273"/>
                  <a:gd name="csY12" fmla="*/ 2032610 h 2040063"/>
                  <a:gd name="csX13" fmla="*/ 17002 w 1381273"/>
                  <a:gd name="csY13" fmla="*/ 621 h 2040063"/>
                  <a:gd name="csX14" fmla="*/ 17002 w 1381273"/>
                  <a:gd name="csY14" fmla="*/ 2032610 h 2040063"/>
                  <a:gd name="csX15" fmla="*/ 17002 w 1381273"/>
                  <a:gd name="csY15" fmla="*/ 621 h 2040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381273" h="2040063">
                    <a:moveTo>
                      <a:pt x="17002" y="621"/>
                    </a:moveTo>
                    <a:cubicBezTo>
                      <a:pt x="442848" y="-1556"/>
                      <a:pt x="892352" y="2871"/>
                      <a:pt x="1377532" y="621"/>
                    </a:cubicBezTo>
                    <a:moveTo>
                      <a:pt x="17002" y="621"/>
                    </a:moveTo>
                    <a:cubicBezTo>
                      <a:pt x="496136" y="12087"/>
                      <a:pt x="970582" y="8387"/>
                      <a:pt x="1377532" y="621"/>
                    </a:cubicBezTo>
                    <a:moveTo>
                      <a:pt x="1377532" y="621"/>
                    </a:moveTo>
                    <a:cubicBezTo>
                      <a:pt x="1388492" y="436410"/>
                      <a:pt x="1371258" y="853621"/>
                      <a:pt x="1377532" y="2032610"/>
                    </a:cubicBezTo>
                    <a:moveTo>
                      <a:pt x="1377532" y="621"/>
                    </a:moveTo>
                    <a:cubicBezTo>
                      <a:pt x="1379270" y="658913"/>
                      <a:pt x="1377305" y="1319382"/>
                      <a:pt x="1377532" y="2032610"/>
                    </a:cubicBezTo>
                    <a:moveTo>
                      <a:pt x="1377532" y="2032610"/>
                    </a:moveTo>
                    <a:cubicBezTo>
                      <a:pt x="991519" y="2035804"/>
                      <a:pt x="613443" y="2023321"/>
                      <a:pt x="17002" y="2032610"/>
                    </a:cubicBezTo>
                    <a:moveTo>
                      <a:pt x="1377532" y="2032610"/>
                    </a:moveTo>
                    <a:cubicBezTo>
                      <a:pt x="1098472" y="2043641"/>
                      <a:pt x="821831" y="2041392"/>
                      <a:pt x="17002" y="2032610"/>
                    </a:cubicBezTo>
                    <a:moveTo>
                      <a:pt x="17002" y="2032610"/>
                    </a:moveTo>
                    <a:cubicBezTo>
                      <a:pt x="-155" y="1558649"/>
                      <a:pt x="-10586" y="1082365"/>
                      <a:pt x="17002" y="621"/>
                    </a:cubicBezTo>
                    <a:moveTo>
                      <a:pt x="17002" y="2032610"/>
                    </a:moveTo>
                    <a:cubicBezTo>
                      <a:pt x="11938" y="1514671"/>
                      <a:pt x="11409" y="987878"/>
                      <a:pt x="17002" y="621"/>
                    </a:cubicBezTo>
                  </a:path>
                </a:pathLst>
              </a:custGeom>
              <a:noFill/>
              <a:ln w="7550" cap="rnd">
                <a:solidFill>
                  <a:srgbClr val="9673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71" name="صورة 126">
              <a:extLst>
                <a:ext uri="{FF2B5EF4-FFF2-40B4-BE49-F238E27FC236}">
                  <a16:creationId xmlns:a16="http://schemas.microsoft.com/office/drawing/2014/main" id="{15C7FBC3-A7EC-8EA3-2374-BAE8C1B535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4709015" y="4518909"/>
              <a:ext cx="1345412" cy="442683"/>
            </a:xfrm>
            <a:custGeom>
              <a:avLst/>
              <a:gdLst>
                <a:gd name="csX0" fmla="*/ 0 w 1345412"/>
                <a:gd name="csY0" fmla="*/ 0 h 442683"/>
                <a:gd name="csX1" fmla="*/ 1345412 w 1345412"/>
                <a:gd name="csY1" fmla="*/ 0 h 442683"/>
                <a:gd name="csX2" fmla="*/ 1345412 w 1345412"/>
                <a:gd name="csY2" fmla="*/ 442683 h 442683"/>
                <a:gd name="csX3" fmla="*/ 0 w 1345412"/>
                <a:gd name="csY3" fmla="*/ 442683 h 442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412" h="442683">
                  <a:moveTo>
                    <a:pt x="0" y="0"/>
                  </a:moveTo>
                  <a:lnTo>
                    <a:pt x="1345412" y="0"/>
                  </a:lnTo>
                  <a:lnTo>
                    <a:pt x="1345412" y="442683"/>
                  </a:lnTo>
                  <a:lnTo>
                    <a:pt x="0" y="442683"/>
                  </a:lnTo>
                  <a:close/>
                </a:path>
              </a:pathLst>
            </a:custGeom>
          </p:spPr>
        </p:pic>
      </p:grpSp>
      <p:grpSp>
        <p:nvGrpSpPr>
          <p:cNvPr id="1775" name="!!رسم 9">
            <a:extLst>
              <a:ext uri="{FF2B5EF4-FFF2-40B4-BE49-F238E27FC236}">
                <a16:creationId xmlns:a16="http://schemas.microsoft.com/office/drawing/2014/main" id="{E5CA9781-20EF-7E1F-4D82-BF02FB6EE5AE}"/>
              </a:ext>
            </a:extLst>
          </p:cNvPr>
          <p:cNvGrpSpPr/>
          <p:nvPr/>
        </p:nvGrpSpPr>
        <p:grpSpPr>
          <a:xfrm>
            <a:off x="3342274" y="3800531"/>
            <a:ext cx="1070969" cy="183532"/>
            <a:chOff x="6065154" y="3811341"/>
            <a:chExt cx="1070969" cy="183532"/>
          </a:xfrm>
        </p:grpSpPr>
        <p:grpSp>
          <p:nvGrpSpPr>
            <p:cNvPr id="1776" name="رسم 9">
              <a:extLst>
                <a:ext uri="{FF2B5EF4-FFF2-40B4-BE49-F238E27FC236}">
                  <a16:creationId xmlns:a16="http://schemas.microsoft.com/office/drawing/2014/main" id="{D2B1324C-438B-7ECD-74DD-9280F3F29F7F}"/>
                </a:ext>
              </a:extLst>
            </p:cNvPr>
            <p:cNvGrpSpPr/>
            <p:nvPr/>
          </p:nvGrpSpPr>
          <p:grpSpPr>
            <a:xfrm>
              <a:off x="6065154" y="3848685"/>
              <a:ext cx="1070969" cy="146188"/>
              <a:chOff x="6065154" y="3848685"/>
              <a:chExt cx="1070969" cy="146188"/>
            </a:xfrm>
          </p:grpSpPr>
          <p:sp>
            <p:nvSpPr>
              <p:cNvPr id="1778" name="شكل حر: شكل 129">
                <a:extLst>
                  <a:ext uri="{FF2B5EF4-FFF2-40B4-BE49-F238E27FC236}">
                    <a16:creationId xmlns:a16="http://schemas.microsoft.com/office/drawing/2014/main" id="{A1EFD507-9668-85B2-778C-3B0689770779}"/>
                  </a:ext>
                </a:extLst>
              </p:cNvPr>
              <p:cNvSpPr/>
              <p:nvPr/>
            </p:nvSpPr>
            <p:spPr>
              <a:xfrm>
                <a:off x="6065765" y="3858512"/>
                <a:ext cx="1043979" cy="98261"/>
              </a:xfrm>
              <a:custGeom>
                <a:avLst/>
                <a:gdLst>
                  <a:gd name="csX0" fmla="*/ 1 w 1043979"/>
                  <a:gd name="csY0" fmla="*/ 18143 h 98261"/>
                  <a:gd name="csX1" fmla="*/ 1 w 1043979"/>
                  <a:gd name="csY1" fmla="*/ 1 h 98261"/>
                  <a:gd name="csX2" fmla="*/ 1043980 w 1043979"/>
                  <a:gd name="csY2" fmla="*/ 1 h 98261"/>
                  <a:gd name="csX3" fmla="*/ 1043904 w 1043979"/>
                  <a:gd name="csY3" fmla="*/ 98262 h 982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3979" h="98261">
                    <a:moveTo>
                      <a:pt x="1" y="18143"/>
                    </a:moveTo>
                    <a:lnTo>
                      <a:pt x="1" y="1"/>
                    </a:lnTo>
                    <a:lnTo>
                      <a:pt x="1043980" y="1"/>
                    </a:lnTo>
                    <a:lnTo>
                      <a:pt x="1043904" y="9826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79" name="شكل حر: شكل 130">
                <a:extLst>
                  <a:ext uri="{FF2B5EF4-FFF2-40B4-BE49-F238E27FC236}">
                    <a16:creationId xmlns:a16="http://schemas.microsoft.com/office/drawing/2014/main" id="{EF762778-DD02-3B21-6D9B-2A8F8271F786}"/>
                  </a:ext>
                </a:extLst>
              </p:cNvPr>
              <p:cNvSpPr/>
              <p:nvPr/>
            </p:nvSpPr>
            <p:spPr>
              <a:xfrm>
                <a:off x="7083214" y="3944074"/>
                <a:ext cx="52909" cy="50799"/>
              </a:xfrm>
              <a:custGeom>
                <a:avLst/>
                <a:gdLst>
                  <a:gd name="csX0" fmla="*/ 26380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73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380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73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0" name="شكل حر: شكل 131">
                <a:extLst>
                  <a:ext uri="{FF2B5EF4-FFF2-40B4-BE49-F238E27FC236}">
                    <a16:creationId xmlns:a16="http://schemas.microsoft.com/office/drawing/2014/main" id="{C490FC2C-F931-A4EB-5B1E-AB6CE9DBA646}"/>
                  </a:ext>
                </a:extLst>
              </p:cNvPr>
              <p:cNvSpPr/>
              <p:nvPr/>
            </p:nvSpPr>
            <p:spPr>
              <a:xfrm>
                <a:off x="6065154" y="3848685"/>
                <a:ext cx="1047025" cy="108088"/>
              </a:xfrm>
              <a:custGeom>
                <a:avLst/>
                <a:gdLst>
                  <a:gd name="csX0" fmla="*/ 612 w 1047025"/>
                  <a:gd name="csY0" fmla="*/ 27970 h 108088"/>
                  <a:gd name="csX1" fmla="*/ 612 w 1047025"/>
                  <a:gd name="csY1" fmla="*/ 9828 h 108088"/>
                  <a:gd name="csX2" fmla="*/ 612 w 1047025"/>
                  <a:gd name="csY2" fmla="*/ 27970 h 108088"/>
                  <a:gd name="csX3" fmla="*/ 612 w 1047025"/>
                  <a:gd name="csY3" fmla="*/ 9828 h 108088"/>
                  <a:gd name="csX4" fmla="*/ 612 w 1047025"/>
                  <a:gd name="csY4" fmla="*/ 9828 h 108088"/>
                  <a:gd name="csX5" fmla="*/ 1044591 w 1047025"/>
                  <a:gd name="csY5" fmla="*/ 9828 h 108088"/>
                  <a:gd name="csX6" fmla="*/ 612 w 1047025"/>
                  <a:gd name="csY6" fmla="*/ 9828 h 108088"/>
                  <a:gd name="csX7" fmla="*/ 1044591 w 1047025"/>
                  <a:gd name="csY7" fmla="*/ 9828 h 108088"/>
                  <a:gd name="csX8" fmla="*/ 1044591 w 1047025"/>
                  <a:gd name="csY8" fmla="*/ 9828 h 108088"/>
                  <a:gd name="csX9" fmla="*/ 1044515 w 1047025"/>
                  <a:gd name="csY9" fmla="*/ 108089 h 108088"/>
                  <a:gd name="csX10" fmla="*/ 1044591 w 1047025"/>
                  <a:gd name="csY10" fmla="*/ 9828 h 108088"/>
                  <a:gd name="csX11" fmla="*/ 1044515 w 1047025"/>
                  <a:gd name="csY11" fmla="*/ 108089 h 1080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047025" h="108088">
                    <a:moveTo>
                      <a:pt x="612" y="27970"/>
                    </a:moveTo>
                    <a:cubicBezTo>
                      <a:pt x="2048" y="21366"/>
                      <a:pt x="-1202" y="16287"/>
                      <a:pt x="612" y="9828"/>
                    </a:cubicBezTo>
                    <a:moveTo>
                      <a:pt x="612" y="27970"/>
                    </a:moveTo>
                    <a:cubicBezTo>
                      <a:pt x="82" y="24415"/>
                      <a:pt x="-447" y="19262"/>
                      <a:pt x="612" y="9828"/>
                    </a:cubicBezTo>
                    <a:moveTo>
                      <a:pt x="612" y="9828"/>
                    </a:moveTo>
                    <a:cubicBezTo>
                      <a:pt x="262891" y="-4687"/>
                      <a:pt x="519502" y="-1784"/>
                      <a:pt x="1044591" y="9828"/>
                    </a:cubicBezTo>
                    <a:moveTo>
                      <a:pt x="612" y="9828"/>
                    </a:moveTo>
                    <a:cubicBezTo>
                      <a:pt x="318975" y="1554"/>
                      <a:pt x="620408" y="2861"/>
                      <a:pt x="1044591" y="9828"/>
                    </a:cubicBezTo>
                    <a:moveTo>
                      <a:pt x="1044591" y="9828"/>
                    </a:moveTo>
                    <a:cubicBezTo>
                      <a:pt x="1039451" y="23979"/>
                      <a:pt x="1052149" y="66361"/>
                      <a:pt x="1044515" y="108089"/>
                    </a:cubicBezTo>
                    <a:moveTo>
                      <a:pt x="1044591" y="9828"/>
                    </a:moveTo>
                    <a:cubicBezTo>
                      <a:pt x="1039829" y="36751"/>
                      <a:pt x="1046329" y="53878"/>
                      <a:pt x="1044515" y="108089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1" name="شكل حر: شكل 132">
                <a:extLst>
                  <a:ext uri="{FF2B5EF4-FFF2-40B4-BE49-F238E27FC236}">
                    <a16:creationId xmlns:a16="http://schemas.microsoft.com/office/drawing/2014/main" id="{03A28EFA-E530-1751-F353-E2B3EED2DC2E}"/>
                  </a:ext>
                </a:extLst>
              </p:cNvPr>
              <p:cNvSpPr/>
              <p:nvPr/>
            </p:nvSpPr>
            <p:spPr>
              <a:xfrm>
                <a:off x="7083214" y="3944074"/>
                <a:ext cx="52909" cy="50799"/>
              </a:xfrm>
              <a:custGeom>
                <a:avLst/>
                <a:gdLst>
                  <a:gd name="csX0" fmla="*/ 26380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73 h 50799"/>
                  <a:gd name="csX4" fmla="*/ 26380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380" y="50800"/>
                    </a:moveTo>
                    <a:cubicBezTo>
                      <a:pt x="13228" y="33238"/>
                      <a:pt x="9826" y="25763"/>
                      <a:pt x="1" y="1"/>
                    </a:cubicBezTo>
                    <a:cubicBezTo>
                      <a:pt x="2948" y="436"/>
                      <a:pt x="11187" y="9435"/>
                      <a:pt x="26455" y="12700"/>
                    </a:cubicBezTo>
                    <a:cubicBezTo>
                      <a:pt x="39153" y="14297"/>
                      <a:pt x="45427" y="7620"/>
                      <a:pt x="52910" y="73"/>
                    </a:cubicBezTo>
                    <a:cubicBezTo>
                      <a:pt x="44369" y="18724"/>
                      <a:pt x="46788" y="17853"/>
                      <a:pt x="26380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2" name="شكل حر: شكل 133">
                <a:extLst>
                  <a:ext uri="{FF2B5EF4-FFF2-40B4-BE49-F238E27FC236}">
                    <a16:creationId xmlns:a16="http://schemas.microsoft.com/office/drawing/2014/main" id="{D729CF28-A7B5-7087-506B-A4005ABDB9E5}"/>
                  </a:ext>
                </a:extLst>
              </p:cNvPr>
              <p:cNvSpPr/>
              <p:nvPr/>
            </p:nvSpPr>
            <p:spPr>
              <a:xfrm>
                <a:off x="7083214" y="3944074"/>
                <a:ext cx="52909" cy="50799"/>
              </a:xfrm>
              <a:custGeom>
                <a:avLst/>
                <a:gdLst>
                  <a:gd name="csX0" fmla="*/ 26380 w 52909"/>
                  <a:gd name="csY0" fmla="*/ 50800 h 50799"/>
                  <a:gd name="csX1" fmla="*/ 1 w 52909"/>
                  <a:gd name="csY1" fmla="*/ 1 h 50799"/>
                  <a:gd name="csX2" fmla="*/ 26380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73 h 50799"/>
                  <a:gd name="csX10" fmla="*/ 26455 w 52909"/>
                  <a:gd name="csY10" fmla="*/ 12700 h 50799"/>
                  <a:gd name="csX11" fmla="*/ 52910 w 52909"/>
                  <a:gd name="csY11" fmla="*/ 73 h 50799"/>
                  <a:gd name="csX12" fmla="*/ 52910 w 52909"/>
                  <a:gd name="csY12" fmla="*/ 73 h 50799"/>
                  <a:gd name="csX13" fmla="*/ 26380 w 52909"/>
                  <a:gd name="csY13" fmla="*/ 50800 h 50799"/>
                  <a:gd name="csX14" fmla="*/ 52910 w 52909"/>
                  <a:gd name="csY14" fmla="*/ 73 h 50799"/>
                  <a:gd name="csX15" fmla="*/ 26380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380" y="50800"/>
                    </a:moveTo>
                    <a:cubicBezTo>
                      <a:pt x="22298" y="32004"/>
                      <a:pt x="3704" y="17998"/>
                      <a:pt x="1" y="1"/>
                    </a:cubicBezTo>
                    <a:moveTo>
                      <a:pt x="26380" y="50800"/>
                    </a:moveTo>
                    <a:cubicBezTo>
                      <a:pt x="19048" y="41076"/>
                      <a:pt x="11414" y="26126"/>
                      <a:pt x="1" y="1"/>
                    </a:cubicBezTo>
                    <a:moveTo>
                      <a:pt x="1" y="1"/>
                    </a:moveTo>
                    <a:cubicBezTo>
                      <a:pt x="7408" y="1887"/>
                      <a:pt x="13757" y="5588"/>
                      <a:pt x="26455" y="12700"/>
                    </a:cubicBezTo>
                    <a:moveTo>
                      <a:pt x="1" y="1"/>
                    </a:moveTo>
                    <a:cubicBezTo>
                      <a:pt x="9146" y="3339"/>
                      <a:pt x="14891" y="7403"/>
                      <a:pt x="26455" y="12700"/>
                    </a:cubicBezTo>
                    <a:moveTo>
                      <a:pt x="26455" y="12700"/>
                    </a:moveTo>
                    <a:cubicBezTo>
                      <a:pt x="31066" y="6895"/>
                      <a:pt x="41119" y="9217"/>
                      <a:pt x="52910" y="73"/>
                    </a:cubicBezTo>
                    <a:moveTo>
                      <a:pt x="26455" y="12700"/>
                    </a:moveTo>
                    <a:cubicBezTo>
                      <a:pt x="31822" y="10160"/>
                      <a:pt x="40136" y="5080"/>
                      <a:pt x="52910" y="73"/>
                    </a:cubicBezTo>
                    <a:moveTo>
                      <a:pt x="52910" y="73"/>
                    </a:moveTo>
                    <a:cubicBezTo>
                      <a:pt x="38322" y="17345"/>
                      <a:pt x="36508" y="38608"/>
                      <a:pt x="26380" y="50800"/>
                    </a:cubicBezTo>
                    <a:moveTo>
                      <a:pt x="52910" y="73"/>
                    </a:moveTo>
                    <a:cubicBezTo>
                      <a:pt x="44747" y="12410"/>
                      <a:pt x="39456" y="19958"/>
                      <a:pt x="26380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77" name="صورة 134">
              <a:extLst>
                <a:ext uri="{FF2B5EF4-FFF2-40B4-BE49-F238E27FC236}">
                  <a16:creationId xmlns:a16="http://schemas.microsoft.com/office/drawing/2014/main" id="{BFB0848A-8C87-AFC2-5151-D9B926332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243390" y="3811341"/>
              <a:ext cx="816317" cy="114299"/>
            </a:xfrm>
            <a:custGeom>
              <a:avLst/>
              <a:gdLst>
                <a:gd name="csX0" fmla="*/ 0 w 816317"/>
                <a:gd name="csY0" fmla="*/ 0 h 114299"/>
                <a:gd name="csX1" fmla="*/ 816318 w 816317"/>
                <a:gd name="csY1" fmla="*/ 0 h 114299"/>
                <a:gd name="csX2" fmla="*/ 816318 w 816317"/>
                <a:gd name="csY2" fmla="*/ 114299 h 114299"/>
                <a:gd name="csX3" fmla="*/ 0 w 81631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16317" h="114299">
                  <a:moveTo>
                    <a:pt x="0" y="0"/>
                  </a:moveTo>
                  <a:lnTo>
                    <a:pt x="816318" y="0"/>
                  </a:lnTo>
                  <a:lnTo>
                    <a:pt x="81631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83" name="!!رسم 9">
            <a:extLst>
              <a:ext uri="{FF2B5EF4-FFF2-40B4-BE49-F238E27FC236}">
                <a16:creationId xmlns:a16="http://schemas.microsoft.com/office/drawing/2014/main" id="{73866F19-07A1-F2E6-FE3E-C2A4D6AAFEE8}"/>
              </a:ext>
            </a:extLst>
          </p:cNvPr>
          <p:cNvGrpSpPr/>
          <p:nvPr/>
        </p:nvGrpSpPr>
        <p:grpSpPr>
          <a:xfrm>
            <a:off x="2734275" y="3691820"/>
            <a:ext cx="614581" cy="241734"/>
            <a:chOff x="5457155" y="3702630"/>
            <a:chExt cx="614581" cy="241734"/>
          </a:xfrm>
        </p:grpSpPr>
        <p:grpSp>
          <p:nvGrpSpPr>
            <p:cNvPr id="1784" name="رسم 9">
              <a:extLst>
                <a:ext uri="{FF2B5EF4-FFF2-40B4-BE49-F238E27FC236}">
                  <a16:creationId xmlns:a16="http://schemas.microsoft.com/office/drawing/2014/main" id="{9811B3C0-DD97-BE09-1184-B366C001A7F1}"/>
                </a:ext>
              </a:extLst>
            </p:cNvPr>
            <p:cNvGrpSpPr/>
            <p:nvPr/>
          </p:nvGrpSpPr>
          <p:grpSpPr>
            <a:xfrm>
              <a:off x="5457155" y="3702630"/>
              <a:ext cx="614581" cy="241734"/>
              <a:chOff x="5457155" y="3702630"/>
              <a:chExt cx="614581" cy="241734"/>
            </a:xfrm>
          </p:grpSpPr>
          <p:sp>
            <p:nvSpPr>
              <p:cNvPr id="1786" name="مستطيل 137">
                <a:extLst>
                  <a:ext uri="{FF2B5EF4-FFF2-40B4-BE49-F238E27FC236}">
                    <a16:creationId xmlns:a16="http://schemas.microsoft.com/office/drawing/2014/main" id="{2D1C1CA8-FD61-67E9-E226-05B15DDA0028}"/>
                  </a:ext>
                </a:extLst>
              </p:cNvPr>
              <p:cNvSpPr/>
              <p:nvPr/>
            </p:nvSpPr>
            <p:spPr>
              <a:xfrm>
                <a:off x="5461085" y="3713370"/>
                <a:ext cx="60467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7" name="شكل حر: شكل 138">
                <a:extLst>
                  <a:ext uri="{FF2B5EF4-FFF2-40B4-BE49-F238E27FC236}">
                    <a16:creationId xmlns:a16="http://schemas.microsoft.com/office/drawing/2014/main" id="{CA9EDACF-BFFC-EA94-5835-674B60E098D8}"/>
                  </a:ext>
                </a:extLst>
              </p:cNvPr>
              <p:cNvSpPr/>
              <p:nvPr/>
            </p:nvSpPr>
            <p:spPr>
              <a:xfrm>
                <a:off x="5457155" y="3702630"/>
                <a:ext cx="614581" cy="241734"/>
              </a:xfrm>
              <a:custGeom>
                <a:avLst/>
                <a:gdLst>
                  <a:gd name="csX0" fmla="*/ 6501 w 614581"/>
                  <a:gd name="csY0" fmla="*/ 1 h 241734"/>
                  <a:gd name="csX1" fmla="*/ 607930 w 614581"/>
                  <a:gd name="csY1" fmla="*/ 14079 h 241734"/>
                  <a:gd name="csX2" fmla="*/ 614582 w 614581"/>
                  <a:gd name="csY2" fmla="*/ 241735 h 241734"/>
                  <a:gd name="csX3" fmla="*/ 1 w 614581"/>
                  <a:gd name="csY3" fmla="*/ 236655 h 241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4581" h="241734">
                    <a:moveTo>
                      <a:pt x="6501" y="1"/>
                    </a:moveTo>
                    <a:lnTo>
                      <a:pt x="607930" y="14079"/>
                    </a:lnTo>
                    <a:lnTo>
                      <a:pt x="614582" y="241735"/>
                    </a:lnTo>
                    <a:lnTo>
                      <a:pt x="1" y="236655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88" name="شكل حر: شكل 139">
                <a:extLst>
                  <a:ext uri="{FF2B5EF4-FFF2-40B4-BE49-F238E27FC236}">
                    <a16:creationId xmlns:a16="http://schemas.microsoft.com/office/drawing/2014/main" id="{F0C15377-2399-ECD7-AEE6-2F3F301120BC}"/>
                  </a:ext>
                </a:extLst>
              </p:cNvPr>
              <p:cNvSpPr/>
              <p:nvPr/>
            </p:nvSpPr>
            <p:spPr>
              <a:xfrm>
                <a:off x="5460212" y="3702772"/>
                <a:ext cx="606534" cy="229274"/>
              </a:xfrm>
              <a:custGeom>
                <a:avLst/>
                <a:gdLst>
                  <a:gd name="csX0" fmla="*/ 874 w 606534"/>
                  <a:gd name="csY0" fmla="*/ 10599 h 229274"/>
                  <a:gd name="csX1" fmla="*/ 605554 w 606534"/>
                  <a:gd name="csY1" fmla="*/ 10599 h 229274"/>
                  <a:gd name="csX2" fmla="*/ 874 w 606534"/>
                  <a:gd name="csY2" fmla="*/ 10599 h 229274"/>
                  <a:gd name="csX3" fmla="*/ 605554 w 606534"/>
                  <a:gd name="csY3" fmla="*/ 10599 h 229274"/>
                  <a:gd name="csX4" fmla="*/ 605554 w 606534"/>
                  <a:gd name="csY4" fmla="*/ 10599 h 229274"/>
                  <a:gd name="csX5" fmla="*/ 605554 w 606534"/>
                  <a:gd name="csY5" fmla="*/ 228312 h 229274"/>
                  <a:gd name="csX6" fmla="*/ 605554 w 606534"/>
                  <a:gd name="csY6" fmla="*/ 10599 h 229274"/>
                  <a:gd name="csX7" fmla="*/ 605554 w 606534"/>
                  <a:gd name="csY7" fmla="*/ 228312 h 229274"/>
                  <a:gd name="csX8" fmla="*/ 605554 w 606534"/>
                  <a:gd name="csY8" fmla="*/ 228312 h 229274"/>
                  <a:gd name="csX9" fmla="*/ 874 w 606534"/>
                  <a:gd name="csY9" fmla="*/ 228312 h 229274"/>
                  <a:gd name="csX10" fmla="*/ 605554 w 606534"/>
                  <a:gd name="csY10" fmla="*/ 228312 h 229274"/>
                  <a:gd name="csX11" fmla="*/ 874 w 606534"/>
                  <a:gd name="csY11" fmla="*/ 228312 h 229274"/>
                  <a:gd name="csX12" fmla="*/ 874 w 606534"/>
                  <a:gd name="csY12" fmla="*/ 228312 h 229274"/>
                  <a:gd name="csX13" fmla="*/ 874 w 606534"/>
                  <a:gd name="csY13" fmla="*/ 10599 h 229274"/>
                  <a:gd name="csX14" fmla="*/ 874 w 606534"/>
                  <a:gd name="csY14" fmla="*/ 228312 h 229274"/>
                  <a:gd name="csX15" fmla="*/ 874 w 606534"/>
                  <a:gd name="csY15" fmla="*/ 10599 h 229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06534" h="229274">
                    <a:moveTo>
                      <a:pt x="874" y="10599"/>
                    </a:moveTo>
                    <a:cubicBezTo>
                      <a:pt x="197319" y="-6963"/>
                      <a:pt x="386584" y="366"/>
                      <a:pt x="605554" y="10599"/>
                    </a:cubicBezTo>
                    <a:moveTo>
                      <a:pt x="874" y="10599"/>
                    </a:moveTo>
                    <a:cubicBezTo>
                      <a:pt x="184772" y="13139"/>
                      <a:pt x="354611" y="12558"/>
                      <a:pt x="605554" y="10599"/>
                    </a:cubicBezTo>
                    <a:moveTo>
                      <a:pt x="605554" y="10599"/>
                    </a:moveTo>
                    <a:cubicBezTo>
                      <a:pt x="609484" y="82372"/>
                      <a:pt x="599960" y="136945"/>
                      <a:pt x="605554" y="228312"/>
                    </a:cubicBezTo>
                    <a:moveTo>
                      <a:pt x="605554" y="10599"/>
                    </a:moveTo>
                    <a:cubicBezTo>
                      <a:pt x="607065" y="66987"/>
                      <a:pt x="602908" y="126495"/>
                      <a:pt x="605554" y="228312"/>
                    </a:cubicBezTo>
                    <a:moveTo>
                      <a:pt x="605554" y="228312"/>
                    </a:moveTo>
                    <a:cubicBezTo>
                      <a:pt x="469047" y="222869"/>
                      <a:pt x="349321" y="232158"/>
                      <a:pt x="874" y="228312"/>
                    </a:cubicBezTo>
                    <a:moveTo>
                      <a:pt x="605554" y="228312"/>
                    </a:moveTo>
                    <a:cubicBezTo>
                      <a:pt x="435412" y="227659"/>
                      <a:pt x="264363" y="223740"/>
                      <a:pt x="874" y="228312"/>
                    </a:cubicBezTo>
                    <a:moveTo>
                      <a:pt x="874" y="228312"/>
                    </a:moveTo>
                    <a:cubicBezTo>
                      <a:pt x="8130" y="155814"/>
                      <a:pt x="2537" y="77800"/>
                      <a:pt x="874" y="10599"/>
                    </a:cubicBezTo>
                    <a:moveTo>
                      <a:pt x="874" y="228312"/>
                    </a:moveTo>
                    <a:cubicBezTo>
                      <a:pt x="-1091" y="153854"/>
                      <a:pt x="874" y="66696"/>
                      <a:pt x="874" y="10599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85" name="صورة 140">
              <a:extLst>
                <a:ext uri="{FF2B5EF4-FFF2-40B4-BE49-F238E27FC236}">
                  <a16:creationId xmlns:a16="http://schemas.microsoft.com/office/drawing/2014/main" id="{2BEBD8DA-7085-A684-11F2-09639AAA3A10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464865" y="3771427"/>
              <a:ext cx="589562" cy="123370"/>
            </a:xfrm>
            <a:custGeom>
              <a:avLst/>
              <a:gdLst>
                <a:gd name="csX0" fmla="*/ 0 w 589562"/>
                <a:gd name="csY0" fmla="*/ 0 h 123370"/>
                <a:gd name="csX1" fmla="*/ 589563 w 589562"/>
                <a:gd name="csY1" fmla="*/ 0 h 123370"/>
                <a:gd name="csX2" fmla="*/ 589563 w 589562"/>
                <a:gd name="csY2" fmla="*/ 123371 h 123370"/>
                <a:gd name="csX3" fmla="*/ 0 w 58956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9562" h="123370">
                  <a:moveTo>
                    <a:pt x="0" y="0"/>
                  </a:moveTo>
                  <a:lnTo>
                    <a:pt x="589563" y="0"/>
                  </a:lnTo>
                  <a:lnTo>
                    <a:pt x="58956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789" name="!!رسم 9">
            <a:extLst>
              <a:ext uri="{FF2B5EF4-FFF2-40B4-BE49-F238E27FC236}">
                <a16:creationId xmlns:a16="http://schemas.microsoft.com/office/drawing/2014/main" id="{2F42D0A2-F95D-42FE-192E-B6464CC65010}"/>
              </a:ext>
            </a:extLst>
          </p:cNvPr>
          <p:cNvGrpSpPr/>
          <p:nvPr/>
        </p:nvGrpSpPr>
        <p:grpSpPr>
          <a:xfrm>
            <a:off x="3342885" y="5092296"/>
            <a:ext cx="1050630" cy="365612"/>
            <a:chOff x="6065765" y="5103106"/>
            <a:chExt cx="1050630" cy="365612"/>
          </a:xfrm>
        </p:grpSpPr>
        <p:grpSp>
          <p:nvGrpSpPr>
            <p:cNvPr id="1790" name="رسم 9">
              <a:extLst>
                <a:ext uri="{FF2B5EF4-FFF2-40B4-BE49-F238E27FC236}">
                  <a16:creationId xmlns:a16="http://schemas.microsoft.com/office/drawing/2014/main" id="{36061FEF-9CB8-C964-5212-5DDFF4597B69}"/>
                </a:ext>
              </a:extLst>
            </p:cNvPr>
            <p:cNvGrpSpPr/>
            <p:nvPr/>
          </p:nvGrpSpPr>
          <p:grpSpPr>
            <a:xfrm>
              <a:off x="6065765" y="5146629"/>
              <a:ext cx="782304" cy="322089"/>
              <a:chOff x="6065765" y="5146629"/>
              <a:chExt cx="782304" cy="322089"/>
            </a:xfrm>
          </p:grpSpPr>
          <p:sp>
            <p:nvSpPr>
              <p:cNvPr id="1792" name="شكل حر: شكل 143">
                <a:extLst>
                  <a:ext uri="{FF2B5EF4-FFF2-40B4-BE49-F238E27FC236}">
                    <a16:creationId xmlns:a16="http://schemas.microsoft.com/office/drawing/2014/main" id="{41E552BB-F3B0-C874-F7A2-2AA955602A89}"/>
                  </a:ext>
                </a:extLst>
              </p:cNvPr>
              <p:cNvSpPr/>
              <p:nvPr/>
            </p:nvSpPr>
            <p:spPr>
              <a:xfrm>
                <a:off x="6065765" y="5150277"/>
                <a:ext cx="755849" cy="280341"/>
              </a:xfrm>
              <a:custGeom>
                <a:avLst/>
                <a:gdLst>
                  <a:gd name="csX0" fmla="*/ 1 w 755849"/>
                  <a:gd name="csY0" fmla="*/ 1 h 280341"/>
                  <a:gd name="csX1" fmla="*/ 755850 w 755849"/>
                  <a:gd name="csY1" fmla="*/ 1 h 280341"/>
                  <a:gd name="csX2" fmla="*/ 755850 w 755849"/>
                  <a:gd name="csY2" fmla="*/ 280342 h 280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55849" h="280341">
                    <a:moveTo>
                      <a:pt x="1" y="1"/>
                    </a:moveTo>
                    <a:lnTo>
                      <a:pt x="755850" y="1"/>
                    </a:lnTo>
                    <a:lnTo>
                      <a:pt x="755850" y="28034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3" name="شكل حر: شكل 144">
                <a:extLst>
                  <a:ext uri="{FF2B5EF4-FFF2-40B4-BE49-F238E27FC236}">
                    <a16:creationId xmlns:a16="http://schemas.microsoft.com/office/drawing/2014/main" id="{07B465D7-3E8B-019B-DEA9-974F84A43634}"/>
                  </a:ext>
                </a:extLst>
              </p:cNvPr>
              <p:cNvSpPr/>
              <p:nvPr/>
            </p:nvSpPr>
            <p:spPr>
              <a:xfrm>
                <a:off x="679516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4" name="شكل حر: شكل 145">
                <a:extLst>
                  <a:ext uri="{FF2B5EF4-FFF2-40B4-BE49-F238E27FC236}">
                    <a16:creationId xmlns:a16="http://schemas.microsoft.com/office/drawing/2014/main" id="{B147C299-0848-BC84-7ADC-5345FA6A7CB3}"/>
                  </a:ext>
                </a:extLst>
              </p:cNvPr>
              <p:cNvSpPr/>
              <p:nvPr/>
            </p:nvSpPr>
            <p:spPr>
              <a:xfrm>
                <a:off x="6065765" y="5146629"/>
                <a:ext cx="760907" cy="283989"/>
              </a:xfrm>
              <a:custGeom>
                <a:avLst/>
                <a:gdLst>
                  <a:gd name="csX0" fmla="*/ 1 w 760907"/>
                  <a:gd name="csY0" fmla="*/ 3649 h 283989"/>
                  <a:gd name="csX1" fmla="*/ 755850 w 760907"/>
                  <a:gd name="csY1" fmla="*/ 3649 h 283989"/>
                  <a:gd name="csX2" fmla="*/ 1 w 760907"/>
                  <a:gd name="csY2" fmla="*/ 3649 h 283989"/>
                  <a:gd name="csX3" fmla="*/ 755850 w 760907"/>
                  <a:gd name="csY3" fmla="*/ 3649 h 283989"/>
                  <a:gd name="csX4" fmla="*/ 755850 w 760907"/>
                  <a:gd name="csY4" fmla="*/ 3649 h 283989"/>
                  <a:gd name="csX5" fmla="*/ 755850 w 760907"/>
                  <a:gd name="csY5" fmla="*/ 283991 h 283989"/>
                  <a:gd name="csX6" fmla="*/ 755850 w 760907"/>
                  <a:gd name="csY6" fmla="*/ 3649 h 283989"/>
                  <a:gd name="csX7" fmla="*/ 755850 w 760907"/>
                  <a:gd name="csY7" fmla="*/ 283991 h 283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760907" h="283989">
                    <a:moveTo>
                      <a:pt x="1" y="3649"/>
                    </a:moveTo>
                    <a:cubicBezTo>
                      <a:pt x="236279" y="12430"/>
                      <a:pt x="495384" y="-7890"/>
                      <a:pt x="755850" y="3649"/>
                    </a:cubicBezTo>
                    <a:moveTo>
                      <a:pt x="1" y="3649"/>
                    </a:moveTo>
                    <a:cubicBezTo>
                      <a:pt x="276642" y="17147"/>
                      <a:pt x="557213" y="10906"/>
                      <a:pt x="755850" y="3649"/>
                    </a:cubicBezTo>
                    <a:moveTo>
                      <a:pt x="755850" y="3649"/>
                    </a:moveTo>
                    <a:cubicBezTo>
                      <a:pt x="755321" y="89645"/>
                      <a:pt x="767490" y="191100"/>
                      <a:pt x="755850" y="283991"/>
                    </a:cubicBezTo>
                    <a:moveTo>
                      <a:pt x="755850" y="3649"/>
                    </a:moveTo>
                    <a:cubicBezTo>
                      <a:pt x="752449" y="68672"/>
                      <a:pt x="755094" y="136816"/>
                      <a:pt x="755850" y="28399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5" name="شكل حر: شكل 146">
                <a:extLst>
                  <a:ext uri="{FF2B5EF4-FFF2-40B4-BE49-F238E27FC236}">
                    <a16:creationId xmlns:a16="http://schemas.microsoft.com/office/drawing/2014/main" id="{7FD7A7B0-3F2B-7EC9-1A95-E405B0E8AF41}"/>
                  </a:ext>
                </a:extLst>
              </p:cNvPr>
              <p:cNvSpPr/>
              <p:nvPr/>
            </p:nvSpPr>
            <p:spPr>
              <a:xfrm>
                <a:off x="679516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5972" y="23731"/>
                      <a:pt x="7181" y="6096"/>
                      <a:pt x="1" y="1"/>
                    </a:cubicBezTo>
                    <a:cubicBezTo>
                      <a:pt x="1512" y="7766"/>
                      <a:pt x="10431" y="5733"/>
                      <a:pt x="26455" y="12700"/>
                    </a:cubicBezTo>
                    <a:cubicBezTo>
                      <a:pt x="36055" y="5153"/>
                      <a:pt x="36584" y="1887"/>
                      <a:pt x="52910" y="1"/>
                    </a:cubicBezTo>
                    <a:cubicBezTo>
                      <a:pt x="46788" y="25400"/>
                      <a:pt x="24717" y="38100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96" name="شكل حر: شكل 147">
                <a:extLst>
                  <a:ext uri="{FF2B5EF4-FFF2-40B4-BE49-F238E27FC236}">
                    <a16:creationId xmlns:a16="http://schemas.microsoft.com/office/drawing/2014/main" id="{8109CD04-F8E6-E46E-7EBE-F10B7697F4EB}"/>
                  </a:ext>
                </a:extLst>
              </p:cNvPr>
              <p:cNvSpPr/>
              <p:nvPr/>
            </p:nvSpPr>
            <p:spPr>
              <a:xfrm>
                <a:off x="679516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5420" y="37592"/>
                      <a:pt x="13455" y="13353"/>
                      <a:pt x="1" y="1"/>
                    </a:cubicBezTo>
                    <a:moveTo>
                      <a:pt x="26455" y="50800"/>
                    </a:moveTo>
                    <a:cubicBezTo>
                      <a:pt x="17385" y="34762"/>
                      <a:pt x="9297" y="13717"/>
                      <a:pt x="1" y="1"/>
                    </a:cubicBezTo>
                    <a:moveTo>
                      <a:pt x="1" y="1"/>
                    </a:moveTo>
                    <a:cubicBezTo>
                      <a:pt x="8239" y="3484"/>
                      <a:pt x="18972" y="10015"/>
                      <a:pt x="26455" y="12700"/>
                    </a:cubicBezTo>
                    <a:moveTo>
                      <a:pt x="1" y="1"/>
                    </a:moveTo>
                    <a:cubicBezTo>
                      <a:pt x="5594" y="2250"/>
                      <a:pt x="12699" y="5081"/>
                      <a:pt x="26455" y="12700"/>
                    </a:cubicBezTo>
                    <a:moveTo>
                      <a:pt x="26455" y="12700"/>
                    </a:moveTo>
                    <a:cubicBezTo>
                      <a:pt x="38473" y="8419"/>
                      <a:pt x="45805" y="2032"/>
                      <a:pt x="52910" y="1"/>
                    </a:cubicBezTo>
                    <a:moveTo>
                      <a:pt x="26455" y="12700"/>
                    </a:moveTo>
                    <a:cubicBezTo>
                      <a:pt x="34619" y="9943"/>
                      <a:pt x="45200" y="3411"/>
                      <a:pt x="52910" y="1"/>
                    </a:cubicBezTo>
                    <a:moveTo>
                      <a:pt x="52910" y="1"/>
                    </a:moveTo>
                    <a:cubicBezTo>
                      <a:pt x="43915" y="11249"/>
                      <a:pt x="36584" y="25400"/>
                      <a:pt x="26455" y="50800"/>
                    </a:cubicBezTo>
                    <a:moveTo>
                      <a:pt x="52910" y="1"/>
                    </a:moveTo>
                    <a:cubicBezTo>
                      <a:pt x="45654" y="17200"/>
                      <a:pt x="38700" y="29102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91" name="صورة 148">
              <a:extLst>
                <a:ext uri="{FF2B5EF4-FFF2-40B4-BE49-F238E27FC236}">
                  <a16:creationId xmlns:a16="http://schemas.microsoft.com/office/drawing/2014/main" id="{0D3AAFAA-01AB-E1F6-FA27-0F7A35EDA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>
              <a:off x="6519275" y="5103106"/>
              <a:ext cx="597121" cy="114299"/>
            </a:xfrm>
            <a:custGeom>
              <a:avLst/>
              <a:gdLst>
                <a:gd name="csX0" fmla="*/ 0 w 597121"/>
                <a:gd name="csY0" fmla="*/ 0 h 114299"/>
                <a:gd name="csX1" fmla="*/ 597121 w 597121"/>
                <a:gd name="csY1" fmla="*/ 0 h 114299"/>
                <a:gd name="csX2" fmla="*/ 597121 w 597121"/>
                <a:gd name="csY2" fmla="*/ 114299 h 114299"/>
                <a:gd name="csX3" fmla="*/ 0 w 59712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7121" h="114299">
                  <a:moveTo>
                    <a:pt x="0" y="0"/>
                  </a:moveTo>
                  <a:lnTo>
                    <a:pt x="597121" y="0"/>
                  </a:lnTo>
                  <a:lnTo>
                    <a:pt x="59712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797" name="!!رسم 9">
            <a:extLst>
              <a:ext uri="{FF2B5EF4-FFF2-40B4-BE49-F238E27FC236}">
                <a16:creationId xmlns:a16="http://schemas.microsoft.com/office/drawing/2014/main" id="{07A8704E-42F4-F12E-1515-3AF4F3C277A9}"/>
              </a:ext>
            </a:extLst>
          </p:cNvPr>
          <p:cNvGrpSpPr/>
          <p:nvPr/>
        </p:nvGrpSpPr>
        <p:grpSpPr>
          <a:xfrm>
            <a:off x="3146822" y="4500842"/>
            <a:ext cx="1375112" cy="429983"/>
            <a:chOff x="5869702" y="4511652"/>
            <a:chExt cx="1375112" cy="429983"/>
          </a:xfrm>
        </p:grpSpPr>
        <p:grpSp>
          <p:nvGrpSpPr>
            <p:cNvPr id="1798" name="رسم 9">
              <a:extLst>
                <a:ext uri="{FF2B5EF4-FFF2-40B4-BE49-F238E27FC236}">
                  <a16:creationId xmlns:a16="http://schemas.microsoft.com/office/drawing/2014/main" id="{C41E1594-01D2-56D1-6CAD-550C6D4B32DE}"/>
                </a:ext>
              </a:extLst>
            </p:cNvPr>
            <p:cNvGrpSpPr/>
            <p:nvPr/>
          </p:nvGrpSpPr>
          <p:grpSpPr>
            <a:xfrm>
              <a:off x="5869702" y="4511652"/>
              <a:ext cx="1375112" cy="372280"/>
              <a:chOff x="5869702" y="4511652"/>
              <a:chExt cx="1375112" cy="372280"/>
            </a:xfrm>
          </p:grpSpPr>
          <p:sp>
            <p:nvSpPr>
              <p:cNvPr id="1800" name="شكل حر: شكل 151">
                <a:extLst>
                  <a:ext uri="{FF2B5EF4-FFF2-40B4-BE49-F238E27FC236}">
                    <a16:creationId xmlns:a16="http://schemas.microsoft.com/office/drawing/2014/main" id="{630E542B-F3AA-7CD1-5322-398205BE959C}"/>
                  </a:ext>
                </a:extLst>
              </p:cNvPr>
              <p:cNvSpPr/>
              <p:nvPr/>
            </p:nvSpPr>
            <p:spPr>
              <a:xfrm>
                <a:off x="5876803" y="4511652"/>
                <a:ext cx="1341557" cy="362855"/>
              </a:xfrm>
              <a:custGeom>
                <a:avLst/>
                <a:gdLst>
                  <a:gd name="csX0" fmla="*/ 1 w 1341557"/>
                  <a:gd name="csY0" fmla="*/ 1 h 362855"/>
                  <a:gd name="csX1" fmla="*/ 454 w 1341557"/>
                  <a:gd name="csY1" fmla="*/ 362856 h 362855"/>
                  <a:gd name="csX2" fmla="*/ 1341407 w 1341557"/>
                  <a:gd name="csY2" fmla="*/ 362856 h 362855"/>
                  <a:gd name="csX3" fmla="*/ 1341558 w 1341557"/>
                  <a:gd name="csY3" fmla="*/ 191370 h 3628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41557" h="362855">
                    <a:moveTo>
                      <a:pt x="1" y="1"/>
                    </a:moveTo>
                    <a:lnTo>
                      <a:pt x="454" y="362856"/>
                    </a:lnTo>
                    <a:lnTo>
                      <a:pt x="1341407" y="362856"/>
                    </a:lnTo>
                    <a:lnTo>
                      <a:pt x="1341558" y="1913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1" name="شكل حر: شكل 152">
                <a:extLst>
                  <a:ext uri="{FF2B5EF4-FFF2-40B4-BE49-F238E27FC236}">
                    <a16:creationId xmlns:a16="http://schemas.microsoft.com/office/drawing/2014/main" id="{BC0834CE-CC51-A634-A6F4-4A6440758E3A}"/>
                  </a:ext>
                </a:extLst>
              </p:cNvPr>
              <p:cNvSpPr/>
              <p:nvPr/>
            </p:nvSpPr>
            <p:spPr>
              <a:xfrm>
                <a:off x="7191905" y="4664922"/>
                <a:ext cx="52909" cy="50799"/>
              </a:xfrm>
              <a:custGeom>
                <a:avLst/>
                <a:gdLst>
                  <a:gd name="csX0" fmla="*/ 26531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728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531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728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2" name="شكل حر: شكل 153">
                <a:extLst>
                  <a:ext uri="{FF2B5EF4-FFF2-40B4-BE49-F238E27FC236}">
                    <a16:creationId xmlns:a16="http://schemas.microsoft.com/office/drawing/2014/main" id="{B42DA80C-726E-CFC6-29C6-40F4CC40E76D}"/>
                  </a:ext>
                </a:extLst>
              </p:cNvPr>
              <p:cNvSpPr/>
              <p:nvPr/>
            </p:nvSpPr>
            <p:spPr>
              <a:xfrm>
                <a:off x="5869702" y="4511652"/>
                <a:ext cx="1354991" cy="372280"/>
              </a:xfrm>
              <a:custGeom>
                <a:avLst/>
                <a:gdLst>
                  <a:gd name="csX0" fmla="*/ 7101 w 1354991"/>
                  <a:gd name="csY0" fmla="*/ 1 h 372280"/>
                  <a:gd name="csX1" fmla="*/ 7554 w 1354991"/>
                  <a:gd name="csY1" fmla="*/ 362856 h 372280"/>
                  <a:gd name="csX2" fmla="*/ 7101 w 1354991"/>
                  <a:gd name="csY2" fmla="*/ 1 h 372280"/>
                  <a:gd name="csX3" fmla="*/ 7554 w 1354991"/>
                  <a:gd name="csY3" fmla="*/ 362856 h 372280"/>
                  <a:gd name="csX4" fmla="*/ 7554 w 1354991"/>
                  <a:gd name="csY4" fmla="*/ 362856 h 372280"/>
                  <a:gd name="csX5" fmla="*/ 1348507 w 1354991"/>
                  <a:gd name="csY5" fmla="*/ 362856 h 372280"/>
                  <a:gd name="csX6" fmla="*/ 7554 w 1354991"/>
                  <a:gd name="csY6" fmla="*/ 362856 h 372280"/>
                  <a:gd name="csX7" fmla="*/ 1348507 w 1354991"/>
                  <a:gd name="csY7" fmla="*/ 362856 h 372280"/>
                  <a:gd name="csX8" fmla="*/ 1348507 w 1354991"/>
                  <a:gd name="csY8" fmla="*/ 362856 h 372280"/>
                  <a:gd name="csX9" fmla="*/ 1348658 w 1354991"/>
                  <a:gd name="csY9" fmla="*/ 191370 h 372280"/>
                  <a:gd name="csX10" fmla="*/ 1348507 w 1354991"/>
                  <a:gd name="csY10" fmla="*/ 362856 h 372280"/>
                  <a:gd name="csX11" fmla="*/ 1348658 w 1354991"/>
                  <a:gd name="csY11" fmla="*/ 191370 h 3722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354991" h="372280">
                    <a:moveTo>
                      <a:pt x="7101" y="1"/>
                    </a:moveTo>
                    <a:cubicBezTo>
                      <a:pt x="-5976" y="116767"/>
                      <a:pt x="1961" y="243404"/>
                      <a:pt x="7554" y="362856"/>
                    </a:cubicBezTo>
                    <a:moveTo>
                      <a:pt x="7101" y="1"/>
                    </a:moveTo>
                    <a:cubicBezTo>
                      <a:pt x="-1516" y="80337"/>
                      <a:pt x="-458" y="169236"/>
                      <a:pt x="7554" y="362856"/>
                    </a:cubicBezTo>
                    <a:moveTo>
                      <a:pt x="7554" y="362856"/>
                    </a:moveTo>
                    <a:cubicBezTo>
                      <a:pt x="475954" y="385643"/>
                      <a:pt x="951535" y="359517"/>
                      <a:pt x="1348507" y="362856"/>
                    </a:cubicBezTo>
                    <a:moveTo>
                      <a:pt x="7554" y="362856"/>
                    </a:moveTo>
                    <a:cubicBezTo>
                      <a:pt x="312917" y="352623"/>
                      <a:pt x="609059" y="363654"/>
                      <a:pt x="1348507" y="362856"/>
                    </a:cubicBezTo>
                    <a:moveTo>
                      <a:pt x="1348507" y="362856"/>
                    </a:moveTo>
                    <a:cubicBezTo>
                      <a:pt x="1355461" y="317209"/>
                      <a:pt x="1358635" y="263216"/>
                      <a:pt x="1348658" y="191370"/>
                    </a:cubicBezTo>
                    <a:moveTo>
                      <a:pt x="1348507" y="362856"/>
                    </a:moveTo>
                    <a:cubicBezTo>
                      <a:pt x="1356444" y="306831"/>
                      <a:pt x="1343972" y="238106"/>
                      <a:pt x="1348658" y="1913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3" name="شكل حر: شكل 154">
                <a:extLst>
                  <a:ext uri="{FF2B5EF4-FFF2-40B4-BE49-F238E27FC236}">
                    <a16:creationId xmlns:a16="http://schemas.microsoft.com/office/drawing/2014/main" id="{2F7A3BC6-8058-6B58-39C3-6E40ABF5F927}"/>
                  </a:ext>
                </a:extLst>
              </p:cNvPr>
              <p:cNvSpPr/>
              <p:nvPr/>
            </p:nvSpPr>
            <p:spPr>
              <a:xfrm>
                <a:off x="7191905" y="4664922"/>
                <a:ext cx="52909" cy="50799"/>
              </a:xfrm>
              <a:custGeom>
                <a:avLst/>
                <a:gdLst>
                  <a:gd name="csX0" fmla="*/ 26531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728 h 50799"/>
                  <a:gd name="csX4" fmla="*/ 26531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531" y="1"/>
                    </a:moveTo>
                    <a:cubicBezTo>
                      <a:pt x="32578" y="15894"/>
                      <a:pt x="34316" y="20538"/>
                      <a:pt x="52910" y="50800"/>
                    </a:cubicBezTo>
                    <a:cubicBezTo>
                      <a:pt x="43008" y="49711"/>
                      <a:pt x="36130" y="44559"/>
                      <a:pt x="26455" y="38100"/>
                    </a:cubicBezTo>
                    <a:cubicBezTo>
                      <a:pt x="12926" y="43761"/>
                      <a:pt x="10733" y="44705"/>
                      <a:pt x="1" y="50728"/>
                    </a:cubicBezTo>
                    <a:cubicBezTo>
                      <a:pt x="2193" y="41439"/>
                      <a:pt x="8919" y="23005"/>
                      <a:pt x="26531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4" name="شكل حر: شكل 155">
                <a:extLst>
                  <a:ext uri="{FF2B5EF4-FFF2-40B4-BE49-F238E27FC236}">
                    <a16:creationId xmlns:a16="http://schemas.microsoft.com/office/drawing/2014/main" id="{5E709C20-14F6-F53F-16FA-A5AA4053237B}"/>
                  </a:ext>
                </a:extLst>
              </p:cNvPr>
              <p:cNvSpPr/>
              <p:nvPr/>
            </p:nvSpPr>
            <p:spPr>
              <a:xfrm>
                <a:off x="7191905" y="4664922"/>
                <a:ext cx="52909" cy="50799"/>
              </a:xfrm>
              <a:custGeom>
                <a:avLst/>
                <a:gdLst>
                  <a:gd name="csX0" fmla="*/ 26531 w 52909"/>
                  <a:gd name="csY0" fmla="*/ 1 h 50799"/>
                  <a:gd name="csX1" fmla="*/ 52910 w 52909"/>
                  <a:gd name="csY1" fmla="*/ 50800 h 50799"/>
                  <a:gd name="csX2" fmla="*/ 26531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728 h 50799"/>
                  <a:gd name="csX10" fmla="*/ 26455 w 52909"/>
                  <a:gd name="csY10" fmla="*/ 38100 h 50799"/>
                  <a:gd name="csX11" fmla="*/ 1 w 52909"/>
                  <a:gd name="csY11" fmla="*/ 50728 h 50799"/>
                  <a:gd name="csX12" fmla="*/ 1 w 52909"/>
                  <a:gd name="csY12" fmla="*/ 50728 h 50799"/>
                  <a:gd name="csX13" fmla="*/ 26531 w 52909"/>
                  <a:gd name="csY13" fmla="*/ 1 h 50799"/>
                  <a:gd name="csX14" fmla="*/ 1 w 52909"/>
                  <a:gd name="csY14" fmla="*/ 50728 h 50799"/>
                  <a:gd name="csX15" fmla="*/ 26531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531" y="1"/>
                    </a:moveTo>
                    <a:cubicBezTo>
                      <a:pt x="29403" y="16692"/>
                      <a:pt x="40967" y="36939"/>
                      <a:pt x="52910" y="50800"/>
                    </a:cubicBezTo>
                    <a:moveTo>
                      <a:pt x="26531" y="1"/>
                    </a:moveTo>
                    <a:cubicBezTo>
                      <a:pt x="30083" y="9870"/>
                      <a:pt x="36735" y="22933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8696"/>
                      <a:pt x="34316" y="39116"/>
                      <a:pt x="26455" y="38100"/>
                    </a:cubicBezTo>
                    <a:moveTo>
                      <a:pt x="52910" y="50800"/>
                    </a:moveTo>
                    <a:cubicBezTo>
                      <a:pt x="47544" y="46664"/>
                      <a:pt x="40439" y="46011"/>
                      <a:pt x="26455" y="38100"/>
                    </a:cubicBezTo>
                    <a:moveTo>
                      <a:pt x="26455" y="38100"/>
                    </a:moveTo>
                    <a:cubicBezTo>
                      <a:pt x="19350" y="44341"/>
                      <a:pt x="11338" y="48913"/>
                      <a:pt x="1" y="50728"/>
                    </a:cubicBezTo>
                    <a:moveTo>
                      <a:pt x="26455" y="38100"/>
                    </a:moveTo>
                    <a:cubicBezTo>
                      <a:pt x="17990" y="43979"/>
                      <a:pt x="5745" y="47534"/>
                      <a:pt x="1" y="50728"/>
                    </a:cubicBezTo>
                    <a:moveTo>
                      <a:pt x="1" y="50728"/>
                    </a:moveTo>
                    <a:cubicBezTo>
                      <a:pt x="15949" y="28739"/>
                      <a:pt x="15495" y="15168"/>
                      <a:pt x="26531" y="1"/>
                    </a:cubicBezTo>
                    <a:moveTo>
                      <a:pt x="1" y="50728"/>
                    </a:moveTo>
                    <a:cubicBezTo>
                      <a:pt x="4233" y="38318"/>
                      <a:pt x="13001" y="26344"/>
                      <a:pt x="26531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799" name="صورة 156">
              <a:extLst>
                <a:ext uri="{FF2B5EF4-FFF2-40B4-BE49-F238E27FC236}">
                  <a16:creationId xmlns:a16="http://schemas.microsoft.com/office/drawing/2014/main" id="{616F254F-7F14-6322-411E-F6264DE9F084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6258507" y="4827336"/>
              <a:ext cx="408158" cy="114299"/>
            </a:xfrm>
            <a:custGeom>
              <a:avLst/>
              <a:gdLst>
                <a:gd name="csX0" fmla="*/ 0 w 408158"/>
                <a:gd name="csY0" fmla="*/ 0 h 114299"/>
                <a:gd name="csX1" fmla="*/ 408159 w 408158"/>
                <a:gd name="csY1" fmla="*/ 0 h 114299"/>
                <a:gd name="csX2" fmla="*/ 408159 w 408158"/>
                <a:gd name="csY2" fmla="*/ 114299 h 114299"/>
                <a:gd name="csX3" fmla="*/ 0 w 40815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08158" h="114299">
                  <a:moveTo>
                    <a:pt x="0" y="0"/>
                  </a:moveTo>
                  <a:lnTo>
                    <a:pt x="408159" y="0"/>
                  </a:lnTo>
                  <a:lnTo>
                    <a:pt x="408159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05" name="!!رسم 9">
            <a:extLst>
              <a:ext uri="{FF2B5EF4-FFF2-40B4-BE49-F238E27FC236}">
                <a16:creationId xmlns:a16="http://schemas.microsoft.com/office/drawing/2014/main" id="{7922B8D2-874D-66A3-A001-BCE488B6082A}"/>
              </a:ext>
            </a:extLst>
          </p:cNvPr>
          <p:cNvGrpSpPr/>
          <p:nvPr/>
        </p:nvGrpSpPr>
        <p:grpSpPr>
          <a:xfrm>
            <a:off x="2573884" y="4918140"/>
            <a:ext cx="770890" cy="304129"/>
            <a:chOff x="5296764" y="4928950"/>
            <a:chExt cx="770890" cy="304129"/>
          </a:xfrm>
        </p:grpSpPr>
        <p:grpSp>
          <p:nvGrpSpPr>
            <p:cNvPr id="1806" name="رسم 9">
              <a:extLst>
                <a:ext uri="{FF2B5EF4-FFF2-40B4-BE49-F238E27FC236}">
                  <a16:creationId xmlns:a16="http://schemas.microsoft.com/office/drawing/2014/main" id="{CB9B5A4A-0193-F3D3-B39F-3046CEFC2A14}"/>
                </a:ext>
              </a:extLst>
            </p:cNvPr>
            <p:cNvGrpSpPr/>
            <p:nvPr/>
          </p:nvGrpSpPr>
          <p:grpSpPr>
            <a:xfrm>
              <a:off x="5296764" y="4928950"/>
              <a:ext cx="770890" cy="304129"/>
              <a:chOff x="5296764" y="4928950"/>
              <a:chExt cx="770890" cy="304129"/>
            </a:xfrm>
          </p:grpSpPr>
          <p:sp>
            <p:nvSpPr>
              <p:cNvPr id="1808" name="مستطيل 159">
                <a:extLst>
                  <a:ext uri="{FF2B5EF4-FFF2-40B4-BE49-F238E27FC236}">
                    <a16:creationId xmlns:a16="http://schemas.microsoft.com/office/drawing/2014/main" id="{A918CEC7-D210-3545-DA0F-A5455F90D00D}"/>
                  </a:ext>
                </a:extLst>
              </p:cNvPr>
              <p:cNvSpPr/>
              <p:nvPr/>
            </p:nvSpPr>
            <p:spPr>
              <a:xfrm>
                <a:off x="5309915" y="4932564"/>
                <a:ext cx="755849" cy="290284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09" name="شكل حر: شكل 160">
                <a:extLst>
                  <a:ext uri="{FF2B5EF4-FFF2-40B4-BE49-F238E27FC236}">
                    <a16:creationId xmlns:a16="http://schemas.microsoft.com/office/drawing/2014/main" id="{B07362FF-B1B0-B5B8-2BD8-F159D91C2D36}"/>
                  </a:ext>
                </a:extLst>
              </p:cNvPr>
              <p:cNvSpPr/>
              <p:nvPr/>
            </p:nvSpPr>
            <p:spPr>
              <a:xfrm>
                <a:off x="5296764" y="4941345"/>
                <a:ext cx="770890" cy="291735"/>
              </a:xfrm>
              <a:custGeom>
                <a:avLst/>
                <a:gdLst>
                  <a:gd name="csX0" fmla="*/ 20106 w 770890"/>
                  <a:gd name="csY0" fmla="*/ 1 h 291735"/>
                  <a:gd name="csX1" fmla="*/ 770891 w 770890"/>
                  <a:gd name="csY1" fmla="*/ 2830 h 291735"/>
                  <a:gd name="csX2" fmla="*/ 755926 w 770890"/>
                  <a:gd name="csY2" fmla="*/ 291736 h 291735"/>
                  <a:gd name="csX3" fmla="*/ 1 w 770890"/>
                  <a:gd name="csY3" fmla="*/ 274900 h 29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0890" h="291735">
                    <a:moveTo>
                      <a:pt x="20106" y="1"/>
                    </a:moveTo>
                    <a:lnTo>
                      <a:pt x="770891" y="2830"/>
                    </a:lnTo>
                    <a:lnTo>
                      <a:pt x="755926" y="291736"/>
                    </a:lnTo>
                    <a:lnTo>
                      <a:pt x="1" y="274900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0" name="شكل حر: شكل 161">
                <a:extLst>
                  <a:ext uri="{FF2B5EF4-FFF2-40B4-BE49-F238E27FC236}">
                    <a16:creationId xmlns:a16="http://schemas.microsoft.com/office/drawing/2014/main" id="{33E9CE13-DDEE-6EDB-23E5-9A8A7B183C78}"/>
                  </a:ext>
                </a:extLst>
              </p:cNvPr>
              <p:cNvSpPr/>
              <p:nvPr/>
            </p:nvSpPr>
            <p:spPr>
              <a:xfrm>
                <a:off x="5309915" y="4928950"/>
                <a:ext cx="755849" cy="296097"/>
              </a:xfrm>
              <a:custGeom>
                <a:avLst/>
                <a:gdLst>
                  <a:gd name="csX0" fmla="*/ 1 w 755849"/>
                  <a:gd name="csY0" fmla="*/ 3614 h 296097"/>
                  <a:gd name="csX1" fmla="*/ 755850 w 755849"/>
                  <a:gd name="csY1" fmla="*/ 3614 h 296097"/>
                  <a:gd name="csX2" fmla="*/ 1 w 755849"/>
                  <a:gd name="csY2" fmla="*/ 3614 h 296097"/>
                  <a:gd name="csX3" fmla="*/ 755850 w 755849"/>
                  <a:gd name="csY3" fmla="*/ 3614 h 296097"/>
                  <a:gd name="csX4" fmla="*/ 755850 w 755849"/>
                  <a:gd name="csY4" fmla="*/ 3614 h 296097"/>
                  <a:gd name="csX5" fmla="*/ 755850 w 755849"/>
                  <a:gd name="csY5" fmla="*/ 293898 h 296097"/>
                  <a:gd name="csX6" fmla="*/ 755850 w 755849"/>
                  <a:gd name="csY6" fmla="*/ 3614 h 296097"/>
                  <a:gd name="csX7" fmla="*/ 755850 w 755849"/>
                  <a:gd name="csY7" fmla="*/ 293898 h 296097"/>
                  <a:gd name="csX8" fmla="*/ 755850 w 755849"/>
                  <a:gd name="csY8" fmla="*/ 293898 h 296097"/>
                  <a:gd name="csX9" fmla="*/ 1 w 755849"/>
                  <a:gd name="csY9" fmla="*/ 293898 h 296097"/>
                  <a:gd name="csX10" fmla="*/ 755850 w 755849"/>
                  <a:gd name="csY10" fmla="*/ 293898 h 296097"/>
                  <a:gd name="csX11" fmla="*/ 1 w 755849"/>
                  <a:gd name="csY11" fmla="*/ 293898 h 296097"/>
                  <a:gd name="csX12" fmla="*/ 1 w 755849"/>
                  <a:gd name="csY12" fmla="*/ 293898 h 296097"/>
                  <a:gd name="csX13" fmla="*/ 1 w 755849"/>
                  <a:gd name="csY13" fmla="*/ 3614 h 296097"/>
                  <a:gd name="csX14" fmla="*/ 1 w 755849"/>
                  <a:gd name="csY14" fmla="*/ 293898 h 296097"/>
                  <a:gd name="csX15" fmla="*/ 1 w 755849"/>
                  <a:gd name="csY15" fmla="*/ 3614 h 2960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55849" h="296097">
                    <a:moveTo>
                      <a:pt x="1" y="3614"/>
                    </a:moveTo>
                    <a:cubicBezTo>
                      <a:pt x="249280" y="-5603"/>
                      <a:pt x="490547" y="6009"/>
                      <a:pt x="755850" y="3614"/>
                    </a:cubicBezTo>
                    <a:moveTo>
                      <a:pt x="1" y="3614"/>
                    </a:moveTo>
                    <a:cubicBezTo>
                      <a:pt x="237262" y="-3063"/>
                      <a:pt x="469081" y="8403"/>
                      <a:pt x="755850" y="3614"/>
                    </a:cubicBezTo>
                    <a:moveTo>
                      <a:pt x="755850" y="3614"/>
                    </a:moveTo>
                    <a:cubicBezTo>
                      <a:pt x="751315" y="115664"/>
                      <a:pt x="746251" y="221254"/>
                      <a:pt x="755850" y="293898"/>
                    </a:cubicBezTo>
                    <a:moveTo>
                      <a:pt x="755850" y="3614"/>
                    </a:moveTo>
                    <a:cubicBezTo>
                      <a:pt x="751013" y="67912"/>
                      <a:pt x="752071" y="121034"/>
                      <a:pt x="755850" y="293898"/>
                    </a:cubicBezTo>
                    <a:moveTo>
                      <a:pt x="755850" y="293898"/>
                    </a:moveTo>
                    <a:cubicBezTo>
                      <a:pt x="541038" y="288092"/>
                      <a:pt x="311033" y="301010"/>
                      <a:pt x="1" y="293898"/>
                    </a:cubicBezTo>
                    <a:moveTo>
                      <a:pt x="755850" y="293898"/>
                    </a:moveTo>
                    <a:cubicBezTo>
                      <a:pt x="598785" y="284754"/>
                      <a:pt x="435748" y="285625"/>
                      <a:pt x="1" y="293898"/>
                    </a:cubicBezTo>
                    <a:moveTo>
                      <a:pt x="1" y="293898"/>
                    </a:moveTo>
                    <a:cubicBezTo>
                      <a:pt x="4082" y="191791"/>
                      <a:pt x="10507" y="94981"/>
                      <a:pt x="1" y="3614"/>
                    </a:cubicBezTo>
                    <a:moveTo>
                      <a:pt x="1" y="293898"/>
                    </a:moveTo>
                    <a:cubicBezTo>
                      <a:pt x="907" y="233737"/>
                      <a:pt x="6576" y="173720"/>
                      <a:pt x="1" y="361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07" name="صورة 162">
              <a:extLst>
                <a:ext uri="{FF2B5EF4-FFF2-40B4-BE49-F238E27FC236}">
                  <a16:creationId xmlns:a16="http://schemas.microsoft.com/office/drawing/2014/main" id="{4A881683-EA4B-9C8A-0FD4-9FE4DD2E0B24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313695" y="4972478"/>
              <a:ext cx="740732" cy="232227"/>
            </a:xfrm>
            <a:custGeom>
              <a:avLst/>
              <a:gdLst>
                <a:gd name="csX0" fmla="*/ 0 w 740732"/>
                <a:gd name="csY0" fmla="*/ 0 h 232227"/>
                <a:gd name="csX1" fmla="*/ 740733 w 740732"/>
                <a:gd name="csY1" fmla="*/ 0 h 232227"/>
                <a:gd name="csX2" fmla="*/ 740733 w 740732"/>
                <a:gd name="csY2" fmla="*/ 232227 h 232227"/>
                <a:gd name="csX3" fmla="*/ 0 w 740732"/>
                <a:gd name="csY3" fmla="*/ 232227 h 232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0732" h="232227">
                  <a:moveTo>
                    <a:pt x="0" y="0"/>
                  </a:moveTo>
                  <a:lnTo>
                    <a:pt x="740733" y="0"/>
                  </a:lnTo>
                  <a:lnTo>
                    <a:pt x="740733" y="232227"/>
                  </a:lnTo>
                  <a:lnTo>
                    <a:pt x="0" y="232227"/>
                  </a:lnTo>
                  <a:close/>
                </a:path>
              </a:pathLst>
            </a:custGeom>
          </p:spPr>
        </p:pic>
      </p:grpSp>
      <p:grpSp>
        <p:nvGrpSpPr>
          <p:cNvPr id="1811" name="!!رسم 9">
            <a:extLst>
              <a:ext uri="{FF2B5EF4-FFF2-40B4-BE49-F238E27FC236}">
                <a16:creationId xmlns:a16="http://schemas.microsoft.com/office/drawing/2014/main" id="{62457637-4ED6-8600-7CD0-4467E6476A15}"/>
              </a:ext>
            </a:extLst>
          </p:cNvPr>
          <p:cNvGrpSpPr/>
          <p:nvPr/>
        </p:nvGrpSpPr>
        <p:grpSpPr>
          <a:xfrm>
            <a:off x="2043117" y="3731589"/>
            <a:ext cx="686622" cy="1785247"/>
            <a:chOff x="4765997" y="3742399"/>
            <a:chExt cx="686622" cy="1785247"/>
          </a:xfrm>
        </p:grpSpPr>
        <p:grpSp>
          <p:nvGrpSpPr>
            <p:cNvPr id="1812" name="رسم 9">
              <a:extLst>
                <a:ext uri="{FF2B5EF4-FFF2-40B4-BE49-F238E27FC236}">
                  <a16:creationId xmlns:a16="http://schemas.microsoft.com/office/drawing/2014/main" id="{1F4EDCDE-B80B-0A7B-EE75-C8E89C24E300}"/>
                </a:ext>
              </a:extLst>
            </p:cNvPr>
            <p:cNvGrpSpPr/>
            <p:nvPr/>
          </p:nvGrpSpPr>
          <p:grpSpPr>
            <a:xfrm>
              <a:off x="4805813" y="3742399"/>
              <a:ext cx="646806" cy="1785247"/>
              <a:chOff x="4805813" y="3742399"/>
              <a:chExt cx="646806" cy="1785247"/>
            </a:xfrm>
          </p:grpSpPr>
          <p:sp>
            <p:nvSpPr>
              <p:cNvPr id="1814" name="شكل حر: شكل 165">
                <a:extLst>
                  <a:ext uri="{FF2B5EF4-FFF2-40B4-BE49-F238E27FC236}">
                    <a16:creationId xmlns:a16="http://schemas.microsoft.com/office/drawing/2014/main" id="{98324871-3FA0-4DD9-6CD7-21DC0431BDF2}"/>
                  </a:ext>
                </a:extLst>
              </p:cNvPr>
              <p:cNvSpPr/>
              <p:nvPr/>
            </p:nvSpPr>
            <p:spPr>
              <a:xfrm>
                <a:off x="4818613" y="3767799"/>
                <a:ext cx="594324" cy="1759847"/>
              </a:xfrm>
              <a:custGeom>
                <a:avLst/>
                <a:gdLst>
                  <a:gd name="csX0" fmla="*/ 1 w 594324"/>
                  <a:gd name="csY0" fmla="*/ 1759848 h 1759847"/>
                  <a:gd name="csX1" fmla="*/ 454 w 594324"/>
                  <a:gd name="csY1" fmla="*/ 218 h 1759847"/>
                  <a:gd name="csX2" fmla="*/ 594325 w 594324"/>
                  <a:gd name="csY2" fmla="*/ 1 h 17598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94324" h="1759847">
                    <a:moveTo>
                      <a:pt x="1" y="1759848"/>
                    </a:moveTo>
                    <a:lnTo>
                      <a:pt x="454" y="218"/>
                    </a:lnTo>
                    <a:lnTo>
                      <a:pt x="594325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5" name="شكل حر: شكل 166">
                <a:extLst>
                  <a:ext uri="{FF2B5EF4-FFF2-40B4-BE49-F238E27FC236}">
                    <a16:creationId xmlns:a16="http://schemas.microsoft.com/office/drawing/2014/main" id="{5A23E2A7-5ADA-C417-1E76-3952CAEF5B68}"/>
                  </a:ext>
                </a:extLst>
              </p:cNvPr>
              <p:cNvSpPr/>
              <p:nvPr/>
            </p:nvSpPr>
            <p:spPr>
              <a:xfrm>
                <a:off x="5399710" y="3742399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6" name="شكل حر: شكل 167">
                <a:extLst>
                  <a:ext uri="{FF2B5EF4-FFF2-40B4-BE49-F238E27FC236}">
                    <a16:creationId xmlns:a16="http://schemas.microsoft.com/office/drawing/2014/main" id="{D1163D24-54A0-F273-BDD8-CA00A0B1552D}"/>
                  </a:ext>
                </a:extLst>
              </p:cNvPr>
              <p:cNvSpPr/>
              <p:nvPr/>
            </p:nvSpPr>
            <p:spPr>
              <a:xfrm>
                <a:off x="4805813" y="3761248"/>
                <a:ext cx="607124" cy="1766398"/>
              </a:xfrm>
              <a:custGeom>
                <a:avLst/>
                <a:gdLst>
                  <a:gd name="csX0" fmla="*/ 12800 w 607124"/>
                  <a:gd name="csY0" fmla="*/ 1766399 h 1766398"/>
                  <a:gd name="csX1" fmla="*/ 13254 w 607124"/>
                  <a:gd name="csY1" fmla="*/ 6769 h 1766398"/>
                  <a:gd name="csX2" fmla="*/ 12800 w 607124"/>
                  <a:gd name="csY2" fmla="*/ 1766399 h 1766398"/>
                  <a:gd name="csX3" fmla="*/ 13254 w 607124"/>
                  <a:gd name="csY3" fmla="*/ 6769 h 1766398"/>
                  <a:gd name="csX4" fmla="*/ 13254 w 607124"/>
                  <a:gd name="csY4" fmla="*/ 6769 h 1766398"/>
                  <a:gd name="csX5" fmla="*/ 607125 w 607124"/>
                  <a:gd name="csY5" fmla="*/ 6552 h 1766398"/>
                  <a:gd name="csX6" fmla="*/ 13254 w 607124"/>
                  <a:gd name="csY6" fmla="*/ 6769 h 1766398"/>
                  <a:gd name="csX7" fmla="*/ 607125 w 607124"/>
                  <a:gd name="csY7" fmla="*/ 6552 h 1766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07124" h="1766398">
                    <a:moveTo>
                      <a:pt x="12800" y="1766399"/>
                    </a:moveTo>
                    <a:cubicBezTo>
                      <a:pt x="-49" y="1213989"/>
                      <a:pt x="-8212" y="636396"/>
                      <a:pt x="13254" y="6769"/>
                    </a:cubicBezTo>
                    <a:moveTo>
                      <a:pt x="12800" y="1766399"/>
                    </a:moveTo>
                    <a:cubicBezTo>
                      <a:pt x="18091" y="1092505"/>
                      <a:pt x="26254" y="425649"/>
                      <a:pt x="13254" y="6769"/>
                    </a:cubicBezTo>
                    <a:moveTo>
                      <a:pt x="13254" y="6769"/>
                    </a:moveTo>
                    <a:cubicBezTo>
                      <a:pt x="136004" y="-7527"/>
                      <a:pt x="284528" y="5028"/>
                      <a:pt x="607125" y="6552"/>
                    </a:cubicBezTo>
                    <a:moveTo>
                      <a:pt x="13254" y="6769"/>
                    </a:moveTo>
                    <a:cubicBezTo>
                      <a:pt x="243334" y="14825"/>
                      <a:pt x="459205" y="8148"/>
                      <a:pt x="607125" y="655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7" name="شكل حر: شكل 168">
                <a:extLst>
                  <a:ext uri="{FF2B5EF4-FFF2-40B4-BE49-F238E27FC236}">
                    <a16:creationId xmlns:a16="http://schemas.microsoft.com/office/drawing/2014/main" id="{6694F4E3-281F-59F9-6247-F88D9677FC91}"/>
                  </a:ext>
                </a:extLst>
              </p:cNvPr>
              <p:cNvSpPr/>
              <p:nvPr/>
            </p:nvSpPr>
            <p:spPr>
              <a:xfrm>
                <a:off x="5399710" y="3742399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7339" y="31641"/>
                      <a:pt x="28949" y="46301"/>
                      <a:pt x="1" y="50800"/>
                    </a:cubicBezTo>
                    <a:cubicBezTo>
                      <a:pt x="2873" y="41874"/>
                      <a:pt x="10885" y="31351"/>
                      <a:pt x="13228" y="25400"/>
                    </a:cubicBezTo>
                    <a:cubicBezTo>
                      <a:pt x="12850" y="19522"/>
                      <a:pt x="1" y="11031"/>
                      <a:pt x="1" y="1"/>
                    </a:cubicBezTo>
                    <a:cubicBezTo>
                      <a:pt x="12018" y="12845"/>
                      <a:pt x="23507" y="3847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18" name="شكل حر: شكل 169">
                <a:extLst>
                  <a:ext uri="{FF2B5EF4-FFF2-40B4-BE49-F238E27FC236}">
                    <a16:creationId xmlns:a16="http://schemas.microsoft.com/office/drawing/2014/main" id="{984374F6-7D9F-2455-B642-45C3FAFE0EEA}"/>
                  </a:ext>
                </a:extLst>
              </p:cNvPr>
              <p:cNvSpPr/>
              <p:nvPr/>
            </p:nvSpPr>
            <p:spPr>
              <a:xfrm>
                <a:off x="5399710" y="3742399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5450" y="38898"/>
                      <a:pt x="14513" y="40858"/>
                      <a:pt x="1" y="50800"/>
                    </a:cubicBezTo>
                    <a:moveTo>
                      <a:pt x="52910" y="25400"/>
                    </a:moveTo>
                    <a:cubicBezTo>
                      <a:pt x="31444" y="34472"/>
                      <a:pt x="15042" y="46446"/>
                      <a:pt x="1" y="50800"/>
                    </a:cubicBezTo>
                    <a:moveTo>
                      <a:pt x="1" y="50800"/>
                    </a:moveTo>
                    <a:cubicBezTo>
                      <a:pt x="1134" y="42455"/>
                      <a:pt x="7332" y="39261"/>
                      <a:pt x="13228" y="25400"/>
                    </a:cubicBezTo>
                    <a:moveTo>
                      <a:pt x="1" y="50800"/>
                    </a:moveTo>
                    <a:cubicBezTo>
                      <a:pt x="6501" y="42237"/>
                      <a:pt x="10053" y="31351"/>
                      <a:pt x="13228" y="25400"/>
                    </a:cubicBezTo>
                    <a:moveTo>
                      <a:pt x="13228" y="25400"/>
                    </a:moveTo>
                    <a:cubicBezTo>
                      <a:pt x="9524" y="18724"/>
                      <a:pt x="6803" y="11322"/>
                      <a:pt x="1" y="1"/>
                    </a:cubicBezTo>
                    <a:moveTo>
                      <a:pt x="13228" y="25400"/>
                    </a:moveTo>
                    <a:cubicBezTo>
                      <a:pt x="8995" y="17998"/>
                      <a:pt x="6274" y="13063"/>
                      <a:pt x="1" y="1"/>
                    </a:cubicBezTo>
                    <a:moveTo>
                      <a:pt x="1" y="1"/>
                    </a:moveTo>
                    <a:cubicBezTo>
                      <a:pt x="11263" y="4645"/>
                      <a:pt x="29932" y="16982"/>
                      <a:pt x="52910" y="25400"/>
                    </a:cubicBezTo>
                    <a:moveTo>
                      <a:pt x="1" y="1"/>
                    </a:moveTo>
                    <a:cubicBezTo>
                      <a:pt x="20408" y="9507"/>
                      <a:pt x="36584" y="19232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13" name="صورة 170">
              <a:extLst>
                <a:ext uri="{FF2B5EF4-FFF2-40B4-BE49-F238E27FC236}">
                  <a16:creationId xmlns:a16="http://schemas.microsoft.com/office/drawing/2014/main" id="{3B175A99-D60D-F474-4024-B35ED47E2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-5400000">
              <a:off x="4569476" y="4301477"/>
              <a:ext cx="521536" cy="123370"/>
            </a:xfrm>
            <a:custGeom>
              <a:avLst/>
              <a:gdLst>
                <a:gd name="csX0" fmla="*/ 2 w 521536"/>
                <a:gd name="csY0" fmla="*/ -2 h 123370"/>
                <a:gd name="csX1" fmla="*/ 521538 w 521536"/>
                <a:gd name="csY1" fmla="*/ -2 h 123370"/>
                <a:gd name="csX2" fmla="*/ 521538 w 521536"/>
                <a:gd name="csY2" fmla="*/ 123369 h 123370"/>
                <a:gd name="csX3" fmla="*/ 2 w 521536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1536" h="123370">
                  <a:moveTo>
                    <a:pt x="2" y="-2"/>
                  </a:moveTo>
                  <a:lnTo>
                    <a:pt x="521538" y="-2"/>
                  </a:lnTo>
                  <a:lnTo>
                    <a:pt x="521538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1819" name="!!رسم 9">
            <a:extLst>
              <a:ext uri="{FF2B5EF4-FFF2-40B4-BE49-F238E27FC236}">
                <a16:creationId xmlns:a16="http://schemas.microsoft.com/office/drawing/2014/main" id="{DF7AE303-E826-4AAF-F735-B61949F3722E}"/>
              </a:ext>
            </a:extLst>
          </p:cNvPr>
          <p:cNvGrpSpPr/>
          <p:nvPr/>
        </p:nvGrpSpPr>
        <p:grpSpPr>
          <a:xfrm>
            <a:off x="1977856" y="5512842"/>
            <a:ext cx="472446" cy="231670"/>
            <a:chOff x="4700736" y="5523652"/>
            <a:chExt cx="472446" cy="231670"/>
          </a:xfrm>
        </p:grpSpPr>
        <p:grpSp>
          <p:nvGrpSpPr>
            <p:cNvPr id="1820" name="رسم 9">
              <a:extLst>
                <a:ext uri="{FF2B5EF4-FFF2-40B4-BE49-F238E27FC236}">
                  <a16:creationId xmlns:a16="http://schemas.microsoft.com/office/drawing/2014/main" id="{0106771E-48F4-90A5-372E-F93F113D9179}"/>
                </a:ext>
              </a:extLst>
            </p:cNvPr>
            <p:cNvGrpSpPr/>
            <p:nvPr/>
          </p:nvGrpSpPr>
          <p:grpSpPr>
            <a:xfrm>
              <a:off x="4700736" y="5523652"/>
              <a:ext cx="472446" cy="231670"/>
              <a:chOff x="4700736" y="5523652"/>
              <a:chExt cx="472446" cy="231670"/>
            </a:xfrm>
          </p:grpSpPr>
          <p:sp>
            <p:nvSpPr>
              <p:cNvPr id="1822" name="مستطيل 173">
                <a:extLst>
                  <a:ext uri="{FF2B5EF4-FFF2-40B4-BE49-F238E27FC236}">
                    <a16:creationId xmlns:a16="http://schemas.microsoft.com/office/drawing/2014/main" id="{7175E7E5-A9AA-7024-1467-6C702B799E3C}"/>
                  </a:ext>
                </a:extLst>
              </p:cNvPr>
              <p:cNvSpPr/>
              <p:nvPr/>
            </p:nvSpPr>
            <p:spPr>
              <a:xfrm>
                <a:off x="4705236" y="5527646"/>
                <a:ext cx="45350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3" name="شكل حر: شكل 174">
                <a:extLst>
                  <a:ext uri="{FF2B5EF4-FFF2-40B4-BE49-F238E27FC236}">
                    <a16:creationId xmlns:a16="http://schemas.microsoft.com/office/drawing/2014/main" id="{98620FC1-F8C8-A07F-22FA-31B3895DD1F2}"/>
                  </a:ext>
                </a:extLst>
              </p:cNvPr>
              <p:cNvSpPr/>
              <p:nvPr/>
            </p:nvSpPr>
            <p:spPr>
              <a:xfrm>
                <a:off x="4705009" y="5535121"/>
                <a:ext cx="468173" cy="203416"/>
              </a:xfrm>
              <a:custGeom>
                <a:avLst/>
                <a:gdLst>
                  <a:gd name="csX0" fmla="*/ 1 w 468173"/>
                  <a:gd name="csY0" fmla="*/ 4645 h 203416"/>
                  <a:gd name="csX1" fmla="*/ 457365 w 468173"/>
                  <a:gd name="csY1" fmla="*/ 1 h 203416"/>
                  <a:gd name="csX2" fmla="*/ 468174 w 468173"/>
                  <a:gd name="csY2" fmla="*/ 199135 h 203416"/>
                  <a:gd name="csX3" fmla="*/ 11111 w 468173"/>
                  <a:gd name="csY3" fmla="*/ 203417 h 2034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68173" h="203416">
                    <a:moveTo>
                      <a:pt x="1" y="4645"/>
                    </a:moveTo>
                    <a:lnTo>
                      <a:pt x="457365" y="1"/>
                    </a:lnTo>
                    <a:lnTo>
                      <a:pt x="468174" y="199135"/>
                    </a:lnTo>
                    <a:lnTo>
                      <a:pt x="11111" y="203417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4" name="شكل حر: شكل 175">
                <a:extLst>
                  <a:ext uri="{FF2B5EF4-FFF2-40B4-BE49-F238E27FC236}">
                    <a16:creationId xmlns:a16="http://schemas.microsoft.com/office/drawing/2014/main" id="{A80E8332-C6C1-82EE-A6A9-B9DAA891EE2D}"/>
                  </a:ext>
                </a:extLst>
              </p:cNvPr>
              <p:cNvSpPr/>
              <p:nvPr/>
            </p:nvSpPr>
            <p:spPr>
              <a:xfrm>
                <a:off x="4700736" y="5523652"/>
                <a:ext cx="458009" cy="231670"/>
              </a:xfrm>
              <a:custGeom>
                <a:avLst/>
                <a:gdLst>
                  <a:gd name="csX0" fmla="*/ 4500 w 458009"/>
                  <a:gd name="csY0" fmla="*/ 3994 h 231670"/>
                  <a:gd name="csX1" fmla="*/ 458010 w 458009"/>
                  <a:gd name="csY1" fmla="*/ 3994 h 231670"/>
                  <a:gd name="csX2" fmla="*/ 4500 w 458009"/>
                  <a:gd name="csY2" fmla="*/ 3994 h 231670"/>
                  <a:gd name="csX3" fmla="*/ 458010 w 458009"/>
                  <a:gd name="csY3" fmla="*/ 3994 h 231670"/>
                  <a:gd name="csX4" fmla="*/ 458010 w 458009"/>
                  <a:gd name="csY4" fmla="*/ 3994 h 231670"/>
                  <a:gd name="csX5" fmla="*/ 458010 w 458009"/>
                  <a:gd name="csY5" fmla="*/ 221708 h 231670"/>
                  <a:gd name="csX6" fmla="*/ 458010 w 458009"/>
                  <a:gd name="csY6" fmla="*/ 3994 h 231670"/>
                  <a:gd name="csX7" fmla="*/ 458010 w 458009"/>
                  <a:gd name="csY7" fmla="*/ 221708 h 231670"/>
                  <a:gd name="csX8" fmla="*/ 458010 w 458009"/>
                  <a:gd name="csY8" fmla="*/ 221708 h 231670"/>
                  <a:gd name="csX9" fmla="*/ 4500 w 458009"/>
                  <a:gd name="csY9" fmla="*/ 221708 h 231670"/>
                  <a:gd name="csX10" fmla="*/ 458010 w 458009"/>
                  <a:gd name="csY10" fmla="*/ 221708 h 231670"/>
                  <a:gd name="csX11" fmla="*/ 4500 w 458009"/>
                  <a:gd name="csY11" fmla="*/ 221708 h 231670"/>
                  <a:gd name="csX12" fmla="*/ 4500 w 458009"/>
                  <a:gd name="csY12" fmla="*/ 221708 h 231670"/>
                  <a:gd name="csX13" fmla="*/ 4500 w 458009"/>
                  <a:gd name="csY13" fmla="*/ 3994 h 231670"/>
                  <a:gd name="csX14" fmla="*/ 4500 w 458009"/>
                  <a:gd name="csY14" fmla="*/ 221708 h 231670"/>
                  <a:gd name="csX15" fmla="*/ 4500 w 458009"/>
                  <a:gd name="csY15" fmla="*/ 3994 h 2316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8009" h="231670">
                    <a:moveTo>
                      <a:pt x="4500" y="3994"/>
                    </a:moveTo>
                    <a:cubicBezTo>
                      <a:pt x="139495" y="7841"/>
                      <a:pt x="296258" y="-6673"/>
                      <a:pt x="458010" y="3994"/>
                    </a:cubicBezTo>
                    <a:moveTo>
                      <a:pt x="4500" y="3994"/>
                    </a:moveTo>
                    <a:cubicBezTo>
                      <a:pt x="125738" y="4793"/>
                      <a:pt x="232086" y="4865"/>
                      <a:pt x="458010" y="3994"/>
                    </a:cubicBezTo>
                    <a:moveTo>
                      <a:pt x="458010" y="3994"/>
                    </a:moveTo>
                    <a:cubicBezTo>
                      <a:pt x="444027" y="62197"/>
                      <a:pt x="451963" y="121197"/>
                      <a:pt x="458010" y="221708"/>
                    </a:cubicBezTo>
                    <a:moveTo>
                      <a:pt x="458010" y="3994"/>
                    </a:moveTo>
                    <a:cubicBezTo>
                      <a:pt x="458010" y="83169"/>
                      <a:pt x="457556" y="151386"/>
                      <a:pt x="458010" y="221708"/>
                    </a:cubicBezTo>
                    <a:moveTo>
                      <a:pt x="458010" y="221708"/>
                    </a:moveTo>
                    <a:cubicBezTo>
                      <a:pt x="356046" y="232013"/>
                      <a:pt x="277966" y="237673"/>
                      <a:pt x="4500" y="221708"/>
                    </a:cubicBezTo>
                    <a:moveTo>
                      <a:pt x="458010" y="221708"/>
                    </a:moveTo>
                    <a:cubicBezTo>
                      <a:pt x="330725" y="217426"/>
                      <a:pt x="194294" y="216700"/>
                      <a:pt x="4500" y="221708"/>
                    </a:cubicBezTo>
                    <a:moveTo>
                      <a:pt x="4500" y="221708"/>
                    </a:moveTo>
                    <a:cubicBezTo>
                      <a:pt x="14704" y="169456"/>
                      <a:pt x="-1093" y="119963"/>
                      <a:pt x="4500" y="3994"/>
                    </a:cubicBezTo>
                    <a:moveTo>
                      <a:pt x="4500" y="221708"/>
                    </a:moveTo>
                    <a:cubicBezTo>
                      <a:pt x="-4948" y="153491"/>
                      <a:pt x="3215" y="84331"/>
                      <a:pt x="4500" y="399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21" name="صورة 176">
              <a:extLst>
                <a:ext uri="{FF2B5EF4-FFF2-40B4-BE49-F238E27FC236}">
                  <a16:creationId xmlns:a16="http://schemas.microsoft.com/office/drawing/2014/main" id="{0A3DF1C8-3368-C77A-6F75-118DB102A5D1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/>
            <a:stretch>
              <a:fillRect/>
            </a:stretch>
          </p:blipFill>
          <p:spPr>
            <a:xfrm>
              <a:off x="4709015" y="5585703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825" name="!!رسم 9">
            <a:extLst>
              <a:ext uri="{FF2B5EF4-FFF2-40B4-BE49-F238E27FC236}">
                <a16:creationId xmlns:a16="http://schemas.microsoft.com/office/drawing/2014/main" id="{D160F84D-A8AE-7904-E500-4EBD75EE0C5E}"/>
              </a:ext>
            </a:extLst>
          </p:cNvPr>
          <p:cNvGrpSpPr/>
          <p:nvPr/>
        </p:nvGrpSpPr>
        <p:grpSpPr>
          <a:xfrm>
            <a:off x="2583102" y="4201123"/>
            <a:ext cx="760761" cy="308948"/>
            <a:chOff x="5305982" y="4211933"/>
            <a:chExt cx="760761" cy="308948"/>
          </a:xfrm>
        </p:grpSpPr>
        <p:grpSp>
          <p:nvGrpSpPr>
            <p:cNvPr id="1826" name="رسم 9">
              <a:extLst>
                <a:ext uri="{FF2B5EF4-FFF2-40B4-BE49-F238E27FC236}">
                  <a16:creationId xmlns:a16="http://schemas.microsoft.com/office/drawing/2014/main" id="{A62644C6-1D1C-4C43-562A-E08FCBA09C46}"/>
                </a:ext>
              </a:extLst>
            </p:cNvPr>
            <p:cNvGrpSpPr/>
            <p:nvPr/>
          </p:nvGrpSpPr>
          <p:grpSpPr>
            <a:xfrm>
              <a:off x="5305982" y="4211933"/>
              <a:ext cx="760761" cy="308948"/>
              <a:chOff x="5305982" y="4211933"/>
              <a:chExt cx="760761" cy="308948"/>
            </a:xfrm>
          </p:grpSpPr>
          <p:sp>
            <p:nvSpPr>
              <p:cNvPr id="1828" name="مستطيل 179">
                <a:extLst>
                  <a:ext uri="{FF2B5EF4-FFF2-40B4-BE49-F238E27FC236}">
                    <a16:creationId xmlns:a16="http://schemas.microsoft.com/office/drawing/2014/main" id="{9F6DDAC3-E817-4B21-0AC1-931B91B6DB97}"/>
                  </a:ext>
                </a:extLst>
              </p:cNvPr>
              <p:cNvSpPr/>
              <p:nvPr/>
            </p:nvSpPr>
            <p:spPr>
              <a:xfrm>
                <a:off x="5309915" y="4221368"/>
                <a:ext cx="755849" cy="290284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29" name="شكل حر: شكل 180">
                <a:extLst>
                  <a:ext uri="{FF2B5EF4-FFF2-40B4-BE49-F238E27FC236}">
                    <a16:creationId xmlns:a16="http://schemas.microsoft.com/office/drawing/2014/main" id="{BFEA7B1A-051B-6166-B7A5-7981F57B679F}"/>
                  </a:ext>
                </a:extLst>
              </p:cNvPr>
              <p:cNvSpPr/>
              <p:nvPr/>
            </p:nvSpPr>
            <p:spPr>
              <a:xfrm>
                <a:off x="5313392" y="4211933"/>
                <a:ext cx="744587" cy="290429"/>
              </a:xfrm>
              <a:custGeom>
                <a:avLst/>
                <a:gdLst>
                  <a:gd name="csX0" fmla="*/ 8164 w 744587"/>
                  <a:gd name="csY0" fmla="*/ 1 h 290429"/>
                  <a:gd name="csX1" fmla="*/ 744588 w 744587"/>
                  <a:gd name="csY1" fmla="*/ 1 h 290429"/>
                  <a:gd name="csX2" fmla="*/ 737634 w 744587"/>
                  <a:gd name="csY2" fmla="*/ 285785 h 290429"/>
                  <a:gd name="csX3" fmla="*/ 1 w 744587"/>
                  <a:gd name="csY3" fmla="*/ 290430 h 2904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4587" h="290429">
                    <a:moveTo>
                      <a:pt x="8164" y="1"/>
                    </a:moveTo>
                    <a:lnTo>
                      <a:pt x="744588" y="1"/>
                    </a:lnTo>
                    <a:lnTo>
                      <a:pt x="737634" y="285785"/>
                    </a:lnTo>
                    <a:lnTo>
                      <a:pt x="1" y="290430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0" name="شكل حر: شكل 181">
                <a:extLst>
                  <a:ext uri="{FF2B5EF4-FFF2-40B4-BE49-F238E27FC236}">
                    <a16:creationId xmlns:a16="http://schemas.microsoft.com/office/drawing/2014/main" id="{4041D53C-410F-9477-8175-057D655D501D}"/>
                  </a:ext>
                </a:extLst>
              </p:cNvPr>
              <p:cNvSpPr/>
              <p:nvPr/>
            </p:nvSpPr>
            <p:spPr>
              <a:xfrm>
                <a:off x="5305982" y="4216192"/>
                <a:ext cx="760761" cy="304689"/>
              </a:xfrm>
              <a:custGeom>
                <a:avLst/>
                <a:gdLst>
                  <a:gd name="csX0" fmla="*/ 3933 w 760761"/>
                  <a:gd name="csY0" fmla="*/ 5176 h 304689"/>
                  <a:gd name="csX1" fmla="*/ 759783 w 760761"/>
                  <a:gd name="csY1" fmla="*/ 5176 h 304689"/>
                  <a:gd name="csX2" fmla="*/ 3933 w 760761"/>
                  <a:gd name="csY2" fmla="*/ 5176 h 304689"/>
                  <a:gd name="csX3" fmla="*/ 759783 w 760761"/>
                  <a:gd name="csY3" fmla="*/ 5176 h 304689"/>
                  <a:gd name="csX4" fmla="*/ 759783 w 760761"/>
                  <a:gd name="csY4" fmla="*/ 5176 h 304689"/>
                  <a:gd name="csX5" fmla="*/ 759783 w 760761"/>
                  <a:gd name="csY5" fmla="*/ 295460 h 304689"/>
                  <a:gd name="csX6" fmla="*/ 759783 w 760761"/>
                  <a:gd name="csY6" fmla="*/ 5176 h 304689"/>
                  <a:gd name="csX7" fmla="*/ 759783 w 760761"/>
                  <a:gd name="csY7" fmla="*/ 295460 h 304689"/>
                  <a:gd name="csX8" fmla="*/ 759783 w 760761"/>
                  <a:gd name="csY8" fmla="*/ 295460 h 304689"/>
                  <a:gd name="csX9" fmla="*/ 3933 w 760761"/>
                  <a:gd name="csY9" fmla="*/ 295460 h 304689"/>
                  <a:gd name="csX10" fmla="*/ 759783 w 760761"/>
                  <a:gd name="csY10" fmla="*/ 295460 h 304689"/>
                  <a:gd name="csX11" fmla="*/ 3933 w 760761"/>
                  <a:gd name="csY11" fmla="*/ 295460 h 304689"/>
                  <a:gd name="csX12" fmla="*/ 3933 w 760761"/>
                  <a:gd name="csY12" fmla="*/ 295460 h 304689"/>
                  <a:gd name="csX13" fmla="*/ 3933 w 760761"/>
                  <a:gd name="csY13" fmla="*/ 5176 h 304689"/>
                  <a:gd name="csX14" fmla="*/ 3933 w 760761"/>
                  <a:gd name="csY14" fmla="*/ 295460 h 304689"/>
                  <a:gd name="csX15" fmla="*/ 3933 w 760761"/>
                  <a:gd name="csY15" fmla="*/ 5176 h 3046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60761" h="304689">
                    <a:moveTo>
                      <a:pt x="3933" y="5176"/>
                    </a:moveTo>
                    <a:cubicBezTo>
                      <a:pt x="257597" y="-2081"/>
                      <a:pt x="497125" y="15263"/>
                      <a:pt x="759783" y="5176"/>
                    </a:cubicBezTo>
                    <a:moveTo>
                      <a:pt x="3933" y="5176"/>
                    </a:moveTo>
                    <a:cubicBezTo>
                      <a:pt x="176948" y="3217"/>
                      <a:pt x="367875" y="-5419"/>
                      <a:pt x="759783" y="5176"/>
                    </a:cubicBezTo>
                    <a:moveTo>
                      <a:pt x="759783" y="5176"/>
                    </a:moveTo>
                    <a:cubicBezTo>
                      <a:pt x="749201" y="72740"/>
                      <a:pt x="749050" y="132828"/>
                      <a:pt x="759783" y="295460"/>
                    </a:cubicBezTo>
                    <a:moveTo>
                      <a:pt x="759783" y="5176"/>
                    </a:moveTo>
                    <a:cubicBezTo>
                      <a:pt x="751544" y="60112"/>
                      <a:pt x="764243" y="120636"/>
                      <a:pt x="759783" y="295460"/>
                    </a:cubicBezTo>
                    <a:moveTo>
                      <a:pt x="759783" y="295460"/>
                    </a:moveTo>
                    <a:cubicBezTo>
                      <a:pt x="497654" y="314692"/>
                      <a:pt x="205896" y="298363"/>
                      <a:pt x="3933" y="295460"/>
                    </a:cubicBezTo>
                    <a:moveTo>
                      <a:pt x="759783" y="295460"/>
                    </a:moveTo>
                    <a:cubicBezTo>
                      <a:pt x="463792" y="302064"/>
                      <a:pt x="167651" y="297855"/>
                      <a:pt x="3933" y="295460"/>
                    </a:cubicBezTo>
                    <a:moveTo>
                      <a:pt x="3933" y="295460"/>
                    </a:moveTo>
                    <a:cubicBezTo>
                      <a:pt x="10661" y="196401"/>
                      <a:pt x="-7631" y="102058"/>
                      <a:pt x="3933" y="5176"/>
                    </a:cubicBezTo>
                    <a:moveTo>
                      <a:pt x="3933" y="295460"/>
                    </a:moveTo>
                    <a:cubicBezTo>
                      <a:pt x="8544" y="224994"/>
                      <a:pt x="-904" y="155688"/>
                      <a:pt x="3933" y="517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27" name="صورة 182">
              <a:extLst>
                <a:ext uri="{FF2B5EF4-FFF2-40B4-BE49-F238E27FC236}">
                  <a16:creationId xmlns:a16="http://schemas.microsoft.com/office/drawing/2014/main" id="{2B1A9F59-1A98-C3EE-D8BD-150C9796DDF1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/>
            <a:stretch>
              <a:fillRect/>
            </a:stretch>
          </p:blipFill>
          <p:spPr>
            <a:xfrm>
              <a:off x="5313695" y="4261282"/>
              <a:ext cx="740732" cy="232227"/>
            </a:xfrm>
            <a:custGeom>
              <a:avLst/>
              <a:gdLst>
                <a:gd name="csX0" fmla="*/ 0 w 740732"/>
                <a:gd name="csY0" fmla="*/ 0 h 232227"/>
                <a:gd name="csX1" fmla="*/ 740733 w 740732"/>
                <a:gd name="csY1" fmla="*/ 0 h 232227"/>
                <a:gd name="csX2" fmla="*/ 740733 w 740732"/>
                <a:gd name="csY2" fmla="*/ 232227 h 232227"/>
                <a:gd name="csX3" fmla="*/ 0 w 740732"/>
                <a:gd name="csY3" fmla="*/ 232227 h 232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0732" h="232227">
                  <a:moveTo>
                    <a:pt x="0" y="0"/>
                  </a:moveTo>
                  <a:lnTo>
                    <a:pt x="740733" y="0"/>
                  </a:lnTo>
                  <a:lnTo>
                    <a:pt x="740733" y="232227"/>
                  </a:lnTo>
                  <a:lnTo>
                    <a:pt x="0" y="232227"/>
                  </a:lnTo>
                  <a:close/>
                </a:path>
              </a:pathLst>
            </a:custGeom>
          </p:spPr>
        </p:pic>
      </p:grpSp>
      <p:grpSp>
        <p:nvGrpSpPr>
          <p:cNvPr id="1831" name="!!رسم 9">
            <a:extLst>
              <a:ext uri="{FF2B5EF4-FFF2-40B4-BE49-F238E27FC236}">
                <a16:creationId xmlns:a16="http://schemas.microsoft.com/office/drawing/2014/main" id="{5E46D26A-588E-DBDD-3CF1-DB1749161295}"/>
              </a:ext>
            </a:extLst>
          </p:cNvPr>
          <p:cNvGrpSpPr/>
          <p:nvPr/>
        </p:nvGrpSpPr>
        <p:grpSpPr>
          <a:xfrm>
            <a:off x="3351350" y="3713446"/>
            <a:ext cx="1257809" cy="279398"/>
            <a:chOff x="6074230" y="3724256"/>
            <a:chExt cx="1257809" cy="279398"/>
          </a:xfrm>
        </p:grpSpPr>
        <p:grpSp>
          <p:nvGrpSpPr>
            <p:cNvPr id="1832" name="رسم 9">
              <a:extLst>
                <a:ext uri="{FF2B5EF4-FFF2-40B4-BE49-F238E27FC236}">
                  <a16:creationId xmlns:a16="http://schemas.microsoft.com/office/drawing/2014/main" id="{B6B74E1D-F09B-1569-2C11-268E6D3BD24D}"/>
                </a:ext>
              </a:extLst>
            </p:cNvPr>
            <p:cNvGrpSpPr/>
            <p:nvPr/>
          </p:nvGrpSpPr>
          <p:grpSpPr>
            <a:xfrm>
              <a:off x="6074230" y="3742399"/>
              <a:ext cx="1257809" cy="261255"/>
              <a:chOff x="6074230" y="3742399"/>
              <a:chExt cx="1257809" cy="261255"/>
            </a:xfrm>
          </p:grpSpPr>
          <p:sp>
            <p:nvSpPr>
              <p:cNvPr id="1834" name="شكل حر: شكل 185">
                <a:extLst>
                  <a:ext uri="{FF2B5EF4-FFF2-40B4-BE49-F238E27FC236}">
                    <a16:creationId xmlns:a16="http://schemas.microsoft.com/office/drawing/2014/main" id="{6A25FAB8-F6E5-1FBB-CF51-02DDD3CCBBD2}"/>
                  </a:ext>
                </a:extLst>
              </p:cNvPr>
              <p:cNvSpPr/>
              <p:nvPr/>
            </p:nvSpPr>
            <p:spPr>
              <a:xfrm>
                <a:off x="6113913" y="3767799"/>
                <a:ext cx="1218127" cy="235855"/>
              </a:xfrm>
              <a:custGeom>
                <a:avLst/>
                <a:gdLst>
                  <a:gd name="csX0" fmla="*/ 1217901 w 1218127"/>
                  <a:gd name="csY0" fmla="*/ 235856 h 235855"/>
                  <a:gd name="csX1" fmla="*/ 1218128 w 1218127"/>
                  <a:gd name="csY1" fmla="*/ 218 h 235855"/>
                  <a:gd name="csX2" fmla="*/ 1 w 1218127"/>
                  <a:gd name="csY2" fmla="*/ 1 h 2358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18127" h="235855">
                    <a:moveTo>
                      <a:pt x="1217901" y="235856"/>
                    </a:moveTo>
                    <a:lnTo>
                      <a:pt x="1218128" y="218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5" name="شكل حر: شكل 186">
                <a:extLst>
                  <a:ext uri="{FF2B5EF4-FFF2-40B4-BE49-F238E27FC236}">
                    <a16:creationId xmlns:a16="http://schemas.microsoft.com/office/drawing/2014/main" id="{1784DF03-A754-14C6-457A-83B5821EBA08}"/>
                  </a:ext>
                </a:extLst>
              </p:cNvPr>
              <p:cNvSpPr/>
              <p:nvPr/>
            </p:nvSpPr>
            <p:spPr>
              <a:xfrm>
                <a:off x="6074230" y="3742399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6" name="شكل حر: شكل 187">
                <a:extLst>
                  <a:ext uri="{FF2B5EF4-FFF2-40B4-BE49-F238E27FC236}">
                    <a16:creationId xmlns:a16="http://schemas.microsoft.com/office/drawing/2014/main" id="{4396D5D3-8BA6-1294-B090-5C2BF029A738}"/>
                  </a:ext>
                </a:extLst>
              </p:cNvPr>
              <p:cNvSpPr/>
              <p:nvPr/>
            </p:nvSpPr>
            <p:spPr>
              <a:xfrm>
                <a:off x="6113913" y="3766855"/>
                <a:ext cx="1218127" cy="236799"/>
              </a:xfrm>
              <a:custGeom>
                <a:avLst/>
                <a:gdLst>
                  <a:gd name="csX0" fmla="*/ 1217901 w 1218127"/>
                  <a:gd name="csY0" fmla="*/ 236800 h 236799"/>
                  <a:gd name="csX1" fmla="*/ 1218128 w 1218127"/>
                  <a:gd name="csY1" fmla="*/ 1162 h 236799"/>
                  <a:gd name="csX2" fmla="*/ 1217901 w 1218127"/>
                  <a:gd name="csY2" fmla="*/ 236800 h 236799"/>
                  <a:gd name="csX3" fmla="*/ 1218128 w 1218127"/>
                  <a:gd name="csY3" fmla="*/ 1162 h 236799"/>
                  <a:gd name="csX4" fmla="*/ 1218128 w 1218127"/>
                  <a:gd name="csY4" fmla="*/ 1162 h 236799"/>
                  <a:gd name="csX5" fmla="*/ 1 w 1218127"/>
                  <a:gd name="csY5" fmla="*/ 944 h 236799"/>
                  <a:gd name="csX6" fmla="*/ 1218128 w 1218127"/>
                  <a:gd name="csY6" fmla="*/ 1162 h 236799"/>
                  <a:gd name="csX7" fmla="*/ 1 w 1218127"/>
                  <a:gd name="csY7" fmla="*/ 944 h 236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218127" h="236799">
                    <a:moveTo>
                      <a:pt x="1217901" y="236800"/>
                    </a:moveTo>
                    <a:cubicBezTo>
                      <a:pt x="1218430" y="169309"/>
                      <a:pt x="1206639" y="83457"/>
                      <a:pt x="1218128" y="1162"/>
                    </a:cubicBezTo>
                    <a:moveTo>
                      <a:pt x="1217901" y="236800"/>
                    </a:moveTo>
                    <a:cubicBezTo>
                      <a:pt x="1218657" y="169236"/>
                      <a:pt x="1211779" y="96520"/>
                      <a:pt x="1218128" y="1162"/>
                    </a:cubicBezTo>
                    <a:moveTo>
                      <a:pt x="1218128" y="1162"/>
                    </a:moveTo>
                    <a:cubicBezTo>
                      <a:pt x="908532" y="-3701"/>
                      <a:pt x="576412" y="8782"/>
                      <a:pt x="1" y="944"/>
                    </a:cubicBezTo>
                    <a:moveTo>
                      <a:pt x="1218128" y="1162"/>
                    </a:moveTo>
                    <a:cubicBezTo>
                      <a:pt x="755321" y="-2612"/>
                      <a:pt x="293875" y="10596"/>
                      <a:pt x="1" y="94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7" name="شكل حر: شكل 188">
                <a:extLst>
                  <a:ext uri="{FF2B5EF4-FFF2-40B4-BE49-F238E27FC236}">
                    <a16:creationId xmlns:a16="http://schemas.microsoft.com/office/drawing/2014/main" id="{DE911520-4A82-0AA9-BF81-DC4BC7F2B15A}"/>
                  </a:ext>
                </a:extLst>
              </p:cNvPr>
              <p:cNvSpPr/>
              <p:nvPr/>
            </p:nvSpPr>
            <p:spPr>
              <a:xfrm>
                <a:off x="6074230" y="3742399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  <a:gd name="csX4" fmla="*/ 1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5344" y="18724"/>
                      <a:pt x="29781" y="13208"/>
                      <a:pt x="52910" y="1"/>
                    </a:cubicBezTo>
                    <a:cubicBezTo>
                      <a:pt x="50945" y="5734"/>
                      <a:pt x="47997" y="12410"/>
                      <a:pt x="39683" y="25400"/>
                    </a:cubicBezTo>
                    <a:cubicBezTo>
                      <a:pt x="39758" y="38100"/>
                      <a:pt x="51020" y="44269"/>
                      <a:pt x="52910" y="50800"/>
                    </a:cubicBezTo>
                    <a:cubicBezTo>
                      <a:pt x="23054" y="48478"/>
                      <a:pt x="2797" y="26997"/>
                      <a:pt x="1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38" name="شكل حر: شكل 189">
                <a:extLst>
                  <a:ext uri="{FF2B5EF4-FFF2-40B4-BE49-F238E27FC236}">
                    <a16:creationId xmlns:a16="http://schemas.microsoft.com/office/drawing/2014/main" id="{169CCCDE-D207-E5B7-2920-CE669F862A3C}"/>
                  </a:ext>
                </a:extLst>
              </p:cNvPr>
              <p:cNvSpPr/>
              <p:nvPr/>
            </p:nvSpPr>
            <p:spPr>
              <a:xfrm>
                <a:off x="6074230" y="3742399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7763" y="20248"/>
                      <a:pt x="30083" y="8056"/>
                      <a:pt x="52910" y="1"/>
                    </a:cubicBezTo>
                    <a:moveTo>
                      <a:pt x="1" y="25400"/>
                    </a:moveTo>
                    <a:cubicBezTo>
                      <a:pt x="17158" y="19958"/>
                      <a:pt x="30839" y="12192"/>
                      <a:pt x="52910" y="1"/>
                    </a:cubicBezTo>
                    <a:moveTo>
                      <a:pt x="52910" y="1"/>
                    </a:moveTo>
                    <a:cubicBezTo>
                      <a:pt x="52154" y="4355"/>
                      <a:pt x="46939" y="13571"/>
                      <a:pt x="39683" y="25400"/>
                    </a:cubicBezTo>
                    <a:moveTo>
                      <a:pt x="52910" y="1"/>
                    </a:moveTo>
                    <a:cubicBezTo>
                      <a:pt x="48299" y="8419"/>
                      <a:pt x="44142" y="20756"/>
                      <a:pt x="39683" y="25400"/>
                    </a:cubicBezTo>
                    <a:moveTo>
                      <a:pt x="39683" y="25400"/>
                    </a:moveTo>
                    <a:cubicBezTo>
                      <a:pt x="45654" y="32149"/>
                      <a:pt x="49736" y="39334"/>
                      <a:pt x="52910" y="50800"/>
                    </a:cubicBezTo>
                    <a:moveTo>
                      <a:pt x="39683" y="25400"/>
                    </a:moveTo>
                    <a:cubicBezTo>
                      <a:pt x="41345" y="32077"/>
                      <a:pt x="45805" y="38391"/>
                      <a:pt x="52910" y="50800"/>
                    </a:cubicBezTo>
                    <a:moveTo>
                      <a:pt x="52910" y="50800"/>
                    </a:moveTo>
                    <a:cubicBezTo>
                      <a:pt x="38171" y="41293"/>
                      <a:pt x="31066" y="38463"/>
                      <a:pt x="1" y="25400"/>
                    </a:cubicBezTo>
                    <a:moveTo>
                      <a:pt x="52910" y="50800"/>
                    </a:moveTo>
                    <a:cubicBezTo>
                      <a:pt x="40892" y="46664"/>
                      <a:pt x="32880" y="42455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33" name="صورة 190">
              <a:extLst>
                <a:ext uri="{FF2B5EF4-FFF2-40B4-BE49-F238E27FC236}">
                  <a16:creationId xmlns:a16="http://schemas.microsoft.com/office/drawing/2014/main" id="{752DFD09-804D-5422-E67C-90421201093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/>
            <a:stretch>
              <a:fillRect/>
            </a:stretch>
          </p:blipFill>
          <p:spPr>
            <a:xfrm>
              <a:off x="6473924" y="3724256"/>
              <a:ext cx="687823" cy="114299"/>
            </a:xfrm>
            <a:custGeom>
              <a:avLst/>
              <a:gdLst>
                <a:gd name="csX0" fmla="*/ 0 w 687823"/>
                <a:gd name="csY0" fmla="*/ 0 h 114299"/>
                <a:gd name="csX1" fmla="*/ 687823 w 687823"/>
                <a:gd name="csY1" fmla="*/ 0 h 114299"/>
                <a:gd name="csX2" fmla="*/ 687823 w 687823"/>
                <a:gd name="csY2" fmla="*/ 114299 h 114299"/>
                <a:gd name="csX3" fmla="*/ 0 w 68782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87823" h="114299">
                  <a:moveTo>
                    <a:pt x="0" y="0"/>
                  </a:moveTo>
                  <a:lnTo>
                    <a:pt x="687823" y="0"/>
                  </a:lnTo>
                  <a:lnTo>
                    <a:pt x="687823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39" name="!!رسم 9">
            <a:extLst>
              <a:ext uri="{FF2B5EF4-FFF2-40B4-BE49-F238E27FC236}">
                <a16:creationId xmlns:a16="http://schemas.microsoft.com/office/drawing/2014/main" id="{284ABDEC-2C96-C79E-9940-CF7011F2891A}"/>
              </a:ext>
            </a:extLst>
          </p:cNvPr>
          <p:cNvGrpSpPr/>
          <p:nvPr/>
        </p:nvGrpSpPr>
        <p:grpSpPr>
          <a:xfrm>
            <a:off x="3567750" y="3980982"/>
            <a:ext cx="702108" cy="672258"/>
            <a:chOff x="6290630" y="3991792"/>
            <a:chExt cx="702108" cy="672258"/>
          </a:xfrm>
        </p:grpSpPr>
        <p:grpSp>
          <p:nvGrpSpPr>
            <p:cNvPr id="1840" name="رسم 9">
              <a:extLst>
                <a:ext uri="{FF2B5EF4-FFF2-40B4-BE49-F238E27FC236}">
                  <a16:creationId xmlns:a16="http://schemas.microsoft.com/office/drawing/2014/main" id="{F8F46513-C067-F1C8-538E-AC98972D1259}"/>
                </a:ext>
              </a:extLst>
            </p:cNvPr>
            <p:cNvGrpSpPr/>
            <p:nvPr/>
          </p:nvGrpSpPr>
          <p:grpSpPr>
            <a:xfrm>
              <a:off x="6290630" y="3991792"/>
              <a:ext cx="693972" cy="672258"/>
              <a:chOff x="6290630" y="3991792"/>
              <a:chExt cx="693972" cy="672258"/>
            </a:xfrm>
            <a:noFill/>
          </p:grpSpPr>
          <p:grpSp>
            <p:nvGrpSpPr>
              <p:cNvPr id="1861" name="رسم 9">
                <a:extLst>
                  <a:ext uri="{FF2B5EF4-FFF2-40B4-BE49-F238E27FC236}">
                    <a16:creationId xmlns:a16="http://schemas.microsoft.com/office/drawing/2014/main" id="{46A7E33C-968F-80A2-977B-9DE6C3FEDDB5}"/>
                  </a:ext>
                </a:extLst>
              </p:cNvPr>
              <p:cNvGrpSpPr/>
              <p:nvPr/>
            </p:nvGrpSpPr>
            <p:grpSpPr>
              <a:xfrm>
                <a:off x="6290630" y="3991792"/>
                <a:ext cx="693972" cy="672113"/>
                <a:chOff x="6290630" y="3991792"/>
                <a:chExt cx="693972" cy="672113"/>
              </a:xfrm>
              <a:noFill/>
            </p:grpSpPr>
            <p:sp>
              <p:nvSpPr>
                <p:cNvPr id="1863" name="مستطيل 194">
                  <a:extLst>
                    <a:ext uri="{FF2B5EF4-FFF2-40B4-BE49-F238E27FC236}">
                      <a16:creationId xmlns:a16="http://schemas.microsoft.com/office/drawing/2014/main" id="{9207EEF1-ACF3-7886-B90A-96010D8AE1A3}"/>
                    </a:ext>
                  </a:extLst>
                </p:cNvPr>
                <p:cNvSpPr/>
                <p:nvPr/>
              </p:nvSpPr>
              <p:spPr>
                <a:xfrm>
                  <a:off x="6292520" y="4003655"/>
                  <a:ext cx="680264" cy="653139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4" name="شكل حر: شكل 195">
                  <a:extLst>
                    <a:ext uri="{FF2B5EF4-FFF2-40B4-BE49-F238E27FC236}">
                      <a16:creationId xmlns:a16="http://schemas.microsoft.com/office/drawing/2014/main" id="{9EE6EC44-8632-5FB7-3FA1-FA5D7DAD2599}"/>
                    </a:ext>
                  </a:extLst>
                </p:cNvPr>
                <p:cNvSpPr/>
                <p:nvPr/>
              </p:nvSpPr>
              <p:spPr>
                <a:xfrm>
                  <a:off x="6290630" y="4001042"/>
                  <a:ext cx="684497" cy="662863"/>
                </a:xfrm>
                <a:custGeom>
                  <a:avLst/>
                  <a:gdLst>
                    <a:gd name="csX0" fmla="*/ 983 w 684497"/>
                    <a:gd name="csY0" fmla="*/ 3629 h 662863"/>
                    <a:gd name="csX1" fmla="*/ 983 w 684497"/>
                    <a:gd name="csY1" fmla="*/ 3629 h 662863"/>
                    <a:gd name="csX2" fmla="*/ 983 w 684497"/>
                    <a:gd name="csY2" fmla="*/ 3629 h 662863"/>
                    <a:gd name="csX3" fmla="*/ 983 w 684497"/>
                    <a:gd name="csY3" fmla="*/ 3629 h 662863"/>
                    <a:gd name="csX4" fmla="*/ 3931 w 684497"/>
                    <a:gd name="csY4" fmla="*/ 44559 h 662863"/>
                    <a:gd name="csX5" fmla="*/ 43613 w 684497"/>
                    <a:gd name="csY5" fmla="*/ 799 h 662863"/>
                    <a:gd name="csX6" fmla="*/ 3931 w 684497"/>
                    <a:gd name="csY6" fmla="*/ 44559 h 662863"/>
                    <a:gd name="csX7" fmla="*/ 43613 w 684497"/>
                    <a:gd name="csY7" fmla="*/ 799 h 662863"/>
                    <a:gd name="csX8" fmla="*/ 1966 w 684497"/>
                    <a:gd name="csY8" fmla="*/ 91004 h 662863"/>
                    <a:gd name="csX9" fmla="*/ 81330 w 684497"/>
                    <a:gd name="csY9" fmla="*/ 3411 h 662863"/>
                    <a:gd name="csX10" fmla="*/ 1966 w 684497"/>
                    <a:gd name="csY10" fmla="*/ 91004 h 662863"/>
                    <a:gd name="csX11" fmla="*/ 81330 w 684497"/>
                    <a:gd name="csY11" fmla="*/ 3411 h 662863"/>
                    <a:gd name="csX12" fmla="*/ 1 w 684497"/>
                    <a:gd name="csY12" fmla="*/ 137450 h 662863"/>
                    <a:gd name="csX13" fmla="*/ 123960 w 684497"/>
                    <a:gd name="csY13" fmla="*/ 508 h 662863"/>
                    <a:gd name="csX14" fmla="*/ 1 w 684497"/>
                    <a:gd name="csY14" fmla="*/ 137450 h 662863"/>
                    <a:gd name="csX15" fmla="*/ 123960 w 684497"/>
                    <a:gd name="csY15" fmla="*/ 508 h 662863"/>
                    <a:gd name="csX16" fmla="*/ 2948 w 684497"/>
                    <a:gd name="csY16" fmla="*/ 178380 h 662863"/>
                    <a:gd name="csX17" fmla="*/ 161677 w 684497"/>
                    <a:gd name="csY17" fmla="*/ 3121 h 662863"/>
                    <a:gd name="csX18" fmla="*/ 2948 w 684497"/>
                    <a:gd name="csY18" fmla="*/ 178380 h 662863"/>
                    <a:gd name="csX19" fmla="*/ 161677 w 684497"/>
                    <a:gd name="csY19" fmla="*/ 3121 h 662863"/>
                    <a:gd name="csX20" fmla="*/ 983 w 684497"/>
                    <a:gd name="csY20" fmla="*/ 224825 h 662863"/>
                    <a:gd name="csX21" fmla="*/ 204307 w 684497"/>
                    <a:gd name="csY21" fmla="*/ 291 h 662863"/>
                    <a:gd name="csX22" fmla="*/ 983 w 684497"/>
                    <a:gd name="csY22" fmla="*/ 224825 h 662863"/>
                    <a:gd name="csX23" fmla="*/ 204307 w 684497"/>
                    <a:gd name="csY23" fmla="*/ 291 h 662863"/>
                    <a:gd name="csX24" fmla="*/ 4006 w 684497"/>
                    <a:gd name="csY24" fmla="*/ 265756 h 662863"/>
                    <a:gd name="csX25" fmla="*/ 242023 w 684497"/>
                    <a:gd name="csY25" fmla="*/ 2903 h 662863"/>
                    <a:gd name="csX26" fmla="*/ 4006 w 684497"/>
                    <a:gd name="csY26" fmla="*/ 265756 h 662863"/>
                    <a:gd name="csX27" fmla="*/ 242023 w 684497"/>
                    <a:gd name="csY27" fmla="*/ 2903 h 662863"/>
                    <a:gd name="csX28" fmla="*/ 2041 w 684497"/>
                    <a:gd name="csY28" fmla="*/ 312201 h 662863"/>
                    <a:gd name="csX29" fmla="*/ 284653 w 684497"/>
                    <a:gd name="csY29" fmla="*/ 1 h 662863"/>
                    <a:gd name="csX30" fmla="*/ 2041 w 684497"/>
                    <a:gd name="csY30" fmla="*/ 312201 h 662863"/>
                    <a:gd name="csX31" fmla="*/ 284653 w 684497"/>
                    <a:gd name="csY31" fmla="*/ 1 h 662863"/>
                    <a:gd name="csX32" fmla="*/ 1 w 684497"/>
                    <a:gd name="csY32" fmla="*/ 358646 h 662863"/>
                    <a:gd name="csX33" fmla="*/ 322370 w 684497"/>
                    <a:gd name="csY33" fmla="*/ 2613 h 662863"/>
                    <a:gd name="csX34" fmla="*/ 1 w 684497"/>
                    <a:gd name="csY34" fmla="*/ 358646 h 662863"/>
                    <a:gd name="csX35" fmla="*/ 322370 w 684497"/>
                    <a:gd name="csY35" fmla="*/ 2613 h 662863"/>
                    <a:gd name="csX36" fmla="*/ 3024 w 684497"/>
                    <a:gd name="csY36" fmla="*/ 399577 h 662863"/>
                    <a:gd name="csX37" fmla="*/ 360012 w 684497"/>
                    <a:gd name="csY37" fmla="*/ 5225 h 662863"/>
                    <a:gd name="csX38" fmla="*/ 3024 w 684497"/>
                    <a:gd name="csY38" fmla="*/ 399577 h 662863"/>
                    <a:gd name="csX39" fmla="*/ 360012 w 684497"/>
                    <a:gd name="csY39" fmla="*/ 5225 h 662863"/>
                    <a:gd name="csX40" fmla="*/ 1059 w 684497"/>
                    <a:gd name="csY40" fmla="*/ 446022 h 662863"/>
                    <a:gd name="csX41" fmla="*/ 402717 w 684497"/>
                    <a:gd name="csY41" fmla="*/ 2395 h 662863"/>
                    <a:gd name="csX42" fmla="*/ 1059 w 684497"/>
                    <a:gd name="csY42" fmla="*/ 446022 h 662863"/>
                    <a:gd name="csX43" fmla="*/ 402717 w 684497"/>
                    <a:gd name="csY43" fmla="*/ 2395 h 662863"/>
                    <a:gd name="csX44" fmla="*/ 4006 w 684497"/>
                    <a:gd name="csY44" fmla="*/ 486952 h 662863"/>
                    <a:gd name="csX45" fmla="*/ 440359 w 684497"/>
                    <a:gd name="csY45" fmla="*/ 5008 h 662863"/>
                    <a:gd name="csX46" fmla="*/ 4006 w 684497"/>
                    <a:gd name="csY46" fmla="*/ 486952 h 662863"/>
                    <a:gd name="csX47" fmla="*/ 440359 w 684497"/>
                    <a:gd name="csY47" fmla="*/ 5008 h 662863"/>
                    <a:gd name="csX48" fmla="*/ 2041 w 684497"/>
                    <a:gd name="csY48" fmla="*/ 533398 h 662863"/>
                    <a:gd name="csX49" fmla="*/ 483064 w 684497"/>
                    <a:gd name="csY49" fmla="*/ 2105 h 662863"/>
                    <a:gd name="csX50" fmla="*/ 2041 w 684497"/>
                    <a:gd name="csY50" fmla="*/ 533398 h 662863"/>
                    <a:gd name="csX51" fmla="*/ 483064 w 684497"/>
                    <a:gd name="csY51" fmla="*/ 2105 h 662863"/>
                    <a:gd name="csX52" fmla="*/ 76 w 684497"/>
                    <a:gd name="csY52" fmla="*/ 579843 h 662863"/>
                    <a:gd name="csX53" fmla="*/ 520781 w 684497"/>
                    <a:gd name="csY53" fmla="*/ 4718 h 662863"/>
                    <a:gd name="csX54" fmla="*/ 76 w 684497"/>
                    <a:gd name="csY54" fmla="*/ 579843 h 662863"/>
                    <a:gd name="csX55" fmla="*/ 520781 w 684497"/>
                    <a:gd name="csY55" fmla="*/ 4718 h 662863"/>
                    <a:gd name="csX56" fmla="*/ 3024 w 684497"/>
                    <a:gd name="csY56" fmla="*/ 620773 h 662863"/>
                    <a:gd name="csX57" fmla="*/ 563411 w 684497"/>
                    <a:gd name="csY57" fmla="*/ 1887 h 662863"/>
                    <a:gd name="csX58" fmla="*/ 3024 w 684497"/>
                    <a:gd name="csY58" fmla="*/ 620773 h 662863"/>
                    <a:gd name="csX59" fmla="*/ 563411 w 684497"/>
                    <a:gd name="csY59" fmla="*/ 1887 h 662863"/>
                    <a:gd name="csX60" fmla="*/ 6047 w 684497"/>
                    <a:gd name="csY60" fmla="*/ 661703 h 662863"/>
                    <a:gd name="csX61" fmla="*/ 601128 w 684497"/>
                    <a:gd name="csY61" fmla="*/ 4500 h 662863"/>
                    <a:gd name="csX62" fmla="*/ 6047 w 684497"/>
                    <a:gd name="csY62" fmla="*/ 661703 h 662863"/>
                    <a:gd name="csX63" fmla="*/ 601128 w 684497"/>
                    <a:gd name="csY63" fmla="*/ 4500 h 662863"/>
                    <a:gd name="csX64" fmla="*/ 48677 w 684497"/>
                    <a:gd name="csY64" fmla="*/ 658873 h 662863"/>
                    <a:gd name="csX65" fmla="*/ 643757 w 684497"/>
                    <a:gd name="csY65" fmla="*/ 1669 h 662863"/>
                    <a:gd name="csX66" fmla="*/ 48677 w 684497"/>
                    <a:gd name="csY66" fmla="*/ 658873 h 662863"/>
                    <a:gd name="csX67" fmla="*/ 643757 w 684497"/>
                    <a:gd name="csY67" fmla="*/ 1669 h 662863"/>
                    <a:gd name="csX68" fmla="*/ 86394 w 684497"/>
                    <a:gd name="csY68" fmla="*/ 661485 h 662863"/>
                    <a:gd name="csX69" fmla="*/ 681474 w 684497"/>
                    <a:gd name="csY69" fmla="*/ 4282 h 662863"/>
                    <a:gd name="csX70" fmla="*/ 86394 w 684497"/>
                    <a:gd name="csY70" fmla="*/ 661485 h 662863"/>
                    <a:gd name="csX71" fmla="*/ 681474 w 684497"/>
                    <a:gd name="csY71" fmla="*/ 4282 h 662863"/>
                    <a:gd name="csX72" fmla="*/ 129024 w 684497"/>
                    <a:gd name="csY72" fmla="*/ 658655 h 662863"/>
                    <a:gd name="csX73" fmla="*/ 684422 w 684497"/>
                    <a:gd name="csY73" fmla="*/ 45212 h 662863"/>
                    <a:gd name="csX74" fmla="*/ 129024 w 684497"/>
                    <a:gd name="csY74" fmla="*/ 658655 h 662863"/>
                    <a:gd name="csX75" fmla="*/ 684422 w 684497"/>
                    <a:gd name="csY75" fmla="*/ 45212 h 662863"/>
                    <a:gd name="csX76" fmla="*/ 166741 w 684497"/>
                    <a:gd name="csY76" fmla="*/ 661268 h 662863"/>
                    <a:gd name="csX77" fmla="*/ 682457 w 684497"/>
                    <a:gd name="csY77" fmla="*/ 91658 h 662863"/>
                    <a:gd name="csX78" fmla="*/ 166741 w 684497"/>
                    <a:gd name="csY78" fmla="*/ 661268 h 662863"/>
                    <a:gd name="csX79" fmla="*/ 682457 w 684497"/>
                    <a:gd name="csY79" fmla="*/ 91658 h 662863"/>
                    <a:gd name="csX80" fmla="*/ 209371 w 684497"/>
                    <a:gd name="csY80" fmla="*/ 658365 h 662863"/>
                    <a:gd name="csX81" fmla="*/ 680492 w 684497"/>
                    <a:gd name="csY81" fmla="*/ 138031 h 662863"/>
                    <a:gd name="csX82" fmla="*/ 209371 w 684497"/>
                    <a:gd name="csY82" fmla="*/ 658365 h 662863"/>
                    <a:gd name="csX83" fmla="*/ 680492 w 684497"/>
                    <a:gd name="csY83" fmla="*/ 138031 h 662863"/>
                    <a:gd name="csX84" fmla="*/ 247088 w 684497"/>
                    <a:gd name="csY84" fmla="*/ 660977 h 662863"/>
                    <a:gd name="csX85" fmla="*/ 683440 w 684497"/>
                    <a:gd name="csY85" fmla="*/ 179033 h 662863"/>
                    <a:gd name="csX86" fmla="*/ 247088 w 684497"/>
                    <a:gd name="csY86" fmla="*/ 660977 h 662863"/>
                    <a:gd name="csX87" fmla="*/ 683440 w 684497"/>
                    <a:gd name="csY87" fmla="*/ 179033 h 662863"/>
                    <a:gd name="csX88" fmla="*/ 289718 w 684497"/>
                    <a:gd name="csY88" fmla="*/ 658147 h 662863"/>
                    <a:gd name="csX89" fmla="*/ 681474 w 684497"/>
                    <a:gd name="csY89" fmla="*/ 225406 h 662863"/>
                    <a:gd name="csX90" fmla="*/ 289718 w 684497"/>
                    <a:gd name="csY90" fmla="*/ 658147 h 662863"/>
                    <a:gd name="csX91" fmla="*/ 681474 w 684497"/>
                    <a:gd name="csY91" fmla="*/ 225406 h 662863"/>
                    <a:gd name="csX92" fmla="*/ 327435 w 684497"/>
                    <a:gd name="csY92" fmla="*/ 660760 h 662863"/>
                    <a:gd name="csX93" fmla="*/ 684422 w 684497"/>
                    <a:gd name="csY93" fmla="*/ 266409 h 662863"/>
                    <a:gd name="csX94" fmla="*/ 327435 w 684497"/>
                    <a:gd name="csY94" fmla="*/ 660760 h 662863"/>
                    <a:gd name="csX95" fmla="*/ 684422 w 684497"/>
                    <a:gd name="csY95" fmla="*/ 266409 h 662863"/>
                    <a:gd name="csX96" fmla="*/ 370064 w 684497"/>
                    <a:gd name="csY96" fmla="*/ 657857 h 662863"/>
                    <a:gd name="csX97" fmla="*/ 682457 w 684497"/>
                    <a:gd name="csY97" fmla="*/ 312854 h 662863"/>
                    <a:gd name="csX98" fmla="*/ 370064 w 684497"/>
                    <a:gd name="csY98" fmla="*/ 657857 h 662863"/>
                    <a:gd name="csX99" fmla="*/ 682457 w 684497"/>
                    <a:gd name="csY99" fmla="*/ 312854 h 662863"/>
                    <a:gd name="csX100" fmla="*/ 407781 w 684497"/>
                    <a:gd name="csY100" fmla="*/ 660470 h 662863"/>
                    <a:gd name="csX101" fmla="*/ 680492 w 684497"/>
                    <a:gd name="csY101" fmla="*/ 359227 h 662863"/>
                    <a:gd name="csX102" fmla="*/ 407781 w 684497"/>
                    <a:gd name="csY102" fmla="*/ 660470 h 662863"/>
                    <a:gd name="csX103" fmla="*/ 680492 w 684497"/>
                    <a:gd name="csY103" fmla="*/ 359227 h 662863"/>
                    <a:gd name="csX104" fmla="*/ 450411 w 684497"/>
                    <a:gd name="csY104" fmla="*/ 657639 h 662863"/>
                    <a:gd name="csX105" fmla="*/ 683515 w 684497"/>
                    <a:gd name="csY105" fmla="*/ 400230 h 662863"/>
                    <a:gd name="csX106" fmla="*/ 450411 w 684497"/>
                    <a:gd name="csY106" fmla="*/ 657639 h 662863"/>
                    <a:gd name="csX107" fmla="*/ 683515 w 684497"/>
                    <a:gd name="csY107" fmla="*/ 400230 h 662863"/>
                    <a:gd name="csX108" fmla="*/ 488128 w 684497"/>
                    <a:gd name="csY108" fmla="*/ 660252 h 662863"/>
                    <a:gd name="csX109" fmla="*/ 681474 w 684497"/>
                    <a:gd name="csY109" fmla="*/ 446602 h 662863"/>
                    <a:gd name="csX110" fmla="*/ 488128 w 684497"/>
                    <a:gd name="csY110" fmla="*/ 660252 h 662863"/>
                    <a:gd name="csX111" fmla="*/ 681474 w 684497"/>
                    <a:gd name="csY111" fmla="*/ 446602 h 662863"/>
                    <a:gd name="csX112" fmla="*/ 525845 w 684497"/>
                    <a:gd name="csY112" fmla="*/ 662864 h 662863"/>
                    <a:gd name="csX113" fmla="*/ 684498 w 684497"/>
                    <a:gd name="csY113" fmla="*/ 487605 h 662863"/>
                    <a:gd name="csX114" fmla="*/ 525845 w 684497"/>
                    <a:gd name="csY114" fmla="*/ 662864 h 662863"/>
                    <a:gd name="csX115" fmla="*/ 684498 w 684497"/>
                    <a:gd name="csY115" fmla="*/ 487605 h 662863"/>
                    <a:gd name="csX116" fmla="*/ 568475 w 684497"/>
                    <a:gd name="csY116" fmla="*/ 659962 h 662863"/>
                    <a:gd name="csX117" fmla="*/ 682533 w 684497"/>
                    <a:gd name="csY117" fmla="*/ 533978 h 662863"/>
                    <a:gd name="csX118" fmla="*/ 568475 w 684497"/>
                    <a:gd name="csY118" fmla="*/ 659962 h 662863"/>
                    <a:gd name="csX119" fmla="*/ 682533 w 684497"/>
                    <a:gd name="csY119" fmla="*/ 533978 h 662863"/>
                    <a:gd name="csX120" fmla="*/ 606192 w 684497"/>
                    <a:gd name="csY120" fmla="*/ 662574 h 662863"/>
                    <a:gd name="csX121" fmla="*/ 680567 w 684497"/>
                    <a:gd name="csY121" fmla="*/ 580424 h 662863"/>
                    <a:gd name="csX122" fmla="*/ 606192 w 684497"/>
                    <a:gd name="csY122" fmla="*/ 662574 h 662863"/>
                    <a:gd name="csX123" fmla="*/ 680567 w 684497"/>
                    <a:gd name="csY123" fmla="*/ 580424 h 662863"/>
                    <a:gd name="csX124" fmla="*/ 648822 w 684497"/>
                    <a:gd name="csY124" fmla="*/ 659744 h 662863"/>
                    <a:gd name="csX125" fmla="*/ 683515 w 684497"/>
                    <a:gd name="csY125" fmla="*/ 621426 h 662863"/>
                    <a:gd name="csX126" fmla="*/ 648822 w 684497"/>
                    <a:gd name="csY126" fmla="*/ 659744 h 662863"/>
                    <a:gd name="csX127" fmla="*/ 683515 w 684497"/>
                    <a:gd name="csY127" fmla="*/ 621426 h 6628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</a:cxnLst>
                  <a:rect l="l" t="t" r="r" b="b"/>
                  <a:pathLst>
                    <a:path w="684497" h="662863"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3931" y="44559"/>
                      </a:moveTo>
                      <a:cubicBezTo>
                        <a:pt x="23507" y="32440"/>
                        <a:pt x="38246" y="11249"/>
                        <a:pt x="43613" y="799"/>
                      </a:cubicBezTo>
                      <a:moveTo>
                        <a:pt x="3931" y="44559"/>
                      </a:moveTo>
                      <a:cubicBezTo>
                        <a:pt x="17385" y="31206"/>
                        <a:pt x="27060" y="19595"/>
                        <a:pt x="43613" y="799"/>
                      </a:cubicBezTo>
                      <a:moveTo>
                        <a:pt x="1966" y="91004"/>
                      </a:moveTo>
                      <a:cubicBezTo>
                        <a:pt x="30310" y="54719"/>
                        <a:pt x="53061" y="35778"/>
                        <a:pt x="81330" y="3411"/>
                      </a:cubicBezTo>
                      <a:moveTo>
                        <a:pt x="1966" y="91004"/>
                      </a:moveTo>
                      <a:cubicBezTo>
                        <a:pt x="31293" y="58130"/>
                        <a:pt x="58201" y="28956"/>
                        <a:pt x="81330" y="3411"/>
                      </a:cubicBezTo>
                      <a:moveTo>
                        <a:pt x="1" y="137450"/>
                      </a:moveTo>
                      <a:cubicBezTo>
                        <a:pt x="49509" y="96157"/>
                        <a:pt x="81254" y="49784"/>
                        <a:pt x="123960" y="508"/>
                      </a:cubicBezTo>
                      <a:moveTo>
                        <a:pt x="1" y="137450"/>
                      </a:moveTo>
                      <a:cubicBezTo>
                        <a:pt x="48828" y="89916"/>
                        <a:pt x="95918" y="32077"/>
                        <a:pt x="123960" y="508"/>
                      </a:cubicBezTo>
                      <a:moveTo>
                        <a:pt x="2948" y="178380"/>
                      </a:moveTo>
                      <a:cubicBezTo>
                        <a:pt x="52230" y="130193"/>
                        <a:pt x="98412" y="78958"/>
                        <a:pt x="161677" y="3121"/>
                      </a:cubicBezTo>
                      <a:moveTo>
                        <a:pt x="2948" y="178380"/>
                      </a:moveTo>
                      <a:cubicBezTo>
                        <a:pt x="53590" y="120614"/>
                        <a:pt x="94028" y="67419"/>
                        <a:pt x="161677" y="3121"/>
                      </a:cubicBezTo>
                      <a:moveTo>
                        <a:pt x="983" y="224825"/>
                      </a:moveTo>
                      <a:cubicBezTo>
                        <a:pt x="57974" y="157262"/>
                        <a:pt x="129855" y="77942"/>
                        <a:pt x="204307" y="291"/>
                      </a:cubicBezTo>
                      <a:moveTo>
                        <a:pt x="983" y="224825"/>
                      </a:moveTo>
                      <a:cubicBezTo>
                        <a:pt x="68329" y="150948"/>
                        <a:pt x="118669" y="97318"/>
                        <a:pt x="204307" y="291"/>
                      </a:cubicBezTo>
                      <a:moveTo>
                        <a:pt x="4006" y="265756"/>
                      </a:moveTo>
                      <a:cubicBezTo>
                        <a:pt x="87830" y="180702"/>
                        <a:pt x="171956" y="89118"/>
                        <a:pt x="242023" y="2903"/>
                      </a:cubicBezTo>
                      <a:moveTo>
                        <a:pt x="4006" y="265756"/>
                      </a:moveTo>
                      <a:cubicBezTo>
                        <a:pt x="76568" y="194418"/>
                        <a:pt x="137943" y="107115"/>
                        <a:pt x="242023" y="2903"/>
                      </a:cubicBezTo>
                      <a:moveTo>
                        <a:pt x="2041" y="312201"/>
                      </a:moveTo>
                      <a:cubicBezTo>
                        <a:pt x="60166" y="244492"/>
                        <a:pt x="133408" y="160818"/>
                        <a:pt x="284653" y="1"/>
                      </a:cubicBezTo>
                      <a:moveTo>
                        <a:pt x="2041" y="312201"/>
                      </a:moveTo>
                      <a:cubicBezTo>
                        <a:pt x="53439" y="246814"/>
                        <a:pt x="121617" y="179686"/>
                        <a:pt x="284653" y="1"/>
                      </a:cubicBezTo>
                      <a:moveTo>
                        <a:pt x="1" y="358646"/>
                      </a:moveTo>
                      <a:cubicBezTo>
                        <a:pt x="97127" y="249064"/>
                        <a:pt x="159258" y="171994"/>
                        <a:pt x="322370" y="2613"/>
                      </a:cubicBezTo>
                      <a:moveTo>
                        <a:pt x="1" y="358646"/>
                      </a:moveTo>
                      <a:cubicBezTo>
                        <a:pt x="132954" y="223447"/>
                        <a:pt x="253815" y="79538"/>
                        <a:pt x="322370" y="2613"/>
                      </a:cubicBezTo>
                      <a:moveTo>
                        <a:pt x="3024" y="399577"/>
                      </a:moveTo>
                      <a:cubicBezTo>
                        <a:pt x="105290" y="285930"/>
                        <a:pt x="194707" y="207844"/>
                        <a:pt x="360012" y="5225"/>
                      </a:cubicBezTo>
                      <a:moveTo>
                        <a:pt x="3024" y="399577"/>
                      </a:moveTo>
                      <a:cubicBezTo>
                        <a:pt x="90098" y="302549"/>
                        <a:pt x="172712" y="208860"/>
                        <a:pt x="360012" y="5225"/>
                      </a:cubicBezTo>
                      <a:moveTo>
                        <a:pt x="1059" y="446022"/>
                      </a:moveTo>
                      <a:cubicBezTo>
                        <a:pt x="141571" y="310532"/>
                        <a:pt x="274223" y="157625"/>
                        <a:pt x="402717" y="2395"/>
                      </a:cubicBezTo>
                      <a:moveTo>
                        <a:pt x="1059" y="446022"/>
                      </a:moveTo>
                      <a:cubicBezTo>
                        <a:pt x="97883" y="336077"/>
                        <a:pt x="202568" y="221124"/>
                        <a:pt x="402717" y="2395"/>
                      </a:cubicBezTo>
                      <a:moveTo>
                        <a:pt x="4006" y="486952"/>
                      </a:moveTo>
                      <a:cubicBezTo>
                        <a:pt x="125849" y="363364"/>
                        <a:pt x="229174" y="245944"/>
                        <a:pt x="440359" y="5008"/>
                      </a:cubicBezTo>
                      <a:moveTo>
                        <a:pt x="4006" y="486952"/>
                      </a:moveTo>
                      <a:cubicBezTo>
                        <a:pt x="168706" y="315685"/>
                        <a:pt x="315643" y="139119"/>
                        <a:pt x="440359" y="5008"/>
                      </a:cubicBezTo>
                      <a:moveTo>
                        <a:pt x="2041" y="533398"/>
                      </a:moveTo>
                      <a:cubicBezTo>
                        <a:pt x="161072" y="342899"/>
                        <a:pt x="344214" y="180702"/>
                        <a:pt x="483064" y="2105"/>
                      </a:cubicBezTo>
                      <a:moveTo>
                        <a:pt x="2041" y="533398"/>
                      </a:moveTo>
                      <a:cubicBezTo>
                        <a:pt x="166136" y="352333"/>
                        <a:pt x="338848" y="166043"/>
                        <a:pt x="483064" y="2105"/>
                      </a:cubicBezTo>
                      <a:moveTo>
                        <a:pt x="76" y="579843"/>
                      </a:moveTo>
                      <a:cubicBezTo>
                        <a:pt x="167724" y="400447"/>
                        <a:pt x="335824" y="209368"/>
                        <a:pt x="520781" y="4718"/>
                      </a:cubicBezTo>
                      <a:moveTo>
                        <a:pt x="76" y="579843"/>
                      </a:moveTo>
                      <a:cubicBezTo>
                        <a:pt x="142403" y="415470"/>
                        <a:pt x="290927" y="263433"/>
                        <a:pt x="520781" y="4718"/>
                      </a:cubicBezTo>
                      <a:moveTo>
                        <a:pt x="3024" y="620773"/>
                      </a:moveTo>
                      <a:cubicBezTo>
                        <a:pt x="124942" y="462278"/>
                        <a:pt x="267647" y="325264"/>
                        <a:pt x="563411" y="1887"/>
                      </a:cubicBezTo>
                      <a:moveTo>
                        <a:pt x="3024" y="620773"/>
                      </a:moveTo>
                      <a:cubicBezTo>
                        <a:pt x="179061" y="431653"/>
                        <a:pt x="337714" y="251677"/>
                        <a:pt x="563411" y="1887"/>
                      </a:cubicBezTo>
                      <a:moveTo>
                        <a:pt x="6047" y="661703"/>
                      </a:moveTo>
                      <a:cubicBezTo>
                        <a:pt x="140891" y="510247"/>
                        <a:pt x="289944" y="339996"/>
                        <a:pt x="601128" y="4500"/>
                      </a:cubicBezTo>
                      <a:moveTo>
                        <a:pt x="6047" y="661703"/>
                      </a:moveTo>
                      <a:cubicBezTo>
                        <a:pt x="205970" y="448199"/>
                        <a:pt x="404531" y="237743"/>
                        <a:pt x="601128" y="4500"/>
                      </a:cubicBezTo>
                      <a:moveTo>
                        <a:pt x="48677" y="658873"/>
                      </a:moveTo>
                      <a:cubicBezTo>
                        <a:pt x="267949" y="428024"/>
                        <a:pt x="486617" y="167639"/>
                        <a:pt x="643757" y="1669"/>
                      </a:cubicBezTo>
                      <a:moveTo>
                        <a:pt x="48677" y="658873"/>
                      </a:moveTo>
                      <a:cubicBezTo>
                        <a:pt x="293497" y="398052"/>
                        <a:pt x="524560" y="129612"/>
                        <a:pt x="643757" y="1669"/>
                      </a:cubicBezTo>
                      <a:moveTo>
                        <a:pt x="86394" y="661485"/>
                      </a:moveTo>
                      <a:cubicBezTo>
                        <a:pt x="217005" y="489347"/>
                        <a:pt x="370745" y="355889"/>
                        <a:pt x="681474" y="4282"/>
                      </a:cubicBezTo>
                      <a:moveTo>
                        <a:pt x="86394" y="661485"/>
                      </a:moveTo>
                      <a:cubicBezTo>
                        <a:pt x="219121" y="521931"/>
                        <a:pt x="347389" y="380853"/>
                        <a:pt x="681474" y="4282"/>
                      </a:cubicBezTo>
                      <a:moveTo>
                        <a:pt x="129024" y="658655"/>
                      </a:moveTo>
                      <a:cubicBezTo>
                        <a:pt x="355401" y="434048"/>
                        <a:pt x="572103" y="184476"/>
                        <a:pt x="684422" y="45212"/>
                      </a:cubicBezTo>
                      <a:moveTo>
                        <a:pt x="129024" y="658655"/>
                      </a:moveTo>
                      <a:cubicBezTo>
                        <a:pt x="264624" y="519391"/>
                        <a:pt x="386920" y="384627"/>
                        <a:pt x="684422" y="45212"/>
                      </a:cubicBezTo>
                      <a:moveTo>
                        <a:pt x="166741" y="661268"/>
                      </a:moveTo>
                      <a:cubicBezTo>
                        <a:pt x="267723" y="552121"/>
                        <a:pt x="378076" y="414816"/>
                        <a:pt x="682457" y="91658"/>
                      </a:cubicBezTo>
                      <a:moveTo>
                        <a:pt x="166741" y="661268"/>
                      </a:moveTo>
                      <a:cubicBezTo>
                        <a:pt x="278985" y="524544"/>
                        <a:pt x="414357" y="388401"/>
                        <a:pt x="682457" y="91658"/>
                      </a:cubicBezTo>
                      <a:moveTo>
                        <a:pt x="209371" y="658365"/>
                      </a:moveTo>
                      <a:cubicBezTo>
                        <a:pt x="367646" y="482308"/>
                        <a:pt x="550486" y="281213"/>
                        <a:pt x="680492" y="138031"/>
                      </a:cubicBezTo>
                      <a:moveTo>
                        <a:pt x="209371" y="658365"/>
                      </a:moveTo>
                      <a:cubicBezTo>
                        <a:pt x="338848" y="523455"/>
                        <a:pt x="462051" y="389126"/>
                        <a:pt x="680492" y="138031"/>
                      </a:cubicBezTo>
                      <a:moveTo>
                        <a:pt x="247088" y="660977"/>
                      </a:moveTo>
                      <a:cubicBezTo>
                        <a:pt x="370594" y="505603"/>
                        <a:pt x="512693" y="377442"/>
                        <a:pt x="683440" y="179033"/>
                      </a:cubicBezTo>
                      <a:moveTo>
                        <a:pt x="247088" y="660977"/>
                      </a:moveTo>
                      <a:cubicBezTo>
                        <a:pt x="369535" y="524979"/>
                        <a:pt x="512996" y="375846"/>
                        <a:pt x="683440" y="179033"/>
                      </a:cubicBezTo>
                      <a:moveTo>
                        <a:pt x="289718" y="658147"/>
                      </a:moveTo>
                      <a:cubicBezTo>
                        <a:pt x="402113" y="523746"/>
                        <a:pt x="515490" y="418663"/>
                        <a:pt x="681474" y="225406"/>
                      </a:cubicBezTo>
                      <a:moveTo>
                        <a:pt x="289718" y="658147"/>
                      </a:moveTo>
                      <a:cubicBezTo>
                        <a:pt x="392664" y="546025"/>
                        <a:pt x="485105" y="441668"/>
                        <a:pt x="681474" y="225406"/>
                      </a:cubicBezTo>
                      <a:moveTo>
                        <a:pt x="327435" y="660760"/>
                      </a:moveTo>
                      <a:cubicBezTo>
                        <a:pt x="452830" y="544065"/>
                        <a:pt x="562353" y="422581"/>
                        <a:pt x="684422" y="266409"/>
                      </a:cubicBezTo>
                      <a:moveTo>
                        <a:pt x="327435" y="660760"/>
                      </a:moveTo>
                      <a:cubicBezTo>
                        <a:pt x="430155" y="555532"/>
                        <a:pt x="533630" y="439200"/>
                        <a:pt x="684422" y="266409"/>
                      </a:cubicBezTo>
                      <a:moveTo>
                        <a:pt x="370064" y="657857"/>
                      </a:moveTo>
                      <a:cubicBezTo>
                        <a:pt x="465679" y="546750"/>
                        <a:pt x="574824" y="432524"/>
                        <a:pt x="682457" y="312854"/>
                      </a:cubicBezTo>
                      <a:moveTo>
                        <a:pt x="370064" y="657857"/>
                      </a:moveTo>
                      <a:cubicBezTo>
                        <a:pt x="453208" y="566780"/>
                        <a:pt x="541793" y="471204"/>
                        <a:pt x="682457" y="312854"/>
                      </a:cubicBezTo>
                      <a:moveTo>
                        <a:pt x="407781" y="660470"/>
                      </a:moveTo>
                      <a:cubicBezTo>
                        <a:pt x="489489" y="576360"/>
                        <a:pt x="569760" y="457996"/>
                        <a:pt x="680492" y="359227"/>
                      </a:cubicBezTo>
                      <a:moveTo>
                        <a:pt x="407781" y="660470"/>
                      </a:moveTo>
                      <a:cubicBezTo>
                        <a:pt x="473843" y="585213"/>
                        <a:pt x="551317" y="505458"/>
                        <a:pt x="680492" y="359227"/>
                      </a:cubicBezTo>
                      <a:moveTo>
                        <a:pt x="450411" y="657639"/>
                      </a:moveTo>
                      <a:cubicBezTo>
                        <a:pt x="541264" y="562571"/>
                        <a:pt x="630757" y="457996"/>
                        <a:pt x="683515" y="400230"/>
                      </a:cubicBezTo>
                      <a:moveTo>
                        <a:pt x="450411" y="657639"/>
                      </a:moveTo>
                      <a:cubicBezTo>
                        <a:pt x="512164" y="600235"/>
                        <a:pt x="572934" y="523673"/>
                        <a:pt x="683515" y="400230"/>
                      </a:cubicBezTo>
                      <a:moveTo>
                        <a:pt x="488128" y="660252"/>
                      </a:moveTo>
                      <a:cubicBezTo>
                        <a:pt x="548974" y="604227"/>
                        <a:pt x="581551" y="547694"/>
                        <a:pt x="681474" y="446602"/>
                      </a:cubicBezTo>
                      <a:moveTo>
                        <a:pt x="488128" y="660252"/>
                      </a:moveTo>
                      <a:cubicBezTo>
                        <a:pt x="533706" y="604662"/>
                        <a:pt x="601732" y="540655"/>
                        <a:pt x="681474" y="446602"/>
                      </a:cubicBezTo>
                      <a:moveTo>
                        <a:pt x="525845" y="662864"/>
                      </a:moveTo>
                      <a:cubicBezTo>
                        <a:pt x="594552" y="599582"/>
                        <a:pt x="634385" y="522802"/>
                        <a:pt x="684498" y="487605"/>
                      </a:cubicBezTo>
                      <a:moveTo>
                        <a:pt x="525845" y="662864"/>
                      </a:moveTo>
                      <a:cubicBezTo>
                        <a:pt x="561295" y="623023"/>
                        <a:pt x="589941" y="578174"/>
                        <a:pt x="684498" y="487605"/>
                      </a:cubicBezTo>
                      <a:moveTo>
                        <a:pt x="568475" y="659962"/>
                      </a:moveTo>
                      <a:cubicBezTo>
                        <a:pt x="598407" y="622370"/>
                        <a:pt x="636728" y="593486"/>
                        <a:pt x="682533" y="533978"/>
                      </a:cubicBezTo>
                      <a:moveTo>
                        <a:pt x="568475" y="659962"/>
                      </a:moveTo>
                      <a:cubicBezTo>
                        <a:pt x="600220" y="632094"/>
                        <a:pt x="621687" y="599002"/>
                        <a:pt x="682533" y="533978"/>
                      </a:cubicBezTo>
                      <a:moveTo>
                        <a:pt x="606192" y="662574"/>
                      </a:moveTo>
                      <a:cubicBezTo>
                        <a:pt x="625920" y="632167"/>
                        <a:pt x="656683" y="599800"/>
                        <a:pt x="680567" y="580424"/>
                      </a:cubicBezTo>
                      <a:moveTo>
                        <a:pt x="606192" y="662574"/>
                      </a:moveTo>
                      <a:cubicBezTo>
                        <a:pt x="636048" y="639424"/>
                        <a:pt x="661293" y="603574"/>
                        <a:pt x="680567" y="580424"/>
                      </a:cubicBezTo>
                      <a:moveTo>
                        <a:pt x="648822" y="659744"/>
                      </a:moveTo>
                      <a:cubicBezTo>
                        <a:pt x="659933" y="649801"/>
                        <a:pt x="663863" y="640513"/>
                        <a:pt x="683515" y="621426"/>
                      </a:cubicBezTo>
                      <a:moveTo>
                        <a:pt x="648822" y="659744"/>
                      </a:moveTo>
                      <a:cubicBezTo>
                        <a:pt x="659479" y="647406"/>
                        <a:pt x="671271" y="635577"/>
                        <a:pt x="683515" y="621426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5" name="شكل حر: شكل 196">
                  <a:extLst>
                    <a:ext uri="{FF2B5EF4-FFF2-40B4-BE49-F238E27FC236}">
                      <a16:creationId xmlns:a16="http://schemas.microsoft.com/office/drawing/2014/main" id="{61D5B035-7C33-A978-33EA-486C09A86040}"/>
                    </a:ext>
                  </a:extLst>
                </p:cNvPr>
                <p:cNvSpPr/>
                <p:nvPr/>
              </p:nvSpPr>
              <p:spPr>
                <a:xfrm>
                  <a:off x="6291148" y="3991792"/>
                  <a:ext cx="693453" cy="666025"/>
                </a:xfrm>
                <a:custGeom>
                  <a:avLst/>
                  <a:gdLst>
                    <a:gd name="csX0" fmla="*/ 1372 w 693453"/>
                    <a:gd name="csY0" fmla="*/ 11863 h 666025"/>
                    <a:gd name="csX1" fmla="*/ 681637 w 693453"/>
                    <a:gd name="csY1" fmla="*/ 11863 h 666025"/>
                    <a:gd name="csX2" fmla="*/ 1372 w 693453"/>
                    <a:gd name="csY2" fmla="*/ 11863 h 666025"/>
                    <a:gd name="csX3" fmla="*/ 681637 w 693453"/>
                    <a:gd name="csY3" fmla="*/ 11863 h 666025"/>
                    <a:gd name="csX4" fmla="*/ 681637 w 693453"/>
                    <a:gd name="csY4" fmla="*/ 11863 h 666025"/>
                    <a:gd name="csX5" fmla="*/ 681637 w 693453"/>
                    <a:gd name="csY5" fmla="*/ 665002 h 666025"/>
                    <a:gd name="csX6" fmla="*/ 681637 w 693453"/>
                    <a:gd name="csY6" fmla="*/ 11863 h 666025"/>
                    <a:gd name="csX7" fmla="*/ 681637 w 693453"/>
                    <a:gd name="csY7" fmla="*/ 665002 h 666025"/>
                    <a:gd name="csX8" fmla="*/ 681637 w 693453"/>
                    <a:gd name="csY8" fmla="*/ 665002 h 666025"/>
                    <a:gd name="csX9" fmla="*/ 1372 w 693453"/>
                    <a:gd name="csY9" fmla="*/ 665002 h 666025"/>
                    <a:gd name="csX10" fmla="*/ 681637 w 693453"/>
                    <a:gd name="csY10" fmla="*/ 665002 h 666025"/>
                    <a:gd name="csX11" fmla="*/ 1372 w 693453"/>
                    <a:gd name="csY11" fmla="*/ 665002 h 666025"/>
                    <a:gd name="csX12" fmla="*/ 1372 w 693453"/>
                    <a:gd name="csY12" fmla="*/ 665002 h 666025"/>
                    <a:gd name="csX13" fmla="*/ 1372 w 693453"/>
                    <a:gd name="csY13" fmla="*/ 11863 h 666025"/>
                    <a:gd name="csX14" fmla="*/ 1372 w 693453"/>
                    <a:gd name="csY14" fmla="*/ 665002 h 666025"/>
                    <a:gd name="csX15" fmla="*/ 1372 w 693453"/>
                    <a:gd name="csY15" fmla="*/ 11863 h 6660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93453" h="666025">
                      <a:moveTo>
                        <a:pt x="1372" y="11863"/>
                      </a:moveTo>
                      <a:cubicBezTo>
                        <a:pt x="204922" y="-39"/>
                        <a:pt x="423665" y="-7441"/>
                        <a:pt x="681637" y="11863"/>
                      </a:cubicBezTo>
                      <a:moveTo>
                        <a:pt x="1372" y="11863"/>
                      </a:moveTo>
                      <a:cubicBezTo>
                        <a:pt x="179299" y="1848"/>
                        <a:pt x="353522" y="5259"/>
                        <a:pt x="681637" y="11863"/>
                      </a:cubicBezTo>
                      <a:moveTo>
                        <a:pt x="681637" y="11863"/>
                      </a:moveTo>
                      <a:cubicBezTo>
                        <a:pt x="695166" y="221158"/>
                        <a:pt x="699475" y="462674"/>
                        <a:pt x="681637" y="665002"/>
                      </a:cubicBezTo>
                      <a:moveTo>
                        <a:pt x="681637" y="11863"/>
                      </a:moveTo>
                      <a:cubicBezTo>
                        <a:pt x="687230" y="233640"/>
                        <a:pt x="674834" y="446709"/>
                        <a:pt x="681637" y="665002"/>
                      </a:cubicBezTo>
                      <a:moveTo>
                        <a:pt x="681637" y="665002"/>
                      </a:moveTo>
                      <a:cubicBezTo>
                        <a:pt x="511797" y="669574"/>
                        <a:pt x="340673" y="656874"/>
                        <a:pt x="1372" y="665002"/>
                      </a:cubicBezTo>
                      <a:moveTo>
                        <a:pt x="681637" y="665002"/>
                      </a:moveTo>
                      <a:cubicBezTo>
                        <a:pt x="465690" y="665220"/>
                        <a:pt x="259797" y="665800"/>
                        <a:pt x="1372" y="665002"/>
                      </a:cubicBezTo>
                      <a:moveTo>
                        <a:pt x="1372" y="665002"/>
                      </a:moveTo>
                      <a:cubicBezTo>
                        <a:pt x="3639" y="438000"/>
                        <a:pt x="-2634" y="226455"/>
                        <a:pt x="1372" y="11863"/>
                      </a:cubicBezTo>
                      <a:moveTo>
                        <a:pt x="1372" y="665002"/>
                      </a:moveTo>
                      <a:cubicBezTo>
                        <a:pt x="11198" y="466085"/>
                        <a:pt x="5529" y="266587"/>
                        <a:pt x="1372" y="11863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62" name="صورة 197">
                <a:extLst>
                  <a:ext uri="{FF2B5EF4-FFF2-40B4-BE49-F238E27FC236}">
                    <a16:creationId xmlns:a16="http://schemas.microsoft.com/office/drawing/2014/main" id="{3FA74ED2-7036-DF4C-6CE7-A889ED651D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296299" y="4018169"/>
                <a:ext cx="665147" cy="645882"/>
              </a:xfrm>
              <a:custGeom>
                <a:avLst/>
                <a:gdLst>
                  <a:gd name="csX0" fmla="*/ 0 w 665147"/>
                  <a:gd name="csY0" fmla="*/ 0 h 645882"/>
                  <a:gd name="csX1" fmla="*/ 665148 w 665147"/>
                  <a:gd name="csY1" fmla="*/ 0 h 645882"/>
                  <a:gd name="csX2" fmla="*/ 665148 w 665147"/>
                  <a:gd name="csY2" fmla="*/ 645882 h 645882"/>
                  <a:gd name="csX3" fmla="*/ 0 w 665147"/>
                  <a:gd name="csY3" fmla="*/ 645882 h 645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5147" h="645882">
                    <a:moveTo>
                      <a:pt x="0" y="0"/>
                    </a:moveTo>
                    <a:lnTo>
                      <a:pt x="665148" y="0"/>
                    </a:lnTo>
                    <a:lnTo>
                      <a:pt x="665148" y="645882"/>
                    </a:lnTo>
                    <a:lnTo>
                      <a:pt x="0" y="645882"/>
                    </a:lnTo>
                    <a:close/>
                  </a:path>
                </a:pathLst>
              </a:custGeom>
            </p:spPr>
          </p:pic>
        </p:grpSp>
        <p:grpSp>
          <p:nvGrpSpPr>
            <p:cNvPr id="1841" name="رسم 9">
              <a:extLst>
                <a:ext uri="{FF2B5EF4-FFF2-40B4-BE49-F238E27FC236}">
                  <a16:creationId xmlns:a16="http://schemas.microsoft.com/office/drawing/2014/main" id="{234E57F7-9D9C-A3A4-F44E-E00B863027B4}"/>
                </a:ext>
              </a:extLst>
            </p:cNvPr>
            <p:cNvGrpSpPr/>
            <p:nvPr/>
          </p:nvGrpSpPr>
          <p:grpSpPr>
            <a:xfrm>
              <a:off x="6534392" y="4156924"/>
              <a:ext cx="340132" cy="209585"/>
              <a:chOff x="6534392" y="4156924"/>
              <a:chExt cx="340132" cy="209585"/>
            </a:xfrm>
          </p:grpSpPr>
          <p:grpSp>
            <p:nvGrpSpPr>
              <p:cNvPr id="1854" name="رسم 9">
                <a:extLst>
                  <a:ext uri="{FF2B5EF4-FFF2-40B4-BE49-F238E27FC236}">
                    <a16:creationId xmlns:a16="http://schemas.microsoft.com/office/drawing/2014/main" id="{6B4924F4-8CA7-C28C-B9F6-9D25C4A05225}"/>
                  </a:ext>
                </a:extLst>
              </p:cNvPr>
              <p:cNvGrpSpPr/>
              <p:nvPr/>
            </p:nvGrpSpPr>
            <p:grpSpPr>
              <a:xfrm>
                <a:off x="6681934" y="4156924"/>
                <a:ext cx="52909" cy="209585"/>
                <a:chOff x="6681934" y="4156924"/>
                <a:chExt cx="52909" cy="209585"/>
              </a:xfrm>
            </p:grpSpPr>
            <p:sp>
              <p:nvSpPr>
                <p:cNvPr id="1856" name="شكل حر: شكل 200">
                  <a:extLst>
                    <a:ext uri="{FF2B5EF4-FFF2-40B4-BE49-F238E27FC236}">
                      <a16:creationId xmlns:a16="http://schemas.microsoft.com/office/drawing/2014/main" id="{F04EE356-003A-D549-B326-6EBCB943E9B4}"/>
                    </a:ext>
                  </a:extLst>
                </p:cNvPr>
                <p:cNvSpPr/>
                <p:nvPr/>
              </p:nvSpPr>
              <p:spPr>
                <a:xfrm>
                  <a:off x="6708313" y="4195024"/>
                  <a:ext cx="377" cy="171485"/>
                </a:xfrm>
                <a:custGeom>
                  <a:avLst/>
                  <a:gdLst>
                    <a:gd name="csX0" fmla="*/ 1 w 377"/>
                    <a:gd name="csY0" fmla="*/ 1 h 171485"/>
                    <a:gd name="csX1" fmla="*/ 378 w 377"/>
                    <a:gd name="csY1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" h="171485">
                      <a:moveTo>
                        <a:pt x="1" y="1"/>
                      </a:moveTo>
                      <a:lnTo>
                        <a:pt x="378" y="171486"/>
                      </a:lnTo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7" name="شكل حر: شكل 201">
                  <a:extLst>
                    <a:ext uri="{FF2B5EF4-FFF2-40B4-BE49-F238E27FC236}">
                      <a16:creationId xmlns:a16="http://schemas.microsoft.com/office/drawing/2014/main" id="{31F11EED-5FFB-2ABC-8510-251FC15F7AB5}"/>
                    </a:ext>
                  </a:extLst>
                </p:cNvPr>
                <p:cNvSpPr/>
                <p:nvPr/>
              </p:nvSpPr>
              <p:spPr>
                <a:xfrm>
                  <a:off x="6681934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lnTo>
                        <a:pt x="52910" y="50728"/>
                      </a:lnTo>
                      <a:lnTo>
                        <a:pt x="26380" y="38100"/>
                      </a:lnTo>
                      <a:lnTo>
                        <a:pt x="1" y="50800"/>
                      </a:lnTo>
                      <a:close/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8" name="شكل حر: شكل 202">
                  <a:extLst>
                    <a:ext uri="{FF2B5EF4-FFF2-40B4-BE49-F238E27FC236}">
                      <a16:creationId xmlns:a16="http://schemas.microsoft.com/office/drawing/2014/main" id="{7A330F6E-37FF-1600-251F-DEF0ABC6C233}"/>
                    </a:ext>
                  </a:extLst>
                </p:cNvPr>
                <p:cNvSpPr/>
                <p:nvPr/>
              </p:nvSpPr>
              <p:spPr>
                <a:xfrm>
                  <a:off x="6706334" y="4195024"/>
                  <a:ext cx="4112" cy="171485"/>
                </a:xfrm>
                <a:custGeom>
                  <a:avLst/>
                  <a:gdLst>
                    <a:gd name="csX0" fmla="*/ 1979 w 4112"/>
                    <a:gd name="csY0" fmla="*/ 1 h 171485"/>
                    <a:gd name="csX1" fmla="*/ 2357 w 4112"/>
                    <a:gd name="csY1" fmla="*/ 171486 h 171485"/>
                    <a:gd name="csX2" fmla="*/ 1979 w 4112"/>
                    <a:gd name="csY2" fmla="*/ 1 h 171485"/>
                    <a:gd name="csX3" fmla="*/ 2357 w 4112"/>
                    <a:gd name="csY3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112" h="171485">
                      <a:moveTo>
                        <a:pt x="1979" y="1"/>
                      </a:moveTo>
                      <a:cubicBezTo>
                        <a:pt x="7799" y="40568"/>
                        <a:pt x="-440" y="118727"/>
                        <a:pt x="2357" y="171486"/>
                      </a:cubicBezTo>
                      <a:moveTo>
                        <a:pt x="1979" y="1"/>
                      </a:moveTo>
                      <a:cubicBezTo>
                        <a:pt x="-62" y="51308"/>
                        <a:pt x="-1347" y="104866"/>
                        <a:pt x="2357" y="171486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9" name="شكل حر: شكل 203">
                  <a:extLst>
                    <a:ext uri="{FF2B5EF4-FFF2-40B4-BE49-F238E27FC236}">
                      <a16:creationId xmlns:a16="http://schemas.microsoft.com/office/drawing/2014/main" id="{4F66A90A-E9B4-5DA6-A9D8-38133C934C22}"/>
                    </a:ext>
                  </a:extLst>
                </p:cNvPr>
                <p:cNvSpPr/>
                <p:nvPr/>
              </p:nvSpPr>
              <p:spPr>
                <a:xfrm>
                  <a:off x="6681934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  <a:gd name="csX4" fmla="*/ 26304 w 52909"/>
                    <a:gd name="csY4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41875" y="21336"/>
                        <a:pt x="42101" y="22788"/>
                        <a:pt x="52910" y="50728"/>
                      </a:cubicBezTo>
                      <a:cubicBezTo>
                        <a:pt x="41799" y="50655"/>
                        <a:pt x="38171" y="39407"/>
                        <a:pt x="26380" y="38100"/>
                      </a:cubicBezTo>
                      <a:cubicBezTo>
                        <a:pt x="16932" y="40785"/>
                        <a:pt x="14513" y="39915"/>
                        <a:pt x="1" y="50800"/>
                      </a:cubicBezTo>
                      <a:cubicBezTo>
                        <a:pt x="15949" y="43761"/>
                        <a:pt x="12548" y="28811"/>
                        <a:pt x="26304" y="1"/>
                      </a:cubicBezTo>
                    </a:path>
                  </a:pathLst>
                </a:custGeom>
                <a:solidFill>
                  <a:srgbClr val="000000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60" name="شكل حر: شكل 204">
                  <a:extLst>
                    <a:ext uri="{FF2B5EF4-FFF2-40B4-BE49-F238E27FC236}">
                      <a16:creationId xmlns:a16="http://schemas.microsoft.com/office/drawing/2014/main" id="{1A4A4710-0944-F651-B2EA-85CFA8D0ED3A}"/>
                    </a:ext>
                  </a:extLst>
                </p:cNvPr>
                <p:cNvSpPr/>
                <p:nvPr/>
              </p:nvSpPr>
              <p:spPr>
                <a:xfrm>
                  <a:off x="6681934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04 w 52909"/>
                    <a:gd name="csY2" fmla="*/ 1 h 50799"/>
                    <a:gd name="csX3" fmla="*/ 52910 w 52909"/>
                    <a:gd name="csY3" fmla="*/ 50728 h 50799"/>
                    <a:gd name="csX4" fmla="*/ 52910 w 52909"/>
                    <a:gd name="csY4" fmla="*/ 50728 h 50799"/>
                    <a:gd name="csX5" fmla="*/ 26380 w 52909"/>
                    <a:gd name="csY5" fmla="*/ 38100 h 50799"/>
                    <a:gd name="csX6" fmla="*/ 52910 w 52909"/>
                    <a:gd name="csY6" fmla="*/ 50728 h 50799"/>
                    <a:gd name="csX7" fmla="*/ 26380 w 52909"/>
                    <a:gd name="csY7" fmla="*/ 38100 h 50799"/>
                    <a:gd name="csX8" fmla="*/ 26380 w 52909"/>
                    <a:gd name="csY8" fmla="*/ 38100 h 50799"/>
                    <a:gd name="csX9" fmla="*/ 1 w 52909"/>
                    <a:gd name="csY9" fmla="*/ 50800 h 50799"/>
                    <a:gd name="csX10" fmla="*/ 26380 w 52909"/>
                    <a:gd name="csY10" fmla="*/ 38100 h 50799"/>
                    <a:gd name="csX11" fmla="*/ 1 w 52909"/>
                    <a:gd name="csY11" fmla="*/ 50800 h 50799"/>
                    <a:gd name="csX12" fmla="*/ 1 w 52909"/>
                    <a:gd name="csY12" fmla="*/ 50800 h 50799"/>
                    <a:gd name="csX13" fmla="*/ 26304 w 52909"/>
                    <a:gd name="csY13" fmla="*/ 1 h 50799"/>
                    <a:gd name="csX14" fmla="*/ 1 w 52909"/>
                    <a:gd name="csY14" fmla="*/ 50800 h 50799"/>
                    <a:gd name="csX15" fmla="*/ 26304 w 52909"/>
                    <a:gd name="csY15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7188" y="10596"/>
                        <a:pt x="42479" y="35923"/>
                        <a:pt x="52910" y="50728"/>
                      </a:cubicBezTo>
                      <a:moveTo>
                        <a:pt x="26304" y="1"/>
                      </a:moveTo>
                      <a:cubicBezTo>
                        <a:pt x="34240" y="14950"/>
                        <a:pt x="42404" y="30553"/>
                        <a:pt x="52910" y="50728"/>
                      </a:cubicBezTo>
                      <a:moveTo>
                        <a:pt x="52910" y="50728"/>
                      </a:moveTo>
                      <a:cubicBezTo>
                        <a:pt x="44142" y="47389"/>
                        <a:pt x="33409" y="39479"/>
                        <a:pt x="26380" y="38100"/>
                      </a:cubicBezTo>
                      <a:moveTo>
                        <a:pt x="52910" y="50728"/>
                      </a:moveTo>
                      <a:cubicBezTo>
                        <a:pt x="44823" y="47317"/>
                        <a:pt x="35601" y="42237"/>
                        <a:pt x="26380" y="38100"/>
                      </a:cubicBezTo>
                      <a:moveTo>
                        <a:pt x="26380" y="38100"/>
                      </a:moveTo>
                      <a:cubicBezTo>
                        <a:pt x="19804" y="38173"/>
                        <a:pt x="16780" y="46156"/>
                        <a:pt x="1" y="50800"/>
                      </a:cubicBezTo>
                      <a:moveTo>
                        <a:pt x="26380" y="38100"/>
                      </a:moveTo>
                      <a:cubicBezTo>
                        <a:pt x="18217" y="41076"/>
                        <a:pt x="8920" y="46954"/>
                        <a:pt x="1" y="50800"/>
                      </a:cubicBezTo>
                      <a:moveTo>
                        <a:pt x="1" y="50800"/>
                      </a:moveTo>
                      <a:cubicBezTo>
                        <a:pt x="4687" y="33528"/>
                        <a:pt x="10960" y="27215"/>
                        <a:pt x="26304" y="1"/>
                      </a:cubicBezTo>
                      <a:moveTo>
                        <a:pt x="1" y="50800"/>
                      </a:moveTo>
                      <a:cubicBezTo>
                        <a:pt x="4914" y="37955"/>
                        <a:pt x="15798" y="24530"/>
                        <a:pt x="26304" y="1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55" name="صورة 205">
                <a:extLst>
                  <a:ext uri="{FF2B5EF4-FFF2-40B4-BE49-F238E27FC236}">
                    <a16:creationId xmlns:a16="http://schemas.microsoft.com/office/drawing/2014/main" id="{9C231569-EA7F-5E34-A2CA-5DE24EA30B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6534392" y="4210482"/>
                <a:ext cx="340132" cy="114299"/>
              </a:xfrm>
              <a:custGeom>
                <a:avLst/>
                <a:gdLst>
                  <a:gd name="csX0" fmla="*/ 0 w 340132"/>
                  <a:gd name="csY0" fmla="*/ 0 h 114299"/>
                  <a:gd name="csX1" fmla="*/ 340132 w 340132"/>
                  <a:gd name="csY1" fmla="*/ 0 h 114299"/>
                  <a:gd name="csX2" fmla="*/ 340132 w 340132"/>
                  <a:gd name="csY2" fmla="*/ 114299 h 114299"/>
                  <a:gd name="csX3" fmla="*/ 0 w 340132"/>
                  <a:gd name="csY3" fmla="*/ 114299 h 114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132" h="114299">
                    <a:moveTo>
                      <a:pt x="0" y="0"/>
                    </a:moveTo>
                    <a:lnTo>
                      <a:pt x="340132" y="0"/>
                    </a:lnTo>
                    <a:lnTo>
                      <a:pt x="340132" y="114299"/>
                    </a:lnTo>
                    <a:lnTo>
                      <a:pt x="0" y="114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1842" name="رسم 9">
              <a:extLst>
                <a:ext uri="{FF2B5EF4-FFF2-40B4-BE49-F238E27FC236}">
                  <a16:creationId xmlns:a16="http://schemas.microsoft.com/office/drawing/2014/main" id="{79AC9FCD-7F1F-7F6A-6FD7-8ED889D96FD1}"/>
                </a:ext>
              </a:extLst>
            </p:cNvPr>
            <p:cNvGrpSpPr/>
            <p:nvPr/>
          </p:nvGrpSpPr>
          <p:grpSpPr>
            <a:xfrm>
              <a:off x="6442178" y="4000969"/>
              <a:ext cx="550561" cy="164082"/>
              <a:chOff x="6442178" y="4000969"/>
              <a:chExt cx="550561" cy="164082"/>
            </a:xfrm>
            <a:noFill/>
          </p:grpSpPr>
          <p:grpSp>
            <p:nvGrpSpPr>
              <p:cNvPr id="1849" name="رسم 9">
                <a:extLst>
                  <a:ext uri="{FF2B5EF4-FFF2-40B4-BE49-F238E27FC236}">
                    <a16:creationId xmlns:a16="http://schemas.microsoft.com/office/drawing/2014/main" id="{68CFE290-E491-3A23-571C-52BE9589A36E}"/>
                  </a:ext>
                </a:extLst>
              </p:cNvPr>
              <p:cNvGrpSpPr/>
              <p:nvPr/>
            </p:nvGrpSpPr>
            <p:grpSpPr>
              <a:xfrm>
                <a:off x="6442178" y="4000969"/>
                <a:ext cx="550561" cy="164082"/>
                <a:chOff x="6442178" y="4000969"/>
                <a:chExt cx="550561" cy="164082"/>
              </a:xfrm>
              <a:noFill/>
            </p:grpSpPr>
            <p:sp>
              <p:nvSpPr>
                <p:cNvPr id="1851" name="مستطيل 208">
                  <a:extLst>
                    <a:ext uri="{FF2B5EF4-FFF2-40B4-BE49-F238E27FC236}">
                      <a16:creationId xmlns:a16="http://schemas.microsoft.com/office/drawing/2014/main" id="{9BA442FC-6CF7-8DCF-0421-FB565222EC26}"/>
                    </a:ext>
                  </a:extLst>
                </p:cNvPr>
                <p:cNvSpPr/>
                <p:nvPr/>
              </p:nvSpPr>
              <p:spPr>
                <a:xfrm>
                  <a:off x="6443690" y="4003655"/>
                  <a:ext cx="52909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2" name="شكل حر: شكل 209">
                  <a:extLst>
                    <a:ext uri="{FF2B5EF4-FFF2-40B4-BE49-F238E27FC236}">
                      <a16:creationId xmlns:a16="http://schemas.microsoft.com/office/drawing/2014/main" id="{0565DC22-4271-124C-7466-C5FAC92B3CAE}"/>
                    </a:ext>
                  </a:extLst>
                </p:cNvPr>
                <p:cNvSpPr/>
                <p:nvPr/>
              </p:nvSpPr>
              <p:spPr>
                <a:xfrm>
                  <a:off x="6442178" y="4000969"/>
                  <a:ext cx="550561" cy="164082"/>
                </a:xfrm>
                <a:custGeom>
                  <a:avLst/>
                  <a:gdLst>
                    <a:gd name="csX0" fmla="*/ 1 w 550561"/>
                    <a:gd name="csY0" fmla="*/ 4355 h 164082"/>
                    <a:gd name="csX1" fmla="*/ 1 w 550561"/>
                    <a:gd name="csY1" fmla="*/ 4355 h 164082"/>
                    <a:gd name="csX2" fmla="*/ 1 w 550561"/>
                    <a:gd name="csY2" fmla="*/ 4355 h 164082"/>
                    <a:gd name="csX3" fmla="*/ 1 w 550561"/>
                    <a:gd name="csY3" fmla="*/ 4355 h 164082"/>
                    <a:gd name="csX4" fmla="*/ 2948 w 550561"/>
                    <a:gd name="csY4" fmla="*/ 45357 h 164082"/>
                    <a:gd name="csX5" fmla="*/ 42631 w 550561"/>
                    <a:gd name="csY5" fmla="*/ 1524 h 164082"/>
                    <a:gd name="csX6" fmla="*/ 2948 w 550561"/>
                    <a:gd name="csY6" fmla="*/ 45357 h 164082"/>
                    <a:gd name="csX7" fmla="*/ 42631 w 550561"/>
                    <a:gd name="csY7" fmla="*/ 1524 h 164082"/>
                    <a:gd name="csX8" fmla="*/ 983 w 550561"/>
                    <a:gd name="csY8" fmla="*/ 91730 h 164082"/>
                    <a:gd name="csX9" fmla="*/ 80347 w 550561"/>
                    <a:gd name="csY9" fmla="*/ 4137 h 164082"/>
                    <a:gd name="csX10" fmla="*/ 983 w 550561"/>
                    <a:gd name="csY10" fmla="*/ 91730 h 164082"/>
                    <a:gd name="csX11" fmla="*/ 80347 w 550561"/>
                    <a:gd name="csY11" fmla="*/ 4137 h 164082"/>
                    <a:gd name="csX12" fmla="*/ 4006 w 550561"/>
                    <a:gd name="csY12" fmla="*/ 132733 h 164082"/>
                    <a:gd name="csX13" fmla="*/ 122977 w 550561"/>
                    <a:gd name="csY13" fmla="*/ 1234 h 164082"/>
                    <a:gd name="csX14" fmla="*/ 4006 w 550561"/>
                    <a:gd name="csY14" fmla="*/ 132733 h 164082"/>
                    <a:gd name="csX15" fmla="*/ 122977 w 550561"/>
                    <a:gd name="csY15" fmla="*/ 1234 h 164082"/>
                    <a:gd name="csX16" fmla="*/ 16856 w 550561"/>
                    <a:gd name="csY16" fmla="*/ 162705 h 164082"/>
                    <a:gd name="csX17" fmla="*/ 160694 w 550561"/>
                    <a:gd name="csY17" fmla="*/ 3847 h 164082"/>
                    <a:gd name="csX18" fmla="*/ 16856 w 550561"/>
                    <a:gd name="csY18" fmla="*/ 162705 h 164082"/>
                    <a:gd name="csX19" fmla="*/ 160694 w 550561"/>
                    <a:gd name="csY19" fmla="*/ 3847 h 164082"/>
                    <a:gd name="csX20" fmla="*/ 59561 w 550561"/>
                    <a:gd name="csY20" fmla="*/ 159874 h 164082"/>
                    <a:gd name="csX21" fmla="*/ 203324 w 550561"/>
                    <a:gd name="csY21" fmla="*/ 1016 h 164082"/>
                    <a:gd name="csX22" fmla="*/ 59561 w 550561"/>
                    <a:gd name="csY22" fmla="*/ 159874 h 164082"/>
                    <a:gd name="csX23" fmla="*/ 203324 w 550561"/>
                    <a:gd name="csY23" fmla="*/ 1016 h 164082"/>
                    <a:gd name="csX24" fmla="*/ 97203 w 550561"/>
                    <a:gd name="csY24" fmla="*/ 162487 h 164082"/>
                    <a:gd name="csX25" fmla="*/ 241041 w 550561"/>
                    <a:gd name="csY25" fmla="*/ 3629 h 164082"/>
                    <a:gd name="csX26" fmla="*/ 97203 w 550561"/>
                    <a:gd name="csY26" fmla="*/ 162487 h 164082"/>
                    <a:gd name="csX27" fmla="*/ 241041 w 550561"/>
                    <a:gd name="csY27" fmla="*/ 3629 h 164082"/>
                    <a:gd name="csX28" fmla="*/ 139908 w 550561"/>
                    <a:gd name="csY28" fmla="*/ 159584 h 164082"/>
                    <a:gd name="csX29" fmla="*/ 283671 w 550561"/>
                    <a:gd name="csY29" fmla="*/ 726 h 164082"/>
                    <a:gd name="csX30" fmla="*/ 139908 w 550561"/>
                    <a:gd name="csY30" fmla="*/ 159584 h 164082"/>
                    <a:gd name="csX31" fmla="*/ 283671 w 550561"/>
                    <a:gd name="csY31" fmla="*/ 726 h 164082"/>
                    <a:gd name="csX32" fmla="*/ 177550 w 550561"/>
                    <a:gd name="csY32" fmla="*/ 162197 h 164082"/>
                    <a:gd name="csX33" fmla="*/ 321388 w 550561"/>
                    <a:gd name="csY33" fmla="*/ 3339 h 164082"/>
                    <a:gd name="csX34" fmla="*/ 177550 w 550561"/>
                    <a:gd name="csY34" fmla="*/ 162197 h 164082"/>
                    <a:gd name="csX35" fmla="*/ 321388 w 550561"/>
                    <a:gd name="csY35" fmla="*/ 3339 h 164082"/>
                    <a:gd name="csX36" fmla="*/ 220255 w 550561"/>
                    <a:gd name="csY36" fmla="*/ 159366 h 164082"/>
                    <a:gd name="csX37" fmla="*/ 364018 w 550561"/>
                    <a:gd name="csY37" fmla="*/ 509 h 164082"/>
                    <a:gd name="csX38" fmla="*/ 220255 w 550561"/>
                    <a:gd name="csY38" fmla="*/ 159366 h 164082"/>
                    <a:gd name="csX39" fmla="*/ 364018 w 550561"/>
                    <a:gd name="csY39" fmla="*/ 509 h 164082"/>
                    <a:gd name="csX40" fmla="*/ 257897 w 550561"/>
                    <a:gd name="csY40" fmla="*/ 161979 h 164082"/>
                    <a:gd name="csX41" fmla="*/ 401735 w 550561"/>
                    <a:gd name="csY41" fmla="*/ 3121 h 164082"/>
                    <a:gd name="csX42" fmla="*/ 257897 w 550561"/>
                    <a:gd name="csY42" fmla="*/ 161979 h 164082"/>
                    <a:gd name="csX43" fmla="*/ 401735 w 550561"/>
                    <a:gd name="csY43" fmla="*/ 3121 h 164082"/>
                    <a:gd name="csX44" fmla="*/ 300602 w 550561"/>
                    <a:gd name="csY44" fmla="*/ 159076 h 164082"/>
                    <a:gd name="csX45" fmla="*/ 444365 w 550561"/>
                    <a:gd name="csY45" fmla="*/ 291 h 164082"/>
                    <a:gd name="csX46" fmla="*/ 300602 w 550561"/>
                    <a:gd name="csY46" fmla="*/ 159076 h 164082"/>
                    <a:gd name="csX47" fmla="*/ 444365 w 550561"/>
                    <a:gd name="csY47" fmla="*/ 291 h 164082"/>
                    <a:gd name="csX48" fmla="*/ 338243 w 550561"/>
                    <a:gd name="csY48" fmla="*/ 161689 h 164082"/>
                    <a:gd name="csX49" fmla="*/ 482082 w 550561"/>
                    <a:gd name="csY49" fmla="*/ 2903 h 164082"/>
                    <a:gd name="csX50" fmla="*/ 338243 w 550561"/>
                    <a:gd name="csY50" fmla="*/ 161689 h 164082"/>
                    <a:gd name="csX51" fmla="*/ 482082 w 550561"/>
                    <a:gd name="csY51" fmla="*/ 2903 h 164082"/>
                    <a:gd name="csX52" fmla="*/ 380949 w 550561"/>
                    <a:gd name="csY52" fmla="*/ 158858 h 164082"/>
                    <a:gd name="csX53" fmla="*/ 524711 w 550561"/>
                    <a:gd name="csY53" fmla="*/ 1 h 164082"/>
                    <a:gd name="csX54" fmla="*/ 380949 w 550561"/>
                    <a:gd name="csY54" fmla="*/ 158858 h 164082"/>
                    <a:gd name="csX55" fmla="*/ 524711 w 550561"/>
                    <a:gd name="csY55" fmla="*/ 1 h 164082"/>
                    <a:gd name="csX56" fmla="*/ 418590 w 550561"/>
                    <a:gd name="csY56" fmla="*/ 161471 h 164082"/>
                    <a:gd name="csX57" fmla="*/ 547538 w 550561"/>
                    <a:gd name="csY57" fmla="*/ 19087 h 164082"/>
                    <a:gd name="csX58" fmla="*/ 418590 w 550561"/>
                    <a:gd name="csY58" fmla="*/ 161471 h 164082"/>
                    <a:gd name="csX59" fmla="*/ 547538 w 550561"/>
                    <a:gd name="csY59" fmla="*/ 19087 h 164082"/>
                    <a:gd name="csX60" fmla="*/ 456307 w 550561"/>
                    <a:gd name="csY60" fmla="*/ 164084 h 164082"/>
                    <a:gd name="csX61" fmla="*/ 550562 w 550561"/>
                    <a:gd name="csY61" fmla="*/ 60017 h 164082"/>
                    <a:gd name="csX62" fmla="*/ 456307 w 550561"/>
                    <a:gd name="csY62" fmla="*/ 164084 h 164082"/>
                    <a:gd name="csX63" fmla="*/ 550562 w 550561"/>
                    <a:gd name="csY63" fmla="*/ 60017 h 164082"/>
                    <a:gd name="csX64" fmla="*/ 498937 w 550561"/>
                    <a:gd name="csY64" fmla="*/ 161181 h 164082"/>
                    <a:gd name="csX65" fmla="*/ 548521 w 550561"/>
                    <a:gd name="csY65" fmla="*/ 106462 h 164082"/>
                    <a:gd name="csX66" fmla="*/ 498937 w 550561"/>
                    <a:gd name="csY66" fmla="*/ 161181 h 164082"/>
                    <a:gd name="csX67" fmla="*/ 548521 w 550561"/>
                    <a:gd name="csY67" fmla="*/ 106462 h 1640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</a:cxnLst>
                  <a:rect l="l" t="t" r="r" b="b"/>
                  <a:pathLst>
                    <a:path w="550561" h="164082"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2948" y="45357"/>
                      </a:moveTo>
                      <a:cubicBezTo>
                        <a:pt x="21391" y="28448"/>
                        <a:pt x="24792" y="14442"/>
                        <a:pt x="42631" y="1524"/>
                      </a:cubicBezTo>
                      <a:moveTo>
                        <a:pt x="2948" y="45357"/>
                      </a:moveTo>
                      <a:cubicBezTo>
                        <a:pt x="13001" y="36431"/>
                        <a:pt x="21769" y="25328"/>
                        <a:pt x="42631" y="1524"/>
                      </a:cubicBezTo>
                      <a:moveTo>
                        <a:pt x="983" y="91730"/>
                      </a:moveTo>
                      <a:cubicBezTo>
                        <a:pt x="20938" y="64516"/>
                        <a:pt x="37188" y="65895"/>
                        <a:pt x="80347" y="4137"/>
                      </a:cubicBezTo>
                      <a:moveTo>
                        <a:pt x="983" y="91730"/>
                      </a:moveTo>
                      <a:cubicBezTo>
                        <a:pt x="31066" y="58783"/>
                        <a:pt x="52154" y="24384"/>
                        <a:pt x="80347" y="4137"/>
                      </a:cubicBezTo>
                      <a:moveTo>
                        <a:pt x="4006" y="132733"/>
                      </a:moveTo>
                      <a:cubicBezTo>
                        <a:pt x="21920" y="114880"/>
                        <a:pt x="52608" y="79176"/>
                        <a:pt x="122977" y="1234"/>
                      </a:cubicBezTo>
                      <a:moveTo>
                        <a:pt x="4006" y="132733"/>
                      </a:moveTo>
                      <a:cubicBezTo>
                        <a:pt x="27665" y="92964"/>
                        <a:pt x="59561" y="70902"/>
                        <a:pt x="122977" y="1234"/>
                      </a:cubicBezTo>
                      <a:moveTo>
                        <a:pt x="16856" y="162705"/>
                      </a:moveTo>
                      <a:cubicBezTo>
                        <a:pt x="60847" y="120251"/>
                        <a:pt x="88662" y="66838"/>
                        <a:pt x="160694" y="3847"/>
                      </a:cubicBezTo>
                      <a:moveTo>
                        <a:pt x="16856" y="162705"/>
                      </a:moveTo>
                      <a:cubicBezTo>
                        <a:pt x="48753" y="127363"/>
                        <a:pt x="86319" y="88900"/>
                        <a:pt x="160694" y="3847"/>
                      </a:cubicBezTo>
                      <a:moveTo>
                        <a:pt x="59561" y="159874"/>
                      </a:moveTo>
                      <a:cubicBezTo>
                        <a:pt x="114965" y="114227"/>
                        <a:pt x="145426" y="71410"/>
                        <a:pt x="203324" y="1016"/>
                      </a:cubicBezTo>
                      <a:moveTo>
                        <a:pt x="59561" y="159874"/>
                      </a:moveTo>
                      <a:cubicBezTo>
                        <a:pt x="116175" y="95722"/>
                        <a:pt x="168631" y="40640"/>
                        <a:pt x="203324" y="1016"/>
                      </a:cubicBezTo>
                      <a:moveTo>
                        <a:pt x="97203" y="162487"/>
                      </a:moveTo>
                      <a:cubicBezTo>
                        <a:pt x="134920" y="120904"/>
                        <a:pt x="171730" y="85054"/>
                        <a:pt x="241041" y="3629"/>
                      </a:cubicBezTo>
                      <a:moveTo>
                        <a:pt x="97203" y="162487"/>
                      </a:moveTo>
                      <a:cubicBezTo>
                        <a:pt x="144595" y="106752"/>
                        <a:pt x="183672" y="65677"/>
                        <a:pt x="241041" y="3629"/>
                      </a:cubicBezTo>
                      <a:moveTo>
                        <a:pt x="139908" y="159584"/>
                      </a:moveTo>
                      <a:cubicBezTo>
                        <a:pt x="202342" y="112994"/>
                        <a:pt x="255478" y="32803"/>
                        <a:pt x="283671" y="726"/>
                      </a:cubicBezTo>
                      <a:moveTo>
                        <a:pt x="139908" y="159584"/>
                      </a:moveTo>
                      <a:cubicBezTo>
                        <a:pt x="176189" y="108349"/>
                        <a:pt x="214889" y="69378"/>
                        <a:pt x="283671" y="726"/>
                      </a:cubicBezTo>
                      <a:moveTo>
                        <a:pt x="177550" y="162197"/>
                      </a:moveTo>
                      <a:cubicBezTo>
                        <a:pt x="228192" y="111252"/>
                        <a:pt x="294404" y="37375"/>
                        <a:pt x="321388" y="3339"/>
                      </a:cubicBezTo>
                      <a:moveTo>
                        <a:pt x="177550" y="162197"/>
                      </a:moveTo>
                      <a:cubicBezTo>
                        <a:pt x="218895" y="107551"/>
                        <a:pt x="277473" y="54356"/>
                        <a:pt x="321388" y="3339"/>
                      </a:cubicBezTo>
                      <a:moveTo>
                        <a:pt x="220255" y="159366"/>
                      </a:moveTo>
                      <a:cubicBezTo>
                        <a:pt x="262280" y="99640"/>
                        <a:pt x="315794" y="39261"/>
                        <a:pt x="364018" y="509"/>
                      </a:cubicBezTo>
                      <a:moveTo>
                        <a:pt x="220255" y="159366"/>
                      </a:moveTo>
                      <a:cubicBezTo>
                        <a:pt x="248977" y="117638"/>
                        <a:pt x="286921" y="84183"/>
                        <a:pt x="364018" y="509"/>
                      </a:cubicBezTo>
                      <a:moveTo>
                        <a:pt x="257897" y="161979"/>
                      </a:moveTo>
                      <a:cubicBezTo>
                        <a:pt x="297503" y="111324"/>
                        <a:pt x="333330" y="74604"/>
                        <a:pt x="401735" y="3121"/>
                      </a:cubicBezTo>
                      <a:moveTo>
                        <a:pt x="257897" y="161979"/>
                      </a:moveTo>
                      <a:cubicBezTo>
                        <a:pt x="310428" y="106970"/>
                        <a:pt x="346407" y="52832"/>
                        <a:pt x="401735" y="3121"/>
                      </a:cubicBezTo>
                      <a:moveTo>
                        <a:pt x="300602" y="159076"/>
                      </a:moveTo>
                      <a:cubicBezTo>
                        <a:pt x="347918" y="120831"/>
                        <a:pt x="382763" y="59944"/>
                        <a:pt x="444365" y="291"/>
                      </a:cubicBezTo>
                      <a:moveTo>
                        <a:pt x="300602" y="159076"/>
                      </a:moveTo>
                      <a:cubicBezTo>
                        <a:pt x="333557" y="126855"/>
                        <a:pt x="357593" y="92819"/>
                        <a:pt x="444365" y="291"/>
                      </a:cubicBezTo>
                      <a:moveTo>
                        <a:pt x="338243" y="161689"/>
                      </a:moveTo>
                      <a:cubicBezTo>
                        <a:pt x="376111" y="113139"/>
                        <a:pt x="440132" y="50655"/>
                        <a:pt x="482082" y="2903"/>
                      </a:cubicBezTo>
                      <a:moveTo>
                        <a:pt x="338243" y="161689"/>
                      </a:moveTo>
                      <a:cubicBezTo>
                        <a:pt x="383594" y="101818"/>
                        <a:pt x="436579" y="43761"/>
                        <a:pt x="482082" y="2903"/>
                      </a:cubicBezTo>
                      <a:moveTo>
                        <a:pt x="380949" y="158858"/>
                      </a:moveTo>
                      <a:cubicBezTo>
                        <a:pt x="424637" y="108422"/>
                        <a:pt x="480116" y="71120"/>
                        <a:pt x="524711" y="1"/>
                      </a:cubicBezTo>
                      <a:moveTo>
                        <a:pt x="380949" y="158858"/>
                      </a:moveTo>
                      <a:cubicBezTo>
                        <a:pt x="430684" y="102906"/>
                        <a:pt x="480948" y="43616"/>
                        <a:pt x="524711" y="1"/>
                      </a:cubicBezTo>
                      <a:moveTo>
                        <a:pt x="418590" y="161471"/>
                      </a:moveTo>
                      <a:cubicBezTo>
                        <a:pt x="447691" y="111832"/>
                        <a:pt x="501431" y="76345"/>
                        <a:pt x="547538" y="19087"/>
                      </a:cubicBezTo>
                      <a:moveTo>
                        <a:pt x="418590" y="161471"/>
                      </a:moveTo>
                      <a:cubicBezTo>
                        <a:pt x="464848" y="110308"/>
                        <a:pt x="507251" y="76490"/>
                        <a:pt x="547538" y="19087"/>
                      </a:cubicBezTo>
                      <a:moveTo>
                        <a:pt x="456307" y="164084"/>
                      </a:moveTo>
                      <a:cubicBezTo>
                        <a:pt x="477168" y="129104"/>
                        <a:pt x="486012" y="116259"/>
                        <a:pt x="550562" y="60017"/>
                      </a:cubicBezTo>
                      <a:moveTo>
                        <a:pt x="456307" y="164084"/>
                      </a:moveTo>
                      <a:cubicBezTo>
                        <a:pt x="476413" y="131136"/>
                        <a:pt x="506647" y="107188"/>
                        <a:pt x="550562" y="60017"/>
                      </a:cubicBezTo>
                      <a:moveTo>
                        <a:pt x="498937" y="161181"/>
                      </a:moveTo>
                      <a:cubicBezTo>
                        <a:pt x="508385" y="142530"/>
                        <a:pt x="520857" y="131354"/>
                        <a:pt x="548521" y="106462"/>
                      </a:cubicBezTo>
                      <a:moveTo>
                        <a:pt x="498937" y="161181"/>
                      </a:moveTo>
                      <a:cubicBezTo>
                        <a:pt x="514432" y="144852"/>
                        <a:pt x="531892" y="127072"/>
                        <a:pt x="548521" y="106462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53" name="شكل حر: شكل 210">
                  <a:extLst>
                    <a:ext uri="{FF2B5EF4-FFF2-40B4-BE49-F238E27FC236}">
                      <a16:creationId xmlns:a16="http://schemas.microsoft.com/office/drawing/2014/main" id="{57D060D3-2A34-529D-AA24-13D83AEBF9E1}"/>
                    </a:ext>
                  </a:extLst>
                </p:cNvPr>
                <p:cNvSpPr/>
                <p:nvPr/>
              </p:nvSpPr>
              <p:spPr>
                <a:xfrm>
                  <a:off x="6443232" y="4003255"/>
                  <a:ext cx="529677" cy="146400"/>
                </a:xfrm>
                <a:custGeom>
                  <a:avLst/>
                  <a:gdLst>
                    <a:gd name="csX0" fmla="*/ 459 w 529677"/>
                    <a:gd name="csY0" fmla="*/ 401 h 146400"/>
                    <a:gd name="csX1" fmla="*/ 529553 w 529677"/>
                    <a:gd name="csY1" fmla="*/ 401 h 146400"/>
                    <a:gd name="csX2" fmla="*/ 459 w 529677"/>
                    <a:gd name="csY2" fmla="*/ 401 h 146400"/>
                    <a:gd name="csX3" fmla="*/ 529553 w 529677"/>
                    <a:gd name="csY3" fmla="*/ 401 h 146400"/>
                    <a:gd name="csX4" fmla="*/ 529553 w 529677"/>
                    <a:gd name="csY4" fmla="*/ 401 h 146400"/>
                    <a:gd name="csX5" fmla="*/ 529553 w 529677"/>
                    <a:gd name="csY5" fmla="*/ 145543 h 146400"/>
                    <a:gd name="csX6" fmla="*/ 529553 w 529677"/>
                    <a:gd name="csY6" fmla="*/ 401 h 146400"/>
                    <a:gd name="csX7" fmla="*/ 529553 w 529677"/>
                    <a:gd name="csY7" fmla="*/ 145543 h 146400"/>
                    <a:gd name="csX8" fmla="*/ 529553 w 529677"/>
                    <a:gd name="csY8" fmla="*/ 145543 h 146400"/>
                    <a:gd name="csX9" fmla="*/ 459 w 529677"/>
                    <a:gd name="csY9" fmla="*/ 145543 h 146400"/>
                    <a:gd name="csX10" fmla="*/ 529553 w 529677"/>
                    <a:gd name="csY10" fmla="*/ 145543 h 146400"/>
                    <a:gd name="csX11" fmla="*/ 459 w 529677"/>
                    <a:gd name="csY11" fmla="*/ 145543 h 146400"/>
                    <a:gd name="csX12" fmla="*/ 459 w 529677"/>
                    <a:gd name="csY12" fmla="*/ 145543 h 146400"/>
                    <a:gd name="csX13" fmla="*/ 459 w 529677"/>
                    <a:gd name="csY13" fmla="*/ 401 h 146400"/>
                    <a:gd name="csX14" fmla="*/ 459 w 529677"/>
                    <a:gd name="csY14" fmla="*/ 145543 h 146400"/>
                    <a:gd name="csX15" fmla="*/ 459 w 529677"/>
                    <a:gd name="csY15" fmla="*/ 401 h 1464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677" h="146400">
                      <a:moveTo>
                        <a:pt x="459" y="401"/>
                      </a:moveTo>
                      <a:cubicBezTo>
                        <a:pt x="168408" y="11649"/>
                        <a:pt x="351173" y="7222"/>
                        <a:pt x="529553" y="401"/>
                      </a:cubicBezTo>
                      <a:moveTo>
                        <a:pt x="459" y="401"/>
                      </a:moveTo>
                      <a:cubicBezTo>
                        <a:pt x="204085" y="-1631"/>
                        <a:pt x="424868" y="4973"/>
                        <a:pt x="529553" y="401"/>
                      </a:cubicBezTo>
                      <a:moveTo>
                        <a:pt x="529553" y="401"/>
                      </a:moveTo>
                      <a:cubicBezTo>
                        <a:pt x="531065" y="22752"/>
                        <a:pt x="518140" y="55555"/>
                        <a:pt x="529553" y="145543"/>
                      </a:cubicBezTo>
                      <a:moveTo>
                        <a:pt x="529553" y="401"/>
                      </a:moveTo>
                      <a:cubicBezTo>
                        <a:pt x="524716" y="42492"/>
                        <a:pt x="525926" y="76092"/>
                        <a:pt x="529553" y="145543"/>
                      </a:cubicBezTo>
                      <a:moveTo>
                        <a:pt x="529553" y="145543"/>
                      </a:moveTo>
                      <a:cubicBezTo>
                        <a:pt x="323055" y="140100"/>
                        <a:pt x="124191" y="149098"/>
                        <a:pt x="459" y="145543"/>
                      </a:cubicBezTo>
                      <a:moveTo>
                        <a:pt x="529553" y="145543"/>
                      </a:moveTo>
                      <a:cubicBezTo>
                        <a:pt x="321468" y="136689"/>
                        <a:pt x="104917" y="135673"/>
                        <a:pt x="459" y="145543"/>
                      </a:cubicBezTo>
                      <a:moveTo>
                        <a:pt x="459" y="145543"/>
                      </a:moveTo>
                      <a:cubicBezTo>
                        <a:pt x="10965" y="104975"/>
                        <a:pt x="12779" y="77398"/>
                        <a:pt x="459" y="401"/>
                      </a:cubicBezTo>
                      <a:moveTo>
                        <a:pt x="459" y="145543"/>
                      </a:moveTo>
                      <a:cubicBezTo>
                        <a:pt x="2046" y="114700"/>
                        <a:pt x="-1129" y="82188"/>
                        <a:pt x="459" y="401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50" name="صورة 211">
                <a:extLst>
                  <a:ext uri="{FF2B5EF4-FFF2-40B4-BE49-F238E27FC236}">
                    <a16:creationId xmlns:a16="http://schemas.microsoft.com/office/drawing/2014/main" id="{C9140FB1-4ED1-78A8-BB1C-CC3A0A307B6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6447469" y="4025426"/>
                <a:ext cx="513977" cy="123370"/>
              </a:xfrm>
              <a:custGeom>
                <a:avLst/>
                <a:gdLst>
                  <a:gd name="csX0" fmla="*/ 0 w 513977"/>
                  <a:gd name="csY0" fmla="*/ 0 h 123370"/>
                  <a:gd name="csX1" fmla="*/ 513978 w 513977"/>
                  <a:gd name="csY1" fmla="*/ 0 h 123370"/>
                  <a:gd name="csX2" fmla="*/ 513978 w 513977"/>
                  <a:gd name="csY2" fmla="*/ 123371 h 123370"/>
                  <a:gd name="csX3" fmla="*/ 0 w 51397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977" h="123370">
                    <a:moveTo>
                      <a:pt x="0" y="0"/>
                    </a:moveTo>
                    <a:lnTo>
                      <a:pt x="513978" y="0"/>
                    </a:lnTo>
                    <a:lnTo>
                      <a:pt x="51397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1843" name="رسم 9">
              <a:extLst>
                <a:ext uri="{FF2B5EF4-FFF2-40B4-BE49-F238E27FC236}">
                  <a16:creationId xmlns:a16="http://schemas.microsoft.com/office/drawing/2014/main" id="{47D34848-4FB7-F4CC-4435-5EA9DBD541C7}"/>
                </a:ext>
              </a:extLst>
            </p:cNvPr>
            <p:cNvGrpSpPr/>
            <p:nvPr/>
          </p:nvGrpSpPr>
          <p:grpSpPr>
            <a:xfrm>
              <a:off x="6592441" y="4364282"/>
              <a:ext cx="233443" cy="153393"/>
              <a:chOff x="6592441" y="4364282"/>
              <a:chExt cx="233443" cy="153393"/>
            </a:xfrm>
            <a:noFill/>
          </p:grpSpPr>
          <p:grpSp>
            <p:nvGrpSpPr>
              <p:cNvPr id="1844" name="رسم 9">
                <a:extLst>
                  <a:ext uri="{FF2B5EF4-FFF2-40B4-BE49-F238E27FC236}">
                    <a16:creationId xmlns:a16="http://schemas.microsoft.com/office/drawing/2014/main" id="{69B2428B-98DA-E06E-19E0-75C48126231E}"/>
                  </a:ext>
                </a:extLst>
              </p:cNvPr>
              <p:cNvGrpSpPr/>
              <p:nvPr/>
            </p:nvGrpSpPr>
            <p:grpSpPr>
              <a:xfrm>
                <a:off x="6592441" y="4364282"/>
                <a:ext cx="233443" cy="153393"/>
                <a:chOff x="6592441" y="4364282"/>
                <a:chExt cx="233443" cy="153393"/>
              </a:xfrm>
              <a:noFill/>
            </p:grpSpPr>
            <p:sp>
              <p:nvSpPr>
                <p:cNvPr id="1846" name="مستطيل 214">
                  <a:extLst>
                    <a:ext uri="{FF2B5EF4-FFF2-40B4-BE49-F238E27FC236}">
                      <a16:creationId xmlns:a16="http://schemas.microsoft.com/office/drawing/2014/main" id="{CC5AFD47-CBB8-55F2-68FE-A4C0C7D77D58}"/>
                    </a:ext>
                  </a:extLst>
                </p:cNvPr>
                <p:cNvSpPr/>
                <p:nvPr/>
              </p:nvSpPr>
              <p:spPr>
                <a:xfrm>
                  <a:off x="6594860" y="4366510"/>
                  <a:ext cx="22675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7" name="شكل حر: شكل 215">
                  <a:extLst>
                    <a:ext uri="{FF2B5EF4-FFF2-40B4-BE49-F238E27FC236}">
                      <a16:creationId xmlns:a16="http://schemas.microsoft.com/office/drawing/2014/main" id="{CDD22149-AFAC-AAA3-D1B7-E7FDF518EE9A}"/>
                    </a:ext>
                  </a:extLst>
                </p:cNvPr>
                <p:cNvSpPr/>
                <p:nvPr/>
              </p:nvSpPr>
              <p:spPr>
                <a:xfrm>
                  <a:off x="6592441" y="4364333"/>
                  <a:ext cx="233104" cy="153342"/>
                </a:xfrm>
                <a:custGeom>
                  <a:avLst/>
                  <a:gdLst>
                    <a:gd name="csX0" fmla="*/ 3931 w 233104"/>
                    <a:gd name="csY0" fmla="*/ 508 h 153342"/>
                    <a:gd name="csX1" fmla="*/ 3931 w 233104"/>
                    <a:gd name="csY1" fmla="*/ 508 h 153342"/>
                    <a:gd name="csX2" fmla="*/ 3931 w 233104"/>
                    <a:gd name="csY2" fmla="*/ 508 h 153342"/>
                    <a:gd name="csX3" fmla="*/ 3931 w 233104"/>
                    <a:gd name="csY3" fmla="*/ 508 h 153342"/>
                    <a:gd name="csX4" fmla="*/ 1966 w 233104"/>
                    <a:gd name="csY4" fmla="*/ 46954 h 153342"/>
                    <a:gd name="csX5" fmla="*/ 41648 w 233104"/>
                    <a:gd name="csY5" fmla="*/ 3121 h 153342"/>
                    <a:gd name="csX6" fmla="*/ 1966 w 233104"/>
                    <a:gd name="csY6" fmla="*/ 46954 h 153342"/>
                    <a:gd name="csX7" fmla="*/ 41648 w 233104"/>
                    <a:gd name="csY7" fmla="*/ 3121 h 153342"/>
                    <a:gd name="csX8" fmla="*/ 1 w 233104"/>
                    <a:gd name="csY8" fmla="*/ 93327 h 153342"/>
                    <a:gd name="csX9" fmla="*/ 84278 w 233104"/>
                    <a:gd name="csY9" fmla="*/ 218 h 153342"/>
                    <a:gd name="csX10" fmla="*/ 1 w 233104"/>
                    <a:gd name="csY10" fmla="*/ 93327 h 153342"/>
                    <a:gd name="csX11" fmla="*/ 84278 w 233104"/>
                    <a:gd name="csY11" fmla="*/ 218 h 153342"/>
                    <a:gd name="csX12" fmla="*/ 2948 w 233104"/>
                    <a:gd name="csY12" fmla="*/ 134329 h 153342"/>
                    <a:gd name="csX13" fmla="*/ 121995 w 233104"/>
                    <a:gd name="csY13" fmla="*/ 2831 h 153342"/>
                    <a:gd name="csX14" fmla="*/ 2948 w 233104"/>
                    <a:gd name="csY14" fmla="*/ 134329 h 153342"/>
                    <a:gd name="csX15" fmla="*/ 121995 w 233104"/>
                    <a:gd name="csY15" fmla="*/ 2831 h 153342"/>
                    <a:gd name="csX16" fmla="*/ 25775 w 233104"/>
                    <a:gd name="csY16" fmla="*/ 153343 h 153342"/>
                    <a:gd name="csX17" fmla="*/ 164625 w 233104"/>
                    <a:gd name="csY17" fmla="*/ 1 h 153342"/>
                    <a:gd name="csX18" fmla="*/ 25775 w 233104"/>
                    <a:gd name="csY18" fmla="*/ 153343 h 153342"/>
                    <a:gd name="csX19" fmla="*/ 164625 w 233104"/>
                    <a:gd name="csY19" fmla="*/ 1 h 153342"/>
                    <a:gd name="csX20" fmla="*/ 68405 w 233104"/>
                    <a:gd name="csY20" fmla="*/ 150513 h 153342"/>
                    <a:gd name="csX21" fmla="*/ 202342 w 233104"/>
                    <a:gd name="csY21" fmla="*/ 2613 h 153342"/>
                    <a:gd name="csX22" fmla="*/ 68405 w 233104"/>
                    <a:gd name="csY22" fmla="*/ 150513 h 153342"/>
                    <a:gd name="csX23" fmla="*/ 202342 w 233104"/>
                    <a:gd name="csY23" fmla="*/ 2613 h 153342"/>
                    <a:gd name="csX24" fmla="*/ 106122 w 233104"/>
                    <a:gd name="csY24" fmla="*/ 153125 h 153342"/>
                    <a:gd name="csX25" fmla="*/ 230081 w 233104"/>
                    <a:gd name="csY25" fmla="*/ 16184 h 153342"/>
                    <a:gd name="csX26" fmla="*/ 106122 w 233104"/>
                    <a:gd name="csY26" fmla="*/ 153125 h 153342"/>
                    <a:gd name="csX27" fmla="*/ 230081 w 233104"/>
                    <a:gd name="csY27" fmla="*/ 16184 h 153342"/>
                    <a:gd name="csX28" fmla="*/ 148752 w 233104"/>
                    <a:gd name="csY28" fmla="*/ 150222 h 153342"/>
                    <a:gd name="csX29" fmla="*/ 233105 w 233104"/>
                    <a:gd name="csY29" fmla="*/ 57114 h 153342"/>
                    <a:gd name="csX30" fmla="*/ 148752 w 233104"/>
                    <a:gd name="csY30" fmla="*/ 150222 h 153342"/>
                    <a:gd name="csX31" fmla="*/ 233105 w 233104"/>
                    <a:gd name="csY31" fmla="*/ 57114 h 153342"/>
                    <a:gd name="csX32" fmla="*/ 186468 w 233104"/>
                    <a:gd name="csY32" fmla="*/ 152835 h 153342"/>
                    <a:gd name="csX33" fmla="*/ 231139 w 233104"/>
                    <a:gd name="csY33" fmla="*/ 103559 h 153342"/>
                    <a:gd name="csX34" fmla="*/ 186468 w 233104"/>
                    <a:gd name="csY34" fmla="*/ 152835 h 153342"/>
                    <a:gd name="csX35" fmla="*/ 231139 w 233104"/>
                    <a:gd name="csY35" fmla="*/ 103559 h 153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233104" h="153342">
                      <a:moveTo>
                        <a:pt x="3931" y="508"/>
                      </a:moveTo>
                      <a:cubicBezTo>
                        <a:pt x="3931" y="508"/>
                        <a:pt x="3931" y="508"/>
                        <a:pt x="3931" y="508"/>
                      </a:cubicBezTo>
                      <a:moveTo>
                        <a:pt x="3931" y="508"/>
                      </a:moveTo>
                      <a:cubicBezTo>
                        <a:pt x="3931" y="508"/>
                        <a:pt x="3931" y="508"/>
                        <a:pt x="3931" y="508"/>
                      </a:cubicBezTo>
                      <a:moveTo>
                        <a:pt x="1966" y="46954"/>
                      </a:moveTo>
                      <a:cubicBezTo>
                        <a:pt x="13304" y="38898"/>
                        <a:pt x="23129" y="16909"/>
                        <a:pt x="41648" y="3121"/>
                      </a:cubicBezTo>
                      <a:moveTo>
                        <a:pt x="1966" y="46954"/>
                      </a:moveTo>
                      <a:cubicBezTo>
                        <a:pt x="18292" y="31932"/>
                        <a:pt x="28496" y="15240"/>
                        <a:pt x="41648" y="3121"/>
                      </a:cubicBezTo>
                      <a:moveTo>
                        <a:pt x="1" y="93327"/>
                      </a:moveTo>
                      <a:cubicBezTo>
                        <a:pt x="25095" y="70685"/>
                        <a:pt x="34543" y="61250"/>
                        <a:pt x="84278" y="218"/>
                      </a:cubicBezTo>
                      <a:moveTo>
                        <a:pt x="1" y="93327"/>
                      </a:moveTo>
                      <a:cubicBezTo>
                        <a:pt x="22978" y="68435"/>
                        <a:pt x="46712" y="38463"/>
                        <a:pt x="84278" y="218"/>
                      </a:cubicBezTo>
                      <a:moveTo>
                        <a:pt x="2948" y="134329"/>
                      </a:moveTo>
                      <a:cubicBezTo>
                        <a:pt x="43538" y="86432"/>
                        <a:pt x="83295" y="43253"/>
                        <a:pt x="121995" y="2831"/>
                      </a:cubicBezTo>
                      <a:moveTo>
                        <a:pt x="2948" y="134329"/>
                      </a:moveTo>
                      <a:cubicBezTo>
                        <a:pt x="34543" y="99931"/>
                        <a:pt x="64021" y="52615"/>
                        <a:pt x="121995" y="2831"/>
                      </a:cubicBezTo>
                      <a:moveTo>
                        <a:pt x="25775" y="153343"/>
                      </a:moveTo>
                      <a:cubicBezTo>
                        <a:pt x="40212" y="128596"/>
                        <a:pt x="75585" y="103414"/>
                        <a:pt x="164625" y="1"/>
                      </a:cubicBezTo>
                      <a:moveTo>
                        <a:pt x="25775" y="153343"/>
                      </a:moveTo>
                      <a:cubicBezTo>
                        <a:pt x="55329" y="126419"/>
                        <a:pt x="85260" y="86650"/>
                        <a:pt x="164625" y="1"/>
                      </a:cubicBezTo>
                      <a:moveTo>
                        <a:pt x="68405" y="150513"/>
                      </a:moveTo>
                      <a:cubicBezTo>
                        <a:pt x="101738" y="92383"/>
                        <a:pt x="148752" y="74676"/>
                        <a:pt x="202342" y="2613"/>
                      </a:cubicBezTo>
                      <a:moveTo>
                        <a:pt x="68405" y="150513"/>
                      </a:moveTo>
                      <a:cubicBezTo>
                        <a:pt x="97732" y="108567"/>
                        <a:pt x="136507" y="84618"/>
                        <a:pt x="202342" y="2613"/>
                      </a:cubicBezTo>
                      <a:moveTo>
                        <a:pt x="106122" y="153125"/>
                      </a:moveTo>
                      <a:cubicBezTo>
                        <a:pt x="143839" y="108639"/>
                        <a:pt x="208540" y="45793"/>
                        <a:pt x="230081" y="16184"/>
                      </a:cubicBezTo>
                      <a:moveTo>
                        <a:pt x="106122" y="153125"/>
                      </a:moveTo>
                      <a:cubicBezTo>
                        <a:pt x="128268" y="124387"/>
                        <a:pt x="158880" y="90134"/>
                        <a:pt x="230081" y="16184"/>
                      </a:cubicBezTo>
                      <a:moveTo>
                        <a:pt x="148752" y="150222"/>
                      </a:moveTo>
                      <a:cubicBezTo>
                        <a:pt x="171049" y="129322"/>
                        <a:pt x="200225" y="97318"/>
                        <a:pt x="233105" y="57114"/>
                      </a:cubicBezTo>
                      <a:moveTo>
                        <a:pt x="148752" y="150222"/>
                      </a:moveTo>
                      <a:cubicBezTo>
                        <a:pt x="173241" y="128669"/>
                        <a:pt x="191004" y="111324"/>
                        <a:pt x="233105" y="57114"/>
                      </a:cubicBezTo>
                      <a:moveTo>
                        <a:pt x="186468" y="152835"/>
                      </a:moveTo>
                      <a:cubicBezTo>
                        <a:pt x="192818" y="137305"/>
                        <a:pt x="209673" y="132152"/>
                        <a:pt x="231139" y="103559"/>
                      </a:cubicBezTo>
                      <a:moveTo>
                        <a:pt x="186468" y="152835"/>
                      </a:moveTo>
                      <a:cubicBezTo>
                        <a:pt x="205214" y="130846"/>
                        <a:pt x="221767" y="114663"/>
                        <a:pt x="231139" y="103559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848" name="شكل حر: شكل 216">
                  <a:extLst>
                    <a:ext uri="{FF2B5EF4-FFF2-40B4-BE49-F238E27FC236}">
                      <a16:creationId xmlns:a16="http://schemas.microsoft.com/office/drawing/2014/main" id="{3983A08F-670D-1B0E-1856-CCBB8A543FB1}"/>
                    </a:ext>
                  </a:extLst>
                </p:cNvPr>
                <p:cNvSpPr/>
                <p:nvPr/>
              </p:nvSpPr>
              <p:spPr>
                <a:xfrm>
                  <a:off x="6594860" y="4364282"/>
                  <a:ext cx="231024" cy="148217"/>
                </a:xfrm>
                <a:custGeom>
                  <a:avLst/>
                  <a:gdLst>
                    <a:gd name="csX0" fmla="*/ 1 w 231024"/>
                    <a:gd name="csY0" fmla="*/ 2228 h 148217"/>
                    <a:gd name="csX1" fmla="*/ 226755 w 231024"/>
                    <a:gd name="csY1" fmla="*/ 2228 h 148217"/>
                    <a:gd name="csX2" fmla="*/ 1 w 231024"/>
                    <a:gd name="csY2" fmla="*/ 2228 h 148217"/>
                    <a:gd name="csX3" fmla="*/ 226755 w 231024"/>
                    <a:gd name="csY3" fmla="*/ 2228 h 148217"/>
                    <a:gd name="csX4" fmla="*/ 226755 w 231024"/>
                    <a:gd name="csY4" fmla="*/ 2228 h 148217"/>
                    <a:gd name="csX5" fmla="*/ 226755 w 231024"/>
                    <a:gd name="csY5" fmla="*/ 147370 h 148217"/>
                    <a:gd name="csX6" fmla="*/ 226755 w 231024"/>
                    <a:gd name="csY6" fmla="*/ 2228 h 148217"/>
                    <a:gd name="csX7" fmla="*/ 226755 w 231024"/>
                    <a:gd name="csY7" fmla="*/ 147370 h 148217"/>
                    <a:gd name="csX8" fmla="*/ 226755 w 231024"/>
                    <a:gd name="csY8" fmla="*/ 147370 h 148217"/>
                    <a:gd name="csX9" fmla="*/ 1 w 231024"/>
                    <a:gd name="csY9" fmla="*/ 147370 h 148217"/>
                    <a:gd name="csX10" fmla="*/ 226755 w 231024"/>
                    <a:gd name="csY10" fmla="*/ 147370 h 148217"/>
                    <a:gd name="csX11" fmla="*/ 1 w 231024"/>
                    <a:gd name="csY11" fmla="*/ 147370 h 148217"/>
                    <a:gd name="csX12" fmla="*/ 1 w 231024"/>
                    <a:gd name="csY12" fmla="*/ 147370 h 148217"/>
                    <a:gd name="csX13" fmla="*/ 1 w 231024"/>
                    <a:gd name="csY13" fmla="*/ 2228 h 148217"/>
                    <a:gd name="csX14" fmla="*/ 1 w 231024"/>
                    <a:gd name="csY14" fmla="*/ 147370 h 148217"/>
                    <a:gd name="csX15" fmla="*/ 1 w 231024"/>
                    <a:gd name="csY15" fmla="*/ 2228 h 1482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31024" h="148217">
                      <a:moveTo>
                        <a:pt x="1" y="2228"/>
                      </a:moveTo>
                      <a:cubicBezTo>
                        <a:pt x="62358" y="922"/>
                        <a:pt x="139152" y="-2053"/>
                        <a:pt x="226755" y="2228"/>
                      </a:cubicBezTo>
                      <a:moveTo>
                        <a:pt x="1" y="2228"/>
                      </a:moveTo>
                      <a:cubicBezTo>
                        <a:pt x="63416" y="-94"/>
                        <a:pt x="116704" y="777"/>
                        <a:pt x="226755" y="2228"/>
                      </a:cubicBezTo>
                      <a:moveTo>
                        <a:pt x="226755" y="2228"/>
                      </a:moveTo>
                      <a:cubicBezTo>
                        <a:pt x="227360" y="45480"/>
                        <a:pt x="236052" y="73711"/>
                        <a:pt x="226755" y="147370"/>
                      </a:cubicBezTo>
                      <a:moveTo>
                        <a:pt x="226755" y="2228"/>
                      </a:moveTo>
                      <a:cubicBezTo>
                        <a:pt x="231442" y="39022"/>
                        <a:pt x="224337" y="81984"/>
                        <a:pt x="226755" y="147370"/>
                      </a:cubicBezTo>
                      <a:moveTo>
                        <a:pt x="226755" y="147370"/>
                      </a:moveTo>
                      <a:cubicBezTo>
                        <a:pt x="136885" y="150926"/>
                        <a:pt x="74225" y="141782"/>
                        <a:pt x="1" y="147370"/>
                      </a:cubicBezTo>
                      <a:moveTo>
                        <a:pt x="226755" y="147370"/>
                      </a:moveTo>
                      <a:cubicBezTo>
                        <a:pt x="168631" y="141637"/>
                        <a:pt x="115494" y="147080"/>
                        <a:pt x="1" y="147370"/>
                      </a:cubicBezTo>
                      <a:moveTo>
                        <a:pt x="1" y="147370"/>
                      </a:moveTo>
                      <a:cubicBezTo>
                        <a:pt x="303" y="86265"/>
                        <a:pt x="6123" y="51359"/>
                        <a:pt x="1" y="2228"/>
                      </a:cubicBezTo>
                      <a:moveTo>
                        <a:pt x="1" y="147370"/>
                      </a:moveTo>
                      <a:cubicBezTo>
                        <a:pt x="4989" y="93958"/>
                        <a:pt x="3100" y="38296"/>
                        <a:pt x="1" y="2228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1845" name="صورة 217">
                <a:extLst>
                  <a:ext uri="{FF2B5EF4-FFF2-40B4-BE49-F238E27FC236}">
                    <a16:creationId xmlns:a16="http://schemas.microsoft.com/office/drawing/2014/main" id="{B9D25638-9D79-7E0D-BABA-6AECACCC122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6598639" y="4388281"/>
                <a:ext cx="211637" cy="123370"/>
              </a:xfrm>
              <a:custGeom>
                <a:avLst/>
                <a:gdLst>
                  <a:gd name="csX0" fmla="*/ 0 w 211637"/>
                  <a:gd name="csY0" fmla="*/ 0 h 123370"/>
                  <a:gd name="csX1" fmla="*/ 211638 w 211637"/>
                  <a:gd name="csY1" fmla="*/ 0 h 123370"/>
                  <a:gd name="csX2" fmla="*/ 211638 w 211637"/>
                  <a:gd name="csY2" fmla="*/ 123371 h 123370"/>
                  <a:gd name="csX3" fmla="*/ 0 w 21163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637" h="123370">
                    <a:moveTo>
                      <a:pt x="0" y="0"/>
                    </a:moveTo>
                    <a:lnTo>
                      <a:pt x="211638" y="0"/>
                    </a:lnTo>
                    <a:lnTo>
                      <a:pt x="21163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1866" name="!!رسم 9">
            <a:extLst>
              <a:ext uri="{FF2B5EF4-FFF2-40B4-BE49-F238E27FC236}">
                <a16:creationId xmlns:a16="http://schemas.microsoft.com/office/drawing/2014/main" id="{F714D2CF-CD1A-C521-9F9D-81F4434A274D}"/>
              </a:ext>
            </a:extLst>
          </p:cNvPr>
          <p:cNvGrpSpPr/>
          <p:nvPr/>
        </p:nvGrpSpPr>
        <p:grpSpPr>
          <a:xfrm>
            <a:off x="4525790" y="4658394"/>
            <a:ext cx="328794" cy="799514"/>
            <a:chOff x="7248670" y="4669204"/>
            <a:chExt cx="328794" cy="799514"/>
          </a:xfrm>
        </p:grpSpPr>
        <p:grpSp>
          <p:nvGrpSpPr>
            <p:cNvPr id="1867" name="رسم 9">
              <a:extLst>
                <a:ext uri="{FF2B5EF4-FFF2-40B4-BE49-F238E27FC236}">
                  <a16:creationId xmlns:a16="http://schemas.microsoft.com/office/drawing/2014/main" id="{1ED820A7-75A0-2A2F-C85D-E214CC46AD4E}"/>
                </a:ext>
              </a:extLst>
            </p:cNvPr>
            <p:cNvGrpSpPr/>
            <p:nvPr/>
          </p:nvGrpSpPr>
          <p:grpSpPr>
            <a:xfrm>
              <a:off x="7248670" y="4669204"/>
              <a:ext cx="317413" cy="799514"/>
              <a:chOff x="7248670" y="4669204"/>
              <a:chExt cx="317413" cy="799514"/>
            </a:xfrm>
          </p:grpSpPr>
          <p:sp>
            <p:nvSpPr>
              <p:cNvPr id="1869" name="شكل حر: شكل 220">
                <a:extLst>
                  <a:ext uri="{FF2B5EF4-FFF2-40B4-BE49-F238E27FC236}">
                    <a16:creationId xmlns:a16="http://schemas.microsoft.com/office/drawing/2014/main" id="{B394A299-7035-AA91-423C-F7B22B6D2FBE}"/>
                  </a:ext>
                </a:extLst>
              </p:cNvPr>
              <p:cNvSpPr/>
              <p:nvPr/>
            </p:nvSpPr>
            <p:spPr>
              <a:xfrm>
                <a:off x="7275124" y="4669204"/>
                <a:ext cx="284804" cy="761415"/>
              </a:xfrm>
              <a:custGeom>
                <a:avLst/>
                <a:gdLst>
                  <a:gd name="csX0" fmla="*/ 284805 w 284804"/>
                  <a:gd name="csY0" fmla="*/ 1 h 761415"/>
                  <a:gd name="csX1" fmla="*/ 284578 w 284804"/>
                  <a:gd name="csY1" fmla="*/ 423017 h 761415"/>
                  <a:gd name="csX2" fmla="*/ 1 w 284804"/>
                  <a:gd name="csY2" fmla="*/ 423017 h 761415"/>
                  <a:gd name="csX3" fmla="*/ 1 w 284804"/>
                  <a:gd name="csY3" fmla="*/ 761416 h 761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4804" h="761415">
                    <a:moveTo>
                      <a:pt x="284805" y="1"/>
                    </a:moveTo>
                    <a:lnTo>
                      <a:pt x="284578" y="423017"/>
                    </a:lnTo>
                    <a:lnTo>
                      <a:pt x="1" y="423017"/>
                    </a:lnTo>
                    <a:lnTo>
                      <a:pt x="1" y="761416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0" name="شكل حر: شكل 221">
                <a:extLst>
                  <a:ext uri="{FF2B5EF4-FFF2-40B4-BE49-F238E27FC236}">
                    <a16:creationId xmlns:a16="http://schemas.microsoft.com/office/drawing/2014/main" id="{A6CB122E-0CBC-3640-FF62-6E00D54E3F0B}"/>
                  </a:ext>
                </a:extLst>
              </p:cNvPr>
              <p:cNvSpPr/>
              <p:nvPr/>
            </p:nvSpPr>
            <p:spPr>
              <a:xfrm>
                <a:off x="724867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1" name="شكل حر: شكل 222">
                <a:extLst>
                  <a:ext uri="{FF2B5EF4-FFF2-40B4-BE49-F238E27FC236}">
                    <a16:creationId xmlns:a16="http://schemas.microsoft.com/office/drawing/2014/main" id="{6DDF1185-1A68-DA63-182D-58C00074C2ED}"/>
                  </a:ext>
                </a:extLst>
              </p:cNvPr>
              <p:cNvSpPr/>
              <p:nvPr/>
            </p:nvSpPr>
            <p:spPr>
              <a:xfrm>
                <a:off x="7275124" y="4669204"/>
                <a:ext cx="290958" cy="761415"/>
              </a:xfrm>
              <a:custGeom>
                <a:avLst/>
                <a:gdLst>
                  <a:gd name="csX0" fmla="*/ 284805 w 290958"/>
                  <a:gd name="csY0" fmla="*/ 1 h 761415"/>
                  <a:gd name="csX1" fmla="*/ 284578 w 290958"/>
                  <a:gd name="csY1" fmla="*/ 423017 h 761415"/>
                  <a:gd name="csX2" fmla="*/ 284805 w 290958"/>
                  <a:gd name="csY2" fmla="*/ 1 h 761415"/>
                  <a:gd name="csX3" fmla="*/ 284578 w 290958"/>
                  <a:gd name="csY3" fmla="*/ 423017 h 761415"/>
                  <a:gd name="csX4" fmla="*/ 284578 w 290958"/>
                  <a:gd name="csY4" fmla="*/ 423017 h 761415"/>
                  <a:gd name="csX5" fmla="*/ 1 w 290958"/>
                  <a:gd name="csY5" fmla="*/ 423017 h 761415"/>
                  <a:gd name="csX6" fmla="*/ 284578 w 290958"/>
                  <a:gd name="csY6" fmla="*/ 423017 h 761415"/>
                  <a:gd name="csX7" fmla="*/ 1 w 290958"/>
                  <a:gd name="csY7" fmla="*/ 423017 h 761415"/>
                  <a:gd name="csX8" fmla="*/ 1 w 290958"/>
                  <a:gd name="csY8" fmla="*/ 423017 h 761415"/>
                  <a:gd name="csX9" fmla="*/ 1 w 290958"/>
                  <a:gd name="csY9" fmla="*/ 761416 h 761415"/>
                  <a:gd name="csX10" fmla="*/ 1 w 290958"/>
                  <a:gd name="csY10" fmla="*/ 423017 h 761415"/>
                  <a:gd name="csX11" fmla="*/ 1 w 290958"/>
                  <a:gd name="csY11" fmla="*/ 761416 h 761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90958" h="761415">
                    <a:moveTo>
                      <a:pt x="284805" y="1"/>
                    </a:moveTo>
                    <a:cubicBezTo>
                      <a:pt x="295311" y="127725"/>
                      <a:pt x="290398" y="261909"/>
                      <a:pt x="284578" y="423017"/>
                    </a:cubicBezTo>
                    <a:moveTo>
                      <a:pt x="284805" y="1"/>
                    </a:moveTo>
                    <a:cubicBezTo>
                      <a:pt x="279060" y="144635"/>
                      <a:pt x="283066" y="284261"/>
                      <a:pt x="284578" y="423017"/>
                    </a:cubicBezTo>
                    <a:moveTo>
                      <a:pt x="284578" y="423017"/>
                    </a:moveTo>
                    <a:cubicBezTo>
                      <a:pt x="202871" y="416050"/>
                      <a:pt x="124338" y="428605"/>
                      <a:pt x="1" y="423017"/>
                    </a:cubicBezTo>
                    <a:moveTo>
                      <a:pt x="284578" y="423017"/>
                    </a:moveTo>
                    <a:cubicBezTo>
                      <a:pt x="216249" y="419243"/>
                      <a:pt x="149281" y="423017"/>
                      <a:pt x="1" y="423017"/>
                    </a:cubicBezTo>
                    <a:moveTo>
                      <a:pt x="1" y="423017"/>
                    </a:moveTo>
                    <a:cubicBezTo>
                      <a:pt x="8239" y="534631"/>
                      <a:pt x="5896" y="636231"/>
                      <a:pt x="1" y="761416"/>
                    </a:cubicBezTo>
                    <a:moveTo>
                      <a:pt x="1" y="423017"/>
                    </a:moveTo>
                    <a:cubicBezTo>
                      <a:pt x="8164" y="512933"/>
                      <a:pt x="1285" y="604227"/>
                      <a:pt x="1" y="76141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2" name="شكل حر: شكل 223">
                <a:extLst>
                  <a:ext uri="{FF2B5EF4-FFF2-40B4-BE49-F238E27FC236}">
                    <a16:creationId xmlns:a16="http://schemas.microsoft.com/office/drawing/2014/main" id="{C5C89F21-5C77-89C0-7007-1437EC9C7A8C}"/>
                  </a:ext>
                </a:extLst>
              </p:cNvPr>
              <p:cNvSpPr/>
              <p:nvPr/>
            </p:nvSpPr>
            <p:spPr>
              <a:xfrm>
                <a:off x="724867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2094" y="28884"/>
                      <a:pt x="9600" y="27360"/>
                      <a:pt x="1" y="1"/>
                    </a:cubicBezTo>
                    <a:cubicBezTo>
                      <a:pt x="6954" y="3194"/>
                      <a:pt x="19350" y="13063"/>
                      <a:pt x="26455" y="12700"/>
                    </a:cubicBezTo>
                    <a:cubicBezTo>
                      <a:pt x="32880" y="4645"/>
                      <a:pt x="42631" y="6677"/>
                      <a:pt x="52910" y="1"/>
                    </a:cubicBezTo>
                    <a:cubicBezTo>
                      <a:pt x="48072" y="25400"/>
                      <a:pt x="38700" y="33020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3" name="شكل حر: شكل 224">
                <a:extLst>
                  <a:ext uri="{FF2B5EF4-FFF2-40B4-BE49-F238E27FC236}">
                    <a16:creationId xmlns:a16="http://schemas.microsoft.com/office/drawing/2014/main" id="{641C2EBC-CFAA-4840-CEAE-3958CB906FBB}"/>
                  </a:ext>
                </a:extLst>
              </p:cNvPr>
              <p:cNvSpPr/>
              <p:nvPr/>
            </p:nvSpPr>
            <p:spPr>
              <a:xfrm>
                <a:off x="724867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2449" y="31279"/>
                      <a:pt x="12019" y="14369"/>
                      <a:pt x="1" y="1"/>
                    </a:cubicBezTo>
                    <a:moveTo>
                      <a:pt x="26455" y="50800"/>
                    </a:moveTo>
                    <a:cubicBezTo>
                      <a:pt x="16176" y="33238"/>
                      <a:pt x="8768" y="14079"/>
                      <a:pt x="1" y="1"/>
                    </a:cubicBezTo>
                    <a:moveTo>
                      <a:pt x="1" y="1"/>
                    </a:moveTo>
                    <a:cubicBezTo>
                      <a:pt x="6652" y="2686"/>
                      <a:pt x="13984" y="8636"/>
                      <a:pt x="26455" y="12700"/>
                    </a:cubicBezTo>
                    <a:moveTo>
                      <a:pt x="1" y="1"/>
                    </a:moveTo>
                    <a:cubicBezTo>
                      <a:pt x="5896" y="2613"/>
                      <a:pt x="12019" y="6314"/>
                      <a:pt x="26455" y="12700"/>
                    </a:cubicBezTo>
                    <a:moveTo>
                      <a:pt x="26455" y="12700"/>
                    </a:moveTo>
                    <a:cubicBezTo>
                      <a:pt x="36584" y="11176"/>
                      <a:pt x="43991" y="7766"/>
                      <a:pt x="52910" y="1"/>
                    </a:cubicBezTo>
                    <a:moveTo>
                      <a:pt x="26455" y="12700"/>
                    </a:moveTo>
                    <a:cubicBezTo>
                      <a:pt x="34619" y="8419"/>
                      <a:pt x="40590" y="4427"/>
                      <a:pt x="52910" y="1"/>
                    </a:cubicBezTo>
                    <a:moveTo>
                      <a:pt x="52910" y="1"/>
                    </a:moveTo>
                    <a:cubicBezTo>
                      <a:pt x="40817" y="11176"/>
                      <a:pt x="36810" y="26561"/>
                      <a:pt x="26455" y="50800"/>
                    </a:cubicBezTo>
                    <a:moveTo>
                      <a:pt x="52910" y="1"/>
                    </a:moveTo>
                    <a:cubicBezTo>
                      <a:pt x="42177" y="15023"/>
                      <a:pt x="33636" y="29029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68" name="صورة 225">
              <a:extLst>
                <a:ext uri="{FF2B5EF4-FFF2-40B4-BE49-F238E27FC236}">
                  <a16:creationId xmlns:a16="http://schemas.microsoft.com/office/drawing/2014/main" id="{FF421522-A668-56D0-C0A3-03F7944B468C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7282683" y="5045049"/>
              <a:ext cx="294781" cy="114299"/>
            </a:xfrm>
            <a:custGeom>
              <a:avLst/>
              <a:gdLst>
                <a:gd name="csX0" fmla="*/ 0 w 294781"/>
                <a:gd name="csY0" fmla="*/ 0 h 114299"/>
                <a:gd name="csX1" fmla="*/ 294781 w 294781"/>
                <a:gd name="csY1" fmla="*/ 0 h 114299"/>
                <a:gd name="csX2" fmla="*/ 294781 w 294781"/>
                <a:gd name="csY2" fmla="*/ 114299 h 114299"/>
                <a:gd name="csX3" fmla="*/ 0 w 29478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4781" h="114299">
                  <a:moveTo>
                    <a:pt x="0" y="0"/>
                  </a:moveTo>
                  <a:lnTo>
                    <a:pt x="294781" y="0"/>
                  </a:lnTo>
                  <a:lnTo>
                    <a:pt x="29478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74" name="!!رسم 9">
            <a:extLst>
              <a:ext uri="{FF2B5EF4-FFF2-40B4-BE49-F238E27FC236}">
                <a16:creationId xmlns:a16="http://schemas.microsoft.com/office/drawing/2014/main" id="{4FA7DBA3-FB9B-C2C6-5C5D-221B2A789ECC}"/>
              </a:ext>
            </a:extLst>
          </p:cNvPr>
          <p:cNvGrpSpPr/>
          <p:nvPr/>
        </p:nvGrpSpPr>
        <p:grpSpPr>
          <a:xfrm>
            <a:off x="3569640" y="2276540"/>
            <a:ext cx="1954022" cy="764753"/>
            <a:chOff x="6292520" y="2287350"/>
            <a:chExt cx="1954022" cy="764753"/>
          </a:xfrm>
        </p:grpSpPr>
        <p:grpSp>
          <p:nvGrpSpPr>
            <p:cNvPr id="1875" name="رسم 9">
              <a:extLst>
                <a:ext uri="{FF2B5EF4-FFF2-40B4-BE49-F238E27FC236}">
                  <a16:creationId xmlns:a16="http://schemas.microsoft.com/office/drawing/2014/main" id="{486C6E7B-AC9D-8EE7-DBFC-DBFC0116CF5F}"/>
                </a:ext>
              </a:extLst>
            </p:cNvPr>
            <p:cNvGrpSpPr/>
            <p:nvPr/>
          </p:nvGrpSpPr>
          <p:grpSpPr>
            <a:xfrm>
              <a:off x="6292520" y="2334521"/>
              <a:ext cx="1954022" cy="717582"/>
              <a:chOff x="6292520" y="2334521"/>
              <a:chExt cx="1954022" cy="717582"/>
            </a:xfrm>
          </p:grpSpPr>
          <p:sp>
            <p:nvSpPr>
              <p:cNvPr id="1877" name="شكل حر: شكل 228">
                <a:extLst>
                  <a:ext uri="{FF2B5EF4-FFF2-40B4-BE49-F238E27FC236}">
                    <a16:creationId xmlns:a16="http://schemas.microsoft.com/office/drawing/2014/main" id="{6F7A0C55-FA80-AE12-C6CB-6EB464D92BAC}"/>
                  </a:ext>
                </a:extLst>
              </p:cNvPr>
              <p:cNvSpPr/>
              <p:nvPr/>
            </p:nvSpPr>
            <p:spPr>
              <a:xfrm>
                <a:off x="6292520" y="2334521"/>
                <a:ext cx="1927869" cy="679482"/>
              </a:xfrm>
              <a:custGeom>
                <a:avLst/>
                <a:gdLst>
                  <a:gd name="csX0" fmla="*/ 1 w 1927869"/>
                  <a:gd name="csY0" fmla="*/ 1 h 679482"/>
                  <a:gd name="csX1" fmla="*/ 1058190 w 1927869"/>
                  <a:gd name="csY1" fmla="*/ 1 h 679482"/>
                  <a:gd name="csX2" fmla="*/ 1058190 w 1927869"/>
                  <a:gd name="csY2" fmla="*/ 580569 h 679482"/>
                  <a:gd name="csX3" fmla="*/ 1927871 w 1927869"/>
                  <a:gd name="csY3" fmla="*/ 580569 h 679482"/>
                  <a:gd name="csX4" fmla="*/ 1927568 w 1927869"/>
                  <a:gd name="csY4" fmla="*/ 679483 h 679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927869" h="679482">
                    <a:moveTo>
                      <a:pt x="1" y="1"/>
                    </a:moveTo>
                    <a:lnTo>
                      <a:pt x="1058190" y="1"/>
                    </a:lnTo>
                    <a:lnTo>
                      <a:pt x="1058190" y="580569"/>
                    </a:lnTo>
                    <a:lnTo>
                      <a:pt x="1927871" y="580569"/>
                    </a:lnTo>
                    <a:lnTo>
                      <a:pt x="1927568" y="679483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8" name="شكل حر: شكل 229">
                <a:extLst>
                  <a:ext uri="{FF2B5EF4-FFF2-40B4-BE49-F238E27FC236}">
                    <a16:creationId xmlns:a16="http://schemas.microsoft.com/office/drawing/2014/main" id="{1D37B40C-9451-B842-942E-7704199F1139}"/>
                  </a:ext>
                </a:extLst>
              </p:cNvPr>
              <p:cNvSpPr/>
              <p:nvPr/>
            </p:nvSpPr>
            <p:spPr>
              <a:xfrm>
                <a:off x="8193633" y="3001231"/>
                <a:ext cx="52909" cy="50872"/>
              </a:xfrm>
              <a:custGeom>
                <a:avLst/>
                <a:gdLst>
                  <a:gd name="csX0" fmla="*/ 26304 w 52909"/>
                  <a:gd name="csY0" fmla="*/ 50873 h 50872"/>
                  <a:gd name="csX1" fmla="*/ 1 w 52909"/>
                  <a:gd name="csY1" fmla="*/ 1 h 50872"/>
                  <a:gd name="csX2" fmla="*/ 26455 w 52909"/>
                  <a:gd name="csY2" fmla="*/ 12773 h 50872"/>
                  <a:gd name="csX3" fmla="*/ 52910 w 52909"/>
                  <a:gd name="csY3" fmla="*/ 146 h 50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872">
                    <a:moveTo>
                      <a:pt x="26304" y="50873"/>
                    </a:moveTo>
                    <a:lnTo>
                      <a:pt x="1" y="1"/>
                    </a:lnTo>
                    <a:lnTo>
                      <a:pt x="26455" y="12773"/>
                    </a:lnTo>
                    <a:lnTo>
                      <a:pt x="52910" y="146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79" name="شكل حر: شكل 230">
                <a:extLst>
                  <a:ext uri="{FF2B5EF4-FFF2-40B4-BE49-F238E27FC236}">
                    <a16:creationId xmlns:a16="http://schemas.microsoft.com/office/drawing/2014/main" id="{43B940EC-0B0A-66F3-D4B9-2224D4E5A5DF}"/>
                  </a:ext>
                </a:extLst>
              </p:cNvPr>
              <p:cNvSpPr/>
              <p:nvPr/>
            </p:nvSpPr>
            <p:spPr>
              <a:xfrm>
                <a:off x="6292520" y="2334521"/>
                <a:ext cx="1929113" cy="679482"/>
              </a:xfrm>
              <a:custGeom>
                <a:avLst/>
                <a:gdLst>
                  <a:gd name="csX0" fmla="*/ 1 w 1929113"/>
                  <a:gd name="csY0" fmla="*/ 1 h 679482"/>
                  <a:gd name="csX1" fmla="*/ 1058190 w 1929113"/>
                  <a:gd name="csY1" fmla="*/ 1 h 679482"/>
                  <a:gd name="csX2" fmla="*/ 1 w 1929113"/>
                  <a:gd name="csY2" fmla="*/ 1 h 679482"/>
                  <a:gd name="csX3" fmla="*/ 1058190 w 1929113"/>
                  <a:gd name="csY3" fmla="*/ 1 h 679482"/>
                  <a:gd name="csX4" fmla="*/ 1058190 w 1929113"/>
                  <a:gd name="csY4" fmla="*/ 1 h 679482"/>
                  <a:gd name="csX5" fmla="*/ 1058190 w 1929113"/>
                  <a:gd name="csY5" fmla="*/ 580569 h 679482"/>
                  <a:gd name="csX6" fmla="*/ 1058190 w 1929113"/>
                  <a:gd name="csY6" fmla="*/ 1 h 679482"/>
                  <a:gd name="csX7" fmla="*/ 1058190 w 1929113"/>
                  <a:gd name="csY7" fmla="*/ 580569 h 679482"/>
                  <a:gd name="csX8" fmla="*/ 1058190 w 1929113"/>
                  <a:gd name="csY8" fmla="*/ 580569 h 679482"/>
                  <a:gd name="csX9" fmla="*/ 1927871 w 1929113"/>
                  <a:gd name="csY9" fmla="*/ 580569 h 679482"/>
                  <a:gd name="csX10" fmla="*/ 1058190 w 1929113"/>
                  <a:gd name="csY10" fmla="*/ 580569 h 679482"/>
                  <a:gd name="csX11" fmla="*/ 1927871 w 1929113"/>
                  <a:gd name="csY11" fmla="*/ 580569 h 679482"/>
                  <a:gd name="csX12" fmla="*/ 1927871 w 1929113"/>
                  <a:gd name="csY12" fmla="*/ 580569 h 679482"/>
                  <a:gd name="csX13" fmla="*/ 1927568 w 1929113"/>
                  <a:gd name="csY13" fmla="*/ 679483 h 679482"/>
                  <a:gd name="csX14" fmla="*/ 1927871 w 1929113"/>
                  <a:gd name="csY14" fmla="*/ 580569 h 679482"/>
                  <a:gd name="csX15" fmla="*/ 1927568 w 1929113"/>
                  <a:gd name="csY15" fmla="*/ 679483 h 679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929113" h="679482">
                    <a:moveTo>
                      <a:pt x="1" y="1"/>
                    </a:moveTo>
                    <a:cubicBezTo>
                      <a:pt x="342098" y="5661"/>
                      <a:pt x="667945" y="5516"/>
                      <a:pt x="1058190" y="1"/>
                    </a:cubicBezTo>
                    <a:moveTo>
                      <a:pt x="1" y="1"/>
                    </a:moveTo>
                    <a:cubicBezTo>
                      <a:pt x="231215" y="5516"/>
                      <a:pt x="457970" y="9580"/>
                      <a:pt x="1058190" y="1"/>
                    </a:cubicBezTo>
                    <a:moveTo>
                      <a:pt x="1058190" y="1"/>
                    </a:moveTo>
                    <a:cubicBezTo>
                      <a:pt x="1046852" y="191588"/>
                      <a:pt x="1038387" y="375265"/>
                      <a:pt x="1058190" y="580569"/>
                    </a:cubicBezTo>
                    <a:moveTo>
                      <a:pt x="1058190" y="1"/>
                    </a:moveTo>
                    <a:cubicBezTo>
                      <a:pt x="1070208" y="117420"/>
                      <a:pt x="1061516" y="241154"/>
                      <a:pt x="1058190" y="580569"/>
                    </a:cubicBezTo>
                    <a:moveTo>
                      <a:pt x="1058190" y="580569"/>
                    </a:moveTo>
                    <a:cubicBezTo>
                      <a:pt x="1288195" y="568232"/>
                      <a:pt x="1493786" y="580859"/>
                      <a:pt x="1927871" y="580569"/>
                    </a:cubicBezTo>
                    <a:moveTo>
                      <a:pt x="1058190" y="580569"/>
                    </a:moveTo>
                    <a:cubicBezTo>
                      <a:pt x="1334226" y="577303"/>
                      <a:pt x="1611925" y="581149"/>
                      <a:pt x="1927871" y="580569"/>
                    </a:cubicBezTo>
                    <a:moveTo>
                      <a:pt x="1927871" y="580569"/>
                    </a:moveTo>
                    <a:cubicBezTo>
                      <a:pt x="1932708" y="597333"/>
                      <a:pt x="1921446" y="630352"/>
                      <a:pt x="1927568" y="679483"/>
                    </a:cubicBezTo>
                    <a:moveTo>
                      <a:pt x="1927871" y="580569"/>
                    </a:moveTo>
                    <a:cubicBezTo>
                      <a:pt x="1927493" y="604953"/>
                      <a:pt x="1927795" y="637029"/>
                      <a:pt x="1927568" y="67948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0" name="شكل حر: شكل 231">
                <a:extLst>
                  <a:ext uri="{FF2B5EF4-FFF2-40B4-BE49-F238E27FC236}">
                    <a16:creationId xmlns:a16="http://schemas.microsoft.com/office/drawing/2014/main" id="{2F92E2FC-C6FA-447C-850D-A0427DF6A786}"/>
                  </a:ext>
                </a:extLst>
              </p:cNvPr>
              <p:cNvSpPr/>
              <p:nvPr/>
            </p:nvSpPr>
            <p:spPr>
              <a:xfrm>
                <a:off x="8193270" y="3001231"/>
                <a:ext cx="53272" cy="50872"/>
              </a:xfrm>
              <a:custGeom>
                <a:avLst/>
                <a:gdLst>
                  <a:gd name="csX0" fmla="*/ 26667 w 53272"/>
                  <a:gd name="csY0" fmla="*/ 50873 h 50872"/>
                  <a:gd name="csX1" fmla="*/ 364 w 53272"/>
                  <a:gd name="csY1" fmla="*/ 1 h 50872"/>
                  <a:gd name="csX2" fmla="*/ 26819 w 53272"/>
                  <a:gd name="csY2" fmla="*/ 12773 h 50872"/>
                  <a:gd name="csX3" fmla="*/ 53273 w 53272"/>
                  <a:gd name="csY3" fmla="*/ 146 h 50872"/>
                  <a:gd name="csX4" fmla="*/ 26667 w 53272"/>
                  <a:gd name="csY4" fmla="*/ 50873 h 50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3272" h="50872">
                    <a:moveTo>
                      <a:pt x="26667" y="50873"/>
                    </a:moveTo>
                    <a:cubicBezTo>
                      <a:pt x="18353" y="34399"/>
                      <a:pt x="-3038" y="17563"/>
                      <a:pt x="364" y="1"/>
                    </a:cubicBezTo>
                    <a:cubicBezTo>
                      <a:pt x="9207" y="944"/>
                      <a:pt x="8754" y="4064"/>
                      <a:pt x="26819" y="12773"/>
                    </a:cubicBezTo>
                    <a:cubicBezTo>
                      <a:pt x="39214" y="9072"/>
                      <a:pt x="43372" y="6532"/>
                      <a:pt x="53273" y="146"/>
                    </a:cubicBezTo>
                    <a:cubicBezTo>
                      <a:pt x="40650" y="23804"/>
                      <a:pt x="42918" y="33093"/>
                      <a:pt x="26667" y="50873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1" name="شكل حر: شكل 232">
                <a:extLst>
                  <a:ext uri="{FF2B5EF4-FFF2-40B4-BE49-F238E27FC236}">
                    <a16:creationId xmlns:a16="http://schemas.microsoft.com/office/drawing/2014/main" id="{51EBD3B6-5916-DB78-812E-9E77F0F859B0}"/>
                  </a:ext>
                </a:extLst>
              </p:cNvPr>
              <p:cNvSpPr/>
              <p:nvPr/>
            </p:nvSpPr>
            <p:spPr>
              <a:xfrm>
                <a:off x="8193633" y="3001231"/>
                <a:ext cx="52909" cy="50872"/>
              </a:xfrm>
              <a:custGeom>
                <a:avLst/>
                <a:gdLst>
                  <a:gd name="csX0" fmla="*/ 26304 w 52909"/>
                  <a:gd name="csY0" fmla="*/ 50873 h 50872"/>
                  <a:gd name="csX1" fmla="*/ 1 w 52909"/>
                  <a:gd name="csY1" fmla="*/ 1 h 50872"/>
                  <a:gd name="csX2" fmla="*/ 26304 w 52909"/>
                  <a:gd name="csY2" fmla="*/ 50873 h 50872"/>
                  <a:gd name="csX3" fmla="*/ 1 w 52909"/>
                  <a:gd name="csY3" fmla="*/ 1 h 50872"/>
                  <a:gd name="csX4" fmla="*/ 1 w 52909"/>
                  <a:gd name="csY4" fmla="*/ 1 h 50872"/>
                  <a:gd name="csX5" fmla="*/ 26455 w 52909"/>
                  <a:gd name="csY5" fmla="*/ 12773 h 50872"/>
                  <a:gd name="csX6" fmla="*/ 1 w 52909"/>
                  <a:gd name="csY6" fmla="*/ 1 h 50872"/>
                  <a:gd name="csX7" fmla="*/ 26455 w 52909"/>
                  <a:gd name="csY7" fmla="*/ 12773 h 50872"/>
                  <a:gd name="csX8" fmla="*/ 26455 w 52909"/>
                  <a:gd name="csY8" fmla="*/ 12773 h 50872"/>
                  <a:gd name="csX9" fmla="*/ 52910 w 52909"/>
                  <a:gd name="csY9" fmla="*/ 146 h 50872"/>
                  <a:gd name="csX10" fmla="*/ 26455 w 52909"/>
                  <a:gd name="csY10" fmla="*/ 12773 h 50872"/>
                  <a:gd name="csX11" fmla="*/ 52910 w 52909"/>
                  <a:gd name="csY11" fmla="*/ 146 h 50872"/>
                  <a:gd name="csX12" fmla="*/ 52910 w 52909"/>
                  <a:gd name="csY12" fmla="*/ 146 h 50872"/>
                  <a:gd name="csX13" fmla="*/ 26304 w 52909"/>
                  <a:gd name="csY13" fmla="*/ 50873 h 50872"/>
                  <a:gd name="csX14" fmla="*/ 52910 w 52909"/>
                  <a:gd name="csY14" fmla="*/ 146 h 50872"/>
                  <a:gd name="csX15" fmla="*/ 26304 w 52909"/>
                  <a:gd name="csY15" fmla="*/ 50873 h 50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872">
                    <a:moveTo>
                      <a:pt x="26304" y="50873"/>
                    </a:moveTo>
                    <a:cubicBezTo>
                      <a:pt x="18821" y="40060"/>
                      <a:pt x="5065" y="23659"/>
                      <a:pt x="1" y="1"/>
                    </a:cubicBezTo>
                    <a:moveTo>
                      <a:pt x="26304" y="50873"/>
                    </a:moveTo>
                    <a:cubicBezTo>
                      <a:pt x="22903" y="40568"/>
                      <a:pt x="17687" y="31279"/>
                      <a:pt x="1" y="1"/>
                    </a:cubicBezTo>
                    <a:moveTo>
                      <a:pt x="1" y="1"/>
                    </a:moveTo>
                    <a:cubicBezTo>
                      <a:pt x="6954" y="5879"/>
                      <a:pt x="13530" y="10451"/>
                      <a:pt x="26455" y="12773"/>
                    </a:cubicBezTo>
                    <a:moveTo>
                      <a:pt x="1" y="1"/>
                    </a:moveTo>
                    <a:cubicBezTo>
                      <a:pt x="7106" y="1887"/>
                      <a:pt x="10960" y="4935"/>
                      <a:pt x="26455" y="12773"/>
                    </a:cubicBezTo>
                    <a:moveTo>
                      <a:pt x="26455" y="12773"/>
                    </a:moveTo>
                    <a:cubicBezTo>
                      <a:pt x="34467" y="7621"/>
                      <a:pt x="37793" y="6895"/>
                      <a:pt x="52910" y="146"/>
                    </a:cubicBezTo>
                    <a:moveTo>
                      <a:pt x="26455" y="12773"/>
                    </a:moveTo>
                    <a:cubicBezTo>
                      <a:pt x="34694" y="8201"/>
                      <a:pt x="43311" y="4863"/>
                      <a:pt x="52910" y="146"/>
                    </a:cubicBezTo>
                    <a:moveTo>
                      <a:pt x="52910" y="146"/>
                    </a:moveTo>
                    <a:cubicBezTo>
                      <a:pt x="49509" y="8274"/>
                      <a:pt x="36735" y="25763"/>
                      <a:pt x="26304" y="50873"/>
                    </a:cubicBezTo>
                    <a:moveTo>
                      <a:pt x="52910" y="146"/>
                    </a:moveTo>
                    <a:cubicBezTo>
                      <a:pt x="45729" y="12483"/>
                      <a:pt x="39002" y="29247"/>
                      <a:pt x="26304" y="5087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76" name="صورة 233">
              <a:extLst>
                <a:ext uri="{FF2B5EF4-FFF2-40B4-BE49-F238E27FC236}">
                  <a16:creationId xmlns:a16="http://schemas.microsoft.com/office/drawing/2014/main" id="{FD39D888-B734-6D1F-DBE5-E9B3E2406697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6651548" y="2287350"/>
              <a:ext cx="468626" cy="114299"/>
            </a:xfrm>
            <a:custGeom>
              <a:avLst/>
              <a:gdLst>
                <a:gd name="csX0" fmla="*/ 0 w 468626"/>
                <a:gd name="csY0" fmla="*/ 0 h 114299"/>
                <a:gd name="csX1" fmla="*/ 468627 w 468626"/>
                <a:gd name="csY1" fmla="*/ 0 h 114299"/>
                <a:gd name="csX2" fmla="*/ 468627 w 468626"/>
                <a:gd name="csY2" fmla="*/ 114299 h 114299"/>
                <a:gd name="csX3" fmla="*/ 0 w 468626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8626" h="114299">
                  <a:moveTo>
                    <a:pt x="0" y="0"/>
                  </a:moveTo>
                  <a:lnTo>
                    <a:pt x="468627" y="0"/>
                  </a:lnTo>
                  <a:lnTo>
                    <a:pt x="468627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82" name="!!رسم 9">
            <a:extLst>
              <a:ext uri="{FF2B5EF4-FFF2-40B4-BE49-F238E27FC236}">
                <a16:creationId xmlns:a16="http://schemas.microsoft.com/office/drawing/2014/main" id="{483B082B-036B-771C-2D27-13D15B08B932}"/>
              </a:ext>
            </a:extLst>
          </p:cNvPr>
          <p:cNvGrpSpPr/>
          <p:nvPr/>
        </p:nvGrpSpPr>
        <p:grpSpPr>
          <a:xfrm>
            <a:off x="3108554" y="2237424"/>
            <a:ext cx="462772" cy="164808"/>
            <a:chOff x="5831434" y="2248234"/>
            <a:chExt cx="462772" cy="164808"/>
          </a:xfrm>
        </p:grpSpPr>
        <p:grpSp>
          <p:nvGrpSpPr>
            <p:cNvPr id="1883" name="رسم 9">
              <a:extLst>
                <a:ext uri="{FF2B5EF4-FFF2-40B4-BE49-F238E27FC236}">
                  <a16:creationId xmlns:a16="http://schemas.microsoft.com/office/drawing/2014/main" id="{4C66DED6-EE76-A2D5-4063-6F4AFDABAC56}"/>
                </a:ext>
              </a:extLst>
            </p:cNvPr>
            <p:cNvGrpSpPr/>
            <p:nvPr/>
          </p:nvGrpSpPr>
          <p:grpSpPr>
            <a:xfrm>
              <a:off x="5831434" y="2248234"/>
              <a:ext cx="462772" cy="164808"/>
              <a:chOff x="5831434" y="2248234"/>
              <a:chExt cx="462772" cy="164808"/>
            </a:xfrm>
          </p:grpSpPr>
          <p:sp>
            <p:nvSpPr>
              <p:cNvPr id="1885" name="مستطيل 236">
                <a:extLst>
                  <a:ext uri="{FF2B5EF4-FFF2-40B4-BE49-F238E27FC236}">
                    <a16:creationId xmlns:a16="http://schemas.microsoft.com/office/drawing/2014/main" id="{07425D56-20B2-BE0D-8F69-ABA2A53DCC84}"/>
                  </a:ext>
                </a:extLst>
              </p:cNvPr>
              <p:cNvSpPr/>
              <p:nvPr/>
            </p:nvSpPr>
            <p:spPr>
              <a:xfrm>
                <a:off x="5839010" y="2261950"/>
                <a:ext cx="453509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6" name="شكل حر: شكل 237">
                <a:extLst>
                  <a:ext uri="{FF2B5EF4-FFF2-40B4-BE49-F238E27FC236}">
                    <a16:creationId xmlns:a16="http://schemas.microsoft.com/office/drawing/2014/main" id="{11F58B7A-C0CE-A623-6D57-E87FE913BE54}"/>
                  </a:ext>
                </a:extLst>
              </p:cNvPr>
              <p:cNvSpPr/>
              <p:nvPr/>
            </p:nvSpPr>
            <p:spPr>
              <a:xfrm>
                <a:off x="5833492" y="2248234"/>
                <a:ext cx="458876" cy="164808"/>
              </a:xfrm>
              <a:custGeom>
                <a:avLst/>
                <a:gdLst>
                  <a:gd name="csX0" fmla="*/ 1 w 458876"/>
                  <a:gd name="csY0" fmla="*/ 4718 h 164808"/>
                  <a:gd name="csX1" fmla="*/ 458877 w 458876"/>
                  <a:gd name="csY1" fmla="*/ 1 h 164808"/>
                  <a:gd name="csX2" fmla="*/ 447464 w 458876"/>
                  <a:gd name="csY2" fmla="*/ 164809 h 164808"/>
                  <a:gd name="csX3" fmla="*/ 11490 w 458876"/>
                  <a:gd name="csY3" fmla="*/ 163068 h 1648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8876" h="164808">
                    <a:moveTo>
                      <a:pt x="1" y="4718"/>
                    </a:moveTo>
                    <a:lnTo>
                      <a:pt x="458877" y="1"/>
                    </a:lnTo>
                    <a:lnTo>
                      <a:pt x="447464" y="164809"/>
                    </a:lnTo>
                    <a:lnTo>
                      <a:pt x="11490" y="16306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87" name="شكل حر: شكل 238">
                <a:extLst>
                  <a:ext uri="{FF2B5EF4-FFF2-40B4-BE49-F238E27FC236}">
                    <a16:creationId xmlns:a16="http://schemas.microsoft.com/office/drawing/2014/main" id="{8CA93C48-DAD9-0CE9-6208-759BBC845C27}"/>
                  </a:ext>
                </a:extLst>
              </p:cNvPr>
              <p:cNvSpPr/>
              <p:nvPr/>
            </p:nvSpPr>
            <p:spPr>
              <a:xfrm>
                <a:off x="5831434" y="2261950"/>
                <a:ext cx="462772" cy="145415"/>
              </a:xfrm>
              <a:custGeom>
                <a:avLst/>
                <a:gdLst>
                  <a:gd name="csX0" fmla="*/ 7576 w 462772"/>
                  <a:gd name="csY0" fmla="*/ 1 h 145415"/>
                  <a:gd name="csX1" fmla="*/ 461086 w 462772"/>
                  <a:gd name="csY1" fmla="*/ 1 h 145415"/>
                  <a:gd name="csX2" fmla="*/ 7576 w 462772"/>
                  <a:gd name="csY2" fmla="*/ 1 h 145415"/>
                  <a:gd name="csX3" fmla="*/ 461086 w 462772"/>
                  <a:gd name="csY3" fmla="*/ 1 h 145415"/>
                  <a:gd name="csX4" fmla="*/ 461086 w 462772"/>
                  <a:gd name="csY4" fmla="*/ 1 h 145415"/>
                  <a:gd name="csX5" fmla="*/ 461086 w 462772"/>
                  <a:gd name="csY5" fmla="*/ 145143 h 145415"/>
                  <a:gd name="csX6" fmla="*/ 461086 w 462772"/>
                  <a:gd name="csY6" fmla="*/ 1 h 145415"/>
                  <a:gd name="csX7" fmla="*/ 461086 w 462772"/>
                  <a:gd name="csY7" fmla="*/ 145143 h 145415"/>
                  <a:gd name="csX8" fmla="*/ 461086 w 462772"/>
                  <a:gd name="csY8" fmla="*/ 145143 h 145415"/>
                  <a:gd name="csX9" fmla="*/ 7576 w 462772"/>
                  <a:gd name="csY9" fmla="*/ 145143 h 145415"/>
                  <a:gd name="csX10" fmla="*/ 461086 w 462772"/>
                  <a:gd name="csY10" fmla="*/ 145143 h 145415"/>
                  <a:gd name="csX11" fmla="*/ 7576 w 462772"/>
                  <a:gd name="csY11" fmla="*/ 145143 h 145415"/>
                  <a:gd name="csX12" fmla="*/ 7576 w 462772"/>
                  <a:gd name="csY12" fmla="*/ 145143 h 145415"/>
                  <a:gd name="csX13" fmla="*/ 7576 w 462772"/>
                  <a:gd name="csY13" fmla="*/ 1 h 145415"/>
                  <a:gd name="csX14" fmla="*/ 7576 w 462772"/>
                  <a:gd name="csY14" fmla="*/ 145143 h 145415"/>
                  <a:gd name="csX15" fmla="*/ 7576 w 462772"/>
                  <a:gd name="csY15" fmla="*/ 1 h 145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62772" h="145415">
                    <a:moveTo>
                      <a:pt x="7576" y="1"/>
                    </a:moveTo>
                    <a:cubicBezTo>
                      <a:pt x="147031" y="6096"/>
                      <a:pt x="300166" y="7403"/>
                      <a:pt x="461086" y="1"/>
                    </a:cubicBezTo>
                    <a:moveTo>
                      <a:pt x="7576" y="1"/>
                    </a:moveTo>
                    <a:cubicBezTo>
                      <a:pt x="136297" y="2250"/>
                      <a:pt x="263431" y="654"/>
                      <a:pt x="461086" y="1"/>
                    </a:cubicBezTo>
                    <a:moveTo>
                      <a:pt x="461086" y="1"/>
                    </a:moveTo>
                    <a:cubicBezTo>
                      <a:pt x="452923" y="47825"/>
                      <a:pt x="465999" y="91295"/>
                      <a:pt x="461086" y="145143"/>
                    </a:cubicBezTo>
                    <a:moveTo>
                      <a:pt x="461086" y="1"/>
                    </a:moveTo>
                    <a:cubicBezTo>
                      <a:pt x="464185" y="50002"/>
                      <a:pt x="462295" y="106462"/>
                      <a:pt x="461086" y="145143"/>
                    </a:cubicBezTo>
                    <a:moveTo>
                      <a:pt x="461086" y="145143"/>
                    </a:moveTo>
                    <a:cubicBezTo>
                      <a:pt x="364337" y="146667"/>
                      <a:pt x="262751" y="141151"/>
                      <a:pt x="7576" y="145143"/>
                    </a:cubicBezTo>
                    <a:moveTo>
                      <a:pt x="461086" y="145143"/>
                    </a:moveTo>
                    <a:cubicBezTo>
                      <a:pt x="291549" y="144272"/>
                      <a:pt x="137280" y="139990"/>
                      <a:pt x="7576" y="145143"/>
                    </a:cubicBezTo>
                    <a:moveTo>
                      <a:pt x="7576" y="145143"/>
                    </a:moveTo>
                    <a:cubicBezTo>
                      <a:pt x="4553" y="80337"/>
                      <a:pt x="-7843" y="23586"/>
                      <a:pt x="7576" y="1"/>
                    </a:cubicBezTo>
                    <a:moveTo>
                      <a:pt x="7576" y="145143"/>
                    </a:moveTo>
                    <a:cubicBezTo>
                      <a:pt x="10675" y="111034"/>
                      <a:pt x="12565" y="87521"/>
                      <a:pt x="7576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84" name="صورة 239">
              <a:extLst>
                <a:ext uri="{FF2B5EF4-FFF2-40B4-BE49-F238E27FC236}">
                  <a16:creationId xmlns:a16="http://schemas.microsoft.com/office/drawing/2014/main" id="{EAF47B02-F79E-AA25-A350-4D4B100E0EF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5842789" y="2283721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888" name="!!رسم 9">
            <a:extLst>
              <a:ext uri="{FF2B5EF4-FFF2-40B4-BE49-F238E27FC236}">
                <a16:creationId xmlns:a16="http://schemas.microsoft.com/office/drawing/2014/main" id="{7FEF2348-944C-FC67-57BA-75B233F7855B}"/>
              </a:ext>
            </a:extLst>
          </p:cNvPr>
          <p:cNvGrpSpPr/>
          <p:nvPr/>
        </p:nvGrpSpPr>
        <p:grpSpPr>
          <a:xfrm>
            <a:off x="1426806" y="1826599"/>
            <a:ext cx="1160229" cy="1171151"/>
            <a:chOff x="4149686" y="1837409"/>
            <a:chExt cx="1160229" cy="1171151"/>
          </a:xfrm>
        </p:grpSpPr>
        <p:grpSp>
          <p:nvGrpSpPr>
            <p:cNvPr id="1889" name="رسم 9">
              <a:extLst>
                <a:ext uri="{FF2B5EF4-FFF2-40B4-BE49-F238E27FC236}">
                  <a16:creationId xmlns:a16="http://schemas.microsoft.com/office/drawing/2014/main" id="{8AF5A929-8169-60DF-1C56-2C412AA1E288}"/>
                </a:ext>
              </a:extLst>
            </p:cNvPr>
            <p:cNvGrpSpPr/>
            <p:nvPr/>
          </p:nvGrpSpPr>
          <p:grpSpPr>
            <a:xfrm>
              <a:off x="4149686" y="1873779"/>
              <a:ext cx="1160229" cy="1134781"/>
              <a:chOff x="4149686" y="1873779"/>
              <a:chExt cx="1160229" cy="1134781"/>
            </a:xfrm>
          </p:grpSpPr>
          <p:sp>
            <p:nvSpPr>
              <p:cNvPr id="1891" name="شكل حر: شكل 242">
                <a:extLst>
                  <a:ext uri="{FF2B5EF4-FFF2-40B4-BE49-F238E27FC236}">
                    <a16:creationId xmlns:a16="http://schemas.microsoft.com/office/drawing/2014/main" id="{D2C2E514-56CE-5FF8-2583-CEE07E9E2E1E}"/>
                  </a:ext>
                </a:extLst>
              </p:cNvPr>
              <p:cNvSpPr/>
              <p:nvPr/>
            </p:nvSpPr>
            <p:spPr>
              <a:xfrm>
                <a:off x="4176141" y="1880952"/>
                <a:ext cx="1133774" cy="1089508"/>
              </a:xfrm>
              <a:custGeom>
                <a:avLst/>
                <a:gdLst>
                  <a:gd name="csX0" fmla="*/ 1133775 w 1133774"/>
                  <a:gd name="csY0" fmla="*/ 1 h 1089508"/>
                  <a:gd name="csX1" fmla="*/ 1 w 1133774"/>
                  <a:gd name="csY1" fmla="*/ 218 h 1089508"/>
                  <a:gd name="csX2" fmla="*/ 1 w 1133774"/>
                  <a:gd name="csY2" fmla="*/ 1089510 h 10895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133774" h="1089508">
                    <a:moveTo>
                      <a:pt x="1133775" y="1"/>
                    </a:moveTo>
                    <a:lnTo>
                      <a:pt x="1" y="218"/>
                    </a:lnTo>
                    <a:lnTo>
                      <a:pt x="1" y="108951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2" name="شكل حر: شكل 243">
                <a:extLst>
                  <a:ext uri="{FF2B5EF4-FFF2-40B4-BE49-F238E27FC236}">
                    <a16:creationId xmlns:a16="http://schemas.microsoft.com/office/drawing/2014/main" id="{F74144A0-4C61-A063-7BCC-27C4A422C031}"/>
                  </a:ext>
                </a:extLst>
              </p:cNvPr>
              <p:cNvSpPr/>
              <p:nvPr/>
            </p:nvSpPr>
            <p:spPr>
              <a:xfrm>
                <a:off x="4149686" y="295776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3" name="شكل حر: شكل 244">
                <a:extLst>
                  <a:ext uri="{FF2B5EF4-FFF2-40B4-BE49-F238E27FC236}">
                    <a16:creationId xmlns:a16="http://schemas.microsoft.com/office/drawing/2014/main" id="{42C973EA-E33E-48B3-982A-0DF3B3216ACF}"/>
                  </a:ext>
                </a:extLst>
              </p:cNvPr>
              <p:cNvSpPr/>
              <p:nvPr/>
            </p:nvSpPr>
            <p:spPr>
              <a:xfrm>
                <a:off x="4171809" y="1873779"/>
                <a:ext cx="1138106" cy="1096681"/>
              </a:xfrm>
              <a:custGeom>
                <a:avLst/>
                <a:gdLst>
                  <a:gd name="csX0" fmla="*/ 1138107 w 1138106"/>
                  <a:gd name="csY0" fmla="*/ 7173 h 1096681"/>
                  <a:gd name="csX1" fmla="*/ 4332 w 1138106"/>
                  <a:gd name="csY1" fmla="*/ 7391 h 1096681"/>
                  <a:gd name="csX2" fmla="*/ 1138107 w 1138106"/>
                  <a:gd name="csY2" fmla="*/ 7173 h 1096681"/>
                  <a:gd name="csX3" fmla="*/ 4332 w 1138106"/>
                  <a:gd name="csY3" fmla="*/ 7391 h 1096681"/>
                  <a:gd name="csX4" fmla="*/ 4332 w 1138106"/>
                  <a:gd name="csY4" fmla="*/ 7391 h 1096681"/>
                  <a:gd name="csX5" fmla="*/ 4332 w 1138106"/>
                  <a:gd name="csY5" fmla="*/ 1096682 h 1096681"/>
                  <a:gd name="csX6" fmla="*/ 4332 w 1138106"/>
                  <a:gd name="csY6" fmla="*/ 7391 h 1096681"/>
                  <a:gd name="csX7" fmla="*/ 4332 w 1138106"/>
                  <a:gd name="csY7" fmla="*/ 1096682 h 10966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138106" h="1096681">
                    <a:moveTo>
                      <a:pt x="1138107" y="7173"/>
                    </a:moveTo>
                    <a:cubicBezTo>
                      <a:pt x="759502" y="-2261"/>
                      <a:pt x="419067" y="1875"/>
                      <a:pt x="4332" y="7391"/>
                    </a:cubicBezTo>
                    <a:moveTo>
                      <a:pt x="1138107" y="7173"/>
                    </a:moveTo>
                    <a:cubicBezTo>
                      <a:pt x="834331" y="-4439"/>
                      <a:pt x="531689" y="-157"/>
                      <a:pt x="4332" y="7391"/>
                    </a:cubicBezTo>
                    <a:moveTo>
                      <a:pt x="4332" y="7391"/>
                    </a:moveTo>
                    <a:cubicBezTo>
                      <a:pt x="-3680" y="351450"/>
                      <a:pt x="1309" y="711983"/>
                      <a:pt x="4332" y="1096682"/>
                    </a:cubicBezTo>
                    <a:moveTo>
                      <a:pt x="4332" y="7391"/>
                    </a:moveTo>
                    <a:cubicBezTo>
                      <a:pt x="7356" y="270461"/>
                      <a:pt x="18542" y="527507"/>
                      <a:pt x="4332" y="109668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4" name="شكل حر: شكل 245">
                <a:extLst>
                  <a:ext uri="{FF2B5EF4-FFF2-40B4-BE49-F238E27FC236}">
                    <a16:creationId xmlns:a16="http://schemas.microsoft.com/office/drawing/2014/main" id="{33C1F4B3-AA03-8D23-02E0-164E53F9DE4D}"/>
                  </a:ext>
                </a:extLst>
              </p:cNvPr>
              <p:cNvSpPr/>
              <p:nvPr/>
            </p:nvSpPr>
            <p:spPr>
              <a:xfrm>
                <a:off x="4149686" y="295776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6402" y="25908"/>
                      <a:pt x="10734" y="14732"/>
                      <a:pt x="1" y="1"/>
                    </a:cubicBezTo>
                    <a:cubicBezTo>
                      <a:pt x="11036" y="436"/>
                      <a:pt x="21164" y="9798"/>
                      <a:pt x="26455" y="12700"/>
                    </a:cubicBezTo>
                    <a:cubicBezTo>
                      <a:pt x="36055" y="4790"/>
                      <a:pt x="40816" y="2831"/>
                      <a:pt x="52910" y="1"/>
                    </a:cubicBezTo>
                    <a:cubicBezTo>
                      <a:pt x="40514" y="21336"/>
                      <a:pt x="34618" y="28956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95" name="شكل حر: شكل 246">
                <a:extLst>
                  <a:ext uri="{FF2B5EF4-FFF2-40B4-BE49-F238E27FC236}">
                    <a16:creationId xmlns:a16="http://schemas.microsoft.com/office/drawing/2014/main" id="{D11F7D02-438D-8AA0-E43A-3CE4D1D54425}"/>
                  </a:ext>
                </a:extLst>
              </p:cNvPr>
              <p:cNvSpPr/>
              <p:nvPr/>
            </p:nvSpPr>
            <p:spPr>
              <a:xfrm>
                <a:off x="4149686" y="295776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2245" y="29029"/>
                      <a:pt x="12926" y="14297"/>
                      <a:pt x="1" y="1"/>
                    </a:cubicBezTo>
                    <a:moveTo>
                      <a:pt x="26455" y="50800"/>
                    </a:moveTo>
                    <a:cubicBezTo>
                      <a:pt x="19577" y="34544"/>
                      <a:pt x="13455" y="22498"/>
                      <a:pt x="1" y="1"/>
                    </a:cubicBezTo>
                    <a:moveTo>
                      <a:pt x="1" y="1"/>
                    </a:moveTo>
                    <a:cubicBezTo>
                      <a:pt x="6501" y="3339"/>
                      <a:pt x="15949" y="9798"/>
                      <a:pt x="26455" y="12700"/>
                    </a:cubicBezTo>
                    <a:moveTo>
                      <a:pt x="1" y="1"/>
                    </a:moveTo>
                    <a:cubicBezTo>
                      <a:pt x="5367" y="3121"/>
                      <a:pt x="13908" y="5153"/>
                      <a:pt x="26455" y="12700"/>
                    </a:cubicBezTo>
                    <a:moveTo>
                      <a:pt x="26455" y="12700"/>
                    </a:moveTo>
                    <a:cubicBezTo>
                      <a:pt x="34543" y="8927"/>
                      <a:pt x="43160" y="4500"/>
                      <a:pt x="52910" y="1"/>
                    </a:cubicBezTo>
                    <a:moveTo>
                      <a:pt x="26455" y="12700"/>
                    </a:moveTo>
                    <a:cubicBezTo>
                      <a:pt x="33938" y="10378"/>
                      <a:pt x="40363" y="5588"/>
                      <a:pt x="52910" y="1"/>
                    </a:cubicBezTo>
                    <a:moveTo>
                      <a:pt x="52910" y="1"/>
                    </a:moveTo>
                    <a:cubicBezTo>
                      <a:pt x="43311" y="8419"/>
                      <a:pt x="42101" y="32294"/>
                      <a:pt x="26455" y="50800"/>
                    </a:cubicBezTo>
                    <a:moveTo>
                      <a:pt x="52910" y="1"/>
                    </a:moveTo>
                    <a:cubicBezTo>
                      <a:pt x="45503" y="16909"/>
                      <a:pt x="36055" y="33311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90" name="صورة 247">
              <a:extLst>
                <a:ext uri="{FF2B5EF4-FFF2-40B4-BE49-F238E27FC236}">
                  <a16:creationId xmlns:a16="http://schemas.microsoft.com/office/drawing/2014/main" id="{4862BE07-4DD8-7046-C6EB-019A8FA8838E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4693898" y="1837409"/>
              <a:ext cx="498860" cy="114299"/>
            </a:xfrm>
            <a:custGeom>
              <a:avLst/>
              <a:gdLst>
                <a:gd name="csX0" fmla="*/ 0 w 498860"/>
                <a:gd name="csY0" fmla="*/ 0 h 114299"/>
                <a:gd name="csX1" fmla="*/ 498861 w 498860"/>
                <a:gd name="csY1" fmla="*/ 0 h 114299"/>
                <a:gd name="csX2" fmla="*/ 498861 w 498860"/>
                <a:gd name="csY2" fmla="*/ 114299 h 114299"/>
                <a:gd name="csX3" fmla="*/ 0 w 498860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8860" h="114299">
                  <a:moveTo>
                    <a:pt x="0" y="0"/>
                  </a:moveTo>
                  <a:lnTo>
                    <a:pt x="498861" y="0"/>
                  </a:lnTo>
                  <a:lnTo>
                    <a:pt x="49886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896" name="!!رسم 9">
            <a:extLst>
              <a:ext uri="{FF2B5EF4-FFF2-40B4-BE49-F238E27FC236}">
                <a16:creationId xmlns:a16="http://schemas.microsoft.com/office/drawing/2014/main" id="{B6DCA924-5387-44D9-BC12-A42BB8BACFB6}"/>
              </a:ext>
            </a:extLst>
          </p:cNvPr>
          <p:cNvGrpSpPr/>
          <p:nvPr/>
        </p:nvGrpSpPr>
        <p:grpSpPr>
          <a:xfrm>
            <a:off x="2574639" y="1801417"/>
            <a:ext cx="395759" cy="239106"/>
            <a:chOff x="5297519" y="1812227"/>
            <a:chExt cx="395759" cy="239106"/>
          </a:xfrm>
        </p:grpSpPr>
        <p:grpSp>
          <p:nvGrpSpPr>
            <p:cNvPr id="1897" name="رسم 9">
              <a:extLst>
                <a:ext uri="{FF2B5EF4-FFF2-40B4-BE49-F238E27FC236}">
                  <a16:creationId xmlns:a16="http://schemas.microsoft.com/office/drawing/2014/main" id="{2428A9DB-C3EE-2F93-7F63-AB30326F015C}"/>
                </a:ext>
              </a:extLst>
            </p:cNvPr>
            <p:cNvGrpSpPr/>
            <p:nvPr/>
          </p:nvGrpSpPr>
          <p:grpSpPr>
            <a:xfrm>
              <a:off x="5297519" y="1812227"/>
              <a:ext cx="395759" cy="239106"/>
              <a:chOff x="5297519" y="1812227"/>
              <a:chExt cx="395759" cy="239106"/>
            </a:xfrm>
          </p:grpSpPr>
          <p:sp>
            <p:nvSpPr>
              <p:cNvPr id="1899" name="مستطيل 250">
                <a:extLst>
                  <a:ext uri="{FF2B5EF4-FFF2-40B4-BE49-F238E27FC236}">
                    <a16:creationId xmlns:a16="http://schemas.microsoft.com/office/drawing/2014/main" id="{B37C996C-0BE3-1CDD-7FE3-ADF70E17144E}"/>
                  </a:ext>
                </a:extLst>
              </p:cNvPr>
              <p:cNvSpPr/>
              <p:nvPr/>
            </p:nvSpPr>
            <p:spPr>
              <a:xfrm>
                <a:off x="5309915" y="1826524"/>
                <a:ext cx="377924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0" name="شكل حر: شكل 251">
                <a:extLst>
                  <a:ext uri="{FF2B5EF4-FFF2-40B4-BE49-F238E27FC236}">
                    <a16:creationId xmlns:a16="http://schemas.microsoft.com/office/drawing/2014/main" id="{7B6ECE49-1DDA-AD41-A4EE-0D0768C0D182}"/>
                  </a:ext>
                </a:extLst>
              </p:cNvPr>
              <p:cNvSpPr/>
              <p:nvPr/>
            </p:nvSpPr>
            <p:spPr>
              <a:xfrm>
                <a:off x="5297519" y="1812227"/>
                <a:ext cx="393495" cy="224462"/>
              </a:xfrm>
              <a:custGeom>
                <a:avLst/>
                <a:gdLst>
                  <a:gd name="csX0" fmla="*/ 1 w 393495"/>
                  <a:gd name="csY0" fmla="*/ 1 h 224462"/>
                  <a:gd name="csX1" fmla="*/ 379664 w 393495"/>
                  <a:gd name="csY1" fmla="*/ 25183 h 224462"/>
                  <a:gd name="csX2" fmla="*/ 393496 w 393495"/>
                  <a:gd name="csY2" fmla="*/ 224463 h 224462"/>
                  <a:gd name="csX3" fmla="*/ 7861 w 393495"/>
                  <a:gd name="csY3" fmla="*/ 219165 h 2244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3495" h="224462">
                    <a:moveTo>
                      <a:pt x="1" y="1"/>
                    </a:moveTo>
                    <a:lnTo>
                      <a:pt x="379664" y="25183"/>
                    </a:lnTo>
                    <a:lnTo>
                      <a:pt x="393496" y="224463"/>
                    </a:lnTo>
                    <a:lnTo>
                      <a:pt x="7861" y="219165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1" name="شكل حر: شكل 252">
                <a:extLst>
                  <a:ext uri="{FF2B5EF4-FFF2-40B4-BE49-F238E27FC236}">
                    <a16:creationId xmlns:a16="http://schemas.microsoft.com/office/drawing/2014/main" id="{0CDE4076-AC6D-DB68-2EA6-497918B434F2}"/>
                  </a:ext>
                </a:extLst>
              </p:cNvPr>
              <p:cNvSpPr/>
              <p:nvPr/>
            </p:nvSpPr>
            <p:spPr>
              <a:xfrm>
                <a:off x="5305717" y="1822178"/>
                <a:ext cx="387561" cy="229155"/>
              </a:xfrm>
              <a:custGeom>
                <a:avLst/>
                <a:gdLst>
                  <a:gd name="csX0" fmla="*/ 4199 w 387561"/>
                  <a:gd name="csY0" fmla="*/ 4346 h 229155"/>
                  <a:gd name="csX1" fmla="*/ 382123 w 387561"/>
                  <a:gd name="csY1" fmla="*/ 4346 h 229155"/>
                  <a:gd name="csX2" fmla="*/ 4199 w 387561"/>
                  <a:gd name="csY2" fmla="*/ 4346 h 229155"/>
                  <a:gd name="csX3" fmla="*/ 382123 w 387561"/>
                  <a:gd name="csY3" fmla="*/ 4346 h 229155"/>
                  <a:gd name="csX4" fmla="*/ 382123 w 387561"/>
                  <a:gd name="csY4" fmla="*/ 4346 h 229155"/>
                  <a:gd name="csX5" fmla="*/ 382123 w 387561"/>
                  <a:gd name="csY5" fmla="*/ 222059 h 229155"/>
                  <a:gd name="csX6" fmla="*/ 382123 w 387561"/>
                  <a:gd name="csY6" fmla="*/ 4346 h 229155"/>
                  <a:gd name="csX7" fmla="*/ 382123 w 387561"/>
                  <a:gd name="csY7" fmla="*/ 222059 h 229155"/>
                  <a:gd name="csX8" fmla="*/ 382123 w 387561"/>
                  <a:gd name="csY8" fmla="*/ 222059 h 229155"/>
                  <a:gd name="csX9" fmla="*/ 4199 w 387561"/>
                  <a:gd name="csY9" fmla="*/ 222059 h 229155"/>
                  <a:gd name="csX10" fmla="*/ 382123 w 387561"/>
                  <a:gd name="csY10" fmla="*/ 222059 h 229155"/>
                  <a:gd name="csX11" fmla="*/ 4199 w 387561"/>
                  <a:gd name="csY11" fmla="*/ 222059 h 229155"/>
                  <a:gd name="csX12" fmla="*/ 4199 w 387561"/>
                  <a:gd name="csY12" fmla="*/ 222059 h 229155"/>
                  <a:gd name="csX13" fmla="*/ 4199 w 387561"/>
                  <a:gd name="csY13" fmla="*/ 4346 h 229155"/>
                  <a:gd name="csX14" fmla="*/ 4199 w 387561"/>
                  <a:gd name="csY14" fmla="*/ 222059 h 229155"/>
                  <a:gd name="csX15" fmla="*/ 4199 w 387561"/>
                  <a:gd name="csY15" fmla="*/ 4346 h 22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87561" h="229155">
                    <a:moveTo>
                      <a:pt x="4199" y="4346"/>
                    </a:moveTo>
                    <a:cubicBezTo>
                      <a:pt x="132391" y="12910"/>
                      <a:pt x="238134" y="18425"/>
                      <a:pt x="382123" y="4346"/>
                    </a:cubicBezTo>
                    <a:moveTo>
                      <a:pt x="4199" y="4346"/>
                    </a:moveTo>
                    <a:cubicBezTo>
                      <a:pt x="128763" y="-661"/>
                      <a:pt x="257181" y="-2185"/>
                      <a:pt x="382123" y="4346"/>
                    </a:cubicBezTo>
                    <a:moveTo>
                      <a:pt x="382123" y="4346"/>
                    </a:moveTo>
                    <a:cubicBezTo>
                      <a:pt x="367913" y="93391"/>
                      <a:pt x="394519" y="144408"/>
                      <a:pt x="382123" y="222059"/>
                    </a:cubicBezTo>
                    <a:moveTo>
                      <a:pt x="382123" y="4346"/>
                    </a:moveTo>
                    <a:cubicBezTo>
                      <a:pt x="387868" y="50501"/>
                      <a:pt x="390740" y="105147"/>
                      <a:pt x="382123" y="222059"/>
                    </a:cubicBezTo>
                    <a:moveTo>
                      <a:pt x="382123" y="222059"/>
                    </a:moveTo>
                    <a:cubicBezTo>
                      <a:pt x="243274" y="238243"/>
                      <a:pt x="125890" y="221624"/>
                      <a:pt x="4199" y="222059"/>
                    </a:cubicBezTo>
                    <a:moveTo>
                      <a:pt x="382123" y="222059"/>
                    </a:moveTo>
                    <a:cubicBezTo>
                      <a:pt x="266403" y="232074"/>
                      <a:pt x="158089" y="230768"/>
                      <a:pt x="4199" y="222059"/>
                    </a:cubicBezTo>
                    <a:moveTo>
                      <a:pt x="4199" y="222059"/>
                    </a:moveTo>
                    <a:cubicBezTo>
                      <a:pt x="18106" y="161971"/>
                      <a:pt x="7222" y="125032"/>
                      <a:pt x="4199" y="4346"/>
                    </a:cubicBezTo>
                    <a:moveTo>
                      <a:pt x="4199" y="222059"/>
                    </a:moveTo>
                    <a:cubicBezTo>
                      <a:pt x="-1697" y="154713"/>
                      <a:pt x="-1092" y="85118"/>
                      <a:pt x="4199" y="434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898" name="صورة 253">
              <a:extLst>
                <a:ext uri="{FF2B5EF4-FFF2-40B4-BE49-F238E27FC236}">
                  <a16:creationId xmlns:a16="http://schemas.microsoft.com/office/drawing/2014/main" id="{75416B1E-2604-D249-970A-C94F54D8DF0B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5313695" y="1884580"/>
              <a:ext cx="362807" cy="123370"/>
            </a:xfrm>
            <a:custGeom>
              <a:avLst/>
              <a:gdLst>
                <a:gd name="csX0" fmla="*/ 0 w 362807"/>
                <a:gd name="csY0" fmla="*/ 0 h 123370"/>
                <a:gd name="csX1" fmla="*/ 362808 w 362807"/>
                <a:gd name="csY1" fmla="*/ 0 h 123370"/>
                <a:gd name="csX2" fmla="*/ 362808 w 362807"/>
                <a:gd name="csY2" fmla="*/ 123371 h 123370"/>
                <a:gd name="csX3" fmla="*/ 0 w 362807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807" h="123370">
                  <a:moveTo>
                    <a:pt x="0" y="0"/>
                  </a:moveTo>
                  <a:lnTo>
                    <a:pt x="362808" y="0"/>
                  </a:lnTo>
                  <a:lnTo>
                    <a:pt x="362808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902" name="!!رسم 9">
            <a:extLst>
              <a:ext uri="{FF2B5EF4-FFF2-40B4-BE49-F238E27FC236}">
                <a16:creationId xmlns:a16="http://schemas.microsoft.com/office/drawing/2014/main" id="{50823B6A-C1FB-6838-89C0-927C63C92F4E}"/>
              </a:ext>
            </a:extLst>
          </p:cNvPr>
          <p:cNvGrpSpPr/>
          <p:nvPr/>
        </p:nvGrpSpPr>
        <p:grpSpPr>
          <a:xfrm>
            <a:off x="3471379" y="2613995"/>
            <a:ext cx="869227" cy="434990"/>
            <a:chOff x="6194259" y="2624805"/>
            <a:chExt cx="869227" cy="434990"/>
          </a:xfrm>
        </p:grpSpPr>
        <p:grpSp>
          <p:nvGrpSpPr>
            <p:cNvPr id="1903" name="رسم 9">
              <a:extLst>
                <a:ext uri="{FF2B5EF4-FFF2-40B4-BE49-F238E27FC236}">
                  <a16:creationId xmlns:a16="http://schemas.microsoft.com/office/drawing/2014/main" id="{6609C1AA-2F37-8C9A-503E-E24C10B59728}"/>
                </a:ext>
              </a:extLst>
            </p:cNvPr>
            <p:cNvGrpSpPr/>
            <p:nvPr/>
          </p:nvGrpSpPr>
          <p:grpSpPr>
            <a:xfrm>
              <a:off x="6606575" y="2624805"/>
              <a:ext cx="52909" cy="434990"/>
              <a:chOff x="6606575" y="2624805"/>
              <a:chExt cx="52909" cy="434990"/>
            </a:xfrm>
          </p:grpSpPr>
          <p:sp>
            <p:nvSpPr>
              <p:cNvPr id="1905" name="شكل حر: شكل 256">
                <a:extLst>
                  <a:ext uri="{FF2B5EF4-FFF2-40B4-BE49-F238E27FC236}">
                    <a16:creationId xmlns:a16="http://schemas.microsoft.com/office/drawing/2014/main" id="{893A747F-D75E-01F8-1FE4-60274811A3C4}"/>
                  </a:ext>
                </a:extLst>
              </p:cNvPr>
              <p:cNvSpPr/>
              <p:nvPr/>
            </p:nvSpPr>
            <p:spPr>
              <a:xfrm>
                <a:off x="6632652" y="2624805"/>
                <a:ext cx="377" cy="396890"/>
              </a:xfrm>
              <a:custGeom>
                <a:avLst/>
                <a:gdLst>
                  <a:gd name="csX0" fmla="*/ 1 w 377"/>
                  <a:gd name="csY0" fmla="*/ 1 h 396890"/>
                  <a:gd name="csX1" fmla="*/ 378 w 377"/>
                  <a:gd name="csY1" fmla="*/ 396892 h 3968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7" h="396890">
                    <a:moveTo>
                      <a:pt x="1" y="1"/>
                    </a:moveTo>
                    <a:lnTo>
                      <a:pt x="378" y="39689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6" name="شكل حر: شكل 257">
                <a:extLst>
                  <a:ext uri="{FF2B5EF4-FFF2-40B4-BE49-F238E27FC236}">
                    <a16:creationId xmlns:a16="http://schemas.microsoft.com/office/drawing/2014/main" id="{74D3E830-9541-461C-3284-F87FFD43BFE0}"/>
                  </a:ext>
                </a:extLst>
              </p:cNvPr>
              <p:cNvSpPr/>
              <p:nvPr/>
            </p:nvSpPr>
            <p:spPr>
              <a:xfrm>
                <a:off x="6606575" y="3008996"/>
                <a:ext cx="52909" cy="50799"/>
              </a:xfrm>
              <a:custGeom>
                <a:avLst/>
                <a:gdLst>
                  <a:gd name="csX0" fmla="*/ 26531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531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7" name="شكل حر: شكل 258">
                <a:extLst>
                  <a:ext uri="{FF2B5EF4-FFF2-40B4-BE49-F238E27FC236}">
                    <a16:creationId xmlns:a16="http://schemas.microsoft.com/office/drawing/2014/main" id="{2006C60E-5B87-86A1-9387-025496D0BEF8}"/>
                  </a:ext>
                </a:extLst>
              </p:cNvPr>
              <p:cNvSpPr/>
              <p:nvPr/>
            </p:nvSpPr>
            <p:spPr>
              <a:xfrm>
                <a:off x="6631654" y="2624805"/>
                <a:ext cx="3409" cy="396890"/>
              </a:xfrm>
              <a:custGeom>
                <a:avLst/>
                <a:gdLst>
                  <a:gd name="csX0" fmla="*/ 999 w 3409"/>
                  <a:gd name="csY0" fmla="*/ 1 h 396890"/>
                  <a:gd name="csX1" fmla="*/ 1377 w 3409"/>
                  <a:gd name="csY1" fmla="*/ 396892 h 396890"/>
                  <a:gd name="csX2" fmla="*/ 999 w 3409"/>
                  <a:gd name="csY2" fmla="*/ 1 h 396890"/>
                  <a:gd name="csX3" fmla="*/ 1377 w 3409"/>
                  <a:gd name="csY3" fmla="*/ 396892 h 3968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9" h="396890">
                    <a:moveTo>
                      <a:pt x="999" y="1"/>
                    </a:moveTo>
                    <a:cubicBezTo>
                      <a:pt x="545" y="127072"/>
                      <a:pt x="6365" y="261547"/>
                      <a:pt x="1377" y="396892"/>
                    </a:cubicBezTo>
                    <a:moveTo>
                      <a:pt x="999" y="1"/>
                    </a:moveTo>
                    <a:cubicBezTo>
                      <a:pt x="1755" y="81570"/>
                      <a:pt x="-1873" y="173591"/>
                      <a:pt x="1377" y="39689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8" name="شكل حر: شكل 259">
                <a:extLst>
                  <a:ext uri="{FF2B5EF4-FFF2-40B4-BE49-F238E27FC236}">
                    <a16:creationId xmlns:a16="http://schemas.microsoft.com/office/drawing/2014/main" id="{1F34EEA0-B432-E8E7-D1DA-C423AFF9CC5E}"/>
                  </a:ext>
                </a:extLst>
              </p:cNvPr>
              <p:cNvSpPr/>
              <p:nvPr/>
            </p:nvSpPr>
            <p:spPr>
              <a:xfrm>
                <a:off x="6606575" y="3008996"/>
                <a:ext cx="52909" cy="50799"/>
              </a:xfrm>
              <a:custGeom>
                <a:avLst/>
                <a:gdLst>
                  <a:gd name="csX0" fmla="*/ 26531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531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531" y="50800"/>
                    </a:moveTo>
                    <a:cubicBezTo>
                      <a:pt x="14437" y="26562"/>
                      <a:pt x="18746" y="15458"/>
                      <a:pt x="1" y="1"/>
                    </a:cubicBezTo>
                    <a:cubicBezTo>
                      <a:pt x="9524" y="7838"/>
                      <a:pt x="20409" y="6024"/>
                      <a:pt x="26455" y="12700"/>
                    </a:cubicBezTo>
                    <a:cubicBezTo>
                      <a:pt x="32956" y="5879"/>
                      <a:pt x="42706" y="7403"/>
                      <a:pt x="52910" y="1"/>
                    </a:cubicBezTo>
                    <a:cubicBezTo>
                      <a:pt x="48299" y="17055"/>
                      <a:pt x="44444" y="28085"/>
                      <a:pt x="26531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09" name="شكل حر: شكل 260">
                <a:extLst>
                  <a:ext uri="{FF2B5EF4-FFF2-40B4-BE49-F238E27FC236}">
                    <a16:creationId xmlns:a16="http://schemas.microsoft.com/office/drawing/2014/main" id="{096791EB-09F6-1566-958C-253F0285AB18}"/>
                  </a:ext>
                </a:extLst>
              </p:cNvPr>
              <p:cNvSpPr/>
              <p:nvPr/>
            </p:nvSpPr>
            <p:spPr>
              <a:xfrm>
                <a:off x="6606575" y="3008996"/>
                <a:ext cx="52909" cy="50799"/>
              </a:xfrm>
              <a:custGeom>
                <a:avLst/>
                <a:gdLst>
                  <a:gd name="csX0" fmla="*/ 26531 w 52909"/>
                  <a:gd name="csY0" fmla="*/ 50800 h 50799"/>
                  <a:gd name="csX1" fmla="*/ 1 w 52909"/>
                  <a:gd name="csY1" fmla="*/ 1 h 50799"/>
                  <a:gd name="csX2" fmla="*/ 26531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531 w 52909"/>
                  <a:gd name="csY13" fmla="*/ 50800 h 50799"/>
                  <a:gd name="csX14" fmla="*/ 52910 w 52909"/>
                  <a:gd name="csY14" fmla="*/ 1 h 50799"/>
                  <a:gd name="csX15" fmla="*/ 26531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531" y="50800"/>
                    </a:moveTo>
                    <a:cubicBezTo>
                      <a:pt x="17158" y="34617"/>
                      <a:pt x="10885" y="21046"/>
                      <a:pt x="1" y="1"/>
                    </a:cubicBezTo>
                    <a:moveTo>
                      <a:pt x="26531" y="50800"/>
                    </a:moveTo>
                    <a:cubicBezTo>
                      <a:pt x="23129" y="38898"/>
                      <a:pt x="16025" y="30988"/>
                      <a:pt x="1" y="1"/>
                    </a:cubicBezTo>
                    <a:moveTo>
                      <a:pt x="1" y="1"/>
                    </a:moveTo>
                    <a:cubicBezTo>
                      <a:pt x="13228" y="4500"/>
                      <a:pt x="21164" y="8128"/>
                      <a:pt x="26455" y="12700"/>
                    </a:cubicBezTo>
                    <a:moveTo>
                      <a:pt x="1" y="1"/>
                    </a:moveTo>
                    <a:cubicBezTo>
                      <a:pt x="9827" y="4573"/>
                      <a:pt x="22071" y="10741"/>
                      <a:pt x="26455" y="12700"/>
                    </a:cubicBezTo>
                    <a:moveTo>
                      <a:pt x="26455" y="12700"/>
                    </a:moveTo>
                    <a:cubicBezTo>
                      <a:pt x="36659" y="7330"/>
                      <a:pt x="43160" y="2468"/>
                      <a:pt x="52910" y="1"/>
                    </a:cubicBezTo>
                    <a:moveTo>
                      <a:pt x="26455" y="12700"/>
                    </a:moveTo>
                    <a:cubicBezTo>
                      <a:pt x="36811" y="7330"/>
                      <a:pt x="45351" y="3992"/>
                      <a:pt x="52910" y="1"/>
                    </a:cubicBezTo>
                    <a:moveTo>
                      <a:pt x="52910" y="1"/>
                    </a:moveTo>
                    <a:cubicBezTo>
                      <a:pt x="44596" y="12555"/>
                      <a:pt x="32578" y="39407"/>
                      <a:pt x="26531" y="50800"/>
                    </a:cubicBezTo>
                    <a:moveTo>
                      <a:pt x="52910" y="1"/>
                    </a:moveTo>
                    <a:cubicBezTo>
                      <a:pt x="45805" y="11612"/>
                      <a:pt x="39909" y="27868"/>
                      <a:pt x="26531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04" name="صورة 261">
              <a:extLst>
                <a:ext uri="{FF2B5EF4-FFF2-40B4-BE49-F238E27FC236}">
                  <a16:creationId xmlns:a16="http://schemas.microsoft.com/office/drawing/2014/main" id="{B5BF0B6A-D87B-E3FA-A8A3-AACE775270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6194259" y="2642948"/>
              <a:ext cx="869227" cy="114299"/>
            </a:xfrm>
            <a:custGeom>
              <a:avLst/>
              <a:gdLst>
                <a:gd name="csX0" fmla="*/ 0 w 869227"/>
                <a:gd name="csY0" fmla="*/ 0 h 114299"/>
                <a:gd name="csX1" fmla="*/ 869227 w 869227"/>
                <a:gd name="csY1" fmla="*/ 0 h 114299"/>
                <a:gd name="csX2" fmla="*/ 869227 w 869227"/>
                <a:gd name="csY2" fmla="*/ 114299 h 114299"/>
                <a:gd name="csX3" fmla="*/ 0 w 86922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9227" h="114299">
                  <a:moveTo>
                    <a:pt x="0" y="0"/>
                  </a:moveTo>
                  <a:lnTo>
                    <a:pt x="869227" y="0"/>
                  </a:lnTo>
                  <a:lnTo>
                    <a:pt x="869227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910" name="!!رسم 9">
            <a:extLst>
              <a:ext uri="{FF2B5EF4-FFF2-40B4-BE49-F238E27FC236}">
                <a16:creationId xmlns:a16="http://schemas.microsoft.com/office/drawing/2014/main" id="{D405ADE5-901D-BEA4-BC22-5F6AC5A07010}"/>
              </a:ext>
            </a:extLst>
          </p:cNvPr>
          <p:cNvGrpSpPr/>
          <p:nvPr/>
        </p:nvGrpSpPr>
        <p:grpSpPr>
          <a:xfrm>
            <a:off x="3638271" y="2457895"/>
            <a:ext cx="535873" cy="156414"/>
            <a:chOff x="6361151" y="2468705"/>
            <a:chExt cx="535873" cy="156414"/>
          </a:xfrm>
        </p:grpSpPr>
        <p:grpSp>
          <p:nvGrpSpPr>
            <p:cNvPr id="1911" name="رسم 9">
              <a:extLst>
                <a:ext uri="{FF2B5EF4-FFF2-40B4-BE49-F238E27FC236}">
                  <a16:creationId xmlns:a16="http://schemas.microsoft.com/office/drawing/2014/main" id="{D2653AB9-FE2C-622C-6B26-3D2FABC1A7AB}"/>
                </a:ext>
              </a:extLst>
            </p:cNvPr>
            <p:cNvGrpSpPr/>
            <p:nvPr/>
          </p:nvGrpSpPr>
          <p:grpSpPr>
            <a:xfrm>
              <a:off x="6361151" y="2468705"/>
              <a:ext cx="535873" cy="156414"/>
              <a:chOff x="6361151" y="2468705"/>
              <a:chExt cx="535873" cy="156414"/>
            </a:xfrm>
          </p:grpSpPr>
          <p:sp>
            <p:nvSpPr>
              <p:cNvPr id="1913" name="مستطيل 264">
                <a:extLst>
                  <a:ext uri="{FF2B5EF4-FFF2-40B4-BE49-F238E27FC236}">
                    <a16:creationId xmlns:a16="http://schemas.microsoft.com/office/drawing/2014/main" id="{96ED1804-FE72-18B5-64D8-64BE7746268D}"/>
                  </a:ext>
                </a:extLst>
              </p:cNvPr>
              <p:cNvSpPr/>
              <p:nvPr/>
            </p:nvSpPr>
            <p:spPr>
              <a:xfrm>
                <a:off x="6371884" y="2479663"/>
                <a:ext cx="521536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4" name="شكل حر: شكل 265">
                <a:extLst>
                  <a:ext uri="{FF2B5EF4-FFF2-40B4-BE49-F238E27FC236}">
                    <a16:creationId xmlns:a16="http://schemas.microsoft.com/office/drawing/2014/main" id="{2B69E148-2E18-627D-9778-9E4DEB1FCC24}"/>
                  </a:ext>
                </a:extLst>
              </p:cNvPr>
              <p:cNvSpPr/>
              <p:nvPr/>
            </p:nvSpPr>
            <p:spPr>
              <a:xfrm>
                <a:off x="6361151" y="2468705"/>
                <a:ext cx="532798" cy="156245"/>
              </a:xfrm>
              <a:custGeom>
                <a:avLst/>
                <a:gdLst>
                  <a:gd name="csX0" fmla="*/ 21467 w 532798"/>
                  <a:gd name="csY0" fmla="*/ 1 h 156245"/>
                  <a:gd name="csX1" fmla="*/ 523275 w 532798"/>
                  <a:gd name="csY1" fmla="*/ 17708 h 156245"/>
                  <a:gd name="csX2" fmla="*/ 532799 w 532798"/>
                  <a:gd name="csY2" fmla="*/ 156246 h 156245"/>
                  <a:gd name="csX3" fmla="*/ 1 w 532798"/>
                  <a:gd name="csY3" fmla="*/ 143038 h 1562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2798" h="156245">
                    <a:moveTo>
                      <a:pt x="21467" y="1"/>
                    </a:moveTo>
                    <a:lnTo>
                      <a:pt x="523275" y="17708"/>
                    </a:lnTo>
                    <a:lnTo>
                      <a:pt x="532799" y="156246"/>
                    </a:lnTo>
                    <a:lnTo>
                      <a:pt x="1" y="14303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15" name="شكل حر: شكل 266">
                <a:extLst>
                  <a:ext uri="{FF2B5EF4-FFF2-40B4-BE49-F238E27FC236}">
                    <a16:creationId xmlns:a16="http://schemas.microsoft.com/office/drawing/2014/main" id="{ED61CF7F-7C55-0749-34E7-BF548CC7870C}"/>
                  </a:ext>
                </a:extLst>
              </p:cNvPr>
              <p:cNvSpPr/>
              <p:nvPr/>
            </p:nvSpPr>
            <p:spPr>
              <a:xfrm>
                <a:off x="6363373" y="2476177"/>
                <a:ext cx="533651" cy="148941"/>
              </a:xfrm>
              <a:custGeom>
                <a:avLst/>
                <a:gdLst>
                  <a:gd name="csX0" fmla="*/ 8511 w 533651"/>
                  <a:gd name="csY0" fmla="*/ 3486 h 148941"/>
                  <a:gd name="csX1" fmla="*/ 530047 w 533651"/>
                  <a:gd name="csY1" fmla="*/ 3486 h 148941"/>
                  <a:gd name="csX2" fmla="*/ 8511 w 533651"/>
                  <a:gd name="csY2" fmla="*/ 3486 h 148941"/>
                  <a:gd name="csX3" fmla="*/ 530047 w 533651"/>
                  <a:gd name="csY3" fmla="*/ 3486 h 148941"/>
                  <a:gd name="csX4" fmla="*/ 530047 w 533651"/>
                  <a:gd name="csY4" fmla="*/ 3486 h 148941"/>
                  <a:gd name="csX5" fmla="*/ 530047 w 533651"/>
                  <a:gd name="csY5" fmla="*/ 148628 h 148941"/>
                  <a:gd name="csX6" fmla="*/ 530047 w 533651"/>
                  <a:gd name="csY6" fmla="*/ 3486 h 148941"/>
                  <a:gd name="csX7" fmla="*/ 530047 w 533651"/>
                  <a:gd name="csY7" fmla="*/ 148628 h 148941"/>
                  <a:gd name="csX8" fmla="*/ 530047 w 533651"/>
                  <a:gd name="csY8" fmla="*/ 148628 h 148941"/>
                  <a:gd name="csX9" fmla="*/ 8511 w 533651"/>
                  <a:gd name="csY9" fmla="*/ 148628 h 148941"/>
                  <a:gd name="csX10" fmla="*/ 530047 w 533651"/>
                  <a:gd name="csY10" fmla="*/ 148628 h 148941"/>
                  <a:gd name="csX11" fmla="*/ 8511 w 533651"/>
                  <a:gd name="csY11" fmla="*/ 148628 h 148941"/>
                  <a:gd name="csX12" fmla="*/ 8511 w 533651"/>
                  <a:gd name="csY12" fmla="*/ 148628 h 148941"/>
                  <a:gd name="csX13" fmla="*/ 8511 w 533651"/>
                  <a:gd name="csY13" fmla="*/ 3486 h 148941"/>
                  <a:gd name="csX14" fmla="*/ 8511 w 533651"/>
                  <a:gd name="csY14" fmla="*/ 148628 h 148941"/>
                  <a:gd name="csX15" fmla="*/ 8511 w 533651"/>
                  <a:gd name="csY15" fmla="*/ 3486 h 148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33651" h="148941">
                    <a:moveTo>
                      <a:pt x="8511" y="3486"/>
                    </a:moveTo>
                    <a:cubicBezTo>
                      <a:pt x="165501" y="-4570"/>
                      <a:pt x="329823" y="3921"/>
                      <a:pt x="530047" y="3486"/>
                    </a:cubicBezTo>
                    <a:moveTo>
                      <a:pt x="8511" y="3486"/>
                    </a:moveTo>
                    <a:cubicBezTo>
                      <a:pt x="155826" y="5373"/>
                      <a:pt x="312816" y="7114"/>
                      <a:pt x="530047" y="3486"/>
                    </a:cubicBezTo>
                    <a:moveTo>
                      <a:pt x="530047" y="3486"/>
                    </a:moveTo>
                    <a:cubicBezTo>
                      <a:pt x="541612" y="50439"/>
                      <a:pt x="520826" y="66550"/>
                      <a:pt x="530047" y="148628"/>
                    </a:cubicBezTo>
                    <a:moveTo>
                      <a:pt x="530047" y="3486"/>
                    </a:moveTo>
                    <a:cubicBezTo>
                      <a:pt x="536018" y="52399"/>
                      <a:pt x="522262" y="110093"/>
                      <a:pt x="530047" y="148628"/>
                    </a:cubicBezTo>
                    <a:moveTo>
                      <a:pt x="530047" y="148628"/>
                    </a:moveTo>
                    <a:cubicBezTo>
                      <a:pt x="404501" y="144927"/>
                      <a:pt x="248947" y="150079"/>
                      <a:pt x="8511" y="148628"/>
                    </a:cubicBezTo>
                    <a:moveTo>
                      <a:pt x="530047" y="148628"/>
                    </a:moveTo>
                    <a:cubicBezTo>
                      <a:pt x="332166" y="139339"/>
                      <a:pt x="138442" y="150950"/>
                      <a:pt x="8511" y="148628"/>
                    </a:cubicBezTo>
                    <a:moveTo>
                      <a:pt x="8511" y="148628"/>
                    </a:moveTo>
                    <a:cubicBezTo>
                      <a:pt x="-1315" y="91950"/>
                      <a:pt x="-4263" y="55882"/>
                      <a:pt x="8511" y="3486"/>
                    </a:cubicBezTo>
                    <a:moveTo>
                      <a:pt x="8511" y="148628"/>
                    </a:moveTo>
                    <a:cubicBezTo>
                      <a:pt x="12215" y="115898"/>
                      <a:pt x="15314" y="94345"/>
                      <a:pt x="8511" y="348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12" name="صورة 267">
              <a:extLst>
                <a:ext uri="{FF2B5EF4-FFF2-40B4-BE49-F238E27FC236}">
                  <a16:creationId xmlns:a16="http://schemas.microsoft.com/office/drawing/2014/main" id="{4B3CC312-F032-5243-068B-C9D861B9BBBE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6379443" y="2501434"/>
              <a:ext cx="506419" cy="123370"/>
            </a:xfrm>
            <a:custGeom>
              <a:avLst/>
              <a:gdLst>
                <a:gd name="csX0" fmla="*/ 0 w 506419"/>
                <a:gd name="csY0" fmla="*/ 0 h 123370"/>
                <a:gd name="csX1" fmla="*/ 506419 w 506419"/>
                <a:gd name="csY1" fmla="*/ 0 h 123370"/>
                <a:gd name="csX2" fmla="*/ 506419 w 506419"/>
                <a:gd name="csY2" fmla="*/ 123371 h 123370"/>
                <a:gd name="csX3" fmla="*/ 0 w 506419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6419" h="123370">
                  <a:moveTo>
                    <a:pt x="0" y="0"/>
                  </a:moveTo>
                  <a:lnTo>
                    <a:pt x="506419" y="0"/>
                  </a:lnTo>
                  <a:lnTo>
                    <a:pt x="506419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916" name="!!رسم 9">
            <a:extLst>
              <a:ext uri="{FF2B5EF4-FFF2-40B4-BE49-F238E27FC236}">
                <a16:creationId xmlns:a16="http://schemas.microsoft.com/office/drawing/2014/main" id="{5BADAF3E-6253-1AA2-1296-7384C14F75E7}"/>
              </a:ext>
            </a:extLst>
          </p:cNvPr>
          <p:cNvGrpSpPr/>
          <p:nvPr/>
        </p:nvGrpSpPr>
        <p:grpSpPr>
          <a:xfrm>
            <a:off x="2889375" y="2516024"/>
            <a:ext cx="751163" cy="191447"/>
            <a:chOff x="5612255" y="2526834"/>
            <a:chExt cx="751163" cy="191447"/>
          </a:xfrm>
        </p:grpSpPr>
        <p:grpSp>
          <p:nvGrpSpPr>
            <p:cNvPr id="1917" name="رسم 9">
              <a:extLst>
                <a:ext uri="{FF2B5EF4-FFF2-40B4-BE49-F238E27FC236}">
                  <a16:creationId xmlns:a16="http://schemas.microsoft.com/office/drawing/2014/main" id="{70A8C023-5CFE-0F25-AB8D-07B9D829677B}"/>
                </a:ext>
              </a:extLst>
            </p:cNvPr>
            <p:cNvGrpSpPr/>
            <p:nvPr/>
          </p:nvGrpSpPr>
          <p:grpSpPr>
            <a:xfrm>
              <a:off x="5612255" y="2526834"/>
              <a:ext cx="751163" cy="191447"/>
              <a:chOff x="5612255" y="2526834"/>
              <a:chExt cx="751163" cy="191447"/>
            </a:xfrm>
          </p:grpSpPr>
          <p:sp>
            <p:nvSpPr>
              <p:cNvPr id="1919" name="شكل حر: شكل 270">
                <a:extLst>
                  <a:ext uri="{FF2B5EF4-FFF2-40B4-BE49-F238E27FC236}">
                    <a16:creationId xmlns:a16="http://schemas.microsoft.com/office/drawing/2014/main" id="{8F553156-2658-FE18-56BE-7CAF98A10D58}"/>
                  </a:ext>
                </a:extLst>
              </p:cNvPr>
              <p:cNvSpPr/>
              <p:nvPr/>
            </p:nvSpPr>
            <p:spPr>
              <a:xfrm>
                <a:off x="5612255" y="2552234"/>
                <a:ext cx="711481" cy="159656"/>
              </a:xfrm>
              <a:custGeom>
                <a:avLst/>
                <a:gdLst>
                  <a:gd name="csX0" fmla="*/ 1 w 711481"/>
                  <a:gd name="csY0" fmla="*/ 159657 h 159656"/>
                  <a:gd name="csX1" fmla="*/ 302340 w 711481"/>
                  <a:gd name="csY1" fmla="*/ 159657 h 159656"/>
                  <a:gd name="csX2" fmla="*/ 302340 w 711481"/>
                  <a:gd name="csY2" fmla="*/ 1 h 159656"/>
                  <a:gd name="csX3" fmla="*/ 711482 w 711481"/>
                  <a:gd name="csY3" fmla="*/ 1 h 1596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11481" h="159656">
                    <a:moveTo>
                      <a:pt x="1" y="159657"/>
                    </a:moveTo>
                    <a:lnTo>
                      <a:pt x="302340" y="159657"/>
                    </a:lnTo>
                    <a:lnTo>
                      <a:pt x="302340" y="1"/>
                    </a:lnTo>
                    <a:lnTo>
                      <a:pt x="711482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0" name="شكل حر: شكل 271">
                <a:extLst>
                  <a:ext uri="{FF2B5EF4-FFF2-40B4-BE49-F238E27FC236}">
                    <a16:creationId xmlns:a16="http://schemas.microsoft.com/office/drawing/2014/main" id="{9CC4134B-5CE7-8207-6928-537FFC9934F5}"/>
                  </a:ext>
                </a:extLst>
              </p:cNvPr>
              <p:cNvSpPr/>
              <p:nvPr/>
            </p:nvSpPr>
            <p:spPr>
              <a:xfrm>
                <a:off x="6310509" y="2526834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1" name="شكل حر: شكل 272">
                <a:extLst>
                  <a:ext uri="{FF2B5EF4-FFF2-40B4-BE49-F238E27FC236}">
                    <a16:creationId xmlns:a16="http://schemas.microsoft.com/office/drawing/2014/main" id="{EDF53CFA-FF1E-7659-CB85-CDB5C629105A}"/>
                  </a:ext>
                </a:extLst>
              </p:cNvPr>
              <p:cNvSpPr/>
              <p:nvPr/>
            </p:nvSpPr>
            <p:spPr>
              <a:xfrm>
                <a:off x="5612255" y="2551374"/>
                <a:ext cx="711481" cy="166907"/>
              </a:xfrm>
              <a:custGeom>
                <a:avLst/>
                <a:gdLst>
                  <a:gd name="csX0" fmla="*/ 1 w 711481"/>
                  <a:gd name="csY0" fmla="*/ 160517 h 166907"/>
                  <a:gd name="csX1" fmla="*/ 302340 w 711481"/>
                  <a:gd name="csY1" fmla="*/ 160517 h 166907"/>
                  <a:gd name="csX2" fmla="*/ 1 w 711481"/>
                  <a:gd name="csY2" fmla="*/ 160517 h 166907"/>
                  <a:gd name="csX3" fmla="*/ 302340 w 711481"/>
                  <a:gd name="csY3" fmla="*/ 160517 h 166907"/>
                  <a:gd name="csX4" fmla="*/ 302340 w 711481"/>
                  <a:gd name="csY4" fmla="*/ 160517 h 166907"/>
                  <a:gd name="csX5" fmla="*/ 302340 w 711481"/>
                  <a:gd name="csY5" fmla="*/ 861 h 166907"/>
                  <a:gd name="csX6" fmla="*/ 302340 w 711481"/>
                  <a:gd name="csY6" fmla="*/ 160517 h 166907"/>
                  <a:gd name="csX7" fmla="*/ 302340 w 711481"/>
                  <a:gd name="csY7" fmla="*/ 861 h 166907"/>
                  <a:gd name="csX8" fmla="*/ 302340 w 711481"/>
                  <a:gd name="csY8" fmla="*/ 861 h 166907"/>
                  <a:gd name="csX9" fmla="*/ 711482 w 711481"/>
                  <a:gd name="csY9" fmla="*/ 861 h 166907"/>
                  <a:gd name="csX10" fmla="*/ 302340 w 711481"/>
                  <a:gd name="csY10" fmla="*/ 861 h 166907"/>
                  <a:gd name="csX11" fmla="*/ 711482 w 711481"/>
                  <a:gd name="csY11" fmla="*/ 861 h 1669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711481" h="166907">
                    <a:moveTo>
                      <a:pt x="1" y="160517"/>
                    </a:moveTo>
                    <a:cubicBezTo>
                      <a:pt x="108238" y="176410"/>
                      <a:pt x="193271" y="157251"/>
                      <a:pt x="302340" y="160517"/>
                    </a:cubicBezTo>
                    <a:moveTo>
                      <a:pt x="1" y="160517"/>
                    </a:moveTo>
                    <a:cubicBezTo>
                      <a:pt x="115570" y="160807"/>
                      <a:pt x="213452" y="156743"/>
                      <a:pt x="302340" y="160517"/>
                    </a:cubicBezTo>
                    <a:moveTo>
                      <a:pt x="302340" y="160517"/>
                    </a:moveTo>
                    <a:cubicBezTo>
                      <a:pt x="312393" y="120095"/>
                      <a:pt x="313225" y="81414"/>
                      <a:pt x="302340" y="861"/>
                    </a:cubicBezTo>
                    <a:moveTo>
                      <a:pt x="302340" y="160517"/>
                    </a:moveTo>
                    <a:cubicBezTo>
                      <a:pt x="304381" y="99920"/>
                      <a:pt x="297427" y="48177"/>
                      <a:pt x="302340" y="861"/>
                    </a:cubicBezTo>
                    <a:moveTo>
                      <a:pt x="302340" y="861"/>
                    </a:moveTo>
                    <a:cubicBezTo>
                      <a:pt x="394705" y="13052"/>
                      <a:pt x="476564" y="135"/>
                      <a:pt x="711482" y="861"/>
                    </a:cubicBezTo>
                    <a:moveTo>
                      <a:pt x="302340" y="861"/>
                    </a:moveTo>
                    <a:cubicBezTo>
                      <a:pt x="389187" y="-1534"/>
                      <a:pt x="478453" y="1949"/>
                      <a:pt x="711482" y="86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2" name="شكل حر: شكل 273">
                <a:extLst>
                  <a:ext uri="{FF2B5EF4-FFF2-40B4-BE49-F238E27FC236}">
                    <a16:creationId xmlns:a16="http://schemas.microsoft.com/office/drawing/2014/main" id="{23EE4667-ABA7-C97B-445D-DF228CC60785}"/>
                  </a:ext>
                </a:extLst>
              </p:cNvPr>
              <p:cNvSpPr/>
              <p:nvPr/>
            </p:nvSpPr>
            <p:spPr>
              <a:xfrm>
                <a:off x="6310509" y="2526834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2804" y="40858"/>
                      <a:pt x="19199" y="28158"/>
                      <a:pt x="1" y="50800"/>
                    </a:cubicBezTo>
                    <a:cubicBezTo>
                      <a:pt x="3931" y="43833"/>
                      <a:pt x="11414" y="39552"/>
                      <a:pt x="13228" y="25400"/>
                    </a:cubicBezTo>
                    <a:cubicBezTo>
                      <a:pt x="4762" y="15894"/>
                      <a:pt x="7332" y="6822"/>
                      <a:pt x="1" y="1"/>
                    </a:cubicBezTo>
                    <a:cubicBezTo>
                      <a:pt x="23885" y="15168"/>
                      <a:pt x="44520" y="10451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3" name="شكل حر: شكل 274">
                <a:extLst>
                  <a:ext uri="{FF2B5EF4-FFF2-40B4-BE49-F238E27FC236}">
                    <a16:creationId xmlns:a16="http://schemas.microsoft.com/office/drawing/2014/main" id="{87D074E5-59FD-1B84-192E-CB49753F65BF}"/>
                  </a:ext>
                </a:extLst>
              </p:cNvPr>
              <p:cNvSpPr/>
              <p:nvPr/>
            </p:nvSpPr>
            <p:spPr>
              <a:xfrm>
                <a:off x="6310509" y="2526834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40439" y="38536"/>
                      <a:pt x="18745" y="39189"/>
                      <a:pt x="1" y="50800"/>
                    </a:cubicBezTo>
                    <a:moveTo>
                      <a:pt x="52910" y="25400"/>
                    </a:moveTo>
                    <a:cubicBezTo>
                      <a:pt x="36810" y="34399"/>
                      <a:pt x="13908" y="41947"/>
                      <a:pt x="1" y="50800"/>
                    </a:cubicBezTo>
                    <a:moveTo>
                      <a:pt x="1" y="50800"/>
                    </a:moveTo>
                    <a:cubicBezTo>
                      <a:pt x="5367" y="44487"/>
                      <a:pt x="8919" y="38391"/>
                      <a:pt x="13228" y="25400"/>
                    </a:cubicBezTo>
                    <a:moveTo>
                      <a:pt x="1" y="50800"/>
                    </a:moveTo>
                    <a:cubicBezTo>
                      <a:pt x="4913" y="40858"/>
                      <a:pt x="8088" y="32730"/>
                      <a:pt x="13228" y="25400"/>
                    </a:cubicBezTo>
                    <a:moveTo>
                      <a:pt x="13228" y="25400"/>
                    </a:moveTo>
                    <a:cubicBezTo>
                      <a:pt x="10960" y="21554"/>
                      <a:pt x="6727" y="13499"/>
                      <a:pt x="1" y="1"/>
                    </a:cubicBezTo>
                    <a:moveTo>
                      <a:pt x="13228" y="25400"/>
                    </a:moveTo>
                    <a:cubicBezTo>
                      <a:pt x="9600" y="18796"/>
                      <a:pt x="6274" y="13789"/>
                      <a:pt x="1" y="1"/>
                    </a:cubicBezTo>
                    <a:moveTo>
                      <a:pt x="1" y="1"/>
                    </a:moveTo>
                    <a:cubicBezTo>
                      <a:pt x="16100" y="581"/>
                      <a:pt x="28949" y="14297"/>
                      <a:pt x="52910" y="25400"/>
                    </a:cubicBezTo>
                    <a:moveTo>
                      <a:pt x="1" y="1"/>
                    </a:moveTo>
                    <a:cubicBezTo>
                      <a:pt x="15873" y="7548"/>
                      <a:pt x="36357" y="19087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18" name="صورة 275">
              <a:extLst>
                <a:ext uri="{FF2B5EF4-FFF2-40B4-BE49-F238E27FC236}">
                  <a16:creationId xmlns:a16="http://schemas.microsoft.com/office/drawing/2014/main" id="{71B9E592-1089-8113-8F60-CBC94AE5EA59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668944" y="2577634"/>
              <a:ext cx="483743" cy="114299"/>
            </a:xfrm>
            <a:custGeom>
              <a:avLst/>
              <a:gdLst>
                <a:gd name="csX0" fmla="*/ 0 w 483743"/>
                <a:gd name="csY0" fmla="*/ 0 h 114299"/>
                <a:gd name="csX1" fmla="*/ 483744 w 483743"/>
                <a:gd name="csY1" fmla="*/ 0 h 114299"/>
                <a:gd name="csX2" fmla="*/ 483744 w 483743"/>
                <a:gd name="csY2" fmla="*/ 114299 h 114299"/>
                <a:gd name="csX3" fmla="*/ 0 w 48374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3743" h="114299">
                  <a:moveTo>
                    <a:pt x="0" y="0"/>
                  </a:moveTo>
                  <a:lnTo>
                    <a:pt x="483744" y="0"/>
                  </a:lnTo>
                  <a:lnTo>
                    <a:pt x="483744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924" name="!!رسم 9">
            <a:extLst>
              <a:ext uri="{FF2B5EF4-FFF2-40B4-BE49-F238E27FC236}">
                <a16:creationId xmlns:a16="http://schemas.microsoft.com/office/drawing/2014/main" id="{E8ECC428-3741-B06C-AA88-4B3F58C48324}"/>
              </a:ext>
            </a:extLst>
          </p:cNvPr>
          <p:cNvGrpSpPr/>
          <p:nvPr/>
        </p:nvGrpSpPr>
        <p:grpSpPr>
          <a:xfrm>
            <a:off x="2434886" y="2620817"/>
            <a:ext cx="457257" cy="160599"/>
            <a:chOff x="5157766" y="2631627"/>
            <a:chExt cx="457257" cy="160599"/>
          </a:xfrm>
        </p:grpSpPr>
        <p:grpSp>
          <p:nvGrpSpPr>
            <p:cNvPr id="1925" name="رسم 9">
              <a:extLst>
                <a:ext uri="{FF2B5EF4-FFF2-40B4-BE49-F238E27FC236}">
                  <a16:creationId xmlns:a16="http://schemas.microsoft.com/office/drawing/2014/main" id="{9E2752C5-381D-DAED-9CD4-136C62F40B5A}"/>
                </a:ext>
              </a:extLst>
            </p:cNvPr>
            <p:cNvGrpSpPr/>
            <p:nvPr/>
          </p:nvGrpSpPr>
          <p:grpSpPr>
            <a:xfrm>
              <a:off x="5157766" y="2631627"/>
              <a:ext cx="457257" cy="160599"/>
              <a:chOff x="5157766" y="2631627"/>
              <a:chExt cx="457257" cy="160599"/>
            </a:xfrm>
          </p:grpSpPr>
          <p:sp>
            <p:nvSpPr>
              <p:cNvPr id="1927" name="مستطيل 278">
                <a:extLst>
                  <a:ext uri="{FF2B5EF4-FFF2-40B4-BE49-F238E27FC236}">
                    <a16:creationId xmlns:a16="http://schemas.microsoft.com/office/drawing/2014/main" id="{BE8E7271-5BEC-132E-D1CD-9E0B6442D49D}"/>
                  </a:ext>
                </a:extLst>
              </p:cNvPr>
              <p:cNvSpPr/>
              <p:nvPr/>
            </p:nvSpPr>
            <p:spPr>
              <a:xfrm>
                <a:off x="5158746" y="2639319"/>
                <a:ext cx="453509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8" name="شكل حر: شكل 279">
                <a:extLst>
                  <a:ext uri="{FF2B5EF4-FFF2-40B4-BE49-F238E27FC236}">
                    <a16:creationId xmlns:a16="http://schemas.microsoft.com/office/drawing/2014/main" id="{A95F4C22-DDA0-39EA-7BA5-FBB8AB7B6B6F}"/>
                  </a:ext>
                </a:extLst>
              </p:cNvPr>
              <p:cNvSpPr/>
              <p:nvPr/>
            </p:nvSpPr>
            <p:spPr>
              <a:xfrm>
                <a:off x="5162298" y="2631627"/>
                <a:ext cx="447840" cy="160599"/>
              </a:xfrm>
              <a:custGeom>
                <a:avLst/>
                <a:gdLst>
                  <a:gd name="csX0" fmla="*/ 1 w 447840"/>
                  <a:gd name="csY0" fmla="*/ 1 h 160599"/>
                  <a:gd name="csX1" fmla="*/ 442702 w 447840"/>
                  <a:gd name="csY1" fmla="*/ 10233 h 160599"/>
                  <a:gd name="csX2" fmla="*/ 447841 w 447840"/>
                  <a:gd name="csY2" fmla="*/ 160600 h 160599"/>
                  <a:gd name="csX3" fmla="*/ 9826 w 447840"/>
                  <a:gd name="csY3" fmla="*/ 139555 h 160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47840" h="160599">
                    <a:moveTo>
                      <a:pt x="1" y="1"/>
                    </a:moveTo>
                    <a:lnTo>
                      <a:pt x="442702" y="10233"/>
                    </a:lnTo>
                    <a:lnTo>
                      <a:pt x="447841" y="160600"/>
                    </a:lnTo>
                    <a:lnTo>
                      <a:pt x="9826" y="139555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29" name="شكل حر: شكل 280">
                <a:extLst>
                  <a:ext uri="{FF2B5EF4-FFF2-40B4-BE49-F238E27FC236}">
                    <a16:creationId xmlns:a16="http://schemas.microsoft.com/office/drawing/2014/main" id="{879E42B5-B617-4FAF-423C-1EFFAA601264}"/>
                  </a:ext>
                </a:extLst>
              </p:cNvPr>
              <p:cNvSpPr/>
              <p:nvPr/>
            </p:nvSpPr>
            <p:spPr>
              <a:xfrm>
                <a:off x="5157766" y="2634184"/>
                <a:ext cx="457257" cy="151693"/>
              </a:xfrm>
              <a:custGeom>
                <a:avLst/>
                <a:gdLst>
                  <a:gd name="csX0" fmla="*/ 980 w 457257"/>
                  <a:gd name="csY0" fmla="*/ 5136 h 151693"/>
                  <a:gd name="csX1" fmla="*/ 454490 w 457257"/>
                  <a:gd name="csY1" fmla="*/ 5136 h 151693"/>
                  <a:gd name="csX2" fmla="*/ 980 w 457257"/>
                  <a:gd name="csY2" fmla="*/ 5136 h 151693"/>
                  <a:gd name="csX3" fmla="*/ 454490 w 457257"/>
                  <a:gd name="csY3" fmla="*/ 5136 h 151693"/>
                  <a:gd name="csX4" fmla="*/ 454490 w 457257"/>
                  <a:gd name="csY4" fmla="*/ 5136 h 151693"/>
                  <a:gd name="csX5" fmla="*/ 454490 w 457257"/>
                  <a:gd name="csY5" fmla="*/ 150278 h 151693"/>
                  <a:gd name="csX6" fmla="*/ 454490 w 457257"/>
                  <a:gd name="csY6" fmla="*/ 5136 h 151693"/>
                  <a:gd name="csX7" fmla="*/ 454490 w 457257"/>
                  <a:gd name="csY7" fmla="*/ 150278 h 151693"/>
                  <a:gd name="csX8" fmla="*/ 454490 w 457257"/>
                  <a:gd name="csY8" fmla="*/ 150278 h 151693"/>
                  <a:gd name="csX9" fmla="*/ 980 w 457257"/>
                  <a:gd name="csY9" fmla="*/ 150278 h 151693"/>
                  <a:gd name="csX10" fmla="*/ 454490 w 457257"/>
                  <a:gd name="csY10" fmla="*/ 150278 h 151693"/>
                  <a:gd name="csX11" fmla="*/ 980 w 457257"/>
                  <a:gd name="csY11" fmla="*/ 150278 h 151693"/>
                  <a:gd name="csX12" fmla="*/ 980 w 457257"/>
                  <a:gd name="csY12" fmla="*/ 150278 h 151693"/>
                  <a:gd name="csX13" fmla="*/ 980 w 457257"/>
                  <a:gd name="csY13" fmla="*/ 5136 h 151693"/>
                  <a:gd name="csX14" fmla="*/ 980 w 457257"/>
                  <a:gd name="csY14" fmla="*/ 150278 h 151693"/>
                  <a:gd name="csX15" fmla="*/ 980 w 457257"/>
                  <a:gd name="csY15" fmla="*/ 5136 h 151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7257" h="151693">
                    <a:moveTo>
                      <a:pt x="980" y="5136"/>
                    </a:moveTo>
                    <a:cubicBezTo>
                      <a:pt x="149126" y="9345"/>
                      <a:pt x="304000" y="-8290"/>
                      <a:pt x="454490" y="5136"/>
                    </a:cubicBezTo>
                    <a:moveTo>
                      <a:pt x="980" y="5136"/>
                    </a:moveTo>
                    <a:cubicBezTo>
                      <a:pt x="106421" y="4482"/>
                      <a:pt x="212164" y="9272"/>
                      <a:pt x="454490" y="5136"/>
                    </a:cubicBezTo>
                    <a:moveTo>
                      <a:pt x="454490" y="5136"/>
                    </a:moveTo>
                    <a:cubicBezTo>
                      <a:pt x="461217" y="35760"/>
                      <a:pt x="453431" y="100784"/>
                      <a:pt x="454490" y="150278"/>
                    </a:cubicBezTo>
                    <a:moveTo>
                      <a:pt x="454490" y="5136"/>
                    </a:moveTo>
                    <a:cubicBezTo>
                      <a:pt x="449274" y="58040"/>
                      <a:pt x="449123" y="90842"/>
                      <a:pt x="454490" y="150278"/>
                    </a:cubicBezTo>
                    <a:moveTo>
                      <a:pt x="454490" y="150278"/>
                    </a:moveTo>
                    <a:cubicBezTo>
                      <a:pt x="281400" y="136126"/>
                      <a:pt x="117305" y="134022"/>
                      <a:pt x="980" y="150278"/>
                    </a:cubicBezTo>
                    <a:moveTo>
                      <a:pt x="454490" y="150278"/>
                    </a:moveTo>
                    <a:cubicBezTo>
                      <a:pt x="339903" y="145270"/>
                      <a:pt x="210955" y="155212"/>
                      <a:pt x="980" y="150278"/>
                    </a:cubicBezTo>
                    <a:moveTo>
                      <a:pt x="980" y="150278"/>
                    </a:moveTo>
                    <a:cubicBezTo>
                      <a:pt x="-2043" y="81480"/>
                      <a:pt x="3096" y="30826"/>
                      <a:pt x="980" y="5136"/>
                    </a:cubicBezTo>
                    <a:moveTo>
                      <a:pt x="980" y="150278"/>
                    </a:moveTo>
                    <a:cubicBezTo>
                      <a:pt x="-607" y="101437"/>
                      <a:pt x="4986" y="62539"/>
                      <a:pt x="980" y="513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26" name="صورة 281">
              <a:extLst>
                <a:ext uri="{FF2B5EF4-FFF2-40B4-BE49-F238E27FC236}">
                  <a16:creationId xmlns:a16="http://schemas.microsoft.com/office/drawing/2014/main" id="{301FC815-C53D-FCBD-8610-B18EE6D679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5162525" y="2661090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930" name="!!رسم 9">
            <a:extLst>
              <a:ext uri="{FF2B5EF4-FFF2-40B4-BE49-F238E27FC236}">
                <a16:creationId xmlns:a16="http://schemas.microsoft.com/office/drawing/2014/main" id="{6B383302-3299-8A4C-9A75-C0FFF3269192}"/>
              </a:ext>
            </a:extLst>
          </p:cNvPr>
          <p:cNvGrpSpPr/>
          <p:nvPr/>
        </p:nvGrpSpPr>
        <p:grpSpPr>
          <a:xfrm>
            <a:off x="1799591" y="2933099"/>
            <a:ext cx="579585" cy="286864"/>
            <a:chOff x="4522471" y="2943909"/>
            <a:chExt cx="579585" cy="286864"/>
          </a:xfrm>
        </p:grpSpPr>
        <p:grpSp>
          <p:nvGrpSpPr>
            <p:cNvPr id="1931" name="رسم 9">
              <a:extLst>
                <a:ext uri="{FF2B5EF4-FFF2-40B4-BE49-F238E27FC236}">
                  <a16:creationId xmlns:a16="http://schemas.microsoft.com/office/drawing/2014/main" id="{25116592-9CC4-DBD6-351A-33A7B3ACA964}"/>
                </a:ext>
              </a:extLst>
            </p:cNvPr>
            <p:cNvGrpSpPr/>
            <p:nvPr/>
          </p:nvGrpSpPr>
          <p:grpSpPr>
            <a:xfrm>
              <a:off x="4522471" y="2943909"/>
              <a:ext cx="530455" cy="286864"/>
              <a:chOff x="4522471" y="2943909"/>
              <a:chExt cx="530455" cy="286864"/>
            </a:xfrm>
          </p:grpSpPr>
          <p:sp>
            <p:nvSpPr>
              <p:cNvPr id="1933" name="شكل حر: شكل 284">
                <a:extLst>
                  <a:ext uri="{FF2B5EF4-FFF2-40B4-BE49-F238E27FC236}">
                    <a16:creationId xmlns:a16="http://schemas.microsoft.com/office/drawing/2014/main" id="{9B808F39-6A1A-E923-8784-F791193217A6}"/>
                  </a:ext>
                </a:extLst>
              </p:cNvPr>
              <p:cNvSpPr/>
              <p:nvPr/>
            </p:nvSpPr>
            <p:spPr>
              <a:xfrm>
                <a:off x="4562153" y="2944117"/>
                <a:ext cx="490773" cy="261255"/>
              </a:xfrm>
              <a:custGeom>
                <a:avLst/>
                <a:gdLst>
                  <a:gd name="csX0" fmla="*/ 490774 w 490773"/>
                  <a:gd name="csY0" fmla="*/ 1 h 261255"/>
                  <a:gd name="csX1" fmla="*/ 294253 w 490773"/>
                  <a:gd name="csY1" fmla="*/ 1 h 261255"/>
                  <a:gd name="csX2" fmla="*/ 294253 w 490773"/>
                  <a:gd name="csY2" fmla="*/ 261256 h 261255"/>
                  <a:gd name="csX3" fmla="*/ 1 w 490773"/>
                  <a:gd name="csY3" fmla="*/ 261256 h 2612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90773" h="261255">
                    <a:moveTo>
                      <a:pt x="490774" y="1"/>
                    </a:moveTo>
                    <a:lnTo>
                      <a:pt x="294253" y="1"/>
                    </a:lnTo>
                    <a:lnTo>
                      <a:pt x="294253" y="261256"/>
                    </a:lnTo>
                    <a:lnTo>
                      <a:pt x="1" y="261256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4" name="شكل حر: شكل 285">
                <a:extLst>
                  <a:ext uri="{FF2B5EF4-FFF2-40B4-BE49-F238E27FC236}">
                    <a16:creationId xmlns:a16="http://schemas.microsoft.com/office/drawing/2014/main" id="{B6F6BD2B-80A4-9DA7-4AA7-43994DA40C1E}"/>
                  </a:ext>
                </a:extLst>
              </p:cNvPr>
              <p:cNvSpPr/>
              <p:nvPr/>
            </p:nvSpPr>
            <p:spPr>
              <a:xfrm>
                <a:off x="4522471" y="317997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5" name="شكل حر: شكل 286">
                <a:extLst>
                  <a:ext uri="{FF2B5EF4-FFF2-40B4-BE49-F238E27FC236}">
                    <a16:creationId xmlns:a16="http://schemas.microsoft.com/office/drawing/2014/main" id="{6F651ACE-7F37-A62F-DFE4-E479392C13FE}"/>
                  </a:ext>
                </a:extLst>
              </p:cNvPr>
              <p:cNvSpPr/>
              <p:nvPr/>
            </p:nvSpPr>
            <p:spPr>
              <a:xfrm>
                <a:off x="4562153" y="2943909"/>
                <a:ext cx="490773" cy="262649"/>
              </a:xfrm>
              <a:custGeom>
                <a:avLst/>
                <a:gdLst>
                  <a:gd name="csX0" fmla="*/ 490774 w 490773"/>
                  <a:gd name="csY0" fmla="*/ 209 h 262649"/>
                  <a:gd name="csX1" fmla="*/ 294253 w 490773"/>
                  <a:gd name="csY1" fmla="*/ 209 h 262649"/>
                  <a:gd name="csX2" fmla="*/ 490774 w 490773"/>
                  <a:gd name="csY2" fmla="*/ 209 h 262649"/>
                  <a:gd name="csX3" fmla="*/ 294253 w 490773"/>
                  <a:gd name="csY3" fmla="*/ 209 h 262649"/>
                  <a:gd name="csX4" fmla="*/ 294253 w 490773"/>
                  <a:gd name="csY4" fmla="*/ 209 h 262649"/>
                  <a:gd name="csX5" fmla="*/ 294253 w 490773"/>
                  <a:gd name="csY5" fmla="*/ 261465 h 262649"/>
                  <a:gd name="csX6" fmla="*/ 294253 w 490773"/>
                  <a:gd name="csY6" fmla="*/ 209 h 262649"/>
                  <a:gd name="csX7" fmla="*/ 294253 w 490773"/>
                  <a:gd name="csY7" fmla="*/ 261465 h 262649"/>
                  <a:gd name="csX8" fmla="*/ 294253 w 490773"/>
                  <a:gd name="csY8" fmla="*/ 261465 h 262649"/>
                  <a:gd name="csX9" fmla="*/ 1 w 490773"/>
                  <a:gd name="csY9" fmla="*/ 261465 h 262649"/>
                  <a:gd name="csX10" fmla="*/ 294253 w 490773"/>
                  <a:gd name="csY10" fmla="*/ 261465 h 262649"/>
                  <a:gd name="csX11" fmla="*/ 1 w 490773"/>
                  <a:gd name="csY11" fmla="*/ 261465 h 2626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90773" h="262649">
                    <a:moveTo>
                      <a:pt x="490774" y="209"/>
                    </a:moveTo>
                    <a:cubicBezTo>
                      <a:pt x="421613" y="-1750"/>
                      <a:pt x="358953" y="11022"/>
                      <a:pt x="294253" y="209"/>
                    </a:cubicBezTo>
                    <a:moveTo>
                      <a:pt x="490774" y="209"/>
                    </a:moveTo>
                    <a:cubicBezTo>
                      <a:pt x="426980" y="1661"/>
                      <a:pt x="366285" y="789"/>
                      <a:pt x="294253" y="209"/>
                    </a:cubicBezTo>
                    <a:moveTo>
                      <a:pt x="294253" y="209"/>
                    </a:moveTo>
                    <a:cubicBezTo>
                      <a:pt x="296823" y="90052"/>
                      <a:pt x="280421" y="159865"/>
                      <a:pt x="294253" y="261465"/>
                    </a:cubicBezTo>
                    <a:moveTo>
                      <a:pt x="294253" y="209"/>
                    </a:moveTo>
                    <a:cubicBezTo>
                      <a:pt x="298410" y="81851"/>
                      <a:pt x="289869" y="157906"/>
                      <a:pt x="294253" y="261465"/>
                    </a:cubicBezTo>
                    <a:moveTo>
                      <a:pt x="294253" y="261465"/>
                    </a:moveTo>
                    <a:cubicBezTo>
                      <a:pt x="188207" y="256965"/>
                      <a:pt x="80574" y="265674"/>
                      <a:pt x="1" y="261465"/>
                    </a:cubicBezTo>
                    <a:moveTo>
                      <a:pt x="294253" y="261465"/>
                    </a:moveTo>
                    <a:cubicBezTo>
                      <a:pt x="203853" y="258562"/>
                      <a:pt x="112698" y="260449"/>
                      <a:pt x="1" y="261465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6" name="شكل حر: شكل 287">
                <a:extLst>
                  <a:ext uri="{FF2B5EF4-FFF2-40B4-BE49-F238E27FC236}">
                    <a16:creationId xmlns:a16="http://schemas.microsoft.com/office/drawing/2014/main" id="{6B28DBF1-7FA3-318B-FEC1-D0BE5EE178FE}"/>
                  </a:ext>
                </a:extLst>
              </p:cNvPr>
              <p:cNvSpPr/>
              <p:nvPr/>
            </p:nvSpPr>
            <p:spPr>
              <a:xfrm>
                <a:off x="4522471" y="317997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  <a:gd name="csX4" fmla="*/ 1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0582" y="23513"/>
                      <a:pt x="39909" y="12410"/>
                      <a:pt x="52910" y="1"/>
                    </a:cubicBezTo>
                    <a:cubicBezTo>
                      <a:pt x="47241" y="5588"/>
                      <a:pt x="47317" y="16184"/>
                      <a:pt x="39683" y="25400"/>
                    </a:cubicBezTo>
                    <a:cubicBezTo>
                      <a:pt x="46712" y="31424"/>
                      <a:pt x="52003" y="40277"/>
                      <a:pt x="52910" y="50800"/>
                    </a:cubicBezTo>
                    <a:cubicBezTo>
                      <a:pt x="48148" y="50292"/>
                      <a:pt x="14513" y="36794"/>
                      <a:pt x="1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37" name="شكل حر: شكل 288">
                <a:extLst>
                  <a:ext uri="{FF2B5EF4-FFF2-40B4-BE49-F238E27FC236}">
                    <a16:creationId xmlns:a16="http://schemas.microsoft.com/office/drawing/2014/main" id="{42A31D1C-9F4A-530A-D43F-5DB0E60F6C8F}"/>
                  </a:ext>
                </a:extLst>
              </p:cNvPr>
              <p:cNvSpPr/>
              <p:nvPr/>
            </p:nvSpPr>
            <p:spPr>
              <a:xfrm>
                <a:off x="4522471" y="317997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4362" y="16909"/>
                      <a:pt x="31519" y="13789"/>
                      <a:pt x="52910" y="1"/>
                    </a:cubicBezTo>
                    <a:moveTo>
                      <a:pt x="1" y="25400"/>
                    </a:moveTo>
                    <a:cubicBezTo>
                      <a:pt x="14210" y="19377"/>
                      <a:pt x="29630" y="11467"/>
                      <a:pt x="52910" y="1"/>
                    </a:cubicBezTo>
                    <a:moveTo>
                      <a:pt x="52910" y="1"/>
                    </a:moveTo>
                    <a:cubicBezTo>
                      <a:pt x="49131" y="9145"/>
                      <a:pt x="41497" y="14297"/>
                      <a:pt x="39683" y="25400"/>
                    </a:cubicBezTo>
                    <a:moveTo>
                      <a:pt x="52910" y="1"/>
                    </a:moveTo>
                    <a:cubicBezTo>
                      <a:pt x="49887" y="8419"/>
                      <a:pt x="44369" y="15749"/>
                      <a:pt x="39683" y="25400"/>
                    </a:cubicBezTo>
                    <a:moveTo>
                      <a:pt x="39683" y="25400"/>
                    </a:moveTo>
                    <a:cubicBezTo>
                      <a:pt x="43008" y="33456"/>
                      <a:pt x="46107" y="43833"/>
                      <a:pt x="52910" y="50800"/>
                    </a:cubicBezTo>
                    <a:moveTo>
                      <a:pt x="39683" y="25400"/>
                    </a:moveTo>
                    <a:cubicBezTo>
                      <a:pt x="43537" y="32657"/>
                      <a:pt x="47241" y="40785"/>
                      <a:pt x="52910" y="50800"/>
                    </a:cubicBezTo>
                    <a:moveTo>
                      <a:pt x="52910" y="50800"/>
                    </a:moveTo>
                    <a:cubicBezTo>
                      <a:pt x="31066" y="37229"/>
                      <a:pt x="17838" y="35923"/>
                      <a:pt x="1" y="25400"/>
                    </a:cubicBezTo>
                    <a:moveTo>
                      <a:pt x="52910" y="50800"/>
                    </a:moveTo>
                    <a:cubicBezTo>
                      <a:pt x="40060" y="42382"/>
                      <a:pt x="23205" y="37592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32" name="صورة 289">
              <a:extLst>
                <a:ext uri="{FF2B5EF4-FFF2-40B4-BE49-F238E27FC236}">
                  <a16:creationId xmlns:a16="http://schemas.microsoft.com/office/drawing/2014/main" id="{677D61A6-52E5-5E79-FB20-CB0D5310C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4603196" y="3005803"/>
              <a:ext cx="498860" cy="114299"/>
            </a:xfrm>
            <a:custGeom>
              <a:avLst/>
              <a:gdLst>
                <a:gd name="csX0" fmla="*/ 0 w 498860"/>
                <a:gd name="csY0" fmla="*/ 0 h 114299"/>
                <a:gd name="csX1" fmla="*/ 498861 w 498860"/>
                <a:gd name="csY1" fmla="*/ 0 h 114299"/>
                <a:gd name="csX2" fmla="*/ 498861 w 498860"/>
                <a:gd name="csY2" fmla="*/ 114299 h 114299"/>
                <a:gd name="csX3" fmla="*/ 0 w 498860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8860" h="114299">
                  <a:moveTo>
                    <a:pt x="0" y="0"/>
                  </a:moveTo>
                  <a:lnTo>
                    <a:pt x="498861" y="0"/>
                  </a:lnTo>
                  <a:lnTo>
                    <a:pt x="49886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938" name="!!رسم 9">
            <a:extLst>
              <a:ext uri="{FF2B5EF4-FFF2-40B4-BE49-F238E27FC236}">
                <a16:creationId xmlns:a16="http://schemas.microsoft.com/office/drawing/2014/main" id="{AEB42B05-EE68-F935-14F7-F43EE33B654E}"/>
              </a:ext>
            </a:extLst>
          </p:cNvPr>
          <p:cNvGrpSpPr/>
          <p:nvPr/>
        </p:nvGrpSpPr>
        <p:grpSpPr>
          <a:xfrm>
            <a:off x="2326418" y="2855509"/>
            <a:ext cx="458724" cy="153241"/>
            <a:chOff x="5049298" y="2866319"/>
            <a:chExt cx="458724" cy="153241"/>
          </a:xfrm>
        </p:grpSpPr>
        <p:grpSp>
          <p:nvGrpSpPr>
            <p:cNvPr id="1939" name="رسم 9">
              <a:extLst>
                <a:ext uri="{FF2B5EF4-FFF2-40B4-BE49-F238E27FC236}">
                  <a16:creationId xmlns:a16="http://schemas.microsoft.com/office/drawing/2014/main" id="{BB36DB5B-32EE-DCBE-BDCE-BC8C58842DFE}"/>
                </a:ext>
              </a:extLst>
            </p:cNvPr>
            <p:cNvGrpSpPr/>
            <p:nvPr/>
          </p:nvGrpSpPr>
          <p:grpSpPr>
            <a:xfrm>
              <a:off x="5049298" y="2866319"/>
              <a:ext cx="458724" cy="153241"/>
              <a:chOff x="5049298" y="2866319"/>
              <a:chExt cx="458724" cy="153241"/>
            </a:xfrm>
          </p:grpSpPr>
          <p:sp>
            <p:nvSpPr>
              <p:cNvPr id="1941" name="مستطيل 292">
                <a:extLst>
                  <a:ext uri="{FF2B5EF4-FFF2-40B4-BE49-F238E27FC236}">
                    <a16:creationId xmlns:a16="http://schemas.microsoft.com/office/drawing/2014/main" id="{97B27CA5-E392-B1D6-BF92-5E92D2A11646}"/>
                  </a:ext>
                </a:extLst>
              </p:cNvPr>
              <p:cNvSpPr/>
              <p:nvPr/>
            </p:nvSpPr>
            <p:spPr>
              <a:xfrm>
                <a:off x="5052927" y="2871546"/>
                <a:ext cx="453509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2" name="شكل حر: شكل 293">
                <a:extLst>
                  <a:ext uri="{FF2B5EF4-FFF2-40B4-BE49-F238E27FC236}">
                    <a16:creationId xmlns:a16="http://schemas.microsoft.com/office/drawing/2014/main" id="{BC323773-3EC6-9AC3-F698-2516673681CC}"/>
                  </a:ext>
                </a:extLst>
              </p:cNvPr>
              <p:cNvSpPr/>
              <p:nvPr/>
            </p:nvSpPr>
            <p:spPr>
              <a:xfrm>
                <a:off x="5049298" y="2867192"/>
                <a:ext cx="452376" cy="135998"/>
              </a:xfrm>
              <a:custGeom>
                <a:avLst/>
                <a:gdLst>
                  <a:gd name="csX0" fmla="*/ 1 w 452376"/>
                  <a:gd name="csY0" fmla="*/ 1 h 135998"/>
                  <a:gd name="csX1" fmla="*/ 451621 w 452376"/>
                  <a:gd name="csY1" fmla="*/ 2758 h 135998"/>
                  <a:gd name="csX2" fmla="*/ 452377 w 452376"/>
                  <a:gd name="csY2" fmla="*/ 135926 h 135998"/>
                  <a:gd name="csX3" fmla="*/ 10809 w 452376"/>
                  <a:gd name="csY3" fmla="*/ 135999 h 1359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2376" h="135998">
                    <a:moveTo>
                      <a:pt x="1" y="1"/>
                    </a:moveTo>
                    <a:lnTo>
                      <a:pt x="451621" y="2758"/>
                    </a:lnTo>
                    <a:lnTo>
                      <a:pt x="452377" y="135926"/>
                    </a:lnTo>
                    <a:lnTo>
                      <a:pt x="10809" y="135999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43" name="شكل حر: شكل 294">
                <a:extLst>
                  <a:ext uri="{FF2B5EF4-FFF2-40B4-BE49-F238E27FC236}">
                    <a16:creationId xmlns:a16="http://schemas.microsoft.com/office/drawing/2014/main" id="{081C3AD8-452D-D722-2734-71EA23A284BF}"/>
                  </a:ext>
                </a:extLst>
              </p:cNvPr>
              <p:cNvSpPr/>
              <p:nvPr/>
            </p:nvSpPr>
            <p:spPr>
              <a:xfrm>
                <a:off x="5049545" y="2866319"/>
                <a:ext cx="458478" cy="153241"/>
              </a:xfrm>
              <a:custGeom>
                <a:avLst/>
                <a:gdLst>
                  <a:gd name="csX0" fmla="*/ 3383 w 458478"/>
                  <a:gd name="csY0" fmla="*/ 5228 h 153241"/>
                  <a:gd name="csX1" fmla="*/ 456892 w 458478"/>
                  <a:gd name="csY1" fmla="*/ 5228 h 153241"/>
                  <a:gd name="csX2" fmla="*/ 3383 w 458478"/>
                  <a:gd name="csY2" fmla="*/ 5228 h 153241"/>
                  <a:gd name="csX3" fmla="*/ 456892 w 458478"/>
                  <a:gd name="csY3" fmla="*/ 5228 h 153241"/>
                  <a:gd name="csX4" fmla="*/ 456892 w 458478"/>
                  <a:gd name="csY4" fmla="*/ 5228 h 153241"/>
                  <a:gd name="csX5" fmla="*/ 456892 w 458478"/>
                  <a:gd name="csY5" fmla="*/ 150370 h 153241"/>
                  <a:gd name="csX6" fmla="*/ 456892 w 458478"/>
                  <a:gd name="csY6" fmla="*/ 5228 h 153241"/>
                  <a:gd name="csX7" fmla="*/ 456892 w 458478"/>
                  <a:gd name="csY7" fmla="*/ 150370 h 153241"/>
                  <a:gd name="csX8" fmla="*/ 456892 w 458478"/>
                  <a:gd name="csY8" fmla="*/ 150370 h 153241"/>
                  <a:gd name="csX9" fmla="*/ 3383 w 458478"/>
                  <a:gd name="csY9" fmla="*/ 150370 h 153241"/>
                  <a:gd name="csX10" fmla="*/ 456892 w 458478"/>
                  <a:gd name="csY10" fmla="*/ 150370 h 153241"/>
                  <a:gd name="csX11" fmla="*/ 3383 w 458478"/>
                  <a:gd name="csY11" fmla="*/ 150370 h 153241"/>
                  <a:gd name="csX12" fmla="*/ 3383 w 458478"/>
                  <a:gd name="csY12" fmla="*/ 150370 h 153241"/>
                  <a:gd name="csX13" fmla="*/ 3383 w 458478"/>
                  <a:gd name="csY13" fmla="*/ 5228 h 153241"/>
                  <a:gd name="csX14" fmla="*/ 3383 w 458478"/>
                  <a:gd name="csY14" fmla="*/ 150370 h 153241"/>
                  <a:gd name="csX15" fmla="*/ 3383 w 458478"/>
                  <a:gd name="csY15" fmla="*/ 5228 h 1532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8478" h="153241">
                    <a:moveTo>
                      <a:pt x="3383" y="5228"/>
                    </a:moveTo>
                    <a:cubicBezTo>
                      <a:pt x="134220" y="-7327"/>
                      <a:pt x="301565" y="6897"/>
                      <a:pt x="456892" y="5228"/>
                    </a:cubicBezTo>
                    <a:moveTo>
                      <a:pt x="3383" y="5228"/>
                    </a:moveTo>
                    <a:cubicBezTo>
                      <a:pt x="177077" y="11106"/>
                      <a:pt x="341776" y="4574"/>
                      <a:pt x="456892" y="5228"/>
                    </a:cubicBezTo>
                    <a:moveTo>
                      <a:pt x="456892" y="5228"/>
                    </a:moveTo>
                    <a:cubicBezTo>
                      <a:pt x="455759" y="48552"/>
                      <a:pt x="460974" y="104432"/>
                      <a:pt x="456892" y="150370"/>
                    </a:cubicBezTo>
                    <a:moveTo>
                      <a:pt x="456892" y="5228"/>
                    </a:moveTo>
                    <a:cubicBezTo>
                      <a:pt x="455683" y="47609"/>
                      <a:pt x="453944" y="84548"/>
                      <a:pt x="456892" y="150370"/>
                    </a:cubicBezTo>
                    <a:moveTo>
                      <a:pt x="456892" y="150370"/>
                    </a:moveTo>
                    <a:cubicBezTo>
                      <a:pt x="309502" y="154216"/>
                      <a:pt x="179949" y="144854"/>
                      <a:pt x="3383" y="150370"/>
                    </a:cubicBezTo>
                    <a:moveTo>
                      <a:pt x="456892" y="150370"/>
                    </a:moveTo>
                    <a:cubicBezTo>
                      <a:pt x="293704" y="149136"/>
                      <a:pt x="143139" y="157409"/>
                      <a:pt x="3383" y="150370"/>
                    </a:cubicBezTo>
                    <a:moveTo>
                      <a:pt x="3383" y="150370"/>
                    </a:moveTo>
                    <a:cubicBezTo>
                      <a:pt x="10185" y="98481"/>
                      <a:pt x="-6897" y="62268"/>
                      <a:pt x="3383" y="5228"/>
                    </a:cubicBezTo>
                    <a:moveTo>
                      <a:pt x="3383" y="150370"/>
                    </a:moveTo>
                    <a:cubicBezTo>
                      <a:pt x="11621" y="114447"/>
                      <a:pt x="4668" y="87305"/>
                      <a:pt x="3383" y="5228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40" name="صورة 295">
              <a:extLst>
                <a:ext uri="{FF2B5EF4-FFF2-40B4-BE49-F238E27FC236}">
                  <a16:creationId xmlns:a16="http://schemas.microsoft.com/office/drawing/2014/main" id="{B151CB98-1EFA-088C-34CF-4BC516417D75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5056706" y="2893318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944" name="!!رسم 9">
            <a:extLst>
              <a:ext uri="{FF2B5EF4-FFF2-40B4-BE49-F238E27FC236}">
                <a16:creationId xmlns:a16="http://schemas.microsoft.com/office/drawing/2014/main" id="{4DF365C0-F891-FD7B-CA5C-9EFFF8401193}"/>
              </a:ext>
            </a:extLst>
          </p:cNvPr>
          <p:cNvGrpSpPr/>
          <p:nvPr/>
        </p:nvGrpSpPr>
        <p:grpSpPr>
          <a:xfrm>
            <a:off x="2642768" y="3014006"/>
            <a:ext cx="52958" cy="470840"/>
            <a:chOff x="5365648" y="3024816"/>
            <a:chExt cx="52958" cy="470840"/>
          </a:xfrm>
        </p:grpSpPr>
        <p:sp>
          <p:nvSpPr>
            <p:cNvPr id="1945" name="شكل حر: شكل 297">
              <a:extLst>
                <a:ext uri="{FF2B5EF4-FFF2-40B4-BE49-F238E27FC236}">
                  <a16:creationId xmlns:a16="http://schemas.microsoft.com/office/drawing/2014/main" id="{A5AAA2D5-9897-95A8-5F42-54FFC596E454}"/>
                </a:ext>
              </a:extLst>
            </p:cNvPr>
            <p:cNvSpPr/>
            <p:nvPr/>
          </p:nvSpPr>
          <p:spPr>
            <a:xfrm>
              <a:off x="5385500" y="3062916"/>
              <a:ext cx="6802" cy="432741"/>
            </a:xfrm>
            <a:custGeom>
              <a:avLst/>
              <a:gdLst>
                <a:gd name="csX0" fmla="*/ 1 w 6802"/>
                <a:gd name="csY0" fmla="*/ 432742 h 432741"/>
                <a:gd name="csX1" fmla="*/ 6803 w 6802"/>
                <a:gd name="csY1" fmla="*/ 1 h 432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02" h="432741">
                  <a:moveTo>
                    <a:pt x="1" y="432742"/>
                  </a:moveTo>
                  <a:lnTo>
                    <a:pt x="6803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6" name="شكل حر: شكل 298">
              <a:extLst>
                <a:ext uri="{FF2B5EF4-FFF2-40B4-BE49-F238E27FC236}">
                  <a16:creationId xmlns:a16="http://schemas.microsoft.com/office/drawing/2014/main" id="{03807D47-2C58-6B09-FADD-81431F94B315}"/>
                </a:ext>
              </a:extLst>
            </p:cNvPr>
            <p:cNvSpPr/>
            <p:nvPr/>
          </p:nvSpPr>
          <p:spPr>
            <a:xfrm>
              <a:off x="5365697" y="3024816"/>
              <a:ext cx="52909" cy="51162"/>
            </a:xfrm>
            <a:custGeom>
              <a:avLst/>
              <a:gdLst>
                <a:gd name="csX0" fmla="*/ 27211 w 52909"/>
                <a:gd name="csY0" fmla="*/ 1 h 51162"/>
                <a:gd name="csX1" fmla="*/ 52910 w 52909"/>
                <a:gd name="csY1" fmla="*/ 51163 h 51162"/>
                <a:gd name="csX2" fmla="*/ 26606 w 52909"/>
                <a:gd name="csY2" fmla="*/ 38100 h 51162"/>
                <a:gd name="csX3" fmla="*/ 1 w 52909"/>
                <a:gd name="csY3" fmla="*/ 50365 h 51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1162">
                  <a:moveTo>
                    <a:pt x="27211" y="1"/>
                  </a:moveTo>
                  <a:lnTo>
                    <a:pt x="52910" y="51163"/>
                  </a:lnTo>
                  <a:lnTo>
                    <a:pt x="26606" y="38100"/>
                  </a:lnTo>
                  <a:lnTo>
                    <a:pt x="1" y="50365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7" name="شكل حر: شكل 299">
              <a:extLst>
                <a:ext uri="{FF2B5EF4-FFF2-40B4-BE49-F238E27FC236}">
                  <a16:creationId xmlns:a16="http://schemas.microsoft.com/office/drawing/2014/main" id="{AAC1FA75-409B-EE41-A350-C01CA692D1C4}"/>
                </a:ext>
              </a:extLst>
            </p:cNvPr>
            <p:cNvSpPr/>
            <p:nvPr/>
          </p:nvSpPr>
          <p:spPr>
            <a:xfrm>
              <a:off x="5385500" y="3062916"/>
              <a:ext cx="7317" cy="432741"/>
            </a:xfrm>
            <a:custGeom>
              <a:avLst/>
              <a:gdLst>
                <a:gd name="csX0" fmla="*/ 1 w 7317"/>
                <a:gd name="csY0" fmla="*/ 432742 h 432741"/>
                <a:gd name="csX1" fmla="*/ 6803 w 7317"/>
                <a:gd name="csY1" fmla="*/ 1 h 432741"/>
                <a:gd name="csX2" fmla="*/ 1 w 7317"/>
                <a:gd name="csY2" fmla="*/ 432742 h 432741"/>
                <a:gd name="csX3" fmla="*/ 6803 w 7317"/>
                <a:gd name="csY3" fmla="*/ 1 h 432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317" h="432741">
                  <a:moveTo>
                    <a:pt x="1" y="432742"/>
                  </a:moveTo>
                  <a:cubicBezTo>
                    <a:pt x="12245" y="306468"/>
                    <a:pt x="-2947" y="154214"/>
                    <a:pt x="6803" y="1"/>
                  </a:cubicBezTo>
                  <a:moveTo>
                    <a:pt x="1" y="432742"/>
                  </a:moveTo>
                  <a:cubicBezTo>
                    <a:pt x="605" y="332811"/>
                    <a:pt x="9524" y="214448"/>
                    <a:pt x="6803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8" name="شكل حر: شكل 300">
              <a:extLst>
                <a:ext uri="{FF2B5EF4-FFF2-40B4-BE49-F238E27FC236}">
                  <a16:creationId xmlns:a16="http://schemas.microsoft.com/office/drawing/2014/main" id="{F114083B-B33D-0BB2-1D05-50D6F3B0E0D5}"/>
                </a:ext>
              </a:extLst>
            </p:cNvPr>
            <p:cNvSpPr/>
            <p:nvPr/>
          </p:nvSpPr>
          <p:spPr>
            <a:xfrm>
              <a:off x="5365648" y="3024816"/>
              <a:ext cx="52958" cy="51162"/>
            </a:xfrm>
            <a:custGeom>
              <a:avLst/>
              <a:gdLst>
                <a:gd name="csX0" fmla="*/ 27260 w 52958"/>
                <a:gd name="csY0" fmla="*/ 1 h 51162"/>
                <a:gd name="csX1" fmla="*/ 52959 w 52958"/>
                <a:gd name="csY1" fmla="*/ 51163 h 51162"/>
                <a:gd name="csX2" fmla="*/ 26655 w 52958"/>
                <a:gd name="csY2" fmla="*/ 38100 h 51162"/>
                <a:gd name="csX3" fmla="*/ 50 w 52958"/>
                <a:gd name="csY3" fmla="*/ 50365 h 51162"/>
                <a:gd name="csX4" fmla="*/ 27260 w 52958"/>
                <a:gd name="csY4" fmla="*/ 1 h 51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58" h="51162">
                  <a:moveTo>
                    <a:pt x="27260" y="1"/>
                  </a:moveTo>
                  <a:cubicBezTo>
                    <a:pt x="45022" y="24239"/>
                    <a:pt x="49633" y="38971"/>
                    <a:pt x="52959" y="51163"/>
                  </a:cubicBezTo>
                  <a:cubicBezTo>
                    <a:pt x="41999" y="42019"/>
                    <a:pt x="38825" y="39915"/>
                    <a:pt x="26655" y="38100"/>
                  </a:cubicBezTo>
                  <a:cubicBezTo>
                    <a:pt x="20684" y="40785"/>
                    <a:pt x="10631" y="48768"/>
                    <a:pt x="50" y="50365"/>
                  </a:cubicBezTo>
                  <a:cubicBezTo>
                    <a:pt x="-706" y="46519"/>
                    <a:pt x="7230" y="36867"/>
                    <a:pt x="27260" y="1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49" name="شكل حر: شكل 301">
              <a:extLst>
                <a:ext uri="{FF2B5EF4-FFF2-40B4-BE49-F238E27FC236}">
                  <a16:creationId xmlns:a16="http://schemas.microsoft.com/office/drawing/2014/main" id="{96FEB002-B9E0-89AD-14E1-D457753203D0}"/>
                </a:ext>
              </a:extLst>
            </p:cNvPr>
            <p:cNvSpPr/>
            <p:nvPr/>
          </p:nvSpPr>
          <p:spPr>
            <a:xfrm>
              <a:off x="5365697" y="3024816"/>
              <a:ext cx="52909" cy="51162"/>
            </a:xfrm>
            <a:custGeom>
              <a:avLst/>
              <a:gdLst>
                <a:gd name="csX0" fmla="*/ 27211 w 52909"/>
                <a:gd name="csY0" fmla="*/ 1 h 51162"/>
                <a:gd name="csX1" fmla="*/ 52910 w 52909"/>
                <a:gd name="csY1" fmla="*/ 51163 h 51162"/>
                <a:gd name="csX2" fmla="*/ 27211 w 52909"/>
                <a:gd name="csY2" fmla="*/ 1 h 51162"/>
                <a:gd name="csX3" fmla="*/ 52910 w 52909"/>
                <a:gd name="csY3" fmla="*/ 51163 h 51162"/>
                <a:gd name="csX4" fmla="*/ 52910 w 52909"/>
                <a:gd name="csY4" fmla="*/ 51163 h 51162"/>
                <a:gd name="csX5" fmla="*/ 26606 w 52909"/>
                <a:gd name="csY5" fmla="*/ 38100 h 51162"/>
                <a:gd name="csX6" fmla="*/ 52910 w 52909"/>
                <a:gd name="csY6" fmla="*/ 51163 h 51162"/>
                <a:gd name="csX7" fmla="*/ 26606 w 52909"/>
                <a:gd name="csY7" fmla="*/ 38100 h 51162"/>
                <a:gd name="csX8" fmla="*/ 26606 w 52909"/>
                <a:gd name="csY8" fmla="*/ 38100 h 51162"/>
                <a:gd name="csX9" fmla="*/ 1 w 52909"/>
                <a:gd name="csY9" fmla="*/ 50365 h 51162"/>
                <a:gd name="csX10" fmla="*/ 26606 w 52909"/>
                <a:gd name="csY10" fmla="*/ 38100 h 51162"/>
                <a:gd name="csX11" fmla="*/ 1 w 52909"/>
                <a:gd name="csY11" fmla="*/ 50365 h 51162"/>
                <a:gd name="csX12" fmla="*/ 1 w 52909"/>
                <a:gd name="csY12" fmla="*/ 50365 h 51162"/>
                <a:gd name="csX13" fmla="*/ 27211 w 52909"/>
                <a:gd name="csY13" fmla="*/ 1 h 51162"/>
                <a:gd name="csX14" fmla="*/ 1 w 52909"/>
                <a:gd name="csY14" fmla="*/ 50365 h 51162"/>
                <a:gd name="csX15" fmla="*/ 27211 w 52909"/>
                <a:gd name="csY15" fmla="*/ 1 h 51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1162">
                  <a:moveTo>
                    <a:pt x="27211" y="1"/>
                  </a:moveTo>
                  <a:cubicBezTo>
                    <a:pt x="37793" y="21336"/>
                    <a:pt x="39229" y="32585"/>
                    <a:pt x="52910" y="51163"/>
                  </a:cubicBezTo>
                  <a:moveTo>
                    <a:pt x="27211" y="1"/>
                  </a:moveTo>
                  <a:cubicBezTo>
                    <a:pt x="32804" y="14878"/>
                    <a:pt x="41950" y="22715"/>
                    <a:pt x="52910" y="51163"/>
                  </a:cubicBezTo>
                  <a:moveTo>
                    <a:pt x="52910" y="51163"/>
                  </a:moveTo>
                  <a:cubicBezTo>
                    <a:pt x="47090" y="49567"/>
                    <a:pt x="41194" y="45648"/>
                    <a:pt x="26606" y="38100"/>
                  </a:cubicBezTo>
                  <a:moveTo>
                    <a:pt x="52910" y="51163"/>
                  </a:moveTo>
                  <a:cubicBezTo>
                    <a:pt x="45125" y="48551"/>
                    <a:pt x="39683" y="44632"/>
                    <a:pt x="26606" y="38100"/>
                  </a:cubicBezTo>
                  <a:moveTo>
                    <a:pt x="26606" y="38100"/>
                  </a:moveTo>
                  <a:cubicBezTo>
                    <a:pt x="16629" y="43833"/>
                    <a:pt x="13984" y="41729"/>
                    <a:pt x="1" y="50365"/>
                  </a:cubicBezTo>
                  <a:moveTo>
                    <a:pt x="26606" y="38100"/>
                  </a:moveTo>
                  <a:cubicBezTo>
                    <a:pt x="16931" y="42817"/>
                    <a:pt x="6425" y="47607"/>
                    <a:pt x="1" y="50365"/>
                  </a:cubicBezTo>
                  <a:moveTo>
                    <a:pt x="1" y="50365"/>
                  </a:moveTo>
                  <a:cubicBezTo>
                    <a:pt x="8390" y="35778"/>
                    <a:pt x="25926" y="9943"/>
                    <a:pt x="27211" y="1"/>
                  </a:cubicBezTo>
                  <a:moveTo>
                    <a:pt x="1" y="50365"/>
                  </a:moveTo>
                  <a:cubicBezTo>
                    <a:pt x="8466" y="29610"/>
                    <a:pt x="21920" y="12265"/>
                    <a:pt x="27211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50" name="!!رسم 9">
            <a:extLst>
              <a:ext uri="{FF2B5EF4-FFF2-40B4-BE49-F238E27FC236}">
                <a16:creationId xmlns:a16="http://schemas.microsoft.com/office/drawing/2014/main" id="{BF13CADF-9F64-C34A-6960-B6D9842309B4}"/>
              </a:ext>
            </a:extLst>
          </p:cNvPr>
          <p:cNvGrpSpPr/>
          <p:nvPr/>
        </p:nvGrpSpPr>
        <p:grpSpPr>
          <a:xfrm>
            <a:off x="2662620" y="2976850"/>
            <a:ext cx="453509" cy="145142"/>
            <a:chOff x="5385500" y="2987660"/>
            <a:chExt cx="453509" cy="145142"/>
          </a:xfrm>
          <a:noFill/>
        </p:grpSpPr>
        <p:sp>
          <p:nvSpPr>
            <p:cNvPr id="1951" name="مستطيل 303">
              <a:extLst>
                <a:ext uri="{FF2B5EF4-FFF2-40B4-BE49-F238E27FC236}">
                  <a16:creationId xmlns:a16="http://schemas.microsoft.com/office/drawing/2014/main" id="{ACAB91C2-A784-E4A9-D321-59831C5963B3}"/>
                </a:ext>
              </a:extLst>
            </p:cNvPr>
            <p:cNvSpPr/>
            <p:nvPr/>
          </p:nvSpPr>
          <p:spPr>
            <a:xfrm>
              <a:off x="5385500" y="298766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52" name="صورة 304">
              <a:extLst>
                <a:ext uri="{FF2B5EF4-FFF2-40B4-BE49-F238E27FC236}">
                  <a16:creationId xmlns:a16="http://schemas.microsoft.com/office/drawing/2014/main" id="{B82FE5CE-FB36-A63A-A29D-FA1763071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389280" y="3023946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1953" name="!!رسم 9">
            <a:extLst>
              <a:ext uri="{FF2B5EF4-FFF2-40B4-BE49-F238E27FC236}">
                <a16:creationId xmlns:a16="http://schemas.microsoft.com/office/drawing/2014/main" id="{087BF160-44D8-0CFC-4BBC-1B03DEBF8581}"/>
              </a:ext>
            </a:extLst>
          </p:cNvPr>
          <p:cNvGrpSpPr/>
          <p:nvPr/>
        </p:nvGrpSpPr>
        <p:grpSpPr>
          <a:xfrm>
            <a:off x="2390515" y="3920273"/>
            <a:ext cx="650030" cy="156027"/>
            <a:chOff x="5113395" y="3931083"/>
            <a:chExt cx="650030" cy="156027"/>
          </a:xfrm>
          <a:noFill/>
        </p:grpSpPr>
        <p:sp>
          <p:nvSpPr>
            <p:cNvPr id="1954" name="مستطيل 306">
              <a:extLst>
                <a:ext uri="{FF2B5EF4-FFF2-40B4-BE49-F238E27FC236}">
                  <a16:creationId xmlns:a16="http://schemas.microsoft.com/office/drawing/2014/main" id="{19E58616-1159-90A8-2482-16FB4EE38B4E}"/>
                </a:ext>
              </a:extLst>
            </p:cNvPr>
            <p:cNvSpPr/>
            <p:nvPr/>
          </p:nvSpPr>
          <p:spPr>
            <a:xfrm>
              <a:off x="5113395" y="3931083"/>
              <a:ext cx="650030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55" name="صورة 307">
              <a:extLst>
                <a:ext uri="{FF2B5EF4-FFF2-40B4-BE49-F238E27FC236}">
                  <a16:creationId xmlns:a16="http://schemas.microsoft.com/office/drawing/2014/main" id="{B80048AA-5CAC-356E-F944-B2FAD45A2981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5124732" y="3934712"/>
              <a:ext cx="634913" cy="152399"/>
            </a:xfrm>
            <a:custGeom>
              <a:avLst/>
              <a:gdLst>
                <a:gd name="csX0" fmla="*/ 0 w 634913"/>
                <a:gd name="csY0" fmla="*/ 0 h 152399"/>
                <a:gd name="csX1" fmla="*/ 634914 w 634913"/>
                <a:gd name="csY1" fmla="*/ 0 h 152399"/>
                <a:gd name="csX2" fmla="*/ 634914 w 634913"/>
                <a:gd name="csY2" fmla="*/ 152399 h 152399"/>
                <a:gd name="csX3" fmla="*/ 0 w 634913"/>
                <a:gd name="csY3" fmla="*/ 152399 h 152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4913" h="152399">
                  <a:moveTo>
                    <a:pt x="0" y="0"/>
                  </a:moveTo>
                  <a:lnTo>
                    <a:pt x="634914" y="0"/>
                  </a:lnTo>
                  <a:lnTo>
                    <a:pt x="634914" y="152399"/>
                  </a:lnTo>
                  <a:lnTo>
                    <a:pt x="0" y="152399"/>
                  </a:lnTo>
                  <a:close/>
                </a:path>
              </a:pathLst>
            </a:custGeom>
          </p:spPr>
        </p:pic>
      </p:grpSp>
      <p:grpSp>
        <p:nvGrpSpPr>
          <p:cNvPr id="1956" name="!!رسم 9">
            <a:extLst>
              <a:ext uri="{FF2B5EF4-FFF2-40B4-BE49-F238E27FC236}">
                <a16:creationId xmlns:a16="http://schemas.microsoft.com/office/drawing/2014/main" id="{3BF993A0-A9EB-DF89-6554-7B4891874261}"/>
              </a:ext>
            </a:extLst>
          </p:cNvPr>
          <p:cNvGrpSpPr/>
          <p:nvPr/>
        </p:nvGrpSpPr>
        <p:grpSpPr>
          <a:xfrm>
            <a:off x="2258241" y="3484847"/>
            <a:ext cx="410256" cy="2023861"/>
            <a:chOff x="4981121" y="3495657"/>
            <a:chExt cx="410256" cy="2023861"/>
          </a:xfrm>
        </p:grpSpPr>
        <p:sp>
          <p:nvSpPr>
            <p:cNvPr id="1957" name="شكل حر: شكل 309">
              <a:extLst>
                <a:ext uri="{FF2B5EF4-FFF2-40B4-BE49-F238E27FC236}">
                  <a16:creationId xmlns:a16="http://schemas.microsoft.com/office/drawing/2014/main" id="{041E0D5E-AF2F-AB2C-EFC9-886B857BF86A}"/>
                </a:ext>
              </a:extLst>
            </p:cNvPr>
            <p:cNvSpPr/>
            <p:nvPr/>
          </p:nvSpPr>
          <p:spPr>
            <a:xfrm>
              <a:off x="5007576" y="3495657"/>
              <a:ext cx="377924" cy="1985761"/>
            </a:xfrm>
            <a:custGeom>
              <a:avLst/>
              <a:gdLst>
                <a:gd name="csX0" fmla="*/ 1 w 377924"/>
                <a:gd name="csY0" fmla="*/ 1985762 h 1985761"/>
                <a:gd name="csX1" fmla="*/ 1 w 377924"/>
                <a:gd name="csY1" fmla="*/ 145143 h 1985761"/>
                <a:gd name="csX2" fmla="*/ 377925 w 377924"/>
                <a:gd name="csY2" fmla="*/ 145143 h 1985761"/>
                <a:gd name="csX3" fmla="*/ 377925 w 377924"/>
                <a:gd name="csY3" fmla="*/ 1 h 198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7924" h="1985761">
                  <a:moveTo>
                    <a:pt x="1" y="1985762"/>
                  </a:moveTo>
                  <a:lnTo>
                    <a:pt x="1" y="145143"/>
                  </a:lnTo>
                  <a:lnTo>
                    <a:pt x="377925" y="145143"/>
                  </a:lnTo>
                  <a:lnTo>
                    <a:pt x="377925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8" name="شكل حر: شكل 310">
              <a:extLst>
                <a:ext uri="{FF2B5EF4-FFF2-40B4-BE49-F238E27FC236}">
                  <a16:creationId xmlns:a16="http://schemas.microsoft.com/office/drawing/2014/main" id="{DEF1D4F1-71FF-C7D1-903B-15D6EEBF24AA}"/>
                </a:ext>
              </a:extLst>
            </p:cNvPr>
            <p:cNvSpPr/>
            <p:nvPr/>
          </p:nvSpPr>
          <p:spPr>
            <a:xfrm>
              <a:off x="4981121" y="5468719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lnTo>
                    <a:pt x="1" y="1"/>
                  </a:lnTo>
                  <a:lnTo>
                    <a:pt x="26455" y="12700"/>
                  </a:lnTo>
                  <a:lnTo>
                    <a:pt x="52910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59" name="شكل حر: شكل 311">
              <a:extLst>
                <a:ext uri="{FF2B5EF4-FFF2-40B4-BE49-F238E27FC236}">
                  <a16:creationId xmlns:a16="http://schemas.microsoft.com/office/drawing/2014/main" id="{4DBDF96F-5F3B-F18E-C37B-D15A45718CED}"/>
                </a:ext>
              </a:extLst>
            </p:cNvPr>
            <p:cNvSpPr/>
            <p:nvPr/>
          </p:nvSpPr>
          <p:spPr>
            <a:xfrm>
              <a:off x="5007576" y="3495657"/>
              <a:ext cx="383801" cy="1985761"/>
            </a:xfrm>
            <a:custGeom>
              <a:avLst/>
              <a:gdLst>
                <a:gd name="csX0" fmla="*/ 1 w 383801"/>
                <a:gd name="csY0" fmla="*/ 1985762 h 1985761"/>
                <a:gd name="csX1" fmla="*/ 1 w 383801"/>
                <a:gd name="csY1" fmla="*/ 145143 h 1985761"/>
                <a:gd name="csX2" fmla="*/ 1 w 383801"/>
                <a:gd name="csY2" fmla="*/ 1985762 h 1985761"/>
                <a:gd name="csX3" fmla="*/ 1 w 383801"/>
                <a:gd name="csY3" fmla="*/ 145143 h 1985761"/>
                <a:gd name="csX4" fmla="*/ 1 w 383801"/>
                <a:gd name="csY4" fmla="*/ 145143 h 1985761"/>
                <a:gd name="csX5" fmla="*/ 377925 w 383801"/>
                <a:gd name="csY5" fmla="*/ 145143 h 1985761"/>
                <a:gd name="csX6" fmla="*/ 1 w 383801"/>
                <a:gd name="csY6" fmla="*/ 145143 h 1985761"/>
                <a:gd name="csX7" fmla="*/ 377925 w 383801"/>
                <a:gd name="csY7" fmla="*/ 145143 h 1985761"/>
                <a:gd name="csX8" fmla="*/ 377925 w 383801"/>
                <a:gd name="csY8" fmla="*/ 145143 h 1985761"/>
                <a:gd name="csX9" fmla="*/ 377925 w 383801"/>
                <a:gd name="csY9" fmla="*/ 1 h 1985761"/>
                <a:gd name="csX10" fmla="*/ 377925 w 383801"/>
                <a:gd name="csY10" fmla="*/ 145143 h 1985761"/>
                <a:gd name="csX11" fmla="*/ 377925 w 383801"/>
                <a:gd name="csY11" fmla="*/ 1 h 198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83801" h="1985761">
                  <a:moveTo>
                    <a:pt x="1" y="1985762"/>
                  </a:moveTo>
                  <a:cubicBezTo>
                    <a:pt x="18670" y="1399896"/>
                    <a:pt x="3100" y="802564"/>
                    <a:pt x="1" y="145143"/>
                  </a:cubicBezTo>
                  <a:moveTo>
                    <a:pt x="1" y="1985762"/>
                  </a:moveTo>
                  <a:cubicBezTo>
                    <a:pt x="16856" y="1298804"/>
                    <a:pt x="9298" y="609380"/>
                    <a:pt x="1" y="145143"/>
                  </a:cubicBezTo>
                  <a:moveTo>
                    <a:pt x="1" y="145143"/>
                  </a:moveTo>
                  <a:cubicBezTo>
                    <a:pt x="82539" y="152617"/>
                    <a:pt x="176189" y="145723"/>
                    <a:pt x="377925" y="145143"/>
                  </a:cubicBezTo>
                  <a:moveTo>
                    <a:pt x="1" y="145143"/>
                  </a:moveTo>
                  <a:cubicBezTo>
                    <a:pt x="98563" y="151456"/>
                    <a:pt x="194481" y="153343"/>
                    <a:pt x="377925" y="145143"/>
                  </a:cubicBezTo>
                  <a:moveTo>
                    <a:pt x="377925" y="145143"/>
                  </a:moveTo>
                  <a:cubicBezTo>
                    <a:pt x="374448" y="102543"/>
                    <a:pt x="392740" y="54574"/>
                    <a:pt x="377925" y="1"/>
                  </a:cubicBezTo>
                  <a:moveTo>
                    <a:pt x="377925" y="145143"/>
                  </a:moveTo>
                  <a:cubicBezTo>
                    <a:pt x="380042" y="86505"/>
                    <a:pt x="383141" y="42745"/>
                    <a:pt x="377925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0" name="شكل حر: شكل 312">
              <a:extLst>
                <a:ext uri="{FF2B5EF4-FFF2-40B4-BE49-F238E27FC236}">
                  <a16:creationId xmlns:a16="http://schemas.microsoft.com/office/drawing/2014/main" id="{0045F26B-8C38-659A-C09C-4F0511DD7D94}"/>
                </a:ext>
              </a:extLst>
            </p:cNvPr>
            <p:cNvSpPr/>
            <p:nvPr/>
          </p:nvSpPr>
          <p:spPr>
            <a:xfrm>
              <a:off x="4981121" y="5468719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  <a:gd name="csX4" fmla="*/ 26455 w 52909"/>
                <a:gd name="csY4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9222" y="35851"/>
                    <a:pt x="13606" y="5008"/>
                    <a:pt x="1" y="1"/>
                  </a:cubicBezTo>
                  <a:cubicBezTo>
                    <a:pt x="9222" y="5806"/>
                    <a:pt x="19879" y="10959"/>
                    <a:pt x="26455" y="12700"/>
                  </a:cubicBezTo>
                  <a:cubicBezTo>
                    <a:pt x="37113" y="9217"/>
                    <a:pt x="45956" y="7040"/>
                    <a:pt x="52910" y="1"/>
                  </a:cubicBezTo>
                  <a:cubicBezTo>
                    <a:pt x="51474" y="23078"/>
                    <a:pt x="25322" y="44269"/>
                    <a:pt x="26455" y="508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1" name="شكل حر: شكل 313">
              <a:extLst>
                <a:ext uri="{FF2B5EF4-FFF2-40B4-BE49-F238E27FC236}">
                  <a16:creationId xmlns:a16="http://schemas.microsoft.com/office/drawing/2014/main" id="{58DD4DDC-680F-6018-6AD4-6B38A1BB6358}"/>
                </a:ext>
              </a:extLst>
            </p:cNvPr>
            <p:cNvSpPr/>
            <p:nvPr/>
          </p:nvSpPr>
          <p:spPr>
            <a:xfrm>
              <a:off x="4981121" y="5468719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50800 h 50799"/>
                <a:gd name="csX3" fmla="*/ 1 w 52909"/>
                <a:gd name="csY3" fmla="*/ 1 h 50799"/>
                <a:gd name="csX4" fmla="*/ 1 w 52909"/>
                <a:gd name="csY4" fmla="*/ 1 h 50799"/>
                <a:gd name="csX5" fmla="*/ 26455 w 52909"/>
                <a:gd name="csY5" fmla="*/ 12700 h 50799"/>
                <a:gd name="csX6" fmla="*/ 1 w 52909"/>
                <a:gd name="csY6" fmla="*/ 1 h 50799"/>
                <a:gd name="csX7" fmla="*/ 26455 w 52909"/>
                <a:gd name="csY7" fmla="*/ 12700 h 50799"/>
                <a:gd name="csX8" fmla="*/ 26455 w 52909"/>
                <a:gd name="csY8" fmla="*/ 12700 h 50799"/>
                <a:gd name="csX9" fmla="*/ 52910 w 52909"/>
                <a:gd name="csY9" fmla="*/ 1 h 50799"/>
                <a:gd name="csX10" fmla="*/ 26455 w 52909"/>
                <a:gd name="csY10" fmla="*/ 12700 h 50799"/>
                <a:gd name="csX11" fmla="*/ 52910 w 52909"/>
                <a:gd name="csY11" fmla="*/ 1 h 50799"/>
                <a:gd name="csX12" fmla="*/ 52910 w 52909"/>
                <a:gd name="csY12" fmla="*/ 1 h 50799"/>
                <a:gd name="csX13" fmla="*/ 26455 w 52909"/>
                <a:gd name="csY13" fmla="*/ 50800 h 50799"/>
                <a:gd name="csX14" fmla="*/ 52910 w 52909"/>
                <a:gd name="csY14" fmla="*/ 1 h 50799"/>
                <a:gd name="csX15" fmla="*/ 26455 w 52909"/>
                <a:gd name="csY15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22676" y="37229"/>
                    <a:pt x="6652" y="17925"/>
                    <a:pt x="1" y="1"/>
                  </a:cubicBezTo>
                  <a:moveTo>
                    <a:pt x="26455" y="50800"/>
                  </a:moveTo>
                  <a:cubicBezTo>
                    <a:pt x="18519" y="32004"/>
                    <a:pt x="4989" y="11757"/>
                    <a:pt x="1" y="1"/>
                  </a:cubicBezTo>
                  <a:moveTo>
                    <a:pt x="1" y="1"/>
                  </a:moveTo>
                  <a:cubicBezTo>
                    <a:pt x="4687" y="4500"/>
                    <a:pt x="11414" y="6242"/>
                    <a:pt x="26455" y="12700"/>
                  </a:cubicBezTo>
                  <a:moveTo>
                    <a:pt x="1" y="1"/>
                  </a:moveTo>
                  <a:cubicBezTo>
                    <a:pt x="7483" y="4210"/>
                    <a:pt x="14362" y="7766"/>
                    <a:pt x="26455" y="12700"/>
                  </a:cubicBezTo>
                  <a:moveTo>
                    <a:pt x="26455" y="12700"/>
                  </a:moveTo>
                  <a:cubicBezTo>
                    <a:pt x="34618" y="9653"/>
                    <a:pt x="47241" y="5589"/>
                    <a:pt x="52910" y="1"/>
                  </a:cubicBezTo>
                  <a:moveTo>
                    <a:pt x="26455" y="12700"/>
                  </a:moveTo>
                  <a:cubicBezTo>
                    <a:pt x="36584" y="7258"/>
                    <a:pt x="46863" y="4427"/>
                    <a:pt x="52910" y="1"/>
                  </a:cubicBezTo>
                  <a:moveTo>
                    <a:pt x="52910" y="1"/>
                  </a:moveTo>
                  <a:cubicBezTo>
                    <a:pt x="42328" y="23296"/>
                    <a:pt x="29479" y="34835"/>
                    <a:pt x="26455" y="50800"/>
                  </a:cubicBezTo>
                  <a:moveTo>
                    <a:pt x="52910" y="1"/>
                  </a:moveTo>
                  <a:cubicBezTo>
                    <a:pt x="44293" y="17925"/>
                    <a:pt x="31520" y="39407"/>
                    <a:pt x="26455" y="508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2" name="!!رسم 9">
            <a:extLst>
              <a:ext uri="{FF2B5EF4-FFF2-40B4-BE49-F238E27FC236}">
                <a16:creationId xmlns:a16="http://schemas.microsoft.com/office/drawing/2014/main" id="{DB647890-49E9-2A25-C009-5F643F804A58}"/>
              </a:ext>
            </a:extLst>
          </p:cNvPr>
          <p:cNvGrpSpPr/>
          <p:nvPr/>
        </p:nvGrpSpPr>
        <p:grpSpPr>
          <a:xfrm>
            <a:off x="2284696" y="3840953"/>
            <a:ext cx="445044" cy="50799"/>
            <a:chOff x="5007576" y="3851763"/>
            <a:chExt cx="445044" cy="50799"/>
          </a:xfrm>
        </p:grpSpPr>
        <p:sp>
          <p:nvSpPr>
            <p:cNvPr id="1963" name="شكل حر: شكل 315">
              <a:extLst>
                <a:ext uri="{FF2B5EF4-FFF2-40B4-BE49-F238E27FC236}">
                  <a16:creationId xmlns:a16="http://schemas.microsoft.com/office/drawing/2014/main" id="{B9B79FE3-8794-871A-BAA6-D0AE8188AE7B}"/>
                </a:ext>
              </a:extLst>
            </p:cNvPr>
            <p:cNvSpPr/>
            <p:nvPr/>
          </p:nvSpPr>
          <p:spPr>
            <a:xfrm>
              <a:off x="5007576" y="3877018"/>
              <a:ext cx="405362" cy="3265"/>
            </a:xfrm>
            <a:custGeom>
              <a:avLst/>
              <a:gdLst>
                <a:gd name="csX0" fmla="*/ 405363 w 405362"/>
                <a:gd name="csY0" fmla="*/ 1 h 3265"/>
                <a:gd name="csX1" fmla="*/ 1 w 405362"/>
                <a:gd name="csY1" fmla="*/ 3266 h 32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5362" h="3265">
                  <a:moveTo>
                    <a:pt x="405363" y="1"/>
                  </a:moveTo>
                  <a:lnTo>
                    <a:pt x="1" y="3266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4" name="شكل حر: شكل 316">
              <a:extLst>
                <a:ext uri="{FF2B5EF4-FFF2-40B4-BE49-F238E27FC236}">
                  <a16:creationId xmlns:a16="http://schemas.microsoft.com/office/drawing/2014/main" id="{FE17A836-7237-9D5F-AE4B-83742F2F45A7}"/>
                </a:ext>
              </a:extLst>
            </p:cNvPr>
            <p:cNvSpPr/>
            <p:nvPr/>
          </p:nvSpPr>
          <p:spPr>
            <a:xfrm>
              <a:off x="5399484" y="3851763"/>
              <a:ext cx="53136" cy="50799"/>
            </a:xfrm>
            <a:custGeom>
              <a:avLst/>
              <a:gdLst>
                <a:gd name="csX0" fmla="*/ 53137 w 53136"/>
                <a:gd name="csY0" fmla="*/ 24965 h 50799"/>
                <a:gd name="csX1" fmla="*/ 454 w 53136"/>
                <a:gd name="csY1" fmla="*/ 50800 h 50799"/>
                <a:gd name="csX2" fmla="*/ 13455 w 53136"/>
                <a:gd name="csY2" fmla="*/ 25255 h 50799"/>
                <a:gd name="csX3" fmla="*/ 1 w 53136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136" h="50799">
                  <a:moveTo>
                    <a:pt x="53137" y="24965"/>
                  </a:moveTo>
                  <a:lnTo>
                    <a:pt x="454" y="50800"/>
                  </a:lnTo>
                  <a:lnTo>
                    <a:pt x="13455" y="25255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5" name="شكل حر: شكل 317">
              <a:extLst>
                <a:ext uri="{FF2B5EF4-FFF2-40B4-BE49-F238E27FC236}">
                  <a16:creationId xmlns:a16="http://schemas.microsoft.com/office/drawing/2014/main" id="{B56D072D-C6D3-A7E7-D9AF-E75E5324AF12}"/>
                </a:ext>
              </a:extLst>
            </p:cNvPr>
            <p:cNvSpPr/>
            <p:nvPr/>
          </p:nvSpPr>
          <p:spPr>
            <a:xfrm>
              <a:off x="5007576" y="3875726"/>
              <a:ext cx="405362" cy="5375"/>
            </a:xfrm>
            <a:custGeom>
              <a:avLst/>
              <a:gdLst>
                <a:gd name="csX0" fmla="*/ 405363 w 405362"/>
                <a:gd name="csY0" fmla="*/ 1292 h 5375"/>
                <a:gd name="csX1" fmla="*/ 1 w 405362"/>
                <a:gd name="csY1" fmla="*/ 4558 h 5375"/>
                <a:gd name="csX2" fmla="*/ 405363 w 405362"/>
                <a:gd name="csY2" fmla="*/ 1292 h 5375"/>
                <a:gd name="csX3" fmla="*/ 1 w 405362"/>
                <a:gd name="csY3" fmla="*/ 4558 h 5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05362" h="5375">
                  <a:moveTo>
                    <a:pt x="405363" y="1292"/>
                  </a:moveTo>
                  <a:cubicBezTo>
                    <a:pt x="277775" y="1655"/>
                    <a:pt x="149659" y="-3497"/>
                    <a:pt x="1" y="4558"/>
                  </a:cubicBezTo>
                  <a:moveTo>
                    <a:pt x="405363" y="1292"/>
                  </a:moveTo>
                  <a:cubicBezTo>
                    <a:pt x="303625" y="1147"/>
                    <a:pt x="206877" y="7606"/>
                    <a:pt x="1" y="4558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6" name="شكل حر: شكل 318">
              <a:extLst>
                <a:ext uri="{FF2B5EF4-FFF2-40B4-BE49-F238E27FC236}">
                  <a16:creationId xmlns:a16="http://schemas.microsoft.com/office/drawing/2014/main" id="{DFD6C22C-0DE3-179A-9101-7E4A4C7BDD8D}"/>
                </a:ext>
              </a:extLst>
            </p:cNvPr>
            <p:cNvSpPr/>
            <p:nvPr/>
          </p:nvSpPr>
          <p:spPr>
            <a:xfrm>
              <a:off x="5399484" y="3851763"/>
              <a:ext cx="53136" cy="50799"/>
            </a:xfrm>
            <a:custGeom>
              <a:avLst/>
              <a:gdLst>
                <a:gd name="csX0" fmla="*/ 53137 w 53136"/>
                <a:gd name="csY0" fmla="*/ 24965 h 50799"/>
                <a:gd name="csX1" fmla="*/ 454 w 53136"/>
                <a:gd name="csY1" fmla="*/ 50800 h 50799"/>
                <a:gd name="csX2" fmla="*/ 13455 w 53136"/>
                <a:gd name="csY2" fmla="*/ 25255 h 50799"/>
                <a:gd name="csX3" fmla="*/ 1 w 53136"/>
                <a:gd name="csY3" fmla="*/ 1 h 50799"/>
                <a:gd name="csX4" fmla="*/ 53137 w 53136"/>
                <a:gd name="csY4" fmla="*/ 24965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136" h="50799">
                  <a:moveTo>
                    <a:pt x="53137" y="24965"/>
                  </a:moveTo>
                  <a:cubicBezTo>
                    <a:pt x="41421" y="24747"/>
                    <a:pt x="25322" y="29101"/>
                    <a:pt x="454" y="50800"/>
                  </a:cubicBezTo>
                  <a:cubicBezTo>
                    <a:pt x="832" y="41947"/>
                    <a:pt x="9297" y="28085"/>
                    <a:pt x="13455" y="25255"/>
                  </a:cubicBezTo>
                  <a:cubicBezTo>
                    <a:pt x="3931" y="11684"/>
                    <a:pt x="2117" y="10015"/>
                    <a:pt x="1" y="1"/>
                  </a:cubicBezTo>
                  <a:cubicBezTo>
                    <a:pt x="14437" y="13716"/>
                    <a:pt x="23734" y="8491"/>
                    <a:pt x="53137" y="24965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67" name="شكل حر: شكل 319">
              <a:extLst>
                <a:ext uri="{FF2B5EF4-FFF2-40B4-BE49-F238E27FC236}">
                  <a16:creationId xmlns:a16="http://schemas.microsoft.com/office/drawing/2014/main" id="{7D72C31D-B158-8489-D138-D4E421508205}"/>
                </a:ext>
              </a:extLst>
            </p:cNvPr>
            <p:cNvSpPr/>
            <p:nvPr/>
          </p:nvSpPr>
          <p:spPr>
            <a:xfrm>
              <a:off x="5399484" y="3851763"/>
              <a:ext cx="53136" cy="50799"/>
            </a:xfrm>
            <a:custGeom>
              <a:avLst/>
              <a:gdLst>
                <a:gd name="csX0" fmla="*/ 53137 w 53136"/>
                <a:gd name="csY0" fmla="*/ 24965 h 50799"/>
                <a:gd name="csX1" fmla="*/ 454 w 53136"/>
                <a:gd name="csY1" fmla="*/ 50800 h 50799"/>
                <a:gd name="csX2" fmla="*/ 53137 w 53136"/>
                <a:gd name="csY2" fmla="*/ 24965 h 50799"/>
                <a:gd name="csX3" fmla="*/ 454 w 53136"/>
                <a:gd name="csY3" fmla="*/ 50800 h 50799"/>
                <a:gd name="csX4" fmla="*/ 454 w 53136"/>
                <a:gd name="csY4" fmla="*/ 50800 h 50799"/>
                <a:gd name="csX5" fmla="*/ 13455 w 53136"/>
                <a:gd name="csY5" fmla="*/ 25255 h 50799"/>
                <a:gd name="csX6" fmla="*/ 454 w 53136"/>
                <a:gd name="csY6" fmla="*/ 50800 h 50799"/>
                <a:gd name="csX7" fmla="*/ 13455 w 53136"/>
                <a:gd name="csY7" fmla="*/ 25255 h 50799"/>
                <a:gd name="csX8" fmla="*/ 13455 w 53136"/>
                <a:gd name="csY8" fmla="*/ 25255 h 50799"/>
                <a:gd name="csX9" fmla="*/ 1 w 53136"/>
                <a:gd name="csY9" fmla="*/ 1 h 50799"/>
                <a:gd name="csX10" fmla="*/ 13455 w 53136"/>
                <a:gd name="csY10" fmla="*/ 25255 h 50799"/>
                <a:gd name="csX11" fmla="*/ 1 w 53136"/>
                <a:gd name="csY11" fmla="*/ 1 h 50799"/>
                <a:gd name="csX12" fmla="*/ 1 w 53136"/>
                <a:gd name="csY12" fmla="*/ 1 h 50799"/>
                <a:gd name="csX13" fmla="*/ 53137 w 53136"/>
                <a:gd name="csY13" fmla="*/ 24965 h 50799"/>
                <a:gd name="csX14" fmla="*/ 1 w 53136"/>
                <a:gd name="csY14" fmla="*/ 1 h 50799"/>
                <a:gd name="csX15" fmla="*/ 53137 w 53136"/>
                <a:gd name="csY15" fmla="*/ 24965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3136" h="50799">
                  <a:moveTo>
                    <a:pt x="53137" y="24965"/>
                  </a:moveTo>
                  <a:cubicBezTo>
                    <a:pt x="37113" y="32875"/>
                    <a:pt x="21013" y="38753"/>
                    <a:pt x="454" y="50800"/>
                  </a:cubicBezTo>
                  <a:moveTo>
                    <a:pt x="53137" y="24965"/>
                  </a:moveTo>
                  <a:cubicBezTo>
                    <a:pt x="39078" y="31569"/>
                    <a:pt x="27211" y="40060"/>
                    <a:pt x="454" y="50800"/>
                  </a:cubicBezTo>
                  <a:moveTo>
                    <a:pt x="454" y="50800"/>
                  </a:moveTo>
                  <a:cubicBezTo>
                    <a:pt x="1663" y="42527"/>
                    <a:pt x="9826" y="37883"/>
                    <a:pt x="13455" y="25255"/>
                  </a:cubicBezTo>
                  <a:moveTo>
                    <a:pt x="454" y="50800"/>
                  </a:moveTo>
                  <a:cubicBezTo>
                    <a:pt x="2873" y="45648"/>
                    <a:pt x="7483" y="39987"/>
                    <a:pt x="13455" y="25255"/>
                  </a:cubicBezTo>
                  <a:moveTo>
                    <a:pt x="13455" y="25255"/>
                  </a:moveTo>
                  <a:cubicBezTo>
                    <a:pt x="7786" y="14950"/>
                    <a:pt x="4384" y="9725"/>
                    <a:pt x="1" y="1"/>
                  </a:cubicBezTo>
                  <a:moveTo>
                    <a:pt x="13455" y="25255"/>
                  </a:moveTo>
                  <a:cubicBezTo>
                    <a:pt x="9600" y="19087"/>
                    <a:pt x="8844" y="14079"/>
                    <a:pt x="1" y="1"/>
                  </a:cubicBezTo>
                  <a:moveTo>
                    <a:pt x="1" y="1"/>
                  </a:moveTo>
                  <a:cubicBezTo>
                    <a:pt x="12245" y="11757"/>
                    <a:pt x="39456" y="17272"/>
                    <a:pt x="53137" y="24965"/>
                  </a:cubicBezTo>
                  <a:moveTo>
                    <a:pt x="1" y="1"/>
                  </a:moveTo>
                  <a:cubicBezTo>
                    <a:pt x="16629" y="5879"/>
                    <a:pt x="39305" y="15386"/>
                    <a:pt x="53137" y="24965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68" name="!!رسم 9">
            <a:extLst>
              <a:ext uri="{FF2B5EF4-FFF2-40B4-BE49-F238E27FC236}">
                <a16:creationId xmlns:a16="http://schemas.microsoft.com/office/drawing/2014/main" id="{0147B207-E722-EAD8-0078-17D0276E3027}"/>
              </a:ext>
            </a:extLst>
          </p:cNvPr>
          <p:cNvGrpSpPr/>
          <p:nvPr/>
        </p:nvGrpSpPr>
        <p:grpSpPr>
          <a:xfrm>
            <a:off x="2284696" y="4330300"/>
            <a:ext cx="293874" cy="50824"/>
            <a:chOff x="5007576" y="4341110"/>
            <a:chExt cx="293874" cy="50824"/>
          </a:xfrm>
        </p:grpSpPr>
        <p:sp>
          <p:nvSpPr>
            <p:cNvPr id="1969" name="شكل حر: شكل 321">
              <a:extLst>
                <a:ext uri="{FF2B5EF4-FFF2-40B4-BE49-F238E27FC236}">
                  <a16:creationId xmlns:a16="http://schemas.microsoft.com/office/drawing/2014/main" id="{3A9CC494-CA23-EC7D-ADDD-CE3EE69C84C3}"/>
                </a:ext>
              </a:extLst>
            </p:cNvPr>
            <p:cNvSpPr/>
            <p:nvPr/>
          </p:nvSpPr>
          <p:spPr>
            <a:xfrm>
              <a:off x="5007576" y="4366510"/>
              <a:ext cx="254192" cy="7257"/>
            </a:xfrm>
            <a:custGeom>
              <a:avLst/>
              <a:gdLst>
                <a:gd name="csX0" fmla="*/ 254193 w 254192"/>
                <a:gd name="csY0" fmla="*/ 1 h 7257"/>
                <a:gd name="csX1" fmla="*/ 1 w 254192"/>
                <a:gd name="csY1" fmla="*/ 1 h 7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4192" h="7257">
                  <a:moveTo>
                    <a:pt x="254193" y="1"/>
                  </a:moveTo>
                  <a:lnTo>
                    <a:pt x="1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0" name="شكل حر: شكل 322">
              <a:extLst>
                <a:ext uri="{FF2B5EF4-FFF2-40B4-BE49-F238E27FC236}">
                  <a16:creationId xmlns:a16="http://schemas.microsoft.com/office/drawing/2014/main" id="{3A948F44-36EF-A7D9-16E2-FC275F0B56DB}"/>
                </a:ext>
              </a:extLst>
            </p:cNvPr>
            <p:cNvSpPr/>
            <p:nvPr/>
          </p:nvSpPr>
          <p:spPr>
            <a:xfrm>
              <a:off x="5248540" y="4341110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13228 w 52909"/>
                <a:gd name="csY2" fmla="*/ 25400 h 50799"/>
                <a:gd name="csX3" fmla="*/ 1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lnTo>
                    <a:pt x="1" y="50800"/>
                  </a:lnTo>
                  <a:lnTo>
                    <a:pt x="13228" y="2540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1" name="شكل حر: شكل 323">
              <a:extLst>
                <a:ext uri="{FF2B5EF4-FFF2-40B4-BE49-F238E27FC236}">
                  <a16:creationId xmlns:a16="http://schemas.microsoft.com/office/drawing/2014/main" id="{1F1CAF49-ACCA-ACF4-3EFF-F0074BE6BA15}"/>
                </a:ext>
              </a:extLst>
            </p:cNvPr>
            <p:cNvSpPr/>
            <p:nvPr/>
          </p:nvSpPr>
          <p:spPr>
            <a:xfrm>
              <a:off x="5007576" y="4356902"/>
              <a:ext cx="254192" cy="11812"/>
            </a:xfrm>
            <a:custGeom>
              <a:avLst/>
              <a:gdLst>
                <a:gd name="csX0" fmla="*/ 254193 w 254192"/>
                <a:gd name="csY0" fmla="*/ 9609 h 11812"/>
                <a:gd name="csX1" fmla="*/ 1 w 254192"/>
                <a:gd name="csY1" fmla="*/ 9609 h 11812"/>
                <a:gd name="csX2" fmla="*/ 254193 w 254192"/>
                <a:gd name="csY2" fmla="*/ 9609 h 11812"/>
                <a:gd name="csX3" fmla="*/ 1 w 254192"/>
                <a:gd name="csY3" fmla="*/ 9609 h 118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192" h="11812">
                  <a:moveTo>
                    <a:pt x="254193" y="9609"/>
                  </a:moveTo>
                  <a:cubicBezTo>
                    <a:pt x="166514" y="-697"/>
                    <a:pt x="78080" y="-5486"/>
                    <a:pt x="1" y="9609"/>
                  </a:cubicBezTo>
                  <a:moveTo>
                    <a:pt x="254193" y="9609"/>
                  </a:moveTo>
                  <a:cubicBezTo>
                    <a:pt x="180271" y="12584"/>
                    <a:pt x="99092" y="12511"/>
                    <a:pt x="1" y="9609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2" name="شكل حر: شكل 324">
              <a:extLst>
                <a:ext uri="{FF2B5EF4-FFF2-40B4-BE49-F238E27FC236}">
                  <a16:creationId xmlns:a16="http://schemas.microsoft.com/office/drawing/2014/main" id="{C2384619-11E7-87C3-754B-1CFC8CD24255}"/>
                </a:ext>
              </a:extLst>
            </p:cNvPr>
            <p:cNvSpPr/>
            <p:nvPr/>
          </p:nvSpPr>
          <p:spPr>
            <a:xfrm>
              <a:off x="5248540" y="4341110"/>
              <a:ext cx="52909" cy="50824"/>
            </a:xfrm>
            <a:custGeom>
              <a:avLst/>
              <a:gdLst>
                <a:gd name="csX0" fmla="*/ 52910 w 52909"/>
                <a:gd name="csY0" fmla="*/ 25400 h 50824"/>
                <a:gd name="csX1" fmla="*/ 1 w 52909"/>
                <a:gd name="csY1" fmla="*/ 50800 h 50824"/>
                <a:gd name="csX2" fmla="*/ 13228 w 52909"/>
                <a:gd name="csY2" fmla="*/ 25400 h 50824"/>
                <a:gd name="csX3" fmla="*/ 1 w 52909"/>
                <a:gd name="csY3" fmla="*/ 1 h 50824"/>
                <a:gd name="csX4" fmla="*/ 52910 w 52909"/>
                <a:gd name="csY4" fmla="*/ 25400 h 50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824">
                  <a:moveTo>
                    <a:pt x="52910" y="25400"/>
                  </a:moveTo>
                  <a:cubicBezTo>
                    <a:pt x="24490" y="36359"/>
                    <a:pt x="8617" y="51526"/>
                    <a:pt x="1" y="50800"/>
                  </a:cubicBezTo>
                  <a:cubicBezTo>
                    <a:pt x="3780" y="42963"/>
                    <a:pt x="11414" y="36286"/>
                    <a:pt x="13228" y="25400"/>
                  </a:cubicBezTo>
                  <a:cubicBezTo>
                    <a:pt x="9600" y="19812"/>
                    <a:pt x="1512" y="7258"/>
                    <a:pt x="1" y="1"/>
                  </a:cubicBezTo>
                  <a:cubicBezTo>
                    <a:pt x="3931" y="12555"/>
                    <a:pt x="21996" y="10160"/>
                    <a:pt x="52910" y="254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73" name="شكل حر: شكل 325">
              <a:extLst>
                <a:ext uri="{FF2B5EF4-FFF2-40B4-BE49-F238E27FC236}">
                  <a16:creationId xmlns:a16="http://schemas.microsoft.com/office/drawing/2014/main" id="{D36DD2F7-58F4-A554-4CEF-FF63B4917042}"/>
                </a:ext>
              </a:extLst>
            </p:cNvPr>
            <p:cNvSpPr/>
            <p:nvPr/>
          </p:nvSpPr>
          <p:spPr>
            <a:xfrm>
              <a:off x="5248540" y="4341110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52910 w 52909"/>
                <a:gd name="csY2" fmla="*/ 25400 h 50799"/>
                <a:gd name="csX3" fmla="*/ 1 w 52909"/>
                <a:gd name="csY3" fmla="*/ 50800 h 50799"/>
                <a:gd name="csX4" fmla="*/ 1 w 52909"/>
                <a:gd name="csY4" fmla="*/ 50800 h 50799"/>
                <a:gd name="csX5" fmla="*/ 13228 w 52909"/>
                <a:gd name="csY5" fmla="*/ 25400 h 50799"/>
                <a:gd name="csX6" fmla="*/ 1 w 52909"/>
                <a:gd name="csY6" fmla="*/ 50800 h 50799"/>
                <a:gd name="csX7" fmla="*/ 13228 w 52909"/>
                <a:gd name="csY7" fmla="*/ 25400 h 50799"/>
                <a:gd name="csX8" fmla="*/ 13228 w 52909"/>
                <a:gd name="csY8" fmla="*/ 25400 h 50799"/>
                <a:gd name="csX9" fmla="*/ 1 w 52909"/>
                <a:gd name="csY9" fmla="*/ 1 h 50799"/>
                <a:gd name="csX10" fmla="*/ 13228 w 52909"/>
                <a:gd name="csY10" fmla="*/ 25400 h 50799"/>
                <a:gd name="csX11" fmla="*/ 1 w 52909"/>
                <a:gd name="csY11" fmla="*/ 1 h 50799"/>
                <a:gd name="csX12" fmla="*/ 1 w 52909"/>
                <a:gd name="csY12" fmla="*/ 1 h 50799"/>
                <a:gd name="csX13" fmla="*/ 52910 w 52909"/>
                <a:gd name="csY13" fmla="*/ 25400 h 50799"/>
                <a:gd name="csX14" fmla="*/ 1 w 52909"/>
                <a:gd name="csY14" fmla="*/ 1 h 50799"/>
                <a:gd name="csX15" fmla="*/ 52910 w 52909"/>
                <a:gd name="csY15" fmla="*/ 254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cubicBezTo>
                    <a:pt x="33485" y="29827"/>
                    <a:pt x="13832" y="36141"/>
                    <a:pt x="1" y="50800"/>
                  </a:cubicBezTo>
                  <a:moveTo>
                    <a:pt x="52910" y="25400"/>
                  </a:moveTo>
                  <a:cubicBezTo>
                    <a:pt x="38549" y="34617"/>
                    <a:pt x="21542" y="42672"/>
                    <a:pt x="1" y="50800"/>
                  </a:cubicBezTo>
                  <a:moveTo>
                    <a:pt x="1" y="50800"/>
                  </a:moveTo>
                  <a:cubicBezTo>
                    <a:pt x="7332" y="44632"/>
                    <a:pt x="8390" y="37157"/>
                    <a:pt x="13228" y="25400"/>
                  </a:cubicBezTo>
                  <a:moveTo>
                    <a:pt x="1" y="50800"/>
                  </a:moveTo>
                  <a:cubicBezTo>
                    <a:pt x="983" y="45938"/>
                    <a:pt x="6576" y="40568"/>
                    <a:pt x="13228" y="25400"/>
                  </a:cubicBezTo>
                  <a:moveTo>
                    <a:pt x="13228" y="25400"/>
                  </a:moveTo>
                  <a:cubicBezTo>
                    <a:pt x="7332" y="17635"/>
                    <a:pt x="7332" y="9798"/>
                    <a:pt x="1" y="1"/>
                  </a:cubicBezTo>
                  <a:moveTo>
                    <a:pt x="13228" y="25400"/>
                  </a:moveTo>
                  <a:cubicBezTo>
                    <a:pt x="10885" y="18361"/>
                    <a:pt x="5291" y="13571"/>
                    <a:pt x="1" y="1"/>
                  </a:cubicBezTo>
                  <a:moveTo>
                    <a:pt x="1" y="1"/>
                  </a:moveTo>
                  <a:cubicBezTo>
                    <a:pt x="16327" y="10233"/>
                    <a:pt x="30083" y="8201"/>
                    <a:pt x="52910" y="25400"/>
                  </a:cubicBezTo>
                  <a:moveTo>
                    <a:pt x="1" y="1"/>
                  </a:moveTo>
                  <a:cubicBezTo>
                    <a:pt x="15571" y="4500"/>
                    <a:pt x="30234" y="12483"/>
                    <a:pt x="52910" y="254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74" name="!!رسم 9">
            <a:extLst>
              <a:ext uri="{FF2B5EF4-FFF2-40B4-BE49-F238E27FC236}">
                <a16:creationId xmlns:a16="http://schemas.microsoft.com/office/drawing/2014/main" id="{D107C543-08FE-334F-04A5-621162F74295}"/>
              </a:ext>
            </a:extLst>
          </p:cNvPr>
          <p:cNvGrpSpPr/>
          <p:nvPr/>
        </p:nvGrpSpPr>
        <p:grpSpPr>
          <a:xfrm>
            <a:off x="2390515" y="4355700"/>
            <a:ext cx="453509" cy="145142"/>
            <a:chOff x="5113395" y="4366510"/>
            <a:chExt cx="453509" cy="145142"/>
          </a:xfrm>
          <a:noFill/>
        </p:grpSpPr>
        <p:sp>
          <p:nvSpPr>
            <p:cNvPr id="1975" name="مستطيل 327">
              <a:extLst>
                <a:ext uri="{FF2B5EF4-FFF2-40B4-BE49-F238E27FC236}">
                  <a16:creationId xmlns:a16="http://schemas.microsoft.com/office/drawing/2014/main" id="{6262A641-DA3A-368A-03BD-4178A7B9FEF2}"/>
                </a:ext>
              </a:extLst>
            </p:cNvPr>
            <p:cNvSpPr/>
            <p:nvPr/>
          </p:nvSpPr>
          <p:spPr>
            <a:xfrm>
              <a:off x="5113395" y="436651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76" name="صورة 328">
              <a:extLst>
                <a:ext uri="{FF2B5EF4-FFF2-40B4-BE49-F238E27FC236}">
                  <a16:creationId xmlns:a16="http://schemas.microsoft.com/office/drawing/2014/main" id="{D5778734-E84A-374C-D8D5-9FC925DE81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>
              <a:off x="5117174" y="4402795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1977" name="!!رسم 9">
            <a:extLst>
              <a:ext uri="{FF2B5EF4-FFF2-40B4-BE49-F238E27FC236}">
                <a16:creationId xmlns:a16="http://schemas.microsoft.com/office/drawing/2014/main" id="{5E5C5576-E957-C004-2AC1-DF11E9A97453}"/>
              </a:ext>
            </a:extLst>
          </p:cNvPr>
          <p:cNvGrpSpPr/>
          <p:nvPr/>
        </p:nvGrpSpPr>
        <p:grpSpPr>
          <a:xfrm>
            <a:off x="2330047" y="5407980"/>
            <a:ext cx="453509" cy="145142"/>
            <a:chOff x="5052927" y="5418790"/>
            <a:chExt cx="453509" cy="145142"/>
          </a:xfrm>
          <a:noFill/>
        </p:grpSpPr>
        <p:sp>
          <p:nvSpPr>
            <p:cNvPr id="1978" name="مستطيل 330">
              <a:extLst>
                <a:ext uri="{FF2B5EF4-FFF2-40B4-BE49-F238E27FC236}">
                  <a16:creationId xmlns:a16="http://schemas.microsoft.com/office/drawing/2014/main" id="{F989855B-0F6B-9C5D-9B93-94C96F0D3045}"/>
                </a:ext>
              </a:extLst>
            </p:cNvPr>
            <p:cNvSpPr/>
            <p:nvPr/>
          </p:nvSpPr>
          <p:spPr>
            <a:xfrm>
              <a:off x="5052927" y="541879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79" name="صورة 331">
              <a:extLst>
                <a:ext uri="{FF2B5EF4-FFF2-40B4-BE49-F238E27FC236}">
                  <a16:creationId xmlns:a16="http://schemas.microsoft.com/office/drawing/2014/main" id="{B8D99BE7-F7BC-D1FE-5729-4E84F803A96E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5056706" y="5455075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1980" name="!!رسم 9">
            <a:extLst>
              <a:ext uri="{FF2B5EF4-FFF2-40B4-BE49-F238E27FC236}">
                <a16:creationId xmlns:a16="http://schemas.microsoft.com/office/drawing/2014/main" id="{66F3EB4D-5B9D-627A-188E-F9718DC725E2}"/>
              </a:ext>
            </a:extLst>
          </p:cNvPr>
          <p:cNvGrpSpPr/>
          <p:nvPr/>
        </p:nvGrpSpPr>
        <p:grpSpPr>
          <a:xfrm>
            <a:off x="2390515" y="5059639"/>
            <a:ext cx="453509" cy="145142"/>
            <a:chOff x="5113395" y="5070449"/>
            <a:chExt cx="453509" cy="145142"/>
          </a:xfrm>
          <a:noFill/>
        </p:grpSpPr>
        <p:sp>
          <p:nvSpPr>
            <p:cNvPr id="1981" name="مستطيل 333">
              <a:extLst>
                <a:ext uri="{FF2B5EF4-FFF2-40B4-BE49-F238E27FC236}">
                  <a16:creationId xmlns:a16="http://schemas.microsoft.com/office/drawing/2014/main" id="{D6AB7C92-D217-D3F8-AEF6-CBAAB8E19C65}"/>
                </a:ext>
              </a:extLst>
            </p:cNvPr>
            <p:cNvSpPr/>
            <p:nvPr/>
          </p:nvSpPr>
          <p:spPr>
            <a:xfrm>
              <a:off x="5113395" y="5070449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82" name="صورة 334">
              <a:extLst>
                <a:ext uri="{FF2B5EF4-FFF2-40B4-BE49-F238E27FC236}">
                  <a16:creationId xmlns:a16="http://schemas.microsoft.com/office/drawing/2014/main" id="{8692BDC1-42F2-3E6C-925B-60405C42D84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5117174" y="5106734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1983" name="!!رسم 9">
            <a:extLst>
              <a:ext uri="{FF2B5EF4-FFF2-40B4-BE49-F238E27FC236}">
                <a16:creationId xmlns:a16="http://schemas.microsoft.com/office/drawing/2014/main" id="{E3A1C758-FD3C-3E6A-72E5-67C69E1E9560}"/>
              </a:ext>
            </a:extLst>
          </p:cNvPr>
          <p:cNvGrpSpPr/>
          <p:nvPr/>
        </p:nvGrpSpPr>
        <p:grpSpPr>
          <a:xfrm>
            <a:off x="2284696" y="5041496"/>
            <a:ext cx="293874" cy="50799"/>
            <a:chOff x="5007576" y="5052306"/>
            <a:chExt cx="293874" cy="50799"/>
          </a:xfrm>
        </p:grpSpPr>
        <p:sp>
          <p:nvSpPr>
            <p:cNvPr id="1984" name="شكل حر: شكل 336">
              <a:extLst>
                <a:ext uri="{FF2B5EF4-FFF2-40B4-BE49-F238E27FC236}">
                  <a16:creationId xmlns:a16="http://schemas.microsoft.com/office/drawing/2014/main" id="{78E85060-FD65-3C88-6901-2AE15EB87704}"/>
                </a:ext>
              </a:extLst>
            </p:cNvPr>
            <p:cNvSpPr/>
            <p:nvPr/>
          </p:nvSpPr>
          <p:spPr>
            <a:xfrm>
              <a:off x="5007576" y="5077706"/>
              <a:ext cx="254192" cy="7257"/>
            </a:xfrm>
            <a:custGeom>
              <a:avLst/>
              <a:gdLst>
                <a:gd name="csX0" fmla="*/ 254193 w 254192"/>
                <a:gd name="csY0" fmla="*/ 1 h 7257"/>
                <a:gd name="csX1" fmla="*/ 1 w 254192"/>
                <a:gd name="csY1" fmla="*/ 1 h 7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4192" h="7257">
                  <a:moveTo>
                    <a:pt x="254193" y="1"/>
                  </a:moveTo>
                  <a:lnTo>
                    <a:pt x="1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5" name="شكل حر: شكل 337">
              <a:extLst>
                <a:ext uri="{FF2B5EF4-FFF2-40B4-BE49-F238E27FC236}">
                  <a16:creationId xmlns:a16="http://schemas.microsoft.com/office/drawing/2014/main" id="{6C9E36FB-1DA3-377F-0ECC-7161F804FA6A}"/>
                </a:ext>
              </a:extLst>
            </p:cNvPr>
            <p:cNvSpPr/>
            <p:nvPr/>
          </p:nvSpPr>
          <p:spPr>
            <a:xfrm>
              <a:off x="5248540" y="5052306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13228 w 52909"/>
                <a:gd name="csY2" fmla="*/ 25400 h 50799"/>
                <a:gd name="csX3" fmla="*/ 1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lnTo>
                    <a:pt x="1" y="50800"/>
                  </a:lnTo>
                  <a:lnTo>
                    <a:pt x="13228" y="2540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6" name="شكل حر: شكل 338">
              <a:extLst>
                <a:ext uri="{FF2B5EF4-FFF2-40B4-BE49-F238E27FC236}">
                  <a16:creationId xmlns:a16="http://schemas.microsoft.com/office/drawing/2014/main" id="{E0EDBA9F-1558-188B-6EDC-E7EE249F1F17}"/>
                </a:ext>
              </a:extLst>
            </p:cNvPr>
            <p:cNvSpPr/>
            <p:nvPr/>
          </p:nvSpPr>
          <p:spPr>
            <a:xfrm>
              <a:off x="5007576" y="5071060"/>
              <a:ext cx="254192" cy="7034"/>
            </a:xfrm>
            <a:custGeom>
              <a:avLst/>
              <a:gdLst>
                <a:gd name="csX0" fmla="*/ 254193 w 254192"/>
                <a:gd name="csY0" fmla="*/ 6646 h 7034"/>
                <a:gd name="csX1" fmla="*/ 1 w 254192"/>
                <a:gd name="csY1" fmla="*/ 6646 h 7034"/>
                <a:gd name="csX2" fmla="*/ 254193 w 254192"/>
                <a:gd name="csY2" fmla="*/ 6646 h 7034"/>
                <a:gd name="csX3" fmla="*/ 1 w 254192"/>
                <a:gd name="csY3" fmla="*/ 6646 h 7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192" h="7034">
                  <a:moveTo>
                    <a:pt x="254193" y="6646"/>
                  </a:moveTo>
                  <a:cubicBezTo>
                    <a:pt x="162206" y="-2715"/>
                    <a:pt x="98639" y="-1700"/>
                    <a:pt x="1" y="6646"/>
                  </a:cubicBezTo>
                  <a:moveTo>
                    <a:pt x="254193" y="6646"/>
                  </a:moveTo>
                  <a:cubicBezTo>
                    <a:pt x="199545" y="2292"/>
                    <a:pt x="149130" y="8606"/>
                    <a:pt x="1" y="6646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7" name="شكل حر: شكل 339">
              <a:extLst>
                <a:ext uri="{FF2B5EF4-FFF2-40B4-BE49-F238E27FC236}">
                  <a16:creationId xmlns:a16="http://schemas.microsoft.com/office/drawing/2014/main" id="{AC725FDA-B30E-7904-160D-1443BA6565F1}"/>
                </a:ext>
              </a:extLst>
            </p:cNvPr>
            <p:cNvSpPr/>
            <p:nvPr/>
          </p:nvSpPr>
          <p:spPr>
            <a:xfrm>
              <a:off x="5248540" y="5052306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13228 w 52909"/>
                <a:gd name="csY2" fmla="*/ 25400 h 50799"/>
                <a:gd name="csX3" fmla="*/ 1 w 52909"/>
                <a:gd name="csY3" fmla="*/ 1 h 50799"/>
                <a:gd name="csX4" fmla="*/ 52910 w 52909"/>
                <a:gd name="csY4" fmla="*/ 254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cubicBezTo>
                    <a:pt x="44898" y="30553"/>
                    <a:pt x="30083" y="38608"/>
                    <a:pt x="1" y="50800"/>
                  </a:cubicBezTo>
                  <a:cubicBezTo>
                    <a:pt x="1059" y="47607"/>
                    <a:pt x="10129" y="39261"/>
                    <a:pt x="13228" y="25400"/>
                  </a:cubicBezTo>
                  <a:cubicBezTo>
                    <a:pt x="5065" y="23296"/>
                    <a:pt x="8995" y="18433"/>
                    <a:pt x="1" y="1"/>
                  </a:cubicBezTo>
                  <a:cubicBezTo>
                    <a:pt x="16327" y="12700"/>
                    <a:pt x="37566" y="5443"/>
                    <a:pt x="52910" y="254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88" name="شكل حر: شكل 340">
              <a:extLst>
                <a:ext uri="{FF2B5EF4-FFF2-40B4-BE49-F238E27FC236}">
                  <a16:creationId xmlns:a16="http://schemas.microsoft.com/office/drawing/2014/main" id="{F858B886-E224-6E7A-A58B-E0FCF3E052CD}"/>
                </a:ext>
              </a:extLst>
            </p:cNvPr>
            <p:cNvSpPr/>
            <p:nvPr/>
          </p:nvSpPr>
          <p:spPr>
            <a:xfrm>
              <a:off x="5248540" y="5052306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52910 w 52909"/>
                <a:gd name="csY2" fmla="*/ 25400 h 50799"/>
                <a:gd name="csX3" fmla="*/ 1 w 52909"/>
                <a:gd name="csY3" fmla="*/ 50800 h 50799"/>
                <a:gd name="csX4" fmla="*/ 1 w 52909"/>
                <a:gd name="csY4" fmla="*/ 50800 h 50799"/>
                <a:gd name="csX5" fmla="*/ 13228 w 52909"/>
                <a:gd name="csY5" fmla="*/ 25400 h 50799"/>
                <a:gd name="csX6" fmla="*/ 1 w 52909"/>
                <a:gd name="csY6" fmla="*/ 50800 h 50799"/>
                <a:gd name="csX7" fmla="*/ 13228 w 52909"/>
                <a:gd name="csY7" fmla="*/ 25400 h 50799"/>
                <a:gd name="csX8" fmla="*/ 13228 w 52909"/>
                <a:gd name="csY8" fmla="*/ 25400 h 50799"/>
                <a:gd name="csX9" fmla="*/ 1 w 52909"/>
                <a:gd name="csY9" fmla="*/ 1 h 50799"/>
                <a:gd name="csX10" fmla="*/ 13228 w 52909"/>
                <a:gd name="csY10" fmla="*/ 25400 h 50799"/>
                <a:gd name="csX11" fmla="*/ 1 w 52909"/>
                <a:gd name="csY11" fmla="*/ 1 h 50799"/>
                <a:gd name="csX12" fmla="*/ 1 w 52909"/>
                <a:gd name="csY12" fmla="*/ 1 h 50799"/>
                <a:gd name="csX13" fmla="*/ 52910 w 52909"/>
                <a:gd name="csY13" fmla="*/ 25400 h 50799"/>
                <a:gd name="csX14" fmla="*/ 1 w 52909"/>
                <a:gd name="csY14" fmla="*/ 1 h 50799"/>
                <a:gd name="csX15" fmla="*/ 52910 w 52909"/>
                <a:gd name="csY15" fmla="*/ 254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cubicBezTo>
                    <a:pt x="31973" y="29827"/>
                    <a:pt x="22071" y="38390"/>
                    <a:pt x="1" y="50800"/>
                  </a:cubicBezTo>
                  <a:moveTo>
                    <a:pt x="52910" y="25400"/>
                  </a:moveTo>
                  <a:cubicBezTo>
                    <a:pt x="41043" y="28739"/>
                    <a:pt x="30839" y="36431"/>
                    <a:pt x="1" y="50800"/>
                  </a:cubicBezTo>
                  <a:moveTo>
                    <a:pt x="1" y="50800"/>
                  </a:moveTo>
                  <a:cubicBezTo>
                    <a:pt x="4006" y="41439"/>
                    <a:pt x="9449" y="39334"/>
                    <a:pt x="13228" y="25400"/>
                  </a:cubicBezTo>
                  <a:moveTo>
                    <a:pt x="1" y="50800"/>
                  </a:moveTo>
                  <a:cubicBezTo>
                    <a:pt x="4006" y="42019"/>
                    <a:pt x="7408" y="35705"/>
                    <a:pt x="13228" y="25400"/>
                  </a:cubicBezTo>
                  <a:moveTo>
                    <a:pt x="13228" y="25400"/>
                  </a:moveTo>
                  <a:cubicBezTo>
                    <a:pt x="8542" y="17055"/>
                    <a:pt x="1966" y="10886"/>
                    <a:pt x="1" y="1"/>
                  </a:cubicBezTo>
                  <a:moveTo>
                    <a:pt x="13228" y="25400"/>
                  </a:moveTo>
                  <a:cubicBezTo>
                    <a:pt x="10053" y="20175"/>
                    <a:pt x="8012" y="15676"/>
                    <a:pt x="1" y="1"/>
                  </a:cubicBezTo>
                  <a:moveTo>
                    <a:pt x="1" y="1"/>
                  </a:moveTo>
                  <a:cubicBezTo>
                    <a:pt x="8542" y="9725"/>
                    <a:pt x="26606" y="15966"/>
                    <a:pt x="52910" y="25400"/>
                  </a:cubicBezTo>
                  <a:moveTo>
                    <a:pt x="1" y="1"/>
                  </a:moveTo>
                  <a:cubicBezTo>
                    <a:pt x="17385" y="10088"/>
                    <a:pt x="34240" y="16474"/>
                    <a:pt x="52910" y="254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89" name="!!رسم 9">
            <a:extLst>
              <a:ext uri="{FF2B5EF4-FFF2-40B4-BE49-F238E27FC236}">
                <a16:creationId xmlns:a16="http://schemas.microsoft.com/office/drawing/2014/main" id="{391E19F2-2E84-922D-E02A-637EEA05E196}"/>
              </a:ext>
            </a:extLst>
          </p:cNvPr>
          <p:cNvGrpSpPr/>
          <p:nvPr/>
        </p:nvGrpSpPr>
        <p:grpSpPr>
          <a:xfrm>
            <a:off x="2284696" y="1572601"/>
            <a:ext cx="4306564" cy="4530643"/>
            <a:chOff x="5007576" y="1583411"/>
            <a:chExt cx="4306564" cy="4530643"/>
          </a:xfrm>
        </p:grpSpPr>
        <p:grpSp>
          <p:nvGrpSpPr>
            <p:cNvPr id="1990" name="رسم 9">
              <a:extLst>
                <a:ext uri="{FF2B5EF4-FFF2-40B4-BE49-F238E27FC236}">
                  <a16:creationId xmlns:a16="http://schemas.microsoft.com/office/drawing/2014/main" id="{0C8BBAF2-0B83-9E10-E6CA-5692AA004381}"/>
                </a:ext>
              </a:extLst>
            </p:cNvPr>
            <p:cNvGrpSpPr/>
            <p:nvPr/>
          </p:nvGrpSpPr>
          <p:grpSpPr>
            <a:xfrm>
              <a:off x="5007576" y="1583411"/>
              <a:ext cx="4232757" cy="4530643"/>
              <a:chOff x="5007576" y="1583411"/>
              <a:chExt cx="4232757" cy="4530643"/>
            </a:xfrm>
          </p:grpSpPr>
          <p:sp>
            <p:nvSpPr>
              <p:cNvPr id="1992" name="شكل حر: شكل 343">
                <a:extLst>
                  <a:ext uri="{FF2B5EF4-FFF2-40B4-BE49-F238E27FC236}">
                    <a16:creationId xmlns:a16="http://schemas.microsoft.com/office/drawing/2014/main" id="{97E4C419-D6C2-0F9F-B8B0-B6D2DC1BB104}"/>
                  </a:ext>
                </a:extLst>
              </p:cNvPr>
              <p:cNvSpPr/>
              <p:nvPr/>
            </p:nvSpPr>
            <p:spPr>
              <a:xfrm>
                <a:off x="5007576" y="1608810"/>
                <a:ext cx="4232757" cy="4499404"/>
              </a:xfrm>
              <a:custGeom>
                <a:avLst/>
                <a:gdLst>
                  <a:gd name="csX0" fmla="*/ 1257507 w 4232757"/>
                  <a:gd name="csY0" fmla="*/ 1 h 4499404"/>
                  <a:gd name="csX1" fmla="*/ 4232758 w 4232757"/>
                  <a:gd name="csY1" fmla="*/ 1 h 4499404"/>
                  <a:gd name="csX2" fmla="*/ 4232758 w 4232757"/>
                  <a:gd name="csY2" fmla="*/ 4499405 h 4499404"/>
                  <a:gd name="csX3" fmla="*/ 831435 w 4232757"/>
                  <a:gd name="csY3" fmla="*/ 4499405 h 4499404"/>
                  <a:gd name="csX4" fmla="*/ 831435 w 4232757"/>
                  <a:gd name="csY4" fmla="*/ 3701123 h 4499404"/>
                  <a:gd name="csX5" fmla="*/ 1 w 4232757"/>
                  <a:gd name="csY5" fmla="*/ 3701123 h 44994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232757" h="4499404">
                    <a:moveTo>
                      <a:pt x="1257507" y="1"/>
                    </a:moveTo>
                    <a:lnTo>
                      <a:pt x="4232758" y="1"/>
                    </a:lnTo>
                    <a:lnTo>
                      <a:pt x="4232758" y="4499405"/>
                    </a:lnTo>
                    <a:lnTo>
                      <a:pt x="831435" y="4499405"/>
                    </a:lnTo>
                    <a:lnTo>
                      <a:pt x="831435" y="3701123"/>
                    </a:lnTo>
                    <a:lnTo>
                      <a:pt x="1" y="3701123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3" name="شكل حر: شكل 344">
                <a:extLst>
                  <a:ext uri="{FF2B5EF4-FFF2-40B4-BE49-F238E27FC236}">
                    <a16:creationId xmlns:a16="http://schemas.microsoft.com/office/drawing/2014/main" id="{8E4F466E-AE3B-1312-03D0-82F3BC63A3D0}"/>
                  </a:ext>
                </a:extLst>
              </p:cNvPr>
              <p:cNvSpPr/>
              <p:nvPr/>
            </p:nvSpPr>
            <p:spPr>
              <a:xfrm>
                <a:off x="6225400" y="1583411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4" name="شكل حر: شكل 345">
                <a:extLst>
                  <a:ext uri="{FF2B5EF4-FFF2-40B4-BE49-F238E27FC236}">
                    <a16:creationId xmlns:a16="http://schemas.microsoft.com/office/drawing/2014/main" id="{56E5CE68-3E99-7310-9E92-60093C9C7DC6}"/>
                  </a:ext>
                </a:extLst>
              </p:cNvPr>
              <p:cNvSpPr/>
              <p:nvPr/>
            </p:nvSpPr>
            <p:spPr>
              <a:xfrm>
                <a:off x="5007576" y="1608810"/>
                <a:ext cx="4232757" cy="4505243"/>
              </a:xfrm>
              <a:custGeom>
                <a:avLst/>
                <a:gdLst>
                  <a:gd name="csX0" fmla="*/ 1257507 w 4232757"/>
                  <a:gd name="csY0" fmla="*/ 1 h 4505243"/>
                  <a:gd name="csX1" fmla="*/ 4232758 w 4232757"/>
                  <a:gd name="csY1" fmla="*/ 1 h 4505243"/>
                  <a:gd name="csX2" fmla="*/ 1257507 w 4232757"/>
                  <a:gd name="csY2" fmla="*/ 1 h 4505243"/>
                  <a:gd name="csX3" fmla="*/ 4232758 w 4232757"/>
                  <a:gd name="csY3" fmla="*/ 1 h 4505243"/>
                  <a:gd name="csX4" fmla="*/ 4232758 w 4232757"/>
                  <a:gd name="csY4" fmla="*/ 1 h 4505243"/>
                  <a:gd name="csX5" fmla="*/ 4232758 w 4232757"/>
                  <a:gd name="csY5" fmla="*/ 4499405 h 4505243"/>
                  <a:gd name="csX6" fmla="*/ 4232758 w 4232757"/>
                  <a:gd name="csY6" fmla="*/ 1 h 4505243"/>
                  <a:gd name="csX7" fmla="*/ 4232758 w 4232757"/>
                  <a:gd name="csY7" fmla="*/ 4499405 h 4505243"/>
                  <a:gd name="csX8" fmla="*/ 4232758 w 4232757"/>
                  <a:gd name="csY8" fmla="*/ 4499405 h 4505243"/>
                  <a:gd name="csX9" fmla="*/ 831435 w 4232757"/>
                  <a:gd name="csY9" fmla="*/ 4499405 h 4505243"/>
                  <a:gd name="csX10" fmla="*/ 4232758 w 4232757"/>
                  <a:gd name="csY10" fmla="*/ 4499405 h 4505243"/>
                  <a:gd name="csX11" fmla="*/ 831435 w 4232757"/>
                  <a:gd name="csY11" fmla="*/ 4499405 h 4505243"/>
                  <a:gd name="csX12" fmla="*/ 831435 w 4232757"/>
                  <a:gd name="csY12" fmla="*/ 4499405 h 4505243"/>
                  <a:gd name="csX13" fmla="*/ 831435 w 4232757"/>
                  <a:gd name="csY13" fmla="*/ 3701123 h 4505243"/>
                  <a:gd name="csX14" fmla="*/ 831435 w 4232757"/>
                  <a:gd name="csY14" fmla="*/ 4499405 h 4505243"/>
                  <a:gd name="csX15" fmla="*/ 831435 w 4232757"/>
                  <a:gd name="csY15" fmla="*/ 3701123 h 4505243"/>
                  <a:gd name="csX16" fmla="*/ 831435 w 4232757"/>
                  <a:gd name="csY16" fmla="*/ 3701123 h 4505243"/>
                  <a:gd name="csX17" fmla="*/ 1 w 4232757"/>
                  <a:gd name="csY17" fmla="*/ 3701123 h 4505243"/>
                  <a:gd name="csX18" fmla="*/ 831435 w 4232757"/>
                  <a:gd name="csY18" fmla="*/ 3701123 h 4505243"/>
                  <a:gd name="csX19" fmla="*/ 1 w 4232757"/>
                  <a:gd name="csY19" fmla="*/ 3701123 h 45052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4232757" h="4505243">
                    <a:moveTo>
                      <a:pt x="1257507" y="1"/>
                    </a:moveTo>
                    <a:cubicBezTo>
                      <a:pt x="2219477" y="17708"/>
                      <a:pt x="3162853" y="19087"/>
                      <a:pt x="4232758" y="1"/>
                    </a:cubicBezTo>
                    <a:moveTo>
                      <a:pt x="1257507" y="1"/>
                    </a:moveTo>
                    <a:cubicBezTo>
                      <a:pt x="2085692" y="13862"/>
                      <a:pt x="2909266" y="14224"/>
                      <a:pt x="4232758" y="1"/>
                    </a:cubicBezTo>
                    <a:moveTo>
                      <a:pt x="4232758" y="1"/>
                    </a:moveTo>
                    <a:cubicBezTo>
                      <a:pt x="4223915" y="1304029"/>
                      <a:pt x="4224595" y="2612558"/>
                      <a:pt x="4232758" y="4499405"/>
                    </a:cubicBezTo>
                    <a:moveTo>
                      <a:pt x="4232758" y="1"/>
                    </a:moveTo>
                    <a:cubicBezTo>
                      <a:pt x="4222555" y="1242852"/>
                      <a:pt x="4223991" y="2490566"/>
                      <a:pt x="4232758" y="4499405"/>
                    </a:cubicBezTo>
                    <a:moveTo>
                      <a:pt x="4232758" y="4499405"/>
                    </a:moveTo>
                    <a:cubicBezTo>
                      <a:pt x="3309639" y="4494833"/>
                      <a:pt x="2390677" y="4490188"/>
                      <a:pt x="831435" y="4499405"/>
                    </a:cubicBezTo>
                    <a:moveTo>
                      <a:pt x="4232758" y="4499405"/>
                    </a:moveTo>
                    <a:cubicBezTo>
                      <a:pt x="3369654" y="4507968"/>
                      <a:pt x="2501636" y="4506372"/>
                      <a:pt x="831435" y="4499405"/>
                    </a:cubicBezTo>
                    <a:moveTo>
                      <a:pt x="831435" y="4499405"/>
                    </a:moveTo>
                    <a:cubicBezTo>
                      <a:pt x="835819" y="4221748"/>
                      <a:pt x="826144" y="3920143"/>
                      <a:pt x="831435" y="3701123"/>
                    </a:cubicBezTo>
                    <a:moveTo>
                      <a:pt x="831435" y="4499405"/>
                    </a:moveTo>
                    <a:cubicBezTo>
                      <a:pt x="825086" y="4298310"/>
                      <a:pt x="828109" y="4088072"/>
                      <a:pt x="831435" y="3701123"/>
                    </a:cubicBezTo>
                    <a:moveTo>
                      <a:pt x="831435" y="3701123"/>
                    </a:moveTo>
                    <a:cubicBezTo>
                      <a:pt x="556910" y="3709324"/>
                      <a:pt x="296294" y="3695898"/>
                      <a:pt x="1" y="3701123"/>
                    </a:cubicBezTo>
                    <a:moveTo>
                      <a:pt x="831435" y="3701123"/>
                    </a:moveTo>
                    <a:cubicBezTo>
                      <a:pt x="516170" y="3703591"/>
                      <a:pt x="191155" y="3694156"/>
                      <a:pt x="1" y="370112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5" name="شكل حر: شكل 346">
                <a:extLst>
                  <a:ext uri="{FF2B5EF4-FFF2-40B4-BE49-F238E27FC236}">
                    <a16:creationId xmlns:a16="http://schemas.microsoft.com/office/drawing/2014/main" id="{31FD2EFC-5309-E037-3EA9-47389EB6CA36}"/>
                  </a:ext>
                </a:extLst>
              </p:cNvPr>
              <p:cNvSpPr/>
              <p:nvPr/>
            </p:nvSpPr>
            <p:spPr>
              <a:xfrm>
                <a:off x="6225400" y="1583411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  <a:gd name="csX4" fmla="*/ 1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9524" y="26779"/>
                      <a:pt x="28647" y="9217"/>
                      <a:pt x="52910" y="1"/>
                    </a:cubicBezTo>
                    <a:cubicBezTo>
                      <a:pt x="49736" y="12410"/>
                      <a:pt x="39683" y="15458"/>
                      <a:pt x="39683" y="25400"/>
                    </a:cubicBezTo>
                    <a:cubicBezTo>
                      <a:pt x="42933" y="32222"/>
                      <a:pt x="46258" y="37520"/>
                      <a:pt x="52910" y="50800"/>
                    </a:cubicBezTo>
                    <a:cubicBezTo>
                      <a:pt x="29025" y="48478"/>
                      <a:pt x="29328" y="29537"/>
                      <a:pt x="1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96" name="شكل حر: شكل 347">
                <a:extLst>
                  <a:ext uri="{FF2B5EF4-FFF2-40B4-BE49-F238E27FC236}">
                    <a16:creationId xmlns:a16="http://schemas.microsoft.com/office/drawing/2014/main" id="{18EF889A-77C3-1C9F-8B03-F410E5EF7141}"/>
                  </a:ext>
                </a:extLst>
              </p:cNvPr>
              <p:cNvSpPr/>
              <p:nvPr/>
            </p:nvSpPr>
            <p:spPr>
              <a:xfrm>
                <a:off x="6225400" y="1583411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21240" y="22207"/>
                      <a:pt x="30008" y="15023"/>
                      <a:pt x="52910" y="1"/>
                    </a:cubicBezTo>
                    <a:moveTo>
                      <a:pt x="1" y="25400"/>
                    </a:moveTo>
                    <a:cubicBezTo>
                      <a:pt x="17234" y="17345"/>
                      <a:pt x="31293" y="10596"/>
                      <a:pt x="52910" y="1"/>
                    </a:cubicBezTo>
                    <a:moveTo>
                      <a:pt x="52910" y="1"/>
                    </a:moveTo>
                    <a:cubicBezTo>
                      <a:pt x="49131" y="7620"/>
                      <a:pt x="45654" y="17418"/>
                      <a:pt x="39683" y="25400"/>
                    </a:cubicBezTo>
                    <a:moveTo>
                      <a:pt x="52910" y="1"/>
                    </a:moveTo>
                    <a:cubicBezTo>
                      <a:pt x="47846" y="5661"/>
                      <a:pt x="44898" y="13716"/>
                      <a:pt x="39683" y="25400"/>
                    </a:cubicBezTo>
                    <a:moveTo>
                      <a:pt x="39683" y="25400"/>
                    </a:moveTo>
                    <a:cubicBezTo>
                      <a:pt x="42101" y="33528"/>
                      <a:pt x="46032" y="38536"/>
                      <a:pt x="52910" y="50800"/>
                    </a:cubicBezTo>
                    <a:moveTo>
                      <a:pt x="39683" y="25400"/>
                    </a:moveTo>
                    <a:cubicBezTo>
                      <a:pt x="44520" y="32222"/>
                      <a:pt x="47317" y="38028"/>
                      <a:pt x="52910" y="50800"/>
                    </a:cubicBezTo>
                    <a:moveTo>
                      <a:pt x="52910" y="50800"/>
                    </a:moveTo>
                    <a:cubicBezTo>
                      <a:pt x="38171" y="45067"/>
                      <a:pt x="15344" y="30335"/>
                      <a:pt x="1" y="25400"/>
                    </a:cubicBezTo>
                    <a:moveTo>
                      <a:pt x="52910" y="50800"/>
                    </a:moveTo>
                    <a:cubicBezTo>
                      <a:pt x="36659" y="45720"/>
                      <a:pt x="24263" y="37302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991" name="صورة 348">
              <a:extLst>
                <a:ext uri="{FF2B5EF4-FFF2-40B4-BE49-F238E27FC236}">
                  <a16:creationId xmlns:a16="http://schemas.microsoft.com/office/drawing/2014/main" id="{AB411256-6D3B-E73E-187A-56EE35A9D7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 rot="-5400000">
              <a:off x="8860630" y="5522097"/>
              <a:ext cx="778525" cy="123370"/>
            </a:xfrm>
            <a:custGeom>
              <a:avLst/>
              <a:gdLst>
                <a:gd name="csX0" fmla="*/ 2 w 778525"/>
                <a:gd name="csY0" fmla="*/ -2 h 123370"/>
                <a:gd name="csX1" fmla="*/ 778527 w 778525"/>
                <a:gd name="csY1" fmla="*/ -2 h 123370"/>
                <a:gd name="csX2" fmla="*/ 778527 w 778525"/>
                <a:gd name="csY2" fmla="*/ 123369 h 123370"/>
                <a:gd name="csX3" fmla="*/ 2 w 778525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8525" h="123370">
                  <a:moveTo>
                    <a:pt x="2" y="-2"/>
                  </a:moveTo>
                  <a:lnTo>
                    <a:pt x="778527" y="-2"/>
                  </a:lnTo>
                  <a:lnTo>
                    <a:pt x="778527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1997" name="!!رسم 9">
            <a:extLst>
              <a:ext uri="{FF2B5EF4-FFF2-40B4-BE49-F238E27FC236}">
                <a16:creationId xmlns:a16="http://schemas.microsoft.com/office/drawing/2014/main" id="{363D4369-841C-14A8-E667-E92A7601B866}"/>
              </a:ext>
            </a:extLst>
          </p:cNvPr>
          <p:cNvGrpSpPr/>
          <p:nvPr/>
        </p:nvGrpSpPr>
        <p:grpSpPr>
          <a:xfrm>
            <a:off x="5882540" y="5959520"/>
            <a:ext cx="453509" cy="145142"/>
            <a:chOff x="8605420" y="5970330"/>
            <a:chExt cx="453509" cy="145142"/>
          </a:xfrm>
          <a:noFill/>
        </p:grpSpPr>
        <p:sp>
          <p:nvSpPr>
            <p:cNvPr id="1998" name="مستطيل 350">
              <a:extLst>
                <a:ext uri="{FF2B5EF4-FFF2-40B4-BE49-F238E27FC236}">
                  <a16:creationId xmlns:a16="http://schemas.microsoft.com/office/drawing/2014/main" id="{056E35DE-CC7B-66DB-2E2C-DC58E61ED623}"/>
                </a:ext>
              </a:extLst>
            </p:cNvPr>
            <p:cNvSpPr/>
            <p:nvPr/>
          </p:nvSpPr>
          <p:spPr>
            <a:xfrm>
              <a:off x="8605420" y="597033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999" name="صورة 351">
              <a:extLst>
                <a:ext uri="{FF2B5EF4-FFF2-40B4-BE49-F238E27FC236}">
                  <a16:creationId xmlns:a16="http://schemas.microsoft.com/office/drawing/2014/main" id="{4A45AB34-D581-799F-B59B-5E343DEEC8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8609199" y="6006615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000" name="!!رسم 9">
            <a:extLst>
              <a:ext uri="{FF2B5EF4-FFF2-40B4-BE49-F238E27FC236}">
                <a16:creationId xmlns:a16="http://schemas.microsoft.com/office/drawing/2014/main" id="{5D2385D0-49B2-C9B7-0E4E-3220AF9AA2DD}"/>
              </a:ext>
            </a:extLst>
          </p:cNvPr>
          <p:cNvGrpSpPr/>
          <p:nvPr/>
        </p:nvGrpSpPr>
        <p:grpSpPr>
          <a:xfrm>
            <a:off x="5882540" y="5872434"/>
            <a:ext cx="453509" cy="145142"/>
            <a:chOff x="8605420" y="5883244"/>
            <a:chExt cx="453509" cy="145142"/>
          </a:xfrm>
          <a:noFill/>
        </p:grpSpPr>
        <p:sp>
          <p:nvSpPr>
            <p:cNvPr id="2001" name="مستطيل 353">
              <a:extLst>
                <a:ext uri="{FF2B5EF4-FFF2-40B4-BE49-F238E27FC236}">
                  <a16:creationId xmlns:a16="http://schemas.microsoft.com/office/drawing/2014/main" id="{71AE8991-89F2-E726-AD0C-40E3840D3095}"/>
                </a:ext>
              </a:extLst>
            </p:cNvPr>
            <p:cNvSpPr/>
            <p:nvPr/>
          </p:nvSpPr>
          <p:spPr>
            <a:xfrm>
              <a:off x="8605420" y="5883244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02" name="صورة 354">
              <a:extLst>
                <a:ext uri="{FF2B5EF4-FFF2-40B4-BE49-F238E27FC236}">
                  <a16:creationId xmlns:a16="http://schemas.microsoft.com/office/drawing/2014/main" id="{72EEB352-5927-79EF-27DE-0210DC7C0E8F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8609199" y="5919530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003" name="!!رسم 9">
            <a:extLst>
              <a:ext uri="{FF2B5EF4-FFF2-40B4-BE49-F238E27FC236}">
                <a16:creationId xmlns:a16="http://schemas.microsoft.com/office/drawing/2014/main" id="{3CAC989E-63E3-AACE-DB64-4E790B7A066A}"/>
              </a:ext>
            </a:extLst>
          </p:cNvPr>
          <p:cNvGrpSpPr/>
          <p:nvPr/>
        </p:nvGrpSpPr>
        <p:grpSpPr>
          <a:xfrm>
            <a:off x="5005754" y="5597535"/>
            <a:ext cx="857889" cy="499869"/>
            <a:chOff x="7728634" y="5608345"/>
            <a:chExt cx="857889" cy="499869"/>
          </a:xfrm>
        </p:grpSpPr>
        <p:grpSp>
          <p:nvGrpSpPr>
            <p:cNvPr id="2004" name="رسم 9">
              <a:extLst>
                <a:ext uri="{FF2B5EF4-FFF2-40B4-BE49-F238E27FC236}">
                  <a16:creationId xmlns:a16="http://schemas.microsoft.com/office/drawing/2014/main" id="{E78DE033-4450-9C41-415C-61CB84EA7CDE}"/>
                </a:ext>
              </a:extLst>
            </p:cNvPr>
            <p:cNvGrpSpPr/>
            <p:nvPr/>
          </p:nvGrpSpPr>
          <p:grpSpPr>
            <a:xfrm>
              <a:off x="7728634" y="5608345"/>
              <a:ext cx="857889" cy="499869"/>
              <a:chOff x="7728634" y="5608345"/>
              <a:chExt cx="857889" cy="499869"/>
            </a:xfrm>
          </p:grpSpPr>
          <p:sp>
            <p:nvSpPr>
              <p:cNvPr id="2006" name="شكل حر: شكل 357">
                <a:extLst>
                  <a:ext uri="{FF2B5EF4-FFF2-40B4-BE49-F238E27FC236}">
                    <a16:creationId xmlns:a16="http://schemas.microsoft.com/office/drawing/2014/main" id="{7D0E2391-BA6B-D3FA-A294-5109761EBF00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1 w 831434"/>
                  <a:gd name="csY2" fmla="*/ 171486 h 461769"/>
                  <a:gd name="csX3" fmla="*/ 1 w 831434"/>
                  <a:gd name="csY3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lnTo>
                      <a:pt x="831435" y="171486"/>
                    </a:lnTo>
                    <a:lnTo>
                      <a:pt x="1" y="171486"/>
                    </a:lnTo>
                    <a:lnTo>
                      <a:pt x="1" y="4617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7" name="شكل حر: شكل 358">
                <a:extLst>
                  <a:ext uri="{FF2B5EF4-FFF2-40B4-BE49-F238E27FC236}">
                    <a16:creationId xmlns:a16="http://schemas.microsoft.com/office/drawing/2014/main" id="{ABB15143-97E2-B8FF-BB1A-C7925DADAE97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8" name="شكل حر: شكل 359">
                <a:extLst>
                  <a:ext uri="{FF2B5EF4-FFF2-40B4-BE49-F238E27FC236}">
                    <a16:creationId xmlns:a16="http://schemas.microsoft.com/office/drawing/2014/main" id="{DA0A164A-BFC2-600E-A842-EBA4440A1DB4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831435 w 831434"/>
                  <a:gd name="csY2" fmla="*/ 1 h 461769"/>
                  <a:gd name="csX3" fmla="*/ 831435 w 831434"/>
                  <a:gd name="csY3" fmla="*/ 171486 h 461769"/>
                  <a:gd name="csX4" fmla="*/ 831435 w 831434"/>
                  <a:gd name="csY4" fmla="*/ 171486 h 461769"/>
                  <a:gd name="csX5" fmla="*/ 1 w 831434"/>
                  <a:gd name="csY5" fmla="*/ 171486 h 461769"/>
                  <a:gd name="csX6" fmla="*/ 831435 w 831434"/>
                  <a:gd name="csY6" fmla="*/ 171486 h 461769"/>
                  <a:gd name="csX7" fmla="*/ 1 w 831434"/>
                  <a:gd name="csY7" fmla="*/ 171486 h 461769"/>
                  <a:gd name="csX8" fmla="*/ 1 w 831434"/>
                  <a:gd name="csY8" fmla="*/ 171486 h 461769"/>
                  <a:gd name="csX9" fmla="*/ 1 w 831434"/>
                  <a:gd name="csY9" fmla="*/ 461770 h 461769"/>
                  <a:gd name="csX10" fmla="*/ 1 w 831434"/>
                  <a:gd name="csY10" fmla="*/ 171486 h 461769"/>
                  <a:gd name="csX11" fmla="*/ 1 w 831434"/>
                  <a:gd name="csY11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cubicBezTo>
                      <a:pt x="817906" y="60597"/>
                      <a:pt x="825237" y="123807"/>
                      <a:pt x="831435" y="171486"/>
                    </a:cubicBezTo>
                    <a:moveTo>
                      <a:pt x="831435" y="1"/>
                    </a:moveTo>
                    <a:cubicBezTo>
                      <a:pt x="826975" y="39479"/>
                      <a:pt x="824028" y="69741"/>
                      <a:pt x="831435" y="171486"/>
                    </a:cubicBezTo>
                    <a:moveTo>
                      <a:pt x="831435" y="171486"/>
                    </a:moveTo>
                    <a:cubicBezTo>
                      <a:pt x="548445" y="178162"/>
                      <a:pt x="278380" y="161616"/>
                      <a:pt x="1" y="171486"/>
                    </a:cubicBezTo>
                    <a:moveTo>
                      <a:pt x="831435" y="171486"/>
                    </a:moveTo>
                    <a:cubicBezTo>
                      <a:pt x="600296" y="170542"/>
                      <a:pt x="364622" y="181283"/>
                      <a:pt x="1" y="171486"/>
                    </a:cubicBezTo>
                    <a:moveTo>
                      <a:pt x="1" y="171486"/>
                    </a:moveTo>
                    <a:cubicBezTo>
                      <a:pt x="3628" y="271997"/>
                      <a:pt x="1512" y="362856"/>
                      <a:pt x="1" y="461770"/>
                    </a:cubicBezTo>
                    <a:moveTo>
                      <a:pt x="1" y="171486"/>
                    </a:moveTo>
                    <a:cubicBezTo>
                      <a:pt x="4762" y="237453"/>
                      <a:pt x="5821" y="312201"/>
                      <a:pt x="1" y="4617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9" name="شكل حر: شكل 360">
                <a:extLst>
                  <a:ext uri="{FF2B5EF4-FFF2-40B4-BE49-F238E27FC236}">
                    <a16:creationId xmlns:a16="http://schemas.microsoft.com/office/drawing/2014/main" id="{16BB2BBF-3215-F8A9-BB07-70F53B3C9239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867"/>
              </a:xfrm>
              <a:custGeom>
                <a:avLst/>
                <a:gdLst>
                  <a:gd name="csX0" fmla="*/ 26455 w 52909"/>
                  <a:gd name="csY0" fmla="*/ 1 h 50867"/>
                  <a:gd name="csX1" fmla="*/ 52910 w 52909"/>
                  <a:gd name="csY1" fmla="*/ 50800 h 50867"/>
                  <a:gd name="csX2" fmla="*/ 26455 w 52909"/>
                  <a:gd name="csY2" fmla="*/ 38100 h 50867"/>
                  <a:gd name="csX3" fmla="*/ 1 w 52909"/>
                  <a:gd name="csY3" fmla="*/ 50800 h 50867"/>
                  <a:gd name="csX4" fmla="*/ 26455 w 52909"/>
                  <a:gd name="csY4" fmla="*/ 1 h 50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867">
                    <a:moveTo>
                      <a:pt x="26455" y="1"/>
                    </a:moveTo>
                    <a:cubicBezTo>
                      <a:pt x="34089" y="25110"/>
                      <a:pt x="43235" y="25255"/>
                      <a:pt x="52910" y="50800"/>
                    </a:cubicBezTo>
                    <a:cubicBezTo>
                      <a:pt x="38851" y="46373"/>
                      <a:pt x="33107" y="44922"/>
                      <a:pt x="26455" y="38100"/>
                    </a:cubicBezTo>
                    <a:cubicBezTo>
                      <a:pt x="17234" y="42672"/>
                      <a:pt x="10583" y="51744"/>
                      <a:pt x="1" y="50800"/>
                    </a:cubicBezTo>
                    <a:cubicBezTo>
                      <a:pt x="8995" y="45503"/>
                      <a:pt x="10053" y="26489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0" name="شكل حر: شكل 361">
                <a:extLst>
                  <a:ext uri="{FF2B5EF4-FFF2-40B4-BE49-F238E27FC236}">
                    <a16:creationId xmlns:a16="http://schemas.microsoft.com/office/drawing/2014/main" id="{A65B8FE7-080B-5EBF-A338-56A8B91711D4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554" y="18433"/>
                      <a:pt x="40892" y="37955"/>
                      <a:pt x="52910" y="50800"/>
                    </a:cubicBezTo>
                    <a:moveTo>
                      <a:pt x="26455" y="1"/>
                    </a:moveTo>
                    <a:cubicBezTo>
                      <a:pt x="30234" y="12265"/>
                      <a:pt x="34543" y="20756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7172"/>
                      <a:pt x="35374" y="39697"/>
                      <a:pt x="26455" y="38100"/>
                    </a:cubicBezTo>
                    <a:moveTo>
                      <a:pt x="52910" y="50800"/>
                    </a:moveTo>
                    <a:cubicBezTo>
                      <a:pt x="46334" y="46591"/>
                      <a:pt x="38851" y="45067"/>
                      <a:pt x="26455" y="38100"/>
                    </a:cubicBezTo>
                    <a:moveTo>
                      <a:pt x="26455" y="38100"/>
                    </a:moveTo>
                    <a:cubicBezTo>
                      <a:pt x="17990" y="42454"/>
                      <a:pt x="8390" y="44922"/>
                      <a:pt x="1" y="50800"/>
                    </a:cubicBezTo>
                    <a:moveTo>
                      <a:pt x="26455" y="38100"/>
                    </a:moveTo>
                    <a:cubicBezTo>
                      <a:pt x="21240" y="40423"/>
                      <a:pt x="15193" y="44632"/>
                      <a:pt x="1" y="50800"/>
                    </a:cubicBezTo>
                    <a:moveTo>
                      <a:pt x="1" y="50800"/>
                    </a:moveTo>
                    <a:cubicBezTo>
                      <a:pt x="3553" y="36213"/>
                      <a:pt x="22676" y="11757"/>
                      <a:pt x="26455" y="1"/>
                    </a:cubicBezTo>
                    <a:moveTo>
                      <a:pt x="1" y="50800"/>
                    </a:moveTo>
                    <a:cubicBezTo>
                      <a:pt x="8768" y="37883"/>
                      <a:pt x="17763" y="2162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05" name="صورة 362">
              <a:extLst>
                <a:ext uri="{FF2B5EF4-FFF2-40B4-BE49-F238E27FC236}">
                  <a16:creationId xmlns:a16="http://schemas.microsoft.com/office/drawing/2014/main" id="{61CFC9EA-C910-155B-273F-DFB05A09F4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849570" y="5767131"/>
              <a:ext cx="582004" cy="123370"/>
            </a:xfrm>
            <a:custGeom>
              <a:avLst/>
              <a:gdLst>
                <a:gd name="csX0" fmla="*/ 0 w 582004"/>
                <a:gd name="csY0" fmla="*/ 0 h 123370"/>
                <a:gd name="csX1" fmla="*/ 582004 w 582004"/>
                <a:gd name="csY1" fmla="*/ 0 h 123370"/>
                <a:gd name="csX2" fmla="*/ 582004 w 582004"/>
                <a:gd name="csY2" fmla="*/ 123371 h 123370"/>
                <a:gd name="csX3" fmla="*/ 0 w 582004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2004" h="123370">
                  <a:moveTo>
                    <a:pt x="0" y="0"/>
                  </a:moveTo>
                  <a:lnTo>
                    <a:pt x="582004" y="0"/>
                  </a:lnTo>
                  <a:lnTo>
                    <a:pt x="582004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011" name="!!رسم 9">
            <a:extLst>
              <a:ext uri="{FF2B5EF4-FFF2-40B4-BE49-F238E27FC236}">
                <a16:creationId xmlns:a16="http://schemas.microsoft.com/office/drawing/2014/main" id="{F610B770-6C2E-C02B-E212-D118223FE4CE}"/>
              </a:ext>
            </a:extLst>
          </p:cNvPr>
          <p:cNvGrpSpPr/>
          <p:nvPr/>
        </p:nvGrpSpPr>
        <p:grpSpPr>
          <a:xfrm>
            <a:off x="5035988" y="5901463"/>
            <a:ext cx="453509" cy="145142"/>
            <a:chOff x="7758868" y="5912273"/>
            <a:chExt cx="453509" cy="145142"/>
          </a:xfrm>
          <a:noFill/>
        </p:grpSpPr>
        <p:sp>
          <p:nvSpPr>
            <p:cNvPr id="2012" name="مستطيل 364">
              <a:extLst>
                <a:ext uri="{FF2B5EF4-FFF2-40B4-BE49-F238E27FC236}">
                  <a16:creationId xmlns:a16="http://schemas.microsoft.com/office/drawing/2014/main" id="{31BBEAE5-B556-89AD-F21D-84EF46D7138F}"/>
                </a:ext>
              </a:extLst>
            </p:cNvPr>
            <p:cNvSpPr/>
            <p:nvPr/>
          </p:nvSpPr>
          <p:spPr>
            <a:xfrm>
              <a:off x="7758868" y="5912273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13" name="صورة 365">
              <a:extLst>
                <a:ext uri="{FF2B5EF4-FFF2-40B4-BE49-F238E27FC236}">
                  <a16:creationId xmlns:a16="http://schemas.microsoft.com/office/drawing/2014/main" id="{D58FA0E2-799C-286D-2B17-5934495E799B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7762647" y="5948558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014" name="!!رسم 9">
            <a:extLst>
              <a:ext uri="{FF2B5EF4-FFF2-40B4-BE49-F238E27FC236}">
                <a16:creationId xmlns:a16="http://schemas.microsoft.com/office/drawing/2014/main" id="{EA745899-6F27-3FE9-CE2E-7E597815B01E}"/>
              </a:ext>
            </a:extLst>
          </p:cNvPr>
          <p:cNvGrpSpPr/>
          <p:nvPr/>
        </p:nvGrpSpPr>
        <p:grpSpPr>
          <a:xfrm>
            <a:off x="1336094" y="2999420"/>
            <a:ext cx="471131" cy="450956"/>
            <a:chOff x="4058974" y="3010230"/>
            <a:chExt cx="471131" cy="450956"/>
          </a:xfrm>
        </p:grpSpPr>
        <p:grpSp>
          <p:nvGrpSpPr>
            <p:cNvPr id="2015" name="رسم 9">
              <a:extLst>
                <a:ext uri="{FF2B5EF4-FFF2-40B4-BE49-F238E27FC236}">
                  <a16:creationId xmlns:a16="http://schemas.microsoft.com/office/drawing/2014/main" id="{738BD9F7-10B7-C912-0FAB-C002C214A0F9}"/>
                </a:ext>
              </a:extLst>
            </p:cNvPr>
            <p:cNvGrpSpPr/>
            <p:nvPr/>
          </p:nvGrpSpPr>
          <p:grpSpPr>
            <a:xfrm>
              <a:off x="4058974" y="3010230"/>
              <a:ext cx="471131" cy="450956"/>
              <a:chOff x="4058974" y="3010230"/>
              <a:chExt cx="471131" cy="450956"/>
            </a:xfrm>
          </p:grpSpPr>
          <p:sp>
            <p:nvSpPr>
              <p:cNvPr id="2017" name="مستطيل 368">
                <a:extLst>
                  <a:ext uri="{FF2B5EF4-FFF2-40B4-BE49-F238E27FC236}">
                    <a16:creationId xmlns:a16="http://schemas.microsoft.com/office/drawing/2014/main" id="{D1BCF153-C580-7FDA-E132-7BC3E4D51692}"/>
                  </a:ext>
                </a:extLst>
              </p:cNvPr>
              <p:cNvSpPr/>
              <p:nvPr/>
            </p:nvSpPr>
            <p:spPr>
              <a:xfrm>
                <a:off x="4062764" y="3016688"/>
                <a:ext cx="453509" cy="435426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8" name="شكل حر: شكل 369">
                <a:extLst>
                  <a:ext uri="{FF2B5EF4-FFF2-40B4-BE49-F238E27FC236}">
                    <a16:creationId xmlns:a16="http://schemas.microsoft.com/office/drawing/2014/main" id="{BE714C33-DC95-42B1-2A6C-0D9E7708F674}"/>
                  </a:ext>
                </a:extLst>
              </p:cNvPr>
              <p:cNvSpPr/>
              <p:nvPr/>
            </p:nvSpPr>
            <p:spPr>
              <a:xfrm>
                <a:off x="4062915" y="3010230"/>
                <a:ext cx="467190" cy="450956"/>
              </a:xfrm>
              <a:custGeom>
                <a:avLst/>
                <a:gdLst>
                  <a:gd name="csX0" fmla="*/ 1 w 467190"/>
                  <a:gd name="csY0" fmla="*/ 11394 h 450956"/>
                  <a:gd name="csX1" fmla="*/ 467191 w 467190"/>
                  <a:gd name="csY1" fmla="*/ 1 h 450956"/>
                  <a:gd name="csX2" fmla="*/ 462278 w 467190"/>
                  <a:gd name="csY2" fmla="*/ 447183 h 450956"/>
                  <a:gd name="csX3" fmla="*/ 9524 w 467190"/>
                  <a:gd name="csY3" fmla="*/ 450957 h 4509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67190" h="450956">
                    <a:moveTo>
                      <a:pt x="1" y="11394"/>
                    </a:moveTo>
                    <a:lnTo>
                      <a:pt x="467191" y="1"/>
                    </a:lnTo>
                    <a:lnTo>
                      <a:pt x="462278" y="447183"/>
                    </a:lnTo>
                    <a:lnTo>
                      <a:pt x="9524" y="450957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9" name="شكل حر: شكل 370">
                <a:extLst>
                  <a:ext uri="{FF2B5EF4-FFF2-40B4-BE49-F238E27FC236}">
                    <a16:creationId xmlns:a16="http://schemas.microsoft.com/office/drawing/2014/main" id="{C76B759D-AF5C-08B7-1C11-8C4310EEC552}"/>
                  </a:ext>
                </a:extLst>
              </p:cNvPr>
              <p:cNvSpPr/>
              <p:nvPr/>
            </p:nvSpPr>
            <p:spPr>
              <a:xfrm>
                <a:off x="4058974" y="3011002"/>
                <a:ext cx="460023" cy="441882"/>
              </a:xfrm>
              <a:custGeom>
                <a:avLst/>
                <a:gdLst>
                  <a:gd name="csX0" fmla="*/ 3790 w 460023"/>
                  <a:gd name="csY0" fmla="*/ 5687 h 441882"/>
                  <a:gd name="csX1" fmla="*/ 457300 w 460023"/>
                  <a:gd name="csY1" fmla="*/ 5687 h 441882"/>
                  <a:gd name="csX2" fmla="*/ 3790 w 460023"/>
                  <a:gd name="csY2" fmla="*/ 5687 h 441882"/>
                  <a:gd name="csX3" fmla="*/ 457300 w 460023"/>
                  <a:gd name="csY3" fmla="*/ 5687 h 441882"/>
                  <a:gd name="csX4" fmla="*/ 457300 w 460023"/>
                  <a:gd name="csY4" fmla="*/ 5687 h 441882"/>
                  <a:gd name="csX5" fmla="*/ 457300 w 460023"/>
                  <a:gd name="csY5" fmla="*/ 441113 h 441882"/>
                  <a:gd name="csX6" fmla="*/ 457300 w 460023"/>
                  <a:gd name="csY6" fmla="*/ 5687 h 441882"/>
                  <a:gd name="csX7" fmla="*/ 457300 w 460023"/>
                  <a:gd name="csY7" fmla="*/ 441113 h 441882"/>
                  <a:gd name="csX8" fmla="*/ 457300 w 460023"/>
                  <a:gd name="csY8" fmla="*/ 441113 h 441882"/>
                  <a:gd name="csX9" fmla="*/ 3790 w 460023"/>
                  <a:gd name="csY9" fmla="*/ 441113 h 441882"/>
                  <a:gd name="csX10" fmla="*/ 457300 w 460023"/>
                  <a:gd name="csY10" fmla="*/ 441113 h 441882"/>
                  <a:gd name="csX11" fmla="*/ 3790 w 460023"/>
                  <a:gd name="csY11" fmla="*/ 441113 h 441882"/>
                  <a:gd name="csX12" fmla="*/ 3790 w 460023"/>
                  <a:gd name="csY12" fmla="*/ 441113 h 441882"/>
                  <a:gd name="csX13" fmla="*/ 3790 w 460023"/>
                  <a:gd name="csY13" fmla="*/ 5687 h 441882"/>
                  <a:gd name="csX14" fmla="*/ 3790 w 460023"/>
                  <a:gd name="csY14" fmla="*/ 441113 h 441882"/>
                  <a:gd name="csX15" fmla="*/ 3790 w 460023"/>
                  <a:gd name="csY15" fmla="*/ 5687 h 441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60023" h="441882">
                    <a:moveTo>
                      <a:pt x="3790" y="5687"/>
                    </a:moveTo>
                    <a:cubicBezTo>
                      <a:pt x="147780" y="-6505"/>
                      <a:pt x="283001" y="4525"/>
                      <a:pt x="457300" y="5687"/>
                    </a:cubicBezTo>
                    <a:moveTo>
                      <a:pt x="3790" y="5687"/>
                    </a:moveTo>
                    <a:cubicBezTo>
                      <a:pt x="161763" y="-4473"/>
                      <a:pt x="325782" y="8299"/>
                      <a:pt x="457300" y="5687"/>
                    </a:cubicBezTo>
                    <a:moveTo>
                      <a:pt x="457300" y="5687"/>
                    </a:moveTo>
                    <a:cubicBezTo>
                      <a:pt x="447247" y="99158"/>
                      <a:pt x="466899" y="180655"/>
                      <a:pt x="457300" y="441113"/>
                    </a:cubicBezTo>
                    <a:moveTo>
                      <a:pt x="457300" y="5687"/>
                    </a:moveTo>
                    <a:cubicBezTo>
                      <a:pt x="450951" y="100755"/>
                      <a:pt x="464556" y="210192"/>
                      <a:pt x="457300" y="441113"/>
                    </a:cubicBezTo>
                    <a:moveTo>
                      <a:pt x="457300" y="441113"/>
                    </a:moveTo>
                    <a:cubicBezTo>
                      <a:pt x="329410" y="429211"/>
                      <a:pt x="204620" y="441113"/>
                      <a:pt x="3790" y="441113"/>
                    </a:cubicBezTo>
                    <a:moveTo>
                      <a:pt x="457300" y="441113"/>
                    </a:moveTo>
                    <a:cubicBezTo>
                      <a:pt x="306735" y="439153"/>
                      <a:pt x="163804" y="443580"/>
                      <a:pt x="3790" y="441113"/>
                    </a:cubicBezTo>
                    <a:moveTo>
                      <a:pt x="3790" y="441113"/>
                    </a:moveTo>
                    <a:cubicBezTo>
                      <a:pt x="-3012" y="351850"/>
                      <a:pt x="842" y="264547"/>
                      <a:pt x="3790" y="5687"/>
                    </a:cubicBezTo>
                    <a:moveTo>
                      <a:pt x="3790" y="441113"/>
                    </a:moveTo>
                    <a:cubicBezTo>
                      <a:pt x="2808" y="271732"/>
                      <a:pt x="8325" y="93135"/>
                      <a:pt x="3790" y="5687"/>
                    </a:cubicBezTo>
                  </a:path>
                </a:pathLst>
              </a:custGeom>
              <a:noFill/>
              <a:ln w="7550" cap="rnd">
                <a:solidFill>
                  <a:srgbClr val="82B36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16" name="صورة 371">
              <a:extLst>
                <a:ext uri="{FF2B5EF4-FFF2-40B4-BE49-F238E27FC236}">
                  <a16:creationId xmlns:a16="http://schemas.microsoft.com/office/drawing/2014/main" id="{961E7E31-7B0C-7092-8BD5-7E82EC6851B2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4066543" y="3183602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020" name="!!رسم 9">
            <a:extLst>
              <a:ext uri="{FF2B5EF4-FFF2-40B4-BE49-F238E27FC236}">
                <a16:creationId xmlns:a16="http://schemas.microsoft.com/office/drawing/2014/main" id="{8E94E0B0-E3BB-D7DD-4418-AE1688190C88}"/>
              </a:ext>
            </a:extLst>
          </p:cNvPr>
          <p:cNvGrpSpPr/>
          <p:nvPr/>
        </p:nvGrpSpPr>
        <p:grpSpPr>
          <a:xfrm>
            <a:off x="2662620" y="3190764"/>
            <a:ext cx="838993" cy="433782"/>
            <a:chOff x="5385500" y="3201574"/>
            <a:chExt cx="838993" cy="433782"/>
          </a:xfrm>
          <a:noFill/>
        </p:grpSpPr>
        <p:grpSp>
          <p:nvGrpSpPr>
            <p:cNvPr id="2021" name="رسم 9">
              <a:extLst>
                <a:ext uri="{FF2B5EF4-FFF2-40B4-BE49-F238E27FC236}">
                  <a16:creationId xmlns:a16="http://schemas.microsoft.com/office/drawing/2014/main" id="{317DA466-0421-E1A3-115C-D38874E52D8B}"/>
                </a:ext>
              </a:extLst>
            </p:cNvPr>
            <p:cNvGrpSpPr/>
            <p:nvPr/>
          </p:nvGrpSpPr>
          <p:grpSpPr>
            <a:xfrm>
              <a:off x="5385500" y="3201574"/>
              <a:ext cx="831434" cy="294083"/>
              <a:chOff x="5385500" y="3201574"/>
              <a:chExt cx="831434" cy="294083"/>
            </a:xfrm>
            <a:noFill/>
          </p:grpSpPr>
          <p:sp>
            <p:nvSpPr>
              <p:cNvPr id="2023" name="شكل حر: شكل 374">
                <a:extLst>
                  <a:ext uri="{FF2B5EF4-FFF2-40B4-BE49-F238E27FC236}">
                    <a16:creationId xmlns:a16="http://schemas.microsoft.com/office/drawing/2014/main" id="{A3342828-D246-C742-F1F0-045EBDB10654}"/>
                  </a:ext>
                </a:extLst>
              </p:cNvPr>
              <p:cNvSpPr/>
              <p:nvPr/>
            </p:nvSpPr>
            <p:spPr>
              <a:xfrm>
                <a:off x="5385500" y="3205373"/>
                <a:ext cx="831434" cy="290284"/>
              </a:xfrm>
              <a:custGeom>
                <a:avLst/>
                <a:gdLst>
                  <a:gd name="csX0" fmla="*/ 831435 w 831434"/>
                  <a:gd name="csY0" fmla="*/ 1 h 290284"/>
                  <a:gd name="csX1" fmla="*/ 453510 w 831434"/>
                  <a:gd name="csY1" fmla="*/ 1 h 290284"/>
                  <a:gd name="csX2" fmla="*/ 453510 w 831434"/>
                  <a:gd name="csY2" fmla="*/ 290285 h 290284"/>
                  <a:gd name="csX3" fmla="*/ 1 w 831434"/>
                  <a:gd name="csY3" fmla="*/ 290285 h 2902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290284">
                    <a:moveTo>
                      <a:pt x="831435" y="1"/>
                    </a:moveTo>
                    <a:lnTo>
                      <a:pt x="453510" y="1"/>
                    </a:lnTo>
                    <a:lnTo>
                      <a:pt x="453510" y="290285"/>
                    </a:lnTo>
                    <a:lnTo>
                      <a:pt x="1" y="290285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4" name="شكل حر: شكل 375">
                <a:extLst>
                  <a:ext uri="{FF2B5EF4-FFF2-40B4-BE49-F238E27FC236}">
                    <a16:creationId xmlns:a16="http://schemas.microsoft.com/office/drawing/2014/main" id="{2548E63F-C451-3587-39C5-673FDE62A7CF}"/>
                  </a:ext>
                </a:extLst>
              </p:cNvPr>
              <p:cNvSpPr/>
              <p:nvPr/>
            </p:nvSpPr>
            <p:spPr>
              <a:xfrm>
                <a:off x="5385500" y="3201574"/>
                <a:ext cx="831434" cy="294083"/>
              </a:xfrm>
              <a:custGeom>
                <a:avLst/>
                <a:gdLst>
                  <a:gd name="csX0" fmla="*/ 831435 w 831434"/>
                  <a:gd name="csY0" fmla="*/ 3800 h 294083"/>
                  <a:gd name="csX1" fmla="*/ 453510 w 831434"/>
                  <a:gd name="csY1" fmla="*/ 3800 h 294083"/>
                  <a:gd name="csX2" fmla="*/ 831435 w 831434"/>
                  <a:gd name="csY2" fmla="*/ 3800 h 294083"/>
                  <a:gd name="csX3" fmla="*/ 453510 w 831434"/>
                  <a:gd name="csY3" fmla="*/ 3800 h 294083"/>
                  <a:gd name="csX4" fmla="*/ 453510 w 831434"/>
                  <a:gd name="csY4" fmla="*/ 3800 h 294083"/>
                  <a:gd name="csX5" fmla="*/ 453510 w 831434"/>
                  <a:gd name="csY5" fmla="*/ 294084 h 294083"/>
                  <a:gd name="csX6" fmla="*/ 453510 w 831434"/>
                  <a:gd name="csY6" fmla="*/ 3800 h 294083"/>
                  <a:gd name="csX7" fmla="*/ 453510 w 831434"/>
                  <a:gd name="csY7" fmla="*/ 294084 h 294083"/>
                  <a:gd name="csX8" fmla="*/ 453510 w 831434"/>
                  <a:gd name="csY8" fmla="*/ 294084 h 294083"/>
                  <a:gd name="csX9" fmla="*/ 1 w 831434"/>
                  <a:gd name="csY9" fmla="*/ 294084 h 294083"/>
                  <a:gd name="csX10" fmla="*/ 453510 w 831434"/>
                  <a:gd name="csY10" fmla="*/ 294084 h 294083"/>
                  <a:gd name="csX11" fmla="*/ 1 w 831434"/>
                  <a:gd name="csY11" fmla="*/ 294084 h 2940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294083">
                    <a:moveTo>
                      <a:pt x="831435" y="3800"/>
                    </a:moveTo>
                    <a:cubicBezTo>
                      <a:pt x="699691" y="15121"/>
                      <a:pt x="589110" y="-1498"/>
                      <a:pt x="453510" y="3800"/>
                    </a:cubicBezTo>
                    <a:moveTo>
                      <a:pt x="831435" y="3800"/>
                    </a:moveTo>
                    <a:cubicBezTo>
                      <a:pt x="741564" y="-4256"/>
                      <a:pt x="660689" y="2856"/>
                      <a:pt x="453510" y="3800"/>
                    </a:cubicBezTo>
                    <a:moveTo>
                      <a:pt x="453510" y="3800"/>
                    </a:moveTo>
                    <a:cubicBezTo>
                      <a:pt x="437789" y="64687"/>
                      <a:pt x="448900" y="146329"/>
                      <a:pt x="453510" y="294084"/>
                    </a:cubicBezTo>
                    <a:moveTo>
                      <a:pt x="453510" y="3800"/>
                    </a:moveTo>
                    <a:cubicBezTo>
                      <a:pt x="456760" y="70492"/>
                      <a:pt x="446934" y="122744"/>
                      <a:pt x="453510" y="294084"/>
                    </a:cubicBezTo>
                    <a:moveTo>
                      <a:pt x="453510" y="294084"/>
                    </a:moveTo>
                    <a:cubicBezTo>
                      <a:pt x="338470" y="291108"/>
                      <a:pt x="246105" y="284940"/>
                      <a:pt x="1" y="294084"/>
                    </a:cubicBezTo>
                    <a:moveTo>
                      <a:pt x="453510" y="294084"/>
                    </a:moveTo>
                    <a:cubicBezTo>
                      <a:pt x="293799" y="294011"/>
                      <a:pt x="124867" y="290383"/>
                      <a:pt x="1" y="29408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22" name="صورة 376">
              <a:extLst>
                <a:ext uri="{FF2B5EF4-FFF2-40B4-BE49-F238E27FC236}">
                  <a16:creationId xmlns:a16="http://schemas.microsoft.com/office/drawing/2014/main" id="{04132E2D-4A19-4D3E-808F-52A1D4268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5430851" y="3521057"/>
              <a:ext cx="793642" cy="114299"/>
            </a:xfrm>
            <a:custGeom>
              <a:avLst/>
              <a:gdLst>
                <a:gd name="csX0" fmla="*/ 0 w 793642"/>
                <a:gd name="csY0" fmla="*/ 0 h 114299"/>
                <a:gd name="csX1" fmla="*/ 793642 w 793642"/>
                <a:gd name="csY1" fmla="*/ 0 h 114299"/>
                <a:gd name="csX2" fmla="*/ 793642 w 793642"/>
                <a:gd name="csY2" fmla="*/ 114299 h 114299"/>
                <a:gd name="csX3" fmla="*/ 0 w 793642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3642" h="114299">
                  <a:moveTo>
                    <a:pt x="0" y="0"/>
                  </a:moveTo>
                  <a:lnTo>
                    <a:pt x="793642" y="0"/>
                  </a:lnTo>
                  <a:lnTo>
                    <a:pt x="79364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25" name="!!رسم 9">
            <a:extLst>
              <a:ext uri="{FF2B5EF4-FFF2-40B4-BE49-F238E27FC236}">
                <a16:creationId xmlns:a16="http://schemas.microsoft.com/office/drawing/2014/main" id="{12887D18-DFC5-5E79-4E74-54C4155BC8BD}"/>
              </a:ext>
            </a:extLst>
          </p:cNvPr>
          <p:cNvGrpSpPr/>
          <p:nvPr/>
        </p:nvGrpSpPr>
        <p:grpSpPr>
          <a:xfrm>
            <a:off x="5629330" y="2476981"/>
            <a:ext cx="710498" cy="718984"/>
            <a:chOff x="8352210" y="2487791"/>
            <a:chExt cx="710498" cy="718984"/>
          </a:xfrm>
        </p:grpSpPr>
        <p:grpSp>
          <p:nvGrpSpPr>
            <p:cNvPr id="2026" name="رسم 9">
              <a:extLst>
                <a:ext uri="{FF2B5EF4-FFF2-40B4-BE49-F238E27FC236}">
                  <a16:creationId xmlns:a16="http://schemas.microsoft.com/office/drawing/2014/main" id="{29D9AF54-1CA7-DC5C-00C0-4AD621A3F66A}"/>
                </a:ext>
              </a:extLst>
            </p:cNvPr>
            <p:cNvGrpSpPr/>
            <p:nvPr/>
          </p:nvGrpSpPr>
          <p:grpSpPr>
            <a:xfrm>
              <a:off x="8684783" y="2487791"/>
              <a:ext cx="254920" cy="718984"/>
              <a:chOff x="8684783" y="2487791"/>
              <a:chExt cx="254920" cy="718984"/>
            </a:xfrm>
          </p:grpSpPr>
          <p:sp>
            <p:nvSpPr>
              <p:cNvPr id="2028" name="شكل حر: شكل 379">
                <a:extLst>
                  <a:ext uri="{FF2B5EF4-FFF2-40B4-BE49-F238E27FC236}">
                    <a16:creationId xmlns:a16="http://schemas.microsoft.com/office/drawing/2014/main" id="{A1267F35-5935-1204-31AE-DA5FD68AAA03}"/>
                  </a:ext>
                </a:extLst>
              </p:cNvPr>
              <p:cNvSpPr/>
              <p:nvPr/>
            </p:nvSpPr>
            <p:spPr>
              <a:xfrm>
                <a:off x="8711239" y="2525891"/>
                <a:ext cx="226754" cy="679482"/>
              </a:xfrm>
              <a:custGeom>
                <a:avLst/>
                <a:gdLst>
                  <a:gd name="csX0" fmla="*/ 75585 w 226754"/>
                  <a:gd name="csY0" fmla="*/ 679483 h 679482"/>
                  <a:gd name="csX1" fmla="*/ 226755 w 226754"/>
                  <a:gd name="csY1" fmla="*/ 679483 h 679482"/>
                  <a:gd name="csX2" fmla="*/ 226755 w 226754"/>
                  <a:gd name="csY2" fmla="*/ 244057 h 679482"/>
                  <a:gd name="csX3" fmla="*/ 1 w 226754"/>
                  <a:gd name="csY3" fmla="*/ 244057 h 679482"/>
                  <a:gd name="csX4" fmla="*/ 1 w 226754"/>
                  <a:gd name="csY4" fmla="*/ 1 h 679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6754" h="679482">
                    <a:moveTo>
                      <a:pt x="75585" y="679483"/>
                    </a:moveTo>
                    <a:lnTo>
                      <a:pt x="226755" y="679483"/>
                    </a:lnTo>
                    <a:lnTo>
                      <a:pt x="226755" y="244057"/>
                    </a:lnTo>
                    <a:lnTo>
                      <a:pt x="1" y="244057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9" name="شكل حر: شكل 380">
                <a:extLst>
                  <a:ext uri="{FF2B5EF4-FFF2-40B4-BE49-F238E27FC236}">
                    <a16:creationId xmlns:a16="http://schemas.microsoft.com/office/drawing/2014/main" id="{010B8A4F-411D-9005-D998-0980798B2AD5}"/>
                  </a:ext>
                </a:extLst>
              </p:cNvPr>
              <p:cNvSpPr/>
              <p:nvPr/>
            </p:nvSpPr>
            <p:spPr>
              <a:xfrm>
                <a:off x="8684784" y="248779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0" name="شكل حر: شكل 381">
                <a:extLst>
                  <a:ext uri="{FF2B5EF4-FFF2-40B4-BE49-F238E27FC236}">
                    <a16:creationId xmlns:a16="http://schemas.microsoft.com/office/drawing/2014/main" id="{8DF27CBF-F733-182D-114F-7E07B9D7E9E8}"/>
                  </a:ext>
                </a:extLst>
              </p:cNvPr>
              <p:cNvSpPr/>
              <p:nvPr/>
            </p:nvSpPr>
            <p:spPr>
              <a:xfrm>
                <a:off x="8711210" y="2525891"/>
                <a:ext cx="228493" cy="680884"/>
              </a:xfrm>
              <a:custGeom>
                <a:avLst/>
                <a:gdLst>
                  <a:gd name="csX0" fmla="*/ 75614 w 228493"/>
                  <a:gd name="csY0" fmla="*/ 679483 h 680884"/>
                  <a:gd name="csX1" fmla="*/ 226784 w 228493"/>
                  <a:gd name="csY1" fmla="*/ 679483 h 680884"/>
                  <a:gd name="csX2" fmla="*/ 75614 w 228493"/>
                  <a:gd name="csY2" fmla="*/ 679483 h 680884"/>
                  <a:gd name="csX3" fmla="*/ 226784 w 228493"/>
                  <a:gd name="csY3" fmla="*/ 679483 h 680884"/>
                  <a:gd name="csX4" fmla="*/ 226784 w 228493"/>
                  <a:gd name="csY4" fmla="*/ 679483 h 680884"/>
                  <a:gd name="csX5" fmla="*/ 226784 w 228493"/>
                  <a:gd name="csY5" fmla="*/ 244057 h 680884"/>
                  <a:gd name="csX6" fmla="*/ 226784 w 228493"/>
                  <a:gd name="csY6" fmla="*/ 679483 h 680884"/>
                  <a:gd name="csX7" fmla="*/ 226784 w 228493"/>
                  <a:gd name="csY7" fmla="*/ 244057 h 680884"/>
                  <a:gd name="csX8" fmla="*/ 226784 w 228493"/>
                  <a:gd name="csY8" fmla="*/ 244057 h 680884"/>
                  <a:gd name="csX9" fmla="*/ 29 w 228493"/>
                  <a:gd name="csY9" fmla="*/ 244057 h 680884"/>
                  <a:gd name="csX10" fmla="*/ 226784 w 228493"/>
                  <a:gd name="csY10" fmla="*/ 244057 h 680884"/>
                  <a:gd name="csX11" fmla="*/ 29 w 228493"/>
                  <a:gd name="csY11" fmla="*/ 244057 h 680884"/>
                  <a:gd name="csX12" fmla="*/ 29 w 228493"/>
                  <a:gd name="csY12" fmla="*/ 244057 h 680884"/>
                  <a:gd name="csX13" fmla="*/ 29 w 228493"/>
                  <a:gd name="csY13" fmla="*/ 1 h 680884"/>
                  <a:gd name="csX14" fmla="*/ 29 w 228493"/>
                  <a:gd name="csY14" fmla="*/ 244057 h 680884"/>
                  <a:gd name="csX15" fmla="*/ 29 w 228493"/>
                  <a:gd name="csY15" fmla="*/ 1 h 6808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228493" h="680884">
                    <a:moveTo>
                      <a:pt x="75614" y="679483"/>
                    </a:moveTo>
                    <a:cubicBezTo>
                      <a:pt x="135401" y="685361"/>
                      <a:pt x="185968" y="670267"/>
                      <a:pt x="226784" y="679483"/>
                    </a:cubicBezTo>
                    <a:moveTo>
                      <a:pt x="75614" y="679483"/>
                    </a:moveTo>
                    <a:cubicBezTo>
                      <a:pt x="122628" y="675637"/>
                      <a:pt x="166240" y="677088"/>
                      <a:pt x="226784" y="679483"/>
                    </a:cubicBezTo>
                    <a:moveTo>
                      <a:pt x="226784" y="679483"/>
                    </a:moveTo>
                    <a:cubicBezTo>
                      <a:pt x="235401" y="567942"/>
                      <a:pt x="207661" y="451610"/>
                      <a:pt x="226784" y="244057"/>
                    </a:cubicBezTo>
                    <a:moveTo>
                      <a:pt x="226784" y="679483"/>
                    </a:moveTo>
                    <a:cubicBezTo>
                      <a:pt x="220964" y="516198"/>
                      <a:pt x="217941" y="338544"/>
                      <a:pt x="226784" y="244057"/>
                    </a:cubicBezTo>
                    <a:moveTo>
                      <a:pt x="226784" y="244057"/>
                    </a:moveTo>
                    <a:cubicBezTo>
                      <a:pt x="123006" y="248919"/>
                      <a:pt x="61328" y="253564"/>
                      <a:pt x="29" y="244057"/>
                    </a:cubicBezTo>
                    <a:moveTo>
                      <a:pt x="226784" y="244057"/>
                    </a:moveTo>
                    <a:cubicBezTo>
                      <a:pt x="178863" y="245653"/>
                      <a:pt x="135251" y="248484"/>
                      <a:pt x="29" y="244057"/>
                    </a:cubicBezTo>
                    <a:moveTo>
                      <a:pt x="29" y="244057"/>
                    </a:moveTo>
                    <a:cubicBezTo>
                      <a:pt x="-652" y="176276"/>
                      <a:pt x="11215" y="107986"/>
                      <a:pt x="29" y="1"/>
                    </a:cubicBezTo>
                    <a:moveTo>
                      <a:pt x="29" y="244057"/>
                    </a:moveTo>
                    <a:cubicBezTo>
                      <a:pt x="8041" y="173082"/>
                      <a:pt x="936" y="91875"/>
                      <a:pt x="29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1" name="شكل حر: شكل 382">
                <a:extLst>
                  <a:ext uri="{FF2B5EF4-FFF2-40B4-BE49-F238E27FC236}">
                    <a16:creationId xmlns:a16="http://schemas.microsoft.com/office/drawing/2014/main" id="{B5677895-180A-4DD5-58B1-A1BBF3088A3B}"/>
                  </a:ext>
                </a:extLst>
              </p:cNvPr>
              <p:cNvSpPr/>
              <p:nvPr/>
            </p:nvSpPr>
            <p:spPr>
              <a:xfrm>
                <a:off x="8684783" y="2487791"/>
                <a:ext cx="52910" cy="50804"/>
              </a:xfrm>
              <a:custGeom>
                <a:avLst/>
                <a:gdLst>
                  <a:gd name="csX0" fmla="*/ 26456 w 52910"/>
                  <a:gd name="csY0" fmla="*/ 1 h 50804"/>
                  <a:gd name="csX1" fmla="*/ 52911 w 52910"/>
                  <a:gd name="csY1" fmla="*/ 50800 h 50804"/>
                  <a:gd name="csX2" fmla="*/ 26456 w 52910"/>
                  <a:gd name="csY2" fmla="*/ 38100 h 50804"/>
                  <a:gd name="csX3" fmla="*/ 1 w 52910"/>
                  <a:gd name="csY3" fmla="*/ 50800 h 50804"/>
                  <a:gd name="csX4" fmla="*/ 26456 w 52910"/>
                  <a:gd name="csY4" fmla="*/ 1 h 5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10" h="50804">
                    <a:moveTo>
                      <a:pt x="26456" y="1"/>
                    </a:moveTo>
                    <a:cubicBezTo>
                      <a:pt x="25851" y="17563"/>
                      <a:pt x="49887" y="28594"/>
                      <a:pt x="52911" y="50800"/>
                    </a:cubicBezTo>
                    <a:cubicBezTo>
                      <a:pt x="46864" y="51091"/>
                      <a:pt x="31974" y="37738"/>
                      <a:pt x="26456" y="38100"/>
                    </a:cubicBezTo>
                    <a:cubicBezTo>
                      <a:pt x="13833" y="43325"/>
                      <a:pt x="9298" y="47752"/>
                      <a:pt x="1" y="50800"/>
                    </a:cubicBezTo>
                    <a:cubicBezTo>
                      <a:pt x="-150" y="42019"/>
                      <a:pt x="23962" y="14007"/>
                      <a:pt x="26456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2" name="شكل حر: شكل 383">
                <a:extLst>
                  <a:ext uri="{FF2B5EF4-FFF2-40B4-BE49-F238E27FC236}">
                    <a16:creationId xmlns:a16="http://schemas.microsoft.com/office/drawing/2014/main" id="{A49F52CD-FA56-30EB-B807-BD44AFB6B554}"/>
                  </a:ext>
                </a:extLst>
              </p:cNvPr>
              <p:cNvSpPr/>
              <p:nvPr/>
            </p:nvSpPr>
            <p:spPr>
              <a:xfrm>
                <a:off x="8684784" y="248779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9002" y="18288"/>
                      <a:pt x="48224" y="28739"/>
                      <a:pt x="52910" y="50800"/>
                    </a:cubicBezTo>
                    <a:moveTo>
                      <a:pt x="26455" y="1"/>
                    </a:moveTo>
                    <a:cubicBezTo>
                      <a:pt x="35148" y="13354"/>
                      <a:pt x="42706" y="28811"/>
                      <a:pt x="52910" y="50800"/>
                    </a:cubicBezTo>
                    <a:moveTo>
                      <a:pt x="52910" y="50800"/>
                    </a:moveTo>
                    <a:cubicBezTo>
                      <a:pt x="48072" y="48841"/>
                      <a:pt x="35374" y="45938"/>
                      <a:pt x="26455" y="38100"/>
                    </a:cubicBezTo>
                    <a:moveTo>
                      <a:pt x="52910" y="50800"/>
                    </a:moveTo>
                    <a:cubicBezTo>
                      <a:pt x="41950" y="46881"/>
                      <a:pt x="31217" y="39987"/>
                      <a:pt x="26455" y="38100"/>
                    </a:cubicBezTo>
                    <a:moveTo>
                      <a:pt x="26455" y="38100"/>
                    </a:moveTo>
                    <a:cubicBezTo>
                      <a:pt x="13152" y="43906"/>
                      <a:pt x="8088" y="49857"/>
                      <a:pt x="1" y="50800"/>
                    </a:cubicBezTo>
                    <a:moveTo>
                      <a:pt x="26455" y="38100"/>
                    </a:moveTo>
                    <a:cubicBezTo>
                      <a:pt x="20559" y="40931"/>
                      <a:pt x="15571" y="44051"/>
                      <a:pt x="1" y="50800"/>
                    </a:cubicBezTo>
                    <a:moveTo>
                      <a:pt x="1" y="50800"/>
                    </a:moveTo>
                    <a:cubicBezTo>
                      <a:pt x="8012" y="37665"/>
                      <a:pt x="20559" y="24312"/>
                      <a:pt x="26455" y="1"/>
                    </a:cubicBezTo>
                    <a:moveTo>
                      <a:pt x="1" y="50800"/>
                    </a:moveTo>
                    <a:cubicBezTo>
                      <a:pt x="10733" y="36504"/>
                      <a:pt x="15873" y="18071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27" name="صورة 384">
              <a:extLst>
                <a:ext uri="{FF2B5EF4-FFF2-40B4-BE49-F238E27FC236}">
                  <a16:creationId xmlns:a16="http://schemas.microsoft.com/office/drawing/2014/main" id="{FA730AA7-5B70-F371-AB33-C333300AA139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8352210" y="2650205"/>
              <a:ext cx="710498" cy="114299"/>
            </a:xfrm>
            <a:custGeom>
              <a:avLst/>
              <a:gdLst>
                <a:gd name="csX0" fmla="*/ 0 w 710498"/>
                <a:gd name="csY0" fmla="*/ 0 h 114299"/>
                <a:gd name="csX1" fmla="*/ 710499 w 710498"/>
                <a:gd name="csY1" fmla="*/ 0 h 114299"/>
                <a:gd name="csX2" fmla="*/ 710499 w 710498"/>
                <a:gd name="csY2" fmla="*/ 114299 h 114299"/>
                <a:gd name="csX3" fmla="*/ 0 w 71049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10498" h="114299">
                  <a:moveTo>
                    <a:pt x="0" y="0"/>
                  </a:moveTo>
                  <a:lnTo>
                    <a:pt x="710499" y="0"/>
                  </a:lnTo>
                  <a:lnTo>
                    <a:pt x="710499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33" name="!!رسم 9">
            <a:extLst>
              <a:ext uri="{FF2B5EF4-FFF2-40B4-BE49-F238E27FC236}">
                <a16:creationId xmlns:a16="http://schemas.microsoft.com/office/drawing/2014/main" id="{CA4A55BA-2381-2F73-CF64-29E18EE76D45}"/>
              </a:ext>
            </a:extLst>
          </p:cNvPr>
          <p:cNvGrpSpPr/>
          <p:nvPr/>
        </p:nvGrpSpPr>
        <p:grpSpPr>
          <a:xfrm>
            <a:off x="4828129" y="3347833"/>
            <a:ext cx="695457" cy="645011"/>
            <a:chOff x="7551009" y="3358643"/>
            <a:chExt cx="695457" cy="645011"/>
          </a:xfrm>
        </p:grpSpPr>
        <p:grpSp>
          <p:nvGrpSpPr>
            <p:cNvPr id="2034" name="رسم 9">
              <a:extLst>
                <a:ext uri="{FF2B5EF4-FFF2-40B4-BE49-F238E27FC236}">
                  <a16:creationId xmlns:a16="http://schemas.microsoft.com/office/drawing/2014/main" id="{61BB8151-7A66-86E0-8693-A817814693F1}"/>
                </a:ext>
              </a:extLst>
            </p:cNvPr>
            <p:cNvGrpSpPr/>
            <p:nvPr/>
          </p:nvGrpSpPr>
          <p:grpSpPr>
            <a:xfrm>
              <a:off x="7593609" y="3358643"/>
              <a:ext cx="652857" cy="645011"/>
              <a:chOff x="7593609" y="3358643"/>
              <a:chExt cx="652857" cy="645011"/>
            </a:xfrm>
          </p:grpSpPr>
          <p:sp>
            <p:nvSpPr>
              <p:cNvPr id="2036" name="شكل حر: شكل 387">
                <a:extLst>
                  <a:ext uri="{FF2B5EF4-FFF2-40B4-BE49-F238E27FC236}">
                    <a16:creationId xmlns:a16="http://schemas.microsoft.com/office/drawing/2014/main" id="{82125D5F-80A3-CD56-1A6B-4613389AC3EE}"/>
                  </a:ext>
                </a:extLst>
              </p:cNvPr>
              <p:cNvSpPr/>
              <p:nvPr/>
            </p:nvSpPr>
            <p:spPr>
              <a:xfrm>
                <a:off x="7596133" y="3396743"/>
                <a:ext cx="624256" cy="606911"/>
              </a:xfrm>
              <a:custGeom>
                <a:avLst/>
                <a:gdLst>
                  <a:gd name="csX0" fmla="*/ 623879 w 624256"/>
                  <a:gd name="csY0" fmla="*/ 1 h 606911"/>
                  <a:gd name="csX1" fmla="*/ 624257 w 624256"/>
                  <a:gd name="csY1" fmla="*/ 244057 h 606911"/>
                  <a:gd name="csX2" fmla="*/ 1 w 624256"/>
                  <a:gd name="csY2" fmla="*/ 244057 h 606911"/>
                  <a:gd name="csX3" fmla="*/ 227 w 624256"/>
                  <a:gd name="csY3" fmla="*/ 606912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24256" h="606911">
                    <a:moveTo>
                      <a:pt x="623879" y="1"/>
                    </a:moveTo>
                    <a:lnTo>
                      <a:pt x="624257" y="244057"/>
                    </a:lnTo>
                    <a:lnTo>
                      <a:pt x="1" y="244057"/>
                    </a:lnTo>
                    <a:lnTo>
                      <a:pt x="227" y="60691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7" name="شكل حر: شكل 388">
                <a:extLst>
                  <a:ext uri="{FF2B5EF4-FFF2-40B4-BE49-F238E27FC236}">
                    <a16:creationId xmlns:a16="http://schemas.microsoft.com/office/drawing/2014/main" id="{4E7E4794-A083-A2C8-8383-966F20BD3C33}"/>
                  </a:ext>
                </a:extLst>
              </p:cNvPr>
              <p:cNvSpPr/>
              <p:nvPr/>
            </p:nvSpPr>
            <p:spPr>
              <a:xfrm>
                <a:off x="8193557" y="3358643"/>
                <a:ext cx="52909" cy="50799"/>
              </a:xfrm>
              <a:custGeom>
                <a:avLst/>
                <a:gdLst>
                  <a:gd name="csX0" fmla="*/ 26380 w 52909"/>
                  <a:gd name="csY0" fmla="*/ 1 h 50799"/>
                  <a:gd name="csX1" fmla="*/ 52910 w 52909"/>
                  <a:gd name="csY1" fmla="*/ 50728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380" y="1"/>
                    </a:moveTo>
                    <a:lnTo>
                      <a:pt x="52910" y="50728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8" name="شكل حر: شكل 389">
                <a:extLst>
                  <a:ext uri="{FF2B5EF4-FFF2-40B4-BE49-F238E27FC236}">
                    <a16:creationId xmlns:a16="http://schemas.microsoft.com/office/drawing/2014/main" id="{CE5C1AB5-29A9-603D-62CE-035425B635EA}"/>
                  </a:ext>
                </a:extLst>
              </p:cNvPr>
              <p:cNvSpPr/>
              <p:nvPr/>
            </p:nvSpPr>
            <p:spPr>
              <a:xfrm>
                <a:off x="7593609" y="3396743"/>
                <a:ext cx="626780" cy="606911"/>
              </a:xfrm>
              <a:custGeom>
                <a:avLst/>
                <a:gdLst>
                  <a:gd name="csX0" fmla="*/ 626403 w 626780"/>
                  <a:gd name="csY0" fmla="*/ 1 h 606911"/>
                  <a:gd name="csX1" fmla="*/ 626781 w 626780"/>
                  <a:gd name="csY1" fmla="*/ 244057 h 606911"/>
                  <a:gd name="csX2" fmla="*/ 626403 w 626780"/>
                  <a:gd name="csY2" fmla="*/ 1 h 606911"/>
                  <a:gd name="csX3" fmla="*/ 626781 w 626780"/>
                  <a:gd name="csY3" fmla="*/ 244057 h 606911"/>
                  <a:gd name="csX4" fmla="*/ 626781 w 626780"/>
                  <a:gd name="csY4" fmla="*/ 244057 h 606911"/>
                  <a:gd name="csX5" fmla="*/ 2525 w 626780"/>
                  <a:gd name="csY5" fmla="*/ 244057 h 606911"/>
                  <a:gd name="csX6" fmla="*/ 626781 w 626780"/>
                  <a:gd name="csY6" fmla="*/ 244057 h 606911"/>
                  <a:gd name="csX7" fmla="*/ 2525 w 626780"/>
                  <a:gd name="csY7" fmla="*/ 244057 h 606911"/>
                  <a:gd name="csX8" fmla="*/ 2525 w 626780"/>
                  <a:gd name="csY8" fmla="*/ 244057 h 606911"/>
                  <a:gd name="csX9" fmla="*/ 2752 w 626780"/>
                  <a:gd name="csY9" fmla="*/ 606912 h 606911"/>
                  <a:gd name="csX10" fmla="*/ 2525 w 626780"/>
                  <a:gd name="csY10" fmla="*/ 244057 h 606911"/>
                  <a:gd name="csX11" fmla="*/ 2752 w 626780"/>
                  <a:gd name="csY11" fmla="*/ 606912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26780" h="606911">
                    <a:moveTo>
                      <a:pt x="626403" y="1"/>
                    </a:moveTo>
                    <a:cubicBezTo>
                      <a:pt x="627915" y="75329"/>
                      <a:pt x="621037" y="169091"/>
                      <a:pt x="626781" y="244057"/>
                    </a:cubicBezTo>
                    <a:moveTo>
                      <a:pt x="626403" y="1"/>
                    </a:moveTo>
                    <a:cubicBezTo>
                      <a:pt x="623078" y="86650"/>
                      <a:pt x="619374" y="171413"/>
                      <a:pt x="626781" y="244057"/>
                    </a:cubicBezTo>
                    <a:moveTo>
                      <a:pt x="626781" y="244057"/>
                    </a:moveTo>
                    <a:cubicBezTo>
                      <a:pt x="444093" y="236655"/>
                      <a:pt x="245379" y="229688"/>
                      <a:pt x="2525" y="244057"/>
                    </a:cubicBezTo>
                    <a:moveTo>
                      <a:pt x="626781" y="244057"/>
                    </a:moveTo>
                    <a:cubicBezTo>
                      <a:pt x="407736" y="240719"/>
                      <a:pt x="171684" y="243549"/>
                      <a:pt x="2525" y="244057"/>
                    </a:cubicBezTo>
                    <a:moveTo>
                      <a:pt x="2525" y="244057"/>
                    </a:moveTo>
                    <a:cubicBezTo>
                      <a:pt x="11444" y="384482"/>
                      <a:pt x="-6545" y="499579"/>
                      <a:pt x="2752" y="606912"/>
                    </a:cubicBezTo>
                    <a:moveTo>
                      <a:pt x="2525" y="244057"/>
                    </a:moveTo>
                    <a:cubicBezTo>
                      <a:pt x="10613" y="333900"/>
                      <a:pt x="5095" y="416123"/>
                      <a:pt x="2752" y="60691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9" name="شكل حر: شكل 390">
                <a:extLst>
                  <a:ext uri="{FF2B5EF4-FFF2-40B4-BE49-F238E27FC236}">
                    <a16:creationId xmlns:a16="http://schemas.microsoft.com/office/drawing/2014/main" id="{10446272-D6D8-B98D-CBAF-855070CD08EC}"/>
                  </a:ext>
                </a:extLst>
              </p:cNvPr>
              <p:cNvSpPr/>
              <p:nvPr/>
            </p:nvSpPr>
            <p:spPr>
              <a:xfrm>
                <a:off x="8193557" y="3358643"/>
                <a:ext cx="52909" cy="50799"/>
              </a:xfrm>
              <a:custGeom>
                <a:avLst/>
                <a:gdLst>
                  <a:gd name="csX0" fmla="*/ 26380 w 52909"/>
                  <a:gd name="csY0" fmla="*/ 1 h 50799"/>
                  <a:gd name="csX1" fmla="*/ 52910 w 52909"/>
                  <a:gd name="csY1" fmla="*/ 50728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380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380" y="1"/>
                    </a:moveTo>
                    <a:cubicBezTo>
                      <a:pt x="36130" y="10233"/>
                      <a:pt x="45200" y="34181"/>
                      <a:pt x="52910" y="50728"/>
                    </a:cubicBezTo>
                    <a:cubicBezTo>
                      <a:pt x="43538" y="50437"/>
                      <a:pt x="42328" y="43108"/>
                      <a:pt x="26455" y="38100"/>
                    </a:cubicBezTo>
                    <a:cubicBezTo>
                      <a:pt x="20862" y="37302"/>
                      <a:pt x="11490" y="47027"/>
                      <a:pt x="1" y="50800"/>
                    </a:cubicBezTo>
                    <a:cubicBezTo>
                      <a:pt x="10356" y="43688"/>
                      <a:pt x="1587" y="21119"/>
                      <a:pt x="26380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0" name="شكل حر: شكل 391">
                <a:extLst>
                  <a:ext uri="{FF2B5EF4-FFF2-40B4-BE49-F238E27FC236}">
                    <a16:creationId xmlns:a16="http://schemas.microsoft.com/office/drawing/2014/main" id="{15E3B7B5-499D-D28F-FDE6-F31D85AB41F2}"/>
                  </a:ext>
                </a:extLst>
              </p:cNvPr>
              <p:cNvSpPr/>
              <p:nvPr/>
            </p:nvSpPr>
            <p:spPr>
              <a:xfrm>
                <a:off x="8193557" y="3358643"/>
                <a:ext cx="52909" cy="50799"/>
              </a:xfrm>
              <a:custGeom>
                <a:avLst/>
                <a:gdLst>
                  <a:gd name="csX0" fmla="*/ 26380 w 52909"/>
                  <a:gd name="csY0" fmla="*/ 1 h 50799"/>
                  <a:gd name="csX1" fmla="*/ 52910 w 52909"/>
                  <a:gd name="csY1" fmla="*/ 50728 h 50799"/>
                  <a:gd name="csX2" fmla="*/ 26380 w 52909"/>
                  <a:gd name="csY2" fmla="*/ 1 h 50799"/>
                  <a:gd name="csX3" fmla="*/ 52910 w 52909"/>
                  <a:gd name="csY3" fmla="*/ 50728 h 50799"/>
                  <a:gd name="csX4" fmla="*/ 52910 w 52909"/>
                  <a:gd name="csY4" fmla="*/ 50728 h 50799"/>
                  <a:gd name="csX5" fmla="*/ 26455 w 52909"/>
                  <a:gd name="csY5" fmla="*/ 38100 h 50799"/>
                  <a:gd name="csX6" fmla="*/ 52910 w 52909"/>
                  <a:gd name="csY6" fmla="*/ 50728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380 w 52909"/>
                  <a:gd name="csY13" fmla="*/ 1 h 50799"/>
                  <a:gd name="csX14" fmla="*/ 1 w 52909"/>
                  <a:gd name="csY14" fmla="*/ 50800 h 50799"/>
                  <a:gd name="csX15" fmla="*/ 26380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380" y="1"/>
                    </a:moveTo>
                    <a:cubicBezTo>
                      <a:pt x="35676" y="15023"/>
                      <a:pt x="41497" y="37375"/>
                      <a:pt x="52910" y="50728"/>
                    </a:cubicBezTo>
                    <a:moveTo>
                      <a:pt x="26380" y="1"/>
                    </a:moveTo>
                    <a:cubicBezTo>
                      <a:pt x="34694" y="17418"/>
                      <a:pt x="42933" y="34254"/>
                      <a:pt x="52910" y="50728"/>
                    </a:cubicBezTo>
                    <a:moveTo>
                      <a:pt x="52910" y="50728"/>
                    </a:moveTo>
                    <a:cubicBezTo>
                      <a:pt x="46636" y="45648"/>
                      <a:pt x="37339" y="40350"/>
                      <a:pt x="26455" y="38100"/>
                    </a:cubicBezTo>
                    <a:moveTo>
                      <a:pt x="52910" y="50728"/>
                    </a:moveTo>
                    <a:cubicBezTo>
                      <a:pt x="44444" y="46446"/>
                      <a:pt x="32653" y="42455"/>
                      <a:pt x="26455" y="38100"/>
                    </a:cubicBezTo>
                    <a:moveTo>
                      <a:pt x="26455" y="38100"/>
                    </a:moveTo>
                    <a:cubicBezTo>
                      <a:pt x="19123" y="45140"/>
                      <a:pt x="6199" y="46954"/>
                      <a:pt x="1" y="50800"/>
                    </a:cubicBezTo>
                    <a:moveTo>
                      <a:pt x="26455" y="38100"/>
                    </a:moveTo>
                    <a:cubicBezTo>
                      <a:pt x="21466" y="41729"/>
                      <a:pt x="13984" y="43761"/>
                      <a:pt x="1" y="50800"/>
                    </a:cubicBezTo>
                    <a:moveTo>
                      <a:pt x="1" y="50800"/>
                    </a:moveTo>
                    <a:cubicBezTo>
                      <a:pt x="2344" y="40640"/>
                      <a:pt x="14891" y="24021"/>
                      <a:pt x="26380" y="1"/>
                    </a:cubicBezTo>
                    <a:moveTo>
                      <a:pt x="1" y="50800"/>
                    </a:moveTo>
                    <a:cubicBezTo>
                      <a:pt x="4913" y="38681"/>
                      <a:pt x="15193" y="27940"/>
                      <a:pt x="26380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35" name="صورة 392">
              <a:extLst>
                <a:ext uri="{FF2B5EF4-FFF2-40B4-BE49-F238E27FC236}">
                  <a16:creationId xmlns:a16="http://schemas.microsoft.com/office/drawing/2014/main" id="{320DC458-0CB1-D6EC-21EF-FC2F29888F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7551009" y="3593628"/>
              <a:ext cx="634913" cy="114299"/>
            </a:xfrm>
            <a:custGeom>
              <a:avLst/>
              <a:gdLst>
                <a:gd name="csX0" fmla="*/ 0 w 634913"/>
                <a:gd name="csY0" fmla="*/ 0 h 114299"/>
                <a:gd name="csX1" fmla="*/ 634914 w 634913"/>
                <a:gd name="csY1" fmla="*/ 0 h 114299"/>
                <a:gd name="csX2" fmla="*/ 634914 w 634913"/>
                <a:gd name="csY2" fmla="*/ 114299 h 114299"/>
                <a:gd name="csX3" fmla="*/ 0 w 63491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4913" h="114299">
                  <a:moveTo>
                    <a:pt x="0" y="0"/>
                  </a:moveTo>
                  <a:lnTo>
                    <a:pt x="634914" y="0"/>
                  </a:lnTo>
                  <a:lnTo>
                    <a:pt x="634914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41" name="!!رسم 9">
            <a:extLst>
              <a:ext uri="{FF2B5EF4-FFF2-40B4-BE49-F238E27FC236}">
                <a16:creationId xmlns:a16="http://schemas.microsoft.com/office/drawing/2014/main" id="{281728D9-3E98-8CC3-7F13-07E1F9F0C5F6}"/>
              </a:ext>
            </a:extLst>
          </p:cNvPr>
          <p:cNvGrpSpPr/>
          <p:nvPr/>
        </p:nvGrpSpPr>
        <p:grpSpPr>
          <a:xfrm>
            <a:off x="3227316" y="6261560"/>
            <a:ext cx="3028386" cy="238613"/>
            <a:chOff x="5950196" y="6272370"/>
            <a:chExt cx="3028386" cy="238613"/>
          </a:xfrm>
          <a:noFill/>
        </p:grpSpPr>
        <p:grpSp>
          <p:nvGrpSpPr>
            <p:cNvPr id="2042" name="رسم 9">
              <a:extLst>
                <a:ext uri="{FF2B5EF4-FFF2-40B4-BE49-F238E27FC236}">
                  <a16:creationId xmlns:a16="http://schemas.microsoft.com/office/drawing/2014/main" id="{CBB57DAD-F977-5D91-F564-19996E2FE86F}"/>
                </a:ext>
              </a:extLst>
            </p:cNvPr>
            <p:cNvGrpSpPr/>
            <p:nvPr/>
          </p:nvGrpSpPr>
          <p:grpSpPr>
            <a:xfrm>
              <a:off x="5950196" y="6272370"/>
              <a:ext cx="3028386" cy="228391"/>
              <a:chOff x="5950196" y="6272370"/>
              <a:chExt cx="3028386" cy="228391"/>
            </a:xfrm>
            <a:noFill/>
          </p:grpSpPr>
          <p:sp>
            <p:nvSpPr>
              <p:cNvPr id="2044" name="مستطيل 395">
                <a:extLst>
                  <a:ext uri="{FF2B5EF4-FFF2-40B4-BE49-F238E27FC236}">
                    <a16:creationId xmlns:a16="http://schemas.microsoft.com/office/drawing/2014/main" id="{8077D169-36D1-0144-4C1D-870B868B8E86}"/>
                  </a:ext>
                </a:extLst>
              </p:cNvPr>
              <p:cNvSpPr/>
              <p:nvPr/>
            </p:nvSpPr>
            <p:spPr>
              <a:xfrm>
                <a:off x="5952388" y="6275128"/>
                <a:ext cx="3023398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5" name="شكل حر: شكل 396">
                <a:extLst>
                  <a:ext uri="{FF2B5EF4-FFF2-40B4-BE49-F238E27FC236}">
                    <a16:creationId xmlns:a16="http://schemas.microsoft.com/office/drawing/2014/main" id="{9F5F0819-17FA-B2A4-89D1-E8F5BC0BBA7C}"/>
                  </a:ext>
                </a:extLst>
              </p:cNvPr>
              <p:cNvSpPr/>
              <p:nvPr/>
            </p:nvSpPr>
            <p:spPr>
              <a:xfrm>
                <a:off x="5950196" y="6272370"/>
                <a:ext cx="3028386" cy="224752"/>
              </a:xfrm>
              <a:custGeom>
                <a:avLst/>
                <a:gdLst>
                  <a:gd name="csX0" fmla="*/ 1 w 3028386"/>
                  <a:gd name="csY0" fmla="*/ 5153 h 224752"/>
                  <a:gd name="csX1" fmla="*/ 1 w 3028386"/>
                  <a:gd name="csY1" fmla="*/ 5153 h 224752"/>
                  <a:gd name="csX2" fmla="*/ 1 w 3028386"/>
                  <a:gd name="csY2" fmla="*/ 5153 h 224752"/>
                  <a:gd name="csX3" fmla="*/ 1 w 3028386"/>
                  <a:gd name="csY3" fmla="*/ 5153 h 224752"/>
                  <a:gd name="csX4" fmla="*/ 3024 w 3028386"/>
                  <a:gd name="csY4" fmla="*/ 46156 h 224752"/>
                  <a:gd name="csX5" fmla="*/ 42631 w 3028386"/>
                  <a:gd name="csY5" fmla="*/ 2323 h 224752"/>
                  <a:gd name="csX6" fmla="*/ 3024 w 3028386"/>
                  <a:gd name="csY6" fmla="*/ 46156 h 224752"/>
                  <a:gd name="csX7" fmla="*/ 42631 w 3028386"/>
                  <a:gd name="csY7" fmla="*/ 2323 h 224752"/>
                  <a:gd name="csX8" fmla="*/ 983 w 3028386"/>
                  <a:gd name="csY8" fmla="*/ 92529 h 224752"/>
                  <a:gd name="csX9" fmla="*/ 80347 w 3028386"/>
                  <a:gd name="csY9" fmla="*/ 4935 h 224752"/>
                  <a:gd name="csX10" fmla="*/ 983 w 3028386"/>
                  <a:gd name="csY10" fmla="*/ 92529 h 224752"/>
                  <a:gd name="csX11" fmla="*/ 80347 w 3028386"/>
                  <a:gd name="csY11" fmla="*/ 4935 h 224752"/>
                  <a:gd name="csX12" fmla="*/ 4006 w 3028386"/>
                  <a:gd name="csY12" fmla="*/ 133531 h 224752"/>
                  <a:gd name="csX13" fmla="*/ 122977 w 3028386"/>
                  <a:gd name="csY13" fmla="*/ 2033 h 224752"/>
                  <a:gd name="csX14" fmla="*/ 4006 w 3028386"/>
                  <a:gd name="csY14" fmla="*/ 133531 h 224752"/>
                  <a:gd name="csX15" fmla="*/ 122977 w 3028386"/>
                  <a:gd name="csY15" fmla="*/ 2033 h 224752"/>
                  <a:gd name="csX16" fmla="*/ 2041 w 3028386"/>
                  <a:gd name="csY16" fmla="*/ 179904 h 224752"/>
                  <a:gd name="csX17" fmla="*/ 160694 w 3028386"/>
                  <a:gd name="csY17" fmla="*/ 4645 h 224752"/>
                  <a:gd name="csX18" fmla="*/ 2041 w 3028386"/>
                  <a:gd name="csY18" fmla="*/ 179904 h 224752"/>
                  <a:gd name="csX19" fmla="*/ 160694 w 3028386"/>
                  <a:gd name="csY19" fmla="*/ 4645 h 224752"/>
                  <a:gd name="csX20" fmla="*/ 4989 w 3028386"/>
                  <a:gd name="csY20" fmla="*/ 220907 h 224752"/>
                  <a:gd name="csX21" fmla="*/ 203324 w 3028386"/>
                  <a:gd name="csY21" fmla="*/ 1815 h 224752"/>
                  <a:gd name="csX22" fmla="*/ 4989 w 3028386"/>
                  <a:gd name="csY22" fmla="*/ 220907 h 224752"/>
                  <a:gd name="csX23" fmla="*/ 203324 w 3028386"/>
                  <a:gd name="csY23" fmla="*/ 1815 h 224752"/>
                  <a:gd name="csX24" fmla="*/ 42706 w 3028386"/>
                  <a:gd name="csY24" fmla="*/ 223519 h 224752"/>
                  <a:gd name="csX25" fmla="*/ 241041 w 3028386"/>
                  <a:gd name="csY25" fmla="*/ 4427 h 224752"/>
                  <a:gd name="csX26" fmla="*/ 42706 w 3028386"/>
                  <a:gd name="csY26" fmla="*/ 223519 h 224752"/>
                  <a:gd name="csX27" fmla="*/ 241041 w 3028386"/>
                  <a:gd name="csY27" fmla="*/ 4427 h 224752"/>
                  <a:gd name="csX28" fmla="*/ 85336 w 3028386"/>
                  <a:gd name="csY28" fmla="*/ 220617 h 224752"/>
                  <a:gd name="csX29" fmla="*/ 283671 w 3028386"/>
                  <a:gd name="csY29" fmla="*/ 1525 h 224752"/>
                  <a:gd name="csX30" fmla="*/ 85336 w 3028386"/>
                  <a:gd name="csY30" fmla="*/ 220617 h 224752"/>
                  <a:gd name="csX31" fmla="*/ 283671 w 3028386"/>
                  <a:gd name="csY31" fmla="*/ 1525 h 224752"/>
                  <a:gd name="csX32" fmla="*/ 123053 w 3028386"/>
                  <a:gd name="csY32" fmla="*/ 223229 h 224752"/>
                  <a:gd name="csX33" fmla="*/ 321388 w 3028386"/>
                  <a:gd name="csY33" fmla="*/ 4137 h 224752"/>
                  <a:gd name="csX34" fmla="*/ 123053 w 3028386"/>
                  <a:gd name="csY34" fmla="*/ 223229 h 224752"/>
                  <a:gd name="csX35" fmla="*/ 321388 w 3028386"/>
                  <a:gd name="csY35" fmla="*/ 4137 h 224752"/>
                  <a:gd name="csX36" fmla="*/ 165683 w 3028386"/>
                  <a:gd name="csY36" fmla="*/ 220399 h 224752"/>
                  <a:gd name="csX37" fmla="*/ 364018 w 3028386"/>
                  <a:gd name="csY37" fmla="*/ 1307 h 224752"/>
                  <a:gd name="csX38" fmla="*/ 165683 w 3028386"/>
                  <a:gd name="csY38" fmla="*/ 220399 h 224752"/>
                  <a:gd name="csX39" fmla="*/ 364018 w 3028386"/>
                  <a:gd name="csY39" fmla="*/ 1307 h 224752"/>
                  <a:gd name="csX40" fmla="*/ 203400 w 3028386"/>
                  <a:gd name="csY40" fmla="*/ 223011 h 224752"/>
                  <a:gd name="csX41" fmla="*/ 401735 w 3028386"/>
                  <a:gd name="csY41" fmla="*/ 3919 h 224752"/>
                  <a:gd name="csX42" fmla="*/ 203400 w 3028386"/>
                  <a:gd name="csY42" fmla="*/ 223011 h 224752"/>
                  <a:gd name="csX43" fmla="*/ 401735 w 3028386"/>
                  <a:gd name="csY43" fmla="*/ 3919 h 224752"/>
                  <a:gd name="csX44" fmla="*/ 246030 w 3028386"/>
                  <a:gd name="csY44" fmla="*/ 220109 h 224752"/>
                  <a:gd name="csX45" fmla="*/ 444365 w 3028386"/>
                  <a:gd name="csY45" fmla="*/ 1089 h 224752"/>
                  <a:gd name="csX46" fmla="*/ 246030 w 3028386"/>
                  <a:gd name="csY46" fmla="*/ 220109 h 224752"/>
                  <a:gd name="csX47" fmla="*/ 444365 w 3028386"/>
                  <a:gd name="csY47" fmla="*/ 1089 h 224752"/>
                  <a:gd name="csX48" fmla="*/ 283747 w 3028386"/>
                  <a:gd name="csY48" fmla="*/ 222721 h 224752"/>
                  <a:gd name="csX49" fmla="*/ 482081 w 3028386"/>
                  <a:gd name="csY49" fmla="*/ 3702 h 224752"/>
                  <a:gd name="csX50" fmla="*/ 283747 w 3028386"/>
                  <a:gd name="csY50" fmla="*/ 222721 h 224752"/>
                  <a:gd name="csX51" fmla="*/ 482081 w 3028386"/>
                  <a:gd name="csY51" fmla="*/ 3702 h 224752"/>
                  <a:gd name="csX52" fmla="*/ 326377 w 3028386"/>
                  <a:gd name="csY52" fmla="*/ 219891 h 224752"/>
                  <a:gd name="csX53" fmla="*/ 524711 w 3028386"/>
                  <a:gd name="csY53" fmla="*/ 799 h 224752"/>
                  <a:gd name="csX54" fmla="*/ 326377 w 3028386"/>
                  <a:gd name="csY54" fmla="*/ 219891 h 224752"/>
                  <a:gd name="csX55" fmla="*/ 524711 w 3028386"/>
                  <a:gd name="csY55" fmla="*/ 799 h 224752"/>
                  <a:gd name="csX56" fmla="*/ 364093 w 3028386"/>
                  <a:gd name="csY56" fmla="*/ 222504 h 224752"/>
                  <a:gd name="csX57" fmla="*/ 562428 w 3028386"/>
                  <a:gd name="csY57" fmla="*/ 3412 h 224752"/>
                  <a:gd name="csX58" fmla="*/ 364093 w 3028386"/>
                  <a:gd name="csY58" fmla="*/ 222504 h 224752"/>
                  <a:gd name="csX59" fmla="*/ 562428 w 3028386"/>
                  <a:gd name="csY59" fmla="*/ 3412 h 224752"/>
                  <a:gd name="csX60" fmla="*/ 406723 w 3028386"/>
                  <a:gd name="csY60" fmla="*/ 219601 h 224752"/>
                  <a:gd name="csX61" fmla="*/ 605134 w 3028386"/>
                  <a:gd name="csY61" fmla="*/ 581 h 224752"/>
                  <a:gd name="csX62" fmla="*/ 406723 w 3028386"/>
                  <a:gd name="csY62" fmla="*/ 219601 h 224752"/>
                  <a:gd name="csX63" fmla="*/ 605134 w 3028386"/>
                  <a:gd name="csY63" fmla="*/ 581 h 224752"/>
                  <a:gd name="csX64" fmla="*/ 444440 w 3028386"/>
                  <a:gd name="csY64" fmla="*/ 222213 h 224752"/>
                  <a:gd name="csX65" fmla="*/ 642775 w 3028386"/>
                  <a:gd name="csY65" fmla="*/ 3194 h 224752"/>
                  <a:gd name="csX66" fmla="*/ 444440 w 3028386"/>
                  <a:gd name="csY66" fmla="*/ 222213 h 224752"/>
                  <a:gd name="csX67" fmla="*/ 642775 w 3028386"/>
                  <a:gd name="csY67" fmla="*/ 3194 h 224752"/>
                  <a:gd name="csX68" fmla="*/ 487070 w 3028386"/>
                  <a:gd name="csY68" fmla="*/ 219383 h 224752"/>
                  <a:gd name="csX69" fmla="*/ 685481 w 3028386"/>
                  <a:gd name="csY69" fmla="*/ 291 h 224752"/>
                  <a:gd name="csX70" fmla="*/ 487070 w 3028386"/>
                  <a:gd name="csY70" fmla="*/ 219383 h 224752"/>
                  <a:gd name="csX71" fmla="*/ 685481 w 3028386"/>
                  <a:gd name="csY71" fmla="*/ 291 h 224752"/>
                  <a:gd name="csX72" fmla="*/ 524787 w 3028386"/>
                  <a:gd name="csY72" fmla="*/ 221995 h 224752"/>
                  <a:gd name="csX73" fmla="*/ 723122 w 3028386"/>
                  <a:gd name="csY73" fmla="*/ 2904 h 224752"/>
                  <a:gd name="csX74" fmla="*/ 524787 w 3028386"/>
                  <a:gd name="csY74" fmla="*/ 221995 h 224752"/>
                  <a:gd name="csX75" fmla="*/ 723122 w 3028386"/>
                  <a:gd name="csY75" fmla="*/ 2904 h 224752"/>
                  <a:gd name="csX76" fmla="*/ 562504 w 3028386"/>
                  <a:gd name="csY76" fmla="*/ 224608 h 224752"/>
                  <a:gd name="csX77" fmla="*/ 765827 w 3028386"/>
                  <a:gd name="csY77" fmla="*/ 73 h 224752"/>
                  <a:gd name="csX78" fmla="*/ 562504 w 3028386"/>
                  <a:gd name="csY78" fmla="*/ 224608 h 224752"/>
                  <a:gd name="csX79" fmla="*/ 765827 w 3028386"/>
                  <a:gd name="csY79" fmla="*/ 73 h 224752"/>
                  <a:gd name="csX80" fmla="*/ 605134 w 3028386"/>
                  <a:gd name="csY80" fmla="*/ 221778 h 224752"/>
                  <a:gd name="csX81" fmla="*/ 803469 w 3028386"/>
                  <a:gd name="csY81" fmla="*/ 2686 h 224752"/>
                  <a:gd name="csX82" fmla="*/ 605134 w 3028386"/>
                  <a:gd name="csY82" fmla="*/ 221778 h 224752"/>
                  <a:gd name="csX83" fmla="*/ 803469 w 3028386"/>
                  <a:gd name="csY83" fmla="*/ 2686 h 224752"/>
                  <a:gd name="csX84" fmla="*/ 642851 w 3028386"/>
                  <a:gd name="csY84" fmla="*/ 224390 h 224752"/>
                  <a:gd name="csX85" fmla="*/ 841186 w 3028386"/>
                  <a:gd name="csY85" fmla="*/ 5298 h 224752"/>
                  <a:gd name="csX86" fmla="*/ 642851 w 3028386"/>
                  <a:gd name="csY86" fmla="*/ 224390 h 224752"/>
                  <a:gd name="csX87" fmla="*/ 841186 w 3028386"/>
                  <a:gd name="csY87" fmla="*/ 5298 h 224752"/>
                  <a:gd name="csX88" fmla="*/ 685481 w 3028386"/>
                  <a:gd name="csY88" fmla="*/ 221487 h 224752"/>
                  <a:gd name="csX89" fmla="*/ 883816 w 3028386"/>
                  <a:gd name="csY89" fmla="*/ 2395 h 224752"/>
                  <a:gd name="csX90" fmla="*/ 685481 w 3028386"/>
                  <a:gd name="csY90" fmla="*/ 221487 h 224752"/>
                  <a:gd name="csX91" fmla="*/ 883816 w 3028386"/>
                  <a:gd name="csY91" fmla="*/ 2395 h 224752"/>
                  <a:gd name="csX92" fmla="*/ 723198 w 3028386"/>
                  <a:gd name="csY92" fmla="*/ 224100 h 224752"/>
                  <a:gd name="csX93" fmla="*/ 921532 w 3028386"/>
                  <a:gd name="csY93" fmla="*/ 5008 h 224752"/>
                  <a:gd name="csX94" fmla="*/ 723198 w 3028386"/>
                  <a:gd name="csY94" fmla="*/ 224100 h 224752"/>
                  <a:gd name="csX95" fmla="*/ 921532 w 3028386"/>
                  <a:gd name="csY95" fmla="*/ 5008 h 224752"/>
                  <a:gd name="csX96" fmla="*/ 765827 w 3028386"/>
                  <a:gd name="csY96" fmla="*/ 221270 h 224752"/>
                  <a:gd name="csX97" fmla="*/ 964162 w 3028386"/>
                  <a:gd name="csY97" fmla="*/ 2178 h 224752"/>
                  <a:gd name="csX98" fmla="*/ 765827 w 3028386"/>
                  <a:gd name="csY98" fmla="*/ 221270 h 224752"/>
                  <a:gd name="csX99" fmla="*/ 964162 w 3028386"/>
                  <a:gd name="csY99" fmla="*/ 2178 h 224752"/>
                  <a:gd name="csX100" fmla="*/ 803544 w 3028386"/>
                  <a:gd name="csY100" fmla="*/ 223882 h 224752"/>
                  <a:gd name="csX101" fmla="*/ 1001879 w 3028386"/>
                  <a:gd name="csY101" fmla="*/ 4790 h 224752"/>
                  <a:gd name="csX102" fmla="*/ 803544 w 3028386"/>
                  <a:gd name="csY102" fmla="*/ 223882 h 224752"/>
                  <a:gd name="csX103" fmla="*/ 1001879 w 3028386"/>
                  <a:gd name="csY103" fmla="*/ 4790 h 224752"/>
                  <a:gd name="csX104" fmla="*/ 846174 w 3028386"/>
                  <a:gd name="csY104" fmla="*/ 220979 h 224752"/>
                  <a:gd name="csX105" fmla="*/ 1044509 w 3028386"/>
                  <a:gd name="csY105" fmla="*/ 1887 h 224752"/>
                  <a:gd name="csX106" fmla="*/ 846174 w 3028386"/>
                  <a:gd name="csY106" fmla="*/ 220979 h 224752"/>
                  <a:gd name="csX107" fmla="*/ 1044509 w 3028386"/>
                  <a:gd name="csY107" fmla="*/ 1887 h 224752"/>
                  <a:gd name="csX108" fmla="*/ 883891 w 3028386"/>
                  <a:gd name="csY108" fmla="*/ 223592 h 224752"/>
                  <a:gd name="csX109" fmla="*/ 1082226 w 3028386"/>
                  <a:gd name="csY109" fmla="*/ 4500 h 224752"/>
                  <a:gd name="csX110" fmla="*/ 883891 w 3028386"/>
                  <a:gd name="csY110" fmla="*/ 223592 h 224752"/>
                  <a:gd name="csX111" fmla="*/ 1082226 w 3028386"/>
                  <a:gd name="csY111" fmla="*/ 4500 h 224752"/>
                  <a:gd name="csX112" fmla="*/ 926521 w 3028386"/>
                  <a:gd name="csY112" fmla="*/ 220761 h 224752"/>
                  <a:gd name="csX113" fmla="*/ 1124856 w 3028386"/>
                  <a:gd name="csY113" fmla="*/ 1669 h 224752"/>
                  <a:gd name="csX114" fmla="*/ 926521 w 3028386"/>
                  <a:gd name="csY114" fmla="*/ 220761 h 224752"/>
                  <a:gd name="csX115" fmla="*/ 1124856 w 3028386"/>
                  <a:gd name="csY115" fmla="*/ 1669 h 224752"/>
                  <a:gd name="csX116" fmla="*/ 964238 w 3028386"/>
                  <a:gd name="csY116" fmla="*/ 223374 h 224752"/>
                  <a:gd name="csX117" fmla="*/ 1162573 w 3028386"/>
                  <a:gd name="csY117" fmla="*/ 4282 h 224752"/>
                  <a:gd name="csX118" fmla="*/ 964238 w 3028386"/>
                  <a:gd name="csY118" fmla="*/ 223374 h 224752"/>
                  <a:gd name="csX119" fmla="*/ 1162573 w 3028386"/>
                  <a:gd name="csY119" fmla="*/ 4282 h 224752"/>
                  <a:gd name="csX120" fmla="*/ 1006868 w 3028386"/>
                  <a:gd name="csY120" fmla="*/ 220471 h 224752"/>
                  <a:gd name="csX121" fmla="*/ 1205203 w 3028386"/>
                  <a:gd name="csY121" fmla="*/ 1379 h 224752"/>
                  <a:gd name="csX122" fmla="*/ 1006868 w 3028386"/>
                  <a:gd name="csY122" fmla="*/ 220471 h 224752"/>
                  <a:gd name="csX123" fmla="*/ 1205203 w 3028386"/>
                  <a:gd name="csY123" fmla="*/ 1379 h 224752"/>
                  <a:gd name="csX124" fmla="*/ 1044585 w 3028386"/>
                  <a:gd name="csY124" fmla="*/ 223084 h 224752"/>
                  <a:gd name="csX125" fmla="*/ 1242920 w 3028386"/>
                  <a:gd name="csY125" fmla="*/ 3992 h 224752"/>
                  <a:gd name="csX126" fmla="*/ 1044585 w 3028386"/>
                  <a:gd name="csY126" fmla="*/ 223084 h 224752"/>
                  <a:gd name="csX127" fmla="*/ 1242920 w 3028386"/>
                  <a:gd name="csY127" fmla="*/ 3992 h 224752"/>
                  <a:gd name="csX128" fmla="*/ 1087215 w 3028386"/>
                  <a:gd name="csY128" fmla="*/ 220253 h 224752"/>
                  <a:gd name="csX129" fmla="*/ 1285549 w 3028386"/>
                  <a:gd name="csY129" fmla="*/ 1162 h 224752"/>
                  <a:gd name="csX130" fmla="*/ 1087215 w 3028386"/>
                  <a:gd name="csY130" fmla="*/ 220253 h 224752"/>
                  <a:gd name="csX131" fmla="*/ 1285549 w 3028386"/>
                  <a:gd name="csY131" fmla="*/ 1162 h 224752"/>
                  <a:gd name="csX132" fmla="*/ 1124931 w 3028386"/>
                  <a:gd name="csY132" fmla="*/ 222866 h 224752"/>
                  <a:gd name="csX133" fmla="*/ 1323267 w 3028386"/>
                  <a:gd name="csY133" fmla="*/ 3774 h 224752"/>
                  <a:gd name="csX134" fmla="*/ 1124931 w 3028386"/>
                  <a:gd name="csY134" fmla="*/ 222866 h 224752"/>
                  <a:gd name="csX135" fmla="*/ 1323267 w 3028386"/>
                  <a:gd name="csY135" fmla="*/ 3774 h 224752"/>
                  <a:gd name="csX136" fmla="*/ 1167561 w 3028386"/>
                  <a:gd name="csY136" fmla="*/ 219963 h 224752"/>
                  <a:gd name="csX137" fmla="*/ 1365896 w 3028386"/>
                  <a:gd name="csY137" fmla="*/ 944 h 224752"/>
                  <a:gd name="csX138" fmla="*/ 1167561 w 3028386"/>
                  <a:gd name="csY138" fmla="*/ 219963 h 224752"/>
                  <a:gd name="csX139" fmla="*/ 1365896 w 3028386"/>
                  <a:gd name="csY139" fmla="*/ 944 h 224752"/>
                  <a:gd name="csX140" fmla="*/ 1205278 w 3028386"/>
                  <a:gd name="csY140" fmla="*/ 222576 h 224752"/>
                  <a:gd name="csX141" fmla="*/ 1403613 w 3028386"/>
                  <a:gd name="csY141" fmla="*/ 3556 h 224752"/>
                  <a:gd name="csX142" fmla="*/ 1205278 w 3028386"/>
                  <a:gd name="csY142" fmla="*/ 222576 h 224752"/>
                  <a:gd name="csX143" fmla="*/ 1403613 w 3028386"/>
                  <a:gd name="csY143" fmla="*/ 3556 h 224752"/>
                  <a:gd name="csX144" fmla="*/ 1247908 w 3028386"/>
                  <a:gd name="csY144" fmla="*/ 219746 h 224752"/>
                  <a:gd name="csX145" fmla="*/ 1446243 w 3028386"/>
                  <a:gd name="csY145" fmla="*/ 654 h 224752"/>
                  <a:gd name="csX146" fmla="*/ 1247908 w 3028386"/>
                  <a:gd name="csY146" fmla="*/ 219746 h 224752"/>
                  <a:gd name="csX147" fmla="*/ 1446243 w 3028386"/>
                  <a:gd name="csY147" fmla="*/ 654 h 224752"/>
                  <a:gd name="csX148" fmla="*/ 1285625 w 3028386"/>
                  <a:gd name="csY148" fmla="*/ 222358 h 224752"/>
                  <a:gd name="csX149" fmla="*/ 1483960 w 3028386"/>
                  <a:gd name="csY149" fmla="*/ 3266 h 224752"/>
                  <a:gd name="csX150" fmla="*/ 1285625 w 3028386"/>
                  <a:gd name="csY150" fmla="*/ 222358 h 224752"/>
                  <a:gd name="csX151" fmla="*/ 1483960 w 3028386"/>
                  <a:gd name="csY151" fmla="*/ 3266 h 224752"/>
                  <a:gd name="csX152" fmla="*/ 1328255 w 3028386"/>
                  <a:gd name="csY152" fmla="*/ 219528 h 224752"/>
                  <a:gd name="csX153" fmla="*/ 1526590 w 3028386"/>
                  <a:gd name="csY153" fmla="*/ 436 h 224752"/>
                  <a:gd name="csX154" fmla="*/ 1328255 w 3028386"/>
                  <a:gd name="csY154" fmla="*/ 219528 h 224752"/>
                  <a:gd name="csX155" fmla="*/ 1526590 w 3028386"/>
                  <a:gd name="csY155" fmla="*/ 436 h 224752"/>
                  <a:gd name="csX156" fmla="*/ 1365972 w 3028386"/>
                  <a:gd name="csY156" fmla="*/ 222140 h 224752"/>
                  <a:gd name="csX157" fmla="*/ 1564307 w 3028386"/>
                  <a:gd name="csY157" fmla="*/ 3048 h 224752"/>
                  <a:gd name="csX158" fmla="*/ 1365972 w 3028386"/>
                  <a:gd name="csY158" fmla="*/ 222140 h 224752"/>
                  <a:gd name="csX159" fmla="*/ 1564307 w 3028386"/>
                  <a:gd name="csY159" fmla="*/ 3048 h 224752"/>
                  <a:gd name="csX160" fmla="*/ 1403613 w 3028386"/>
                  <a:gd name="csY160" fmla="*/ 224753 h 224752"/>
                  <a:gd name="csX161" fmla="*/ 1606937 w 3028386"/>
                  <a:gd name="csY161" fmla="*/ 146 h 224752"/>
                  <a:gd name="csX162" fmla="*/ 1403613 w 3028386"/>
                  <a:gd name="csY162" fmla="*/ 224753 h 224752"/>
                  <a:gd name="csX163" fmla="*/ 1606937 w 3028386"/>
                  <a:gd name="csY163" fmla="*/ 146 h 224752"/>
                  <a:gd name="csX164" fmla="*/ 1446319 w 3028386"/>
                  <a:gd name="csY164" fmla="*/ 221850 h 224752"/>
                  <a:gd name="csX165" fmla="*/ 1644654 w 3028386"/>
                  <a:gd name="csY165" fmla="*/ 2758 h 224752"/>
                  <a:gd name="csX166" fmla="*/ 1446319 w 3028386"/>
                  <a:gd name="csY166" fmla="*/ 221850 h 224752"/>
                  <a:gd name="csX167" fmla="*/ 1644654 w 3028386"/>
                  <a:gd name="csY167" fmla="*/ 2758 h 224752"/>
                  <a:gd name="csX168" fmla="*/ 1483960 w 3028386"/>
                  <a:gd name="csY168" fmla="*/ 224463 h 224752"/>
                  <a:gd name="csX169" fmla="*/ 1682370 w 3028386"/>
                  <a:gd name="csY169" fmla="*/ 5371 h 224752"/>
                  <a:gd name="csX170" fmla="*/ 1483960 w 3028386"/>
                  <a:gd name="csY170" fmla="*/ 224463 h 224752"/>
                  <a:gd name="csX171" fmla="*/ 1682370 w 3028386"/>
                  <a:gd name="csY171" fmla="*/ 5371 h 224752"/>
                  <a:gd name="csX172" fmla="*/ 1526666 w 3028386"/>
                  <a:gd name="csY172" fmla="*/ 221632 h 224752"/>
                  <a:gd name="csX173" fmla="*/ 1725001 w 3028386"/>
                  <a:gd name="csY173" fmla="*/ 2540 h 224752"/>
                  <a:gd name="csX174" fmla="*/ 1526666 w 3028386"/>
                  <a:gd name="csY174" fmla="*/ 221632 h 224752"/>
                  <a:gd name="csX175" fmla="*/ 1725001 w 3028386"/>
                  <a:gd name="csY175" fmla="*/ 2540 h 224752"/>
                  <a:gd name="csX176" fmla="*/ 1564307 w 3028386"/>
                  <a:gd name="csY176" fmla="*/ 224245 h 224752"/>
                  <a:gd name="csX177" fmla="*/ 1762717 w 3028386"/>
                  <a:gd name="csY177" fmla="*/ 5153 h 224752"/>
                  <a:gd name="csX178" fmla="*/ 1564307 w 3028386"/>
                  <a:gd name="csY178" fmla="*/ 224245 h 224752"/>
                  <a:gd name="csX179" fmla="*/ 1762717 w 3028386"/>
                  <a:gd name="csY179" fmla="*/ 5153 h 224752"/>
                  <a:gd name="csX180" fmla="*/ 1607012 w 3028386"/>
                  <a:gd name="csY180" fmla="*/ 221342 h 224752"/>
                  <a:gd name="csX181" fmla="*/ 1805347 w 3028386"/>
                  <a:gd name="csY181" fmla="*/ 2250 h 224752"/>
                  <a:gd name="csX182" fmla="*/ 1607012 w 3028386"/>
                  <a:gd name="csY182" fmla="*/ 221342 h 224752"/>
                  <a:gd name="csX183" fmla="*/ 1805347 w 3028386"/>
                  <a:gd name="csY183" fmla="*/ 2250 h 224752"/>
                  <a:gd name="csX184" fmla="*/ 1644654 w 3028386"/>
                  <a:gd name="csY184" fmla="*/ 223955 h 224752"/>
                  <a:gd name="csX185" fmla="*/ 1843064 w 3028386"/>
                  <a:gd name="csY185" fmla="*/ 4863 h 224752"/>
                  <a:gd name="csX186" fmla="*/ 1644654 w 3028386"/>
                  <a:gd name="csY186" fmla="*/ 223955 h 224752"/>
                  <a:gd name="csX187" fmla="*/ 1843064 w 3028386"/>
                  <a:gd name="csY187" fmla="*/ 4863 h 224752"/>
                  <a:gd name="csX188" fmla="*/ 1687359 w 3028386"/>
                  <a:gd name="csY188" fmla="*/ 221125 h 224752"/>
                  <a:gd name="csX189" fmla="*/ 1885694 w 3028386"/>
                  <a:gd name="csY189" fmla="*/ 2033 h 224752"/>
                  <a:gd name="csX190" fmla="*/ 1687359 w 3028386"/>
                  <a:gd name="csY190" fmla="*/ 221125 h 224752"/>
                  <a:gd name="csX191" fmla="*/ 1885694 w 3028386"/>
                  <a:gd name="csY191" fmla="*/ 2033 h 224752"/>
                  <a:gd name="csX192" fmla="*/ 1725076 w 3028386"/>
                  <a:gd name="csY192" fmla="*/ 223737 h 224752"/>
                  <a:gd name="csX193" fmla="*/ 1923411 w 3028386"/>
                  <a:gd name="csY193" fmla="*/ 4645 h 224752"/>
                  <a:gd name="csX194" fmla="*/ 1725076 w 3028386"/>
                  <a:gd name="csY194" fmla="*/ 223737 h 224752"/>
                  <a:gd name="csX195" fmla="*/ 1923411 w 3028386"/>
                  <a:gd name="csY195" fmla="*/ 4645 h 224752"/>
                  <a:gd name="csX196" fmla="*/ 1767706 w 3028386"/>
                  <a:gd name="csY196" fmla="*/ 220834 h 224752"/>
                  <a:gd name="csX197" fmla="*/ 1966041 w 3028386"/>
                  <a:gd name="csY197" fmla="*/ 1742 h 224752"/>
                  <a:gd name="csX198" fmla="*/ 1767706 w 3028386"/>
                  <a:gd name="csY198" fmla="*/ 220834 h 224752"/>
                  <a:gd name="csX199" fmla="*/ 1966041 w 3028386"/>
                  <a:gd name="csY199" fmla="*/ 1742 h 224752"/>
                  <a:gd name="csX200" fmla="*/ 1805423 w 3028386"/>
                  <a:gd name="csY200" fmla="*/ 223447 h 224752"/>
                  <a:gd name="csX201" fmla="*/ 2003758 w 3028386"/>
                  <a:gd name="csY201" fmla="*/ 4355 h 224752"/>
                  <a:gd name="csX202" fmla="*/ 1805423 w 3028386"/>
                  <a:gd name="csY202" fmla="*/ 223447 h 224752"/>
                  <a:gd name="csX203" fmla="*/ 2003758 w 3028386"/>
                  <a:gd name="csY203" fmla="*/ 4355 h 224752"/>
                  <a:gd name="csX204" fmla="*/ 1848053 w 3028386"/>
                  <a:gd name="csY204" fmla="*/ 220617 h 224752"/>
                  <a:gd name="csX205" fmla="*/ 2046388 w 3028386"/>
                  <a:gd name="csY205" fmla="*/ 1525 h 224752"/>
                  <a:gd name="csX206" fmla="*/ 1848053 w 3028386"/>
                  <a:gd name="csY206" fmla="*/ 220617 h 224752"/>
                  <a:gd name="csX207" fmla="*/ 2046388 w 3028386"/>
                  <a:gd name="csY207" fmla="*/ 1525 h 224752"/>
                  <a:gd name="csX208" fmla="*/ 1885770 w 3028386"/>
                  <a:gd name="csY208" fmla="*/ 223229 h 224752"/>
                  <a:gd name="csX209" fmla="*/ 2084105 w 3028386"/>
                  <a:gd name="csY209" fmla="*/ 4137 h 224752"/>
                  <a:gd name="csX210" fmla="*/ 1885770 w 3028386"/>
                  <a:gd name="csY210" fmla="*/ 223229 h 224752"/>
                  <a:gd name="csX211" fmla="*/ 2084105 w 3028386"/>
                  <a:gd name="csY211" fmla="*/ 4137 h 224752"/>
                  <a:gd name="csX212" fmla="*/ 1928400 w 3028386"/>
                  <a:gd name="csY212" fmla="*/ 220326 h 224752"/>
                  <a:gd name="csX213" fmla="*/ 2126735 w 3028386"/>
                  <a:gd name="csY213" fmla="*/ 1307 h 224752"/>
                  <a:gd name="csX214" fmla="*/ 1928400 w 3028386"/>
                  <a:gd name="csY214" fmla="*/ 220326 h 224752"/>
                  <a:gd name="csX215" fmla="*/ 2126735 w 3028386"/>
                  <a:gd name="csY215" fmla="*/ 1307 h 224752"/>
                  <a:gd name="csX216" fmla="*/ 1966117 w 3028386"/>
                  <a:gd name="csY216" fmla="*/ 222939 h 224752"/>
                  <a:gd name="csX217" fmla="*/ 2164452 w 3028386"/>
                  <a:gd name="csY217" fmla="*/ 3919 h 224752"/>
                  <a:gd name="csX218" fmla="*/ 1966117 w 3028386"/>
                  <a:gd name="csY218" fmla="*/ 222939 h 224752"/>
                  <a:gd name="csX219" fmla="*/ 2164452 w 3028386"/>
                  <a:gd name="csY219" fmla="*/ 3919 h 224752"/>
                  <a:gd name="csX220" fmla="*/ 2008746 w 3028386"/>
                  <a:gd name="csY220" fmla="*/ 220109 h 224752"/>
                  <a:gd name="csX221" fmla="*/ 2207082 w 3028386"/>
                  <a:gd name="csY221" fmla="*/ 1017 h 224752"/>
                  <a:gd name="csX222" fmla="*/ 2008746 w 3028386"/>
                  <a:gd name="csY222" fmla="*/ 220109 h 224752"/>
                  <a:gd name="csX223" fmla="*/ 2207082 w 3028386"/>
                  <a:gd name="csY223" fmla="*/ 1017 h 224752"/>
                  <a:gd name="csX224" fmla="*/ 2046464 w 3028386"/>
                  <a:gd name="csY224" fmla="*/ 222721 h 224752"/>
                  <a:gd name="csX225" fmla="*/ 2244798 w 3028386"/>
                  <a:gd name="csY225" fmla="*/ 3629 h 224752"/>
                  <a:gd name="csX226" fmla="*/ 2046464 w 3028386"/>
                  <a:gd name="csY226" fmla="*/ 222721 h 224752"/>
                  <a:gd name="csX227" fmla="*/ 2244798 w 3028386"/>
                  <a:gd name="csY227" fmla="*/ 3629 h 224752"/>
                  <a:gd name="csX228" fmla="*/ 2089093 w 3028386"/>
                  <a:gd name="csY228" fmla="*/ 219818 h 224752"/>
                  <a:gd name="csX229" fmla="*/ 2287428 w 3028386"/>
                  <a:gd name="csY229" fmla="*/ 799 h 224752"/>
                  <a:gd name="csX230" fmla="*/ 2089093 w 3028386"/>
                  <a:gd name="csY230" fmla="*/ 219818 h 224752"/>
                  <a:gd name="csX231" fmla="*/ 2287428 w 3028386"/>
                  <a:gd name="csY231" fmla="*/ 799 h 224752"/>
                  <a:gd name="csX232" fmla="*/ 2126810 w 3028386"/>
                  <a:gd name="csY232" fmla="*/ 222431 h 224752"/>
                  <a:gd name="csX233" fmla="*/ 2325145 w 3028386"/>
                  <a:gd name="csY233" fmla="*/ 3412 h 224752"/>
                  <a:gd name="csX234" fmla="*/ 2126810 w 3028386"/>
                  <a:gd name="csY234" fmla="*/ 222431 h 224752"/>
                  <a:gd name="csX235" fmla="*/ 2325145 w 3028386"/>
                  <a:gd name="csY235" fmla="*/ 3412 h 224752"/>
                  <a:gd name="csX236" fmla="*/ 2169440 w 3028386"/>
                  <a:gd name="csY236" fmla="*/ 219601 h 224752"/>
                  <a:gd name="csX237" fmla="*/ 2367775 w 3028386"/>
                  <a:gd name="csY237" fmla="*/ 509 h 224752"/>
                  <a:gd name="csX238" fmla="*/ 2169440 w 3028386"/>
                  <a:gd name="csY238" fmla="*/ 219601 h 224752"/>
                  <a:gd name="csX239" fmla="*/ 2367775 w 3028386"/>
                  <a:gd name="csY239" fmla="*/ 509 h 224752"/>
                  <a:gd name="csX240" fmla="*/ 2207157 w 3028386"/>
                  <a:gd name="csY240" fmla="*/ 222213 h 224752"/>
                  <a:gd name="csX241" fmla="*/ 2405492 w 3028386"/>
                  <a:gd name="csY241" fmla="*/ 3121 h 224752"/>
                  <a:gd name="csX242" fmla="*/ 2207157 w 3028386"/>
                  <a:gd name="csY242" fmla="*/ 222213 h 224752"/>
                  <a:gd name="csX243" fmla="*/ 2405492 w 3028386"/>
                  <a:gd name="csY243" fmla="*/ 3121 h 224752"/>
                  <a:gd name="csX244" fmla="*/ 2249787 w 3028386"/>
                  <a:gd name="csY244" fmla="*/ 219383 h 224752"/>
                  <a:gd name="csX245" fmla="*/ 2448122 w 3028386"/>
                  <a:gd name="csY245" fmla="*/ 291 h 224752"/>
                  <a:gd name="csX246" fmla="*/ 2249787 w 3028386"/>
                  <a:gd name="csY246" fmla="*/ 219383 h 224752"/>
                  <a:gd name="csX247" fmla="*/ 2448122 w 3028386"/>
                  <a:gd name="csY247" fmla="*/ 291 h 224752"/>
                  <a:gd name="csX248" fmla="*/ 2287504 w 3028386"/>
                  <a:gd name="csY248" fmla="*/ 221995 h 224752"/>
                  <a:gd name="csX249" fmla="*/ 2485839 w 3028386"/>
                  <a:gd name="csY249" fmla="*/ 2904 h 224752"/>
                  <a:gd name="csX250" fmla="*/ 2287504 w 3028386"/>
                  <a:gd name="csY250" fmla="*/ 221995 h 224752"/>
                  <a:gd name="csX251" fmla="*/ 2485839 w 3028386"/>
                  <a:gd name="csY251" fmla="*/ 2904 h 224752"/>
                  <a:gd name="csX252" fmla="*/ 2325145 w 3028386"/>
                  <a:gd name="csY252" fmla="*/ 224608 h 224752"/>
                  <a:gd name="csX253" fmla="*/ 2528469 w 3028386"/>
                  <a:gd name="csY253" fmla="*/ 1 h 224752"/>
                  <a:gd name="csX254" fmla="*/ 2325145 w 3028386"/>
                  <a:gd name="csY254" fmla="*/ 224608 h 224752"/>
                  <a:gd name="csX255" fmla="*/ 2528469 w 3028386"/>
                  <a:gd name="csY255" fmla="*/ 1 h 224752"/>
                  <a:gd name="csX256" fmla="*/ 2367851 w 3028386"/>
                  <a:gd name="csY256" fmla="*/ 221705 h 224752"/>
                  <a:gd name="csX257" fmla="*/ 2566185 w 3028386"/>
                  <a:gd name="csY257" fmla="*/ 2613 h 224752"/>
                  <a:gd name="csX258" fmla="*/ 2367851 w 3028386"/>
                  <a:gd name="csY258" fmla="*/ 221705 h 224752"/>
                  <a:gd name="csX259" fmla="*/ 2566185 w 3028386"/>
                  <a:gd name="csY259" fmla="*/ 2613 h 224752"/>
                  <a:gd name="csX260" fmla="*/ 2405492 w 3028386"/>
                  <a:gd name="csY260" fmla="*/ 224318 h 224752"/>
                  <a:gd name="csX261" fmla="*/ 2603903 w 3028386"/>
                  <a:gd name="csY261" fmla="*/ 5226 h 224752"/>
                  <a:gd name="csX262" fmla="*/ 2405492 w 3028386"/>
                  <a:gd name="csY262" fmla="*/ 224318 h 224752"/>
                  <a:gd name="csX263" fmla="*/ 2603903 w 3028386"/>
                  <a:gd name="csY263" fmla="*/ 5226 h 224752"/>
                  <a:gd name="csX264" fmla="*/ 2448197 w 3028386"/>
                  <a:gd name="csY264" fmla="*/ 221487 h 224752"/>
                  <a:gd name="csX265" fmla="*/ 2646532 w 3028386"/>
                  <a:gd name="csY265" fmla="*/ 2395 h 224752"/>
                  <a:gd name="csX266" fmla="*/ 2448197 w 3028386"/>
                  <a:gd name="csY266" fmla="*/ 221487 h 224752"/>
                  <a:gd name="csX267" fmla="*/ 2646532 w 3028386"/>
                  <a:gd name="csY267" fmla="*/ 2395 h 224752"/>
                  <a:gd name="csX268" fmla="*/ 2485839 w 3028386"/>
                  <a:gd name="csY268" fmla="*/ 224100 h 224752"/>
                  <a:gd name="csX269" fmla="*/ 2684250 w 3028386"/>
                  <a:gd name="csY269" fmla="*/ 5008 h 224752"/>
                  <a:gd name="csX270" fmla="*/ 2485839 w 3028386"/>
                  <a:gd name="csY270" fmla="*/ 224100 h 224752"/>
                  <a:gd name="csX271" fmla="*/ 2684250 w 3028386"/>
                  <a:gd name="csY271" fmla="*/ 5008 h 224752"/>
                  <a:gd name="csX272" fmla="*/ 2528544 w 3028386"/>
                  <a:gd name="csY272" fmla="*/ 221197 h 224752"/>
                  <a:gd name="csX273" fmla="*/ 2726879 w 3028386"/>
                  <a:gd name="csY273" fmla="*/ 2105 h 224752"/>
                  <a:gd name="csX274" fmla="*/ 2528544 w 3028386"/>
                  <a:gd name="csY274" fmla="*/ 221197 h 224752"/>
                  <a:gd name="csX275" fmla="*/ 2726879 w 3028386"/>
                  <a:gd name="csY275" fmla="*/ 2105 h 224752"/>
                  <a:gd name="csX276" fmla="*/ 2566185 w 3028386"/>
                  <a:gd name="csY276" fmla="*/ 223810 h 224752"/>
                  <a:gd name="csX277" fmla="*/ 2764596 w 3028386"/>
                  <a:gd name="csY277" fmla="*/ 4718 h 224752"/>
                  <a:gd name="csX278" fmla="*/ 2566185 w 3028386"/>
                  <a:gd name="csY278" fmla="*/ 223810 h 224752"/>
                  <a:gd name="csX279" fmla="*/ 2764596 w 3028386"/>
                  <a:gd name="csY279" fmla="*/ 4718 h 224752"/>
                  <a:gd name="csX280" fmla="*/ 2608891 w 3028386"/>
                  <a:gd name="csY280" fmla="*/ 220979 h 224752"/>
                  <a:gd name="csX281" fmla="*/ 2807226 w 3028386"/>
                  <a:gd name="csY281" fmla="*/ 1887 h 224752"/>
                  <a:gd name="csX282" fmla="*/ 2608891 w 3028386"/>
                  <a:gd name="csY282" fmla="*/ 220979 h 224752"/>
                  <a:gd name="csX283" fmla="*/ 2807226 w 3028386"/>
                  <a:gd name="csY283" fmla="*/ 1887 h 224752"/>
                  <a:gd name="csX284" fmla="*/ 2646532 w 3028386"/>
                  <a:gd name="csY284" fmla="*/ 223592 h 224752"/>
                  <a:gd name="csX285" fmla="*/ 2844943 w 3028386"/>
                  <a:gd name="csY285" fmla="*/ 4500 h 224752"/>
                  <a:gd name="csX286" fmla="*/ 2646532 w 3028386"/>
                  <a:gd name="csY286" fmla="*/ 223592 h 224752"/>
                  <a:gd name="csX287" fmla="*/ 2844943 w 3028386"/>
                  <a:gd name="csY287" fmla="*/ 4500 h 224752"/>
                  <a:gd name="csX288" fmla="*/ 2689238 w 3028386"/>
                  <a:gd name="csY288" fmla="*/ 220689 h 224752"/>
                  <a:gd name="csX289" fmla="*/ 2887573 w 3028386"/>
                  <a:gd name="csY289" fmla="*/ 1597 h 224752"/>
                  <a:gd name="csX290" fmla="*/ 2689238 w 3028386"/>
                  <a:gd name="csY290" fmla="*/ 220689 h 224752"/>
                  <a:gd name="csX291" fmla="*/ 2887573 w 3028386"/>
                  <a:gd name="csY291" fmla="*/ 1597 h 224752"/>
                  <a:gd name="csX292" fmla="*/ 2726879 w 3028386"/>
                  <a:gd name="csY292" fmla="*/ 223302 h 224752"/>
                  <a:gd name="csX293" fmla="*/ 2925290 w 3028386"/>
                  <a:gd name="csY293" fmla="*/ 4282 h 224752"/>
                  <a:gd name="csX294" fmla="*/ 2726879 w 3028386"/>
                  <a:gd name="csY294" fmla="*/ 223302 h 224752"/>
                  <a:gd name="csX295" fmla="*/ 2925290 w 3028386"/>
                  <a:gd name="csY295" fmla="*/ 4282 h 224752"/>
                  <a:gd name="csX296" fmla="*/ 2769585 w 3028386"/>
                  <a:gd name="csY296" fmla="*/ 220471 h 224752"/>
                  <a:gd name="csX297" fmla="*/ 2967920 w 3028386"/>
                  <a:gd name="csY297" fmla="*/ 1379 h 224752"/>
                  <a:gd name="csX298" fmla="*/ 2769585 w 3028386"/>
                  <a:gd name="csY298" fmla="*/ 220471 h 224752"/>
                  <a:gd name="csX299" fmla="*/ 2967920 w 3028386"/>
                  <a:gd name="csY299" fmla="*/ 1379 h 224752"/>
                  <a:gd name="csX300" fmla="*/ 2807226 w 3028386"/>
                  <a:gd name="csY300" fmla="*/ 223084 h 224752"/>
                  <a:gd name="csX301" fmla="*/ 3005636 w 3028386"/>
                  <a:gd name="csY301" fmla="*/ 3992 h 224752"/>
                  <a:gd name="csX302" fmla="*/ 2807226 w 3028386"/>
                  <a:gd name="csY302" fmla="*/ 223084 h 224752"/>
                  <a:gd name="csX303" fmla="*/ 3005636 w 3028386"/>
                  <a:gd name="csY303" fmla="*/ 3992 h 224752"/>
                  <a:gd name="csX304" fmla="*/ 2849932 w 3028386"/>
                  <a:gd name="csY304" fmla="*/ 220181 h 224752"/>
                  <a:gd name="csX305" fmla="*/ 3028388 w 3028386"/>
                  <a:gd name="csY305" fmla="*/ 23005 h 224752"/>
                  <a:gd name="csX306" fmla="*/ 2849932 w 3028386"/>
                  <a:gd name="csY306" fmla="*/ 220181 h 224752"/>
                  <a:gd name="csX307" fmla="*/ 3028388 w 3028386"/>
                  <a:gd name="csY307" fmla="*/ 23005 h 224752"/>
                  <a:gd name="csX308" fmla="*/ 2887573 w 3028386"/>
                  <a:gd name="csY308" fmla="*/ 222794 h 224752"/>
                  <a:gd name="csX309" fmla="*/ 3026422 w 3028386"/>
                  <a:gd name="csY309" fmla="*/ 69451 h 224752"/>
                  <a:gd name="csX310" fmla="*/ 2887573 w 3028386"/>
                  <a:gd name="csY310" fmla="*/ 222794 h 224752"/>
                  <a:gd name="csX311" fmla="*/ 3026422 w 3028386"/>
                  <a:gd name="csY311" fmla="*/ 69451 h 224752"/>
                  <a:gd name="csX312" fmla="*/ 2930278 w 3028386"/>
                  <a:gd name="csY312" fmla="*/ 219963 h 224752"/>
                  <a:gd name="csX313" fmla="*/ 3024457 w 3028386"/>
                  <a:gd name="csY313" fmla="*/ 115897 h 224752"/>
                  <a:gd name="csX314" fmla="*/ 2930278 w 3028386"/>
                  <a:gd name="csY314" fmla="*/ 219963 h 224752"/>
                  <a:gd name="csX315" fmla="*/ 3024457 w 3028386"/>
                  <a:gd name="csY315" fmla="*/ 115897 h 224752"/>
                  <a:gd name="csX316" fmla="*/ 2967920 w 3028386"/>
                  <a:gd name="csY316" fmla="*/ 222576 h 224752"/>
                  <a:gd name="csX317" fmla="*/ 3027481 w 3028386"/>
                  <a:gd name="csY317" fmla="*/ 156826 h 224752"/>
                  <a:gd name="csX318" fmla="*/ 2967920 w 3028386"/>
                  <a:gd name="csY318" fmla="*/ 222576 h 224752"/>
                  <a:gd name="csX319" fmla="*/ 3027481 w 3028386"/>
                  <a:gd name="csY319" fmla="*/ 156826 h 224752"/>
                  <a:gd name="csX320" fmla="*/ 3010625 w 3028386"/>
                  <a:gd name="csY320" fmla="*/ 219746 h 224752"/>
                  <a:gd name="csX321" fmla="*/ 3025440 w 3028386"/>
                  <a:gd name="csY321" fmla="*/ 203272 h 224752"/>
                  <a:gd name="csX322" fmla="*/ 3010625 w 3028386"/>
                  <a:gd name="csY322" fmla="*/ 219746 h 224752"/>
                  <a:gd name="csX323" fmla="*/ 3025440 w 3028386"/>
                  <a:gd name="csY323" fmla="*/ 203272 h 2247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</a:cxnLst>
                <a:rect l="l" t="t" r="r" b="b"/>
                <a:pathLst>
                  <a:path w="3028386" h="224752"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3024" y="46156"/>
                    </a:moveTo>
                    <a:cubicBezTo>
                      <a:pt x="21996" y="31569"/>
                      <a:pt x="29932" y="16402"/>
                      <a:pt x="42631" y="2323"/>
                    </a:cubicBezTo>
                    <a:moveTo>
                      <a:pt x="3024" y="46156"/>
                    </a:moveTo>
                    <a:cubicBezTo>
                      <a:pt x="18670" y="28956"/>
                      <a:pt x="30310" y="17563"/>
                      <a:pt x="42631" y="2323"/>
                    </a:cubicBezTo>
                    <a:moveTo>
                      <a:pt x="983" y="92529"/>
                    </a:moveTo>
                    <a:cubicBezTo>
                      <a:pt x="19426" y="69669"/>
                      <a:pt x="67498" y="29247"/>
                      <a:pt x="80347" y="4935"/>
                    </a:cubicBezTo>
                    <a:moveTo>
                      <a:pt x="983" y="92529"/>
                    </a:moveTo>
                    <a:cubicBezTo>
                      <a:pt x="21316" y="65024"/>
                      <a:pt x="37793" y="47390"/>
                      <a:pt x="80347" y="4935"/>
                    </a:cubicBezTo>
                    <a:moveTo>
                      <a:pt x="4006" y="133531"/>
                    </a:moveTo>
                    <a:cubicBezTo>
                      <a:pt x="50643" y="92456"/>
                      <a:pt x="81783" y="58783"/>
                      <a:pt x="122977" y="2033"/>
                    </a:cubicBezTo>
                    <a:moveTo>
                      <a:pt x="4006" y="133531"/>
                    </a:moveTo>
                    <a:cubicBezTo>
                      <a:pt x="52456" y="83094"/>
                      <a:pt x="92063" y="34399"/>
                      <a:pt x="122977" y="2033"/>
                    </a:cubicBezTo>
                    <a:moveTo>
                      <a:pt x="2041" y="179904"/>
                    </a:moveTo>
                    <a:cubicBezTo>
                      <a:pt x="49887" y="136071"/>
                      <a:pt x="110204" y="79248"/>
                      <a:pt x="160694" y="4645"/>
                    </a:cubicBezTo>
                    <a:moveTo>
                      <a:pt x="2041" y="179904"/>
                    </a:moveTo>
                    <a:cubicBezTo>
                      <a:pt x="39380" y="129104"/>
                      <a:pt x="73923" y="96157"/>
                      <a:pt x="160694" y="4645"/>
                    </a:cubicBezTo>
                    <a:moveTo>
                      <a:pt x="4989" y="220907"/>
                    </a:moveTo>
                    <a:cubicBezTo>
                      <a:pt x="71504" y="166841"/>
                      <a:pt x="115343" y="105156"/>
                      <a:pt x="203324" y="1815"/>
                    </a:cubicBezTo>
                    <a:moveTo>
                      <a:pt x="4989" y="220907"/>
                    </a:moveTo>
                    <a:cubicBezTo>
                      <a:pt x="77248" y="137305"/>
                      <a:pt x="160770" y="43108"/>
                      <a:pt x="203324" y="1815"/>
                    </a:cubicBezTo>
                    <a:moveTo>
                      <a:pt x="42706" y="223519"/>
                    </a:moveTo>
                    <a:cubicBezTo>
                      <a:pt x="108616" y="146667"/>
                      <a:pt x="207028" y="51744"/>
                      <a:pt x="241041" y="4427"/>
                    </a:cubicBezTo>
                    <a:moveTo>
                      <a:pt x="42706" y="223519"/>
                    </a:moveTo>
                    <a:cubicBezTo>
                      <a:pt x="95540" y="177364"/>
                      <a:pt x="140513" y="123807"/>
                      <a:pt x="241041" y="4427"/>
                    </a:cubicBezTo>
                    <a:moveTo>
                      <a:pt x="85336" y="220617"/>
                    </a:moveTo>
                    <a:cubicBezTo>
                      <a:pt x="153740" y="138974"/>
                      <a:pt x="211487" y="92093"/>
                      <a:pt x="283671" y="1525"/>
                    </a:cubicBezTo>
                    <a:moveTo>
                      <a:pt x="85336" y="220617"/>
                    </a:moveTo>
                    <a:cubicBezTo>
                      <a:pt x="122826" y="172429"/>
                      <a:pt x="174904" y="119670"/>
                      <a:pt x="283671" y="1525"/>
                    </a:cubicBezTo>
                    <a:moveTo>
                      <a:pt x="123053" y="223229"/>
                    </a:moveTo>
                    <a:cubicBezTo>
                      <a:pt x="184806" y="166261"/>
                      <a:pt x="230232" y="89335"/>
                      <a:pt x="321388" y="4137"/>
                    </a:cubicBezTo>
                    <a:moveTo>
                      <a:pt x="123053" y="223229"/>
                    </a:moveTo>
                    <a:cubicBezTo>
                      <a:pt x="182538" y="159584"/>
                      <a:pt x="229628" y="101890"/>
                      <a:pt x="321388" y="4137"/>
                    </a:cubicBezTo>
                    <a:moveTo>
                      <a:pt x="165683" y="220399"/>
                    </a:moveTo>
                    <a:cubicBezTo>
                      <a:pt x="229477" y="147392"/>
                      <a:pt x="299619" y="56824"/>
                      <a:pt x="364018" y="1307"/>
                    </a:cubicBezTo>
                    <a:moveTo>
                      <a:pt x="165683" y="220399"/>
                    </a:moveTo>
                    <a:cubicBezTo>
                      <a:pt x="210580" y="183823"/>
                      <a:pt x="244971" y="138321"/>
                      <a:pt x="364018" y="1307"/>
                    </a:cubicBezTo>
                    <a:moveTo>
                      <a:pt x="203400" y="223011"/>
                    </a:moveTo>
                    <a:cubicBezTo>
                      <a:pt x="270595" y="148698"/>
                      <a:pt x="320254" y="64371"/>
                      <a:pt x="401735" y="3919"/>
                    </a:cubicBezTo>
                    <a:moveTo>
                      <a:pt x="203400" y="223011"/>
                    </a:moveTo>
                    <a:cubicBezTo>
                      <a:pt x="243082" y="167785"/>
                      <a:pt x="290625" y="126129"/>
                      <a:pt x="401735" y="3919"/>
                    </a:cubicBezTo>
                    <a:moveTo>
                      <a:pt x="246030" y="220109"/>
                    </a:moveTo>
                    <a:cubicBezTo>
                      <a:pt x="306649" y="146957"/>
                      <a:pt x="383519" y="56170"/>
                      <a:pt x="444365" y="1089"/>
                    </a:cubicBezTo>
                    <a:moveTo>
                      <a:pt x="246030" y="220109"/>
                    </a:moveTo>
                    <a:cubicBezTo>
                      <a:pt x="318516" y="141587"/>
                      <a:pt x="391606" y="64879"/>
                      <a:pt x="444365" y="1089"/>
                    </a:cubicBezTo>
                    <a:moveTo>
                      <a:pt x="283747" y="222721"/>
                    </a:moveTo>
                    <a:cubicBezTo>
                      <a:pt x="333784" y="176711"/>
                      <a:pt x="386089" y="105156"/>
                      <a:pt x="482081" y="3702"/>
                    </a:cubicBezTo>
                    <a:moveTo>
                      <a:pt x="283747" y="222721"/>
                    </a:moveTo>
                    <a:cubicBezTo>
                      <a:pt x="347238" y="156101"/>
                      <a:pt x="396293" y="93037"/>
                      <a:pt x="482081" y="3702"/>
                    </a:cubicBezTo>
                    <a:moveTo>
                      <a:pt x="326377" y="219891"/>
                    </a:moveTo>
                    <a:cubicBezTo>
                      <a:pt x="416323" y="128959"/>
                      <a:pt x="485407" y="47099"/>
                      <a:pt x="524711" y="799"/>
                    </a:cubicBezTo>
                    <a:moveTo>
                      <a:pt x="326377" y="219891"/>
                    </a:moveTo>
                    <a:cubicBezTo>
                      <a:pt x="382990" y="161906"/>
                      <a:pt x="420253" y="103414"/>
                      <a:pt x="524711" y="799"/>
                    </a:cubicBezTo>
                    <a:moveTo>
                      <a:pt x="364093" y="222504"/>
                    </a:moveTo>
                    <a:cubicBezTo>
                      <a:pt x="432649" y="153053"/>
                      <a:pt x="501280" y="77724"/>
                      <a:pt x="562428" y="3412"/>
                    </a:cubicBezTo>
                    <a:moveTo>
                      <a:pt x="364093" y="222504"/>
                    </a:moveTo>
                    <a:cubicBezTo>
                      <a:pt x="422067" y="160818"/>
                      <a:pt x="463790" y="105809"/>
                      <a:pt x="562428" y="3412"/>
                    </a:cubicBezTo>
                    <a:moveTo>
                      <a:pt x="406723" y="219601"/>
                    </a:moveTo>
                    <a:cubicBezTo>
                      <a:pt x="476639" y="131427"/>
                      <a:pt x="569231" y="63137"/>
                      <a:pt x="605134" y="581"/>
                    </a:cubicBezTo>
                    <a:moveTo>
                      <a:pt x="406723" y="219601"/>
                    </a:moveTo>
                    <a:cubicBezTo>
                      <a:pt x="484803" y="139119"/>
                      <a:pt x="546631" y="57477"/>
                      <a:pt x="605134" y="581"/>
                    </a:cubicBezTo>
                    <a:moveTo>
                      <a:pt x="444440" y="222213"/>
                    </a:moveTo>
                    <a:cubicBezTo>
                      <a:pt x="503623" y="165608"/>
                      <a:pt x="542927" y="118509"/>
                      <a:pt x="642775" y="3194"/>
                    </a:cubicBezTo>
                    <a:moveTo>
                      <a:pt x="444440" y="222213"/>
                    </a:moveTo>
                    <a:cubicBezTo>
                      <a:pt x="496745" y="156826"/>
                      <a:pt x="548143" y="104648"/>
                      <a:pt x="642775" y="3194"/>
                    </a:cubicBezTo>
                    <a:moveTo>
                      <a:pt x="487070" y="219383"/>
                    </a:moveTo>
                    <a:cubicBezTo>
                      <a:pt x="554794" y="145578"/>
                      <a:pt x="621838" y="70903"/>
                      <a:pt x="685481" y="291"/>
                    </a:cubicBezTo>
                    <a:moveTo>
                      <a:pt x="487070" y="219383"/>
                    </a:moveTo>
                    <a:cubicBezTo>
                      <a:pt x="545800" y="160746"/>
                      <a:pt x="605285" y="103414"/>
                      <a:pt x="685481" y="291"/>
                    </a:cubicBezTo>
                    <a:moveTo>
                      <a:pt x="524787" y="221995"/>
                    </a:moveTo>
                    <a:cubicBezTo>
                      <a:pt x="591755" y="166043"/>
                      <a:pt x="641037" y="71628"/>
                      <a:pt x="723122" y="2904"/>
                    </a:cubicBezTo>
                    <a:moveTo>
                      <a:pt x="524787" y="221995"/>
                    </a:moveTo>
                    <a:cubicBezTo>
                      <a:pt x="572557" y="168656"/>
                      <a:pt x="628489" y="116622"/>
                      <a:pt x="723122" y="2904"/>
                    </a:cubicBezTo>
                    <a:moveTo>
                      <a:pt x="562504" y="224608"/>
                    </a:moveTo>
                    <a:cubicBezTo>
                      <a:pt x="605209" y="162705"/>
                      <a:pt x="654491" y="138539"/>
                      <a:pt x="765827" y="73"/>
                    </a:cubicBezTo>
                    <a:moveTo>
                      <a:pt x="562504" y="224608"/>
                    </a:moveTo>
                    <a:cubicBezTo>
                      <a:pt x="617756" y="155375"/>
                      <a:pt x="682155" y="93399"/>
                      <a:pt x="765827" y="73"/>
                    </a:cubicBezTo>
                    <a:moveTo>
                      <a:pt x="605134" y="221778"/>
                    </a:moveTo>
                    <a:cubicBezTo>
                      <a:pt x="636728" y="164229"/>
                      <a:pt x="705737" y="114445"/>
                      <a:pt x="803469" y="2686"/>
                    </a:cubicBezTo>
                    <a:moveTo>
                      <a:pt x="605134" y="221778"/>
                    </a:moveTo>
                    <a:cubicBezTo>
                      <a:pt x="643531" y="177509"/>
                      <a:pt x="687899" y="125621"/>
                      <a:pt x="803469" y="2686"/>
                    </a:cubicBezTo>
                    <a:moveTo>
                      <a:pt x="642851" y="224390"/>
                    </a:moveTo>
                    <a:cubicBezTo>
                      <a:pt x="691225" y="173518"/>
                      <a:pt x="746024" y="99786"/>
                      <a:pt x="841186" y="5298"/>
                    </a:cubicBezTo>
                    <a:moveTo>
                      <a:pt x="642851" y="224390"/>
                    </a:moveTo>
                    <a:cubicBezTo>
                      <a:pt x="691527" y="172211"/>
                      <a:pt x="729093" y="127435"/>
                      <a:pt x="841186" y="5298"/>
                    </a:cubicBezTo>
                    <a:moveTo>
                      <a:pt x="685481" y="221487"/>
                    </a:moveTo>
                    <a:cubicBezTo>
                      <a:pt x="761519" y="123734"/>
                      <a:pt x="833022" y="32875"/>
                      <a:pt x="883816" y="2395"/>
                    </a:cubicBezTo>
                    <a:moveTo>
                      <a:pt x="685481" y="221487"/>
                    </a:moveTo>
                    <a:cubicBezTo>
                      <a:pt x="744286" y="159511"/>
                      <a:pt x="786840" y="104212"/>
                      <a:pt x="883816" y="2395"/>
                    </a:cubicBezTo>
                    <a:moveTo>
                      <a:pt x="723198" y="224100"/>
                    </a:moveTo>
                    <a:cubicBezTo>
                      <a:pt x="796137" y="144997"/>
                      <a:pt x="857814" y="78668"/>
                      <a:pt x="921532" y="5008"/>
                    </a:cubicBezTo>
                    <a:moveTo>
                      <a:pt x="723198" y="224100"/>
                    </a:moveTo>
                    <a:cubicBezTo>
                      <a:pt x="795079" y="137740"/>
                      <a:pt x="869757" y="53631"/>
                      <a:pt x="921532" y="5008"/>
                    </a:cubicBezTo>
                    <a:moveTo>
                      <a:pt x="765827" y="221270"/>
                    </a:moveTo>
                    <a:cubicBezTo>
                      <a:pt x="799463" y="169381"/>
                      <a:pt x="847308" y="136507"/>
                      <a:pt x="964162" y="2178"/>
                    </a:cubicBezTo>
                    <a:moveTo>
                      <a:pt x="765827" y="221270"/>
                    </a:moveTo>
                    <a:cubicBezTo>
                      <a:pt x="838540" y="153198"/>
                      <a:pt x="901654" y="73007"/>
                      <a:pt x="964162" y="2178"/>
                    </a:cubicBezTo>
                    <a:moveTo>
                      <a:pt x="803544" y="223882"/>
                    </a:moveTo>
                    <a:cubicBezTo>
                      <a:pt x="850558" y="167785"/>
                      <a:pt x="908532" y="103777"/>
                      <a:pt x="1001879" y="4790"/>
                    </a:cubicBezTo>
                    <a:moveTo>
                      <a:pt x="803544" y="223882"/>
                    </a:moveTo>
                    <a:cubicBezTo>
                      <a:pt x="852901" y="168003"/>
                      <a:pt x="896212" y="124242"/>
                      <a:pt x="1001879" y="4790"/>
                    </a:cubicBezTo>
                    <a:moveTo>
                      <a:pt x="846174" y="220979"/>
                    </a:moveTo>
                    <a:cubicBezTo>
                      <a:pt x="890921" y="171994"/>
                      <a:pt x="931283" y="106317"/>
                      <a:pt x="1044509" y="1887"/>
                    </a:cubicBezTo>
                    <a:moveTo>
                      <a:pt x="846174" y="220979"/>
                    </a:moveTo>
                    <a:cubicBezTo>
                      <a:pt x="890618" y="173954"/>
                      <a:pt x="930754" y="125113"/>
                      <a:pt x="1044509" y="1887"/>
                    </a:cubicBezTo>
                    <a:moveTo>
                      <a:pt x="883891" y="223592"/>
                    </a:moveTo>
                    <a:cubicBezTo>
                      <a:pt x="933399" y="173300"/>
                      <a:pt x="990390" y="102253"/>
                      <a:pt x="1082226" y="4500"/>
                    </a:cubicBezTo>
                    <a:moveTo>
                      <a:pt x="883891" y="223592"/>
                    </a:moveTo>
                    <a:cubicBezTo>
                      <a:pt x="943452" y="156609"/>
                      <a:pt x="1015711" y="87594"/>
                      <a:pt x="1082226" y="4500"/>
                    </a:cubicBezTo>
                    <a:moveTo>
                      <a:pt x="926521" y="220761"/>
                    </a:moveTo>
                    <a:cubicBezTo>
                      <a:pt x="996135" y="151747"/>
                      <a:pt x="1064237" y="47317"/>
                      <a:pt x="1124856" y="1669"/>
                    </a:cubicBezTo>
                    <a:moveTo>
                      <a:pt x="926521" y="220761"/>
                    </a:moveTo>
                    <a:cubicBezTo>
                      <a:pt x="982605" y="168220"/>
                      <a:pt x="1026444" y="110018"/>
                      <a:pt x="1124856" y="1669"/>
                    </a:cubicBezTo>
                    <a:moveTo>
                      <a:pt x="964238" y="223374"/>
                    </a:moveTo>
                    <a:cubicBezTo>
                      <a:pt x="1028939" y="127218"/>
                      <a:pt x="1126368" y="44269"/>
                      <a:pt x="1162573" y="4282"/>
                    </a:cubicBezTo>
                    <a:moveTo>
                      <a:pt x="964238" y="223374"/>
                    </a:moveTo>
                    <a:cubicBezTo>
                      <a:pt x="1029921" y="146231"/>
                      <a:pt x="1098174" y="78304"/>
                      <a:pt x="1162573" y="4282"/>
                    </a:cubicBezTo>
                    <a:moveTo>
                      <a:pt x="1006868" y="220471"/>
                    </a:moveTo>
                    <a:cubicBezTo>
                      <a:pt x="1064993" y="159947"/>
                      <a:pt x="1139898" y="86215"/>
                      <a:pt x="1205203" y="1379"/>
                    </a:cubicBezTo>
                    <a:moveTo>
                      <a:pt x="1006868" y="220471"/>
                    </a:moveTo>
                    <a:cubicBezTo>
                      <a:pt x="1068470" y="150440"/>
                      <a:pt x="1124856" y="84473"/>
                      <a:pt x="1205203" y="1379"/>
                    </a:cubicBezTo>
                    <a:moveTo>
                      <a:pt x="1044585" y="223084"/>
                    </a:moveTo>
                    <a:cubicBezTo>
                      <a:pt x="1125914" y="139337"/>
                      <a:pt x="1198173" y="74604"/>
                      <a:pt x="1242920" y="3992"/>
                    </a:cubicBezTo>
                    <a:moveTo>
                      <a:pt x="1044585" y="223084"/>
                    </a:moveTo>
                    <a:cubicBezTo>
                      <a:pt x="1081319" y="169890"/>
                      <a:pt x="1135740" y="131064"/>
                      <a:pt x="1242920" y="3992"/>
                    </a:cubicBezTo>
                    <a:moveTo>
                      <a:pt x="1087215" y="220253"/>
                    </a:moveTo>
                    <a:cubicBezTo>
                      <a:pt x="1149497" y="167495"/>
                      <a:pt x="1187365" y="106462"/>
                      <a:pt x="1285549" y="1162"/>
                    </a:cubicBezTo>
                    <a:moveTo>
                      <a:pt x="1087215" y="220253"/>
                    </a:moveTo>
                    <a:cubicBezTo>
                      <a:pt x="1134153" y="171413"/>
                      <a:pt x="1180789" y="113066"/>
                      <a:pt x="1285549" y="1162"/>
                    </a:cubicBezTo>
                    <a:moveTo>
                      <a:pt x="1124931" y="222866"/>
                    </a:moveTo>
                    <a:cubicBezTo>
                      <a:pt x="1197947" y="131427"/>
                      <a:pt x="1277235" y="56388"/>
                      <a:pt x="1323267" y="3774"/>
                    </a:cubicBezTo>
                    <a:moveTo>
                      <a:pt x="1124931" y="222866"/>
                    </a:moveTo>
                    <a:cubicBezTo>
                      <a:pt x="1189708" y="146739"/>
                      <a:pt x="1244205" y="83167"/>
                      <a:pt x="1323267" y="3774"/>
                    </a:cubicBezTo>
                    <a:moveTo>
                      <a:pt x="1167561" y="219963"/>
                    </a:moveTo>
                    <a:cubicBezTo>
                      <a:pt x="1212686" y="172502"/>
                      <a:pt x="1252670" y="125403"/>
                      <a:pt x="1365896" y="944"/>
                    </a:cubicBezTo>
                    <a:moveTo>
                      <a:pt x="1167561" y="219963"/>
                    </a:moveTo>
                    <a:cubicBezTo>
                      <a:pt x="1223117" y="157407"/>
                      <a:pt x="1277613" y="99568"/>
                      <a:pt x="1365896" y="944"/>
                    </a:cubicBezTo>
                    <a:moveTo>
                      <a:pt x="1205278" y="222576"/>
                    </a:moveTo>
                    <a:cubicBezTo>
                      <a:pt x="1265142" y="155085"/>
                      <a:pt x="1326290" y="115025"/>
                      <a:pt x="1403613" y="3556"/>
                    </a:cubicBezTo>
                    <a:moveTo>
                      <a:pt x="1205278" y="222576"/>
                    </a:moveTo>
                    <a:cubicBezTo>
                      <a:pt x="1242542" y="184041"/>
                      <a:pt x="1282904" y="132225"/>
                      <a:pt x="1403613" y="3556"/>
                    </a:cubicBezTo>
                    <a:moveTo>
                      <a:pt x="1247908" y="219746"/>
                    </a:moveTo>
                    <a:cubicBezTo>
                      <a:pt x="1314196" y="151021"/>
                      <a:pt x="1372397" y="63573"/>
                      <a:pt x="1446243" y="654"/>
                    </a:cubicBezTo>
                    <a:moveTo>
                      <a:pt x="1247908" y="219746"/>
                    </a:moveTo>
                    <a:cubicBezTo>
                      <a:pt x="1315330" y="143691"/>
                      <a:pt x="1397189" y="57840"/>
                      <a:pt x="1446243" y="654"/>
                    </a:cubicBezTo>
                    <a:moveTo>
                      <a:pt x="1285625" y="222358"/>
                    </a:moveTo>
                    <a:cubicBezTo>
                      <a:pt x="1341634" y="157117"/>
                      <a:pt x="1386078" y="90352"/>
                      <a:pt x="1483960" y="3266"/>
                    </a:cubicBezTo>
                    <a:moveTo>
                      <a:pt x="1285625" y="222358"/>
                    </a:moveTo>
                    <a:cubicBezTo>
                      <a:pt x="1332488" y="169164"/>
                      <a:pt x="1381316" y="113864"/>
                      <a:pt x="1483960" y="3266"/>
                    </a:cubicBezTo>
                    <a:moveTo>
                      <a:pt x="1328255" y="219528"/>
                    </a:moveTo>
                    <a:cubicBezTo>
                      <a:pt x="1415480" y="125258"/>
                      <a:pt x="1460227" y="66766"/>
                      <a:pt x="1526590" y="436"/>
                    </a:cubicBezTo>
                    <a:moveTo>
                      <a:pt x="1328255" y="219528"/>
                    </a:moveTo>
                    <a:cubicBezTo>
                      <a:pt x="1383961" y="154141"/>
                      <a:pt x="1451232" y="85344"/>
                      <a:pt x="1526590" y="436"/>
                    </a:cubicBezTo>
                    <a:moveTo>
                      <a:pt x="1365972" y="222140"/>
                    </a:moveTo>
                    <a:cubicBezTo>
                      <a:pt x="1441406" y="141441"/>
                      <a:pt x="1532939" y="54937"/>
                      <a:pt x="1564307" y="3048"/>
                    </a:cubicBezTo>
                    <a:moveTo>
                      <a:pt x="1365972" y="222140"/>
                    </a:moveTo>
                    <a:cubicBezTo>
                      <a:pt x="1415933" y="165753"/>
                      <a:pt x="1460377" y="124895"/>
                      <a:pt x="1564307" y="3048"/>
                    </a:cubicBezTo>
                    <a:moveTo>
                      <a:pt x="1403613" y="224753"/>
                    </a:moveTo>
                    <a:cubicBezTo>
                      <a:pt x="1480937" y="138248"/>
                      <a:pt x="1549417" y="64952"/>
                      <a:pt x="1606937" y="146"/>
                    </a:cubicBezTo>
                    <a:moveTo>
                      <a:pt x="1403613" y="224753"/>
                    </a:moveTo>
                    <a:cubicBezTo>
                      <a:pt x="1484867" y="131427"/>
                      <a:pt x="1557051" y="51018"/>
                      <a:pt x="1606937" y="146"/>
                    </a:cubicBezTo>
                    <a:moveTo>
                      <a:pt x="1446319" y="221850"/>
                    </a:moveTo>
                    <a:cubicBezTo>
                      <a:pt x="1495525" y="153270"/>
                      <a:pt x="1564458" y="88174"/>
                      <a:pt x="1644654" y="2758"/>
                    </a:cubicBezTo>
                    <a:moveTo>
                      <a:pt x="1446319" y="221850"/>
                    </a:moveTo>
                    <a:cubicBezTo>
                      <a:pt x="1518049" y="139047"/>
                      <a:pt x="1600739" y="65677"/>
                      <a:pt x="1644654" y="2758"/>
                    </a:cubicBezTo>
                    <a:moveTo>
                      <a:pt x="1483960" y="224463"/>
                    </a:moveTo>
                    <a:cubicBezTo>
                      <a:pt x="1559091" y="146013"/>
                      <a:pt x="1624095" y="58711"/>
                      <a:pt x="1682370" y="5371"/>
                    </a:cubicBezTo>
                    <a:moveTo>
                      <a:pt x="1483960" y="224463"/>
                    </a:moveTo>
                    <a:cubicBezTo>
                      <a:pt x="1534753" y="166624"/>
                      <a:pt x="1587663" y="105519"/>
                      <a:pt x="1682370" y="5371"/>
                    </a:cubicBezTo>
                    <a:moveTo>
                      <a:pt x="1526666" y="221632"/>
                    </a:moveTo>
                    <a:cubicBezTo>
                      <a:pt x="1589099" y="156464"/>
                      <a:pt x="1626514" y="101527"/>
                      <a:pt x="1725001" y="2540"/>
                    </a:cubicBezTo>
                    <a:moveTo>
                      <a:pt x="1526666" y="221632"/>
                    </a:moveTo>
                    <a:cubicBezTo>
                      <a:pt x="1586453" y="160890"/>
                      <a:pt x="1642462" y="100511"/>
                      <a:pt x="1725001" y="2540"/>
                    </a:cubicBezTo>
                    <a:moveTo>
                      <a:pt x="1564307" y="224245"/>
                    </a:moveTo>
                    <a:cubicBezTo>
                      <a:pt x="1621298" y="142820"/>
                      <a:pt x="1697110" y="73080"/>
                      <a:pt x="1762717" y="5153"/>
                    </a:cubicBezTo>
                    <a:moveTo>
                      <a:pt x="1564307" y="224245"/>
                    </a:moveTo>
                    <a:cubicBezTo>
                      <a:pt x="1641781" y="143038"/>
                      <a:pt x="1719256" y="47752"/>
                      <a:pt x="1762717" y="5153"/>
                    </a:cubicBezTo>
                    <a:moveTo>
                      <a:pt x="1607012" y="221342"/>
                    </a:moveTo>
                    <a:cubicBezTo>
                      <a:pt x="1661131" y="166478"/>
                      <a:pt x="1714343" y="95722"/>
                      <a:pt x="1805347" y="2250"/>
                    </a:cubicBezTo>
                    <a:moveTo>
                      <a:pt x="1607012" y="221342"/>
                    </a:moveTo>
                    <a:cubicBezTo>
                      <a:pt x="1640874" y="171559"/>
                      <a:pt x="1689173" y="135055"/>
                      <a:pt x="1805347" y="2250"/>
                    </a:cubicBezTo>
                    <a:moveTo>
                      <a:pt x="1644654" y="223955"/>
                    </a:moveTo>
                    <a:cubicBezTo>
                      <a:pt x="1721977" y="155230"/>
                      <a:pt x="1761433" y="90787"/>
                      <a:pt x="1843064" y="4863"/>
                    </a:cubicBezTo>
                    <a:moveTo>
                      <a:pt x="1644654" y="223955"/>
                    </a:moveTo>
                    <a:cubicBezTo>
                      <a:pt x="1716157" y="138611"/>
                      <a:pt x="1800434" y="48623"/>
                      <a:pt x="1843064" y="4863"/>
                    </a:cubicBezTo>
                    <a:moveTo>
                      <a:pt x="1687359" y="221125"/>
                    </a:moveTo>
                    <a:cubicBezTo>
                      <a:pt x="1753194" y="143764"/>
                      <a:pt x="1809958" y="76055"/>
                      <a:pt x="1885694" y="2033"/>
                    </a:cubicBezTo>
                    <a:moveTo>
                      <a:pt x="1687359" y="221125"/>
                    </a:moveTo>
                    <a:cubicBezTo>
                      <a:pt x="1760828" y="130918"/>
                      <a:pt x="1845029" y="47680"/>
                      <a:pt x="1885694" y="2033"/>
                    </a:cubicBezTo>
                    <a:moveTo>
                      <a:pt x="1725076" y="223737"/>
                    </a:moveTo>
                    <a:cubicBezTo>
                      <a:pt x="1805347" y="139192"/>
                      <a:pt x="1867403" y="63210"/>
                      <a:pt x="1923411" y="4645"/>
                    </a:cubicBezTo>
                    <a:moveTo>
                      <a:pt x="1725076" y="223737"/>
                    </a:moveTo>
                    <a:cubicBezTo>
                      <a:pt x="1805876" y="142530"/>
                      <a:pt x="1879798" y="57114"/>
                      <a:pt x="1923411" y="4645"/>
                    </a:cubicBezTo>
                    <a:moveTo>
                      <a:pt x="1767706" y="220834"/>
                    </a:moveTo>
                    <a:cubicBezTo>
                      <a:pt x="1800585" y="168946"/>
                      <a:pt x="1854326" y="133023"/>
                      <a:pt x="1966041" y="1742"/>
                    </a:cubicBezTo>
                    <a:moveTo>
                      <a:pt x="1767706" y="220834"/>
                    </a:moveTo>
                    <a:cubicBezTo>
                      <a:pt x="1816912" y="166188"/>
                      <a:pt x="1873676" y="107406"/>
                      <a:pt x="1966041" y="1742"/>
                    </a:cubicBezTo>
                    <a:moveTo>
                      <a:pt x="1805423" y="223447"/>
                    </a:moveTo>
                    <a:cubicBezTo>
                      <a:pt x="1875112" y="153779"/>
                      <a:pt x="1958407" y="64226"/>
                      <a:pt x="2003758" y="4355"/>
                    </a:cubicBezTo>
                    <a:moveTo>
                      <a:pt x="1805423" y="223447"/>
                    </a:moveTo>
                    <a:cubicBezTo>
                      <a:pt x="1870426" y="146159"/>
                      <a:pt x="1944953" y="76055"/>
                      <a:pt x="2003758" y="4355"/>
                    </a:cubicBezTo>
                    <a:moveTo>
                      <a:pt x="1848053" y="220617"/>
                    </a:moveTo>
                    <a:cubicBezTo>
                      <a:pt x="1899677" y="151311"/>
                      <a:pt x="1952965" y="84763"/>
                      <a:pt x="2046388" y="1525"/>
                    </a:cubicBezTo>
                    <a:moveTo>
                      <a:pt x="1848053" y="220617"/>
                    </a:moveTo>
                    <a:cubicBezTo>
                      <a:pt x="1907992" y="150295"/>
                      <a:pt x="1981536" y="77434"/>
                      <a:pt x="2046388" y="1525"/>
                    </a:cubicBezTo>
                    <a:moveTo>
                      <a:pt x="1885770" y="223229"/>
                    </a:moveTo>
                    <a:cubicBezTo>
                      <a:pt x="1934220" y="167639"/>
                      <a:pt x="1982594" y="133241"/>
                      <a:pt x="2084105" y="4137"/>
                    </a:cubicBezTo>
                    <a:moveTo>
                      <a:pt x="1885770" y="223229"/>
                    </a:moveTo>
                    <a:cubicBezTo>
                      <a:pt x="1957424" y="155448"/>
                      <a:pt x="2022503" y="79756"/>
                      <a:pt x="2084105" y="4137"/>
                    </a:cubicBezTo>
                    <a:moveTo>
                      <a:pt x="1928400" y="220326"/>
                    </a:moveTo>
                    <a:cubicBezTo>
                      <a:pt x="1965436" y="157117"/>
                      <a:pt x="2006177" y="119017"/>
                      <a:pt x="2126735" y="1307"/>
                    </a:cubicBezTo>
                    <a:moveTo>
                      <a:pt x="1928400" y="220326"/>
                    </a:moveTo>
                    <a:cubicBezTo>
                      <a:pt x="1982972" y="153125"/>
                      <a:pt x="2033085" y="97536"/>
                      <a:pt x="2126735" y="1307"/>
                    </a:cubicBezTo>
                    <a:moveTo>
                      <a:pt x="1966117" y="222939"/>
                    </a:moveTo>
                    <a:cubicBezTo>
                      <a:pt x="2013357" y="157770"/>
                      <a:pt x="2089471" y="104576"/>
                      <a:pt x="2164452" y="3919"/>
                    </a:cubicBezTo>
                    <a:moveTo>
                      <a:pt x="1966117" y="222939"/>
                    </a:moveTo>
                    <a:cubicBezTo>
                      <a:pt x="2006479" y="175695"/>
                      <a:pt x="2058255" y="122646"/>
                      <a:pt x="2164452" y="3919"/>
                    </a:cubicBezTo>
                    <a:moveTo>
                      <a:pt x="2008746" y="220109"/>
                    </a:moveTo>
                    <a:cubicBezTo>
                      <a:pt x="2095291" y="138321"/>
                      <a:pt x="2170347" y="48333"/>
                      <a:pt x="2207082" y="1017"/>
                    </a:cubicBezTo>
                    <a:moveTo>
                      <a:pt x="2008746" y="220109"/>
                    </a:moveTo>
                    <a:cubicBezTo>
                      <a:pt x="2055685" y="179832"/>
                      <a:pt x="2083727" y="137668"/>
                      <a:pt x="2207082" y="1017"/>
                    </a:cubicBezTo>
                    <a:moveTo>
                      <a:pt x="2046464" y="222721"/>
                    </a:moveTo>
                    <a:cubicBezTo>
                      <a:pt x="2118647" y="152472"/>
                      <a:pt x="2169440" y="79611"/>
                      <a:pt x="2244798" y="3629"/>
                    </a:cubicBezTo>
                    <a:moveTo>
                      <a:pt x="2046464" y="222721"/>
                    </a:moveTo>
                    <a:cubicBezTo>
                      <a:pt x="2088035" y="164447"/>
                      <a:pt x="2134520" y="124242"/>
                      <a:pt x="2244798" y="3629"/>
                    </a:cubicBezTo>
                    <a:moveTo>
                      <a:pt x="2089093" y="219818"/>
                    </a:moveTo>
                    <a:cubicBezTo>
                      <a:pt x="2140038" y="158278"/>
                      <a:pt x="2200808" y="110889"/>
                      <a:pt x="2287428" y="799"/>
                    </a:cubicBezTo>
                    <a:moveTo>
                      <a:pt x="2089093" y="219818"/>
                    </a:moveTo>
                    <a:cubicBezTo>
                      <a:pt x="2138602" y="169526"/>
                      <a:pt x="2184104" y="120033"/>
                      <a:pt x="2287428" y="799"/>
                    </a:cubicBezTo>
                    <a:moveTo>
                      <a:pt x="2126810" y="222431"/>
                    </a:moveTo>
                    <a:cubicBezTo>
                      <a:pt x="2179039" y="152472"/>
                      <a:pt x="2220913" y="122646"/>
                      <a:pt x="2325145" y="3412"/>
                    </a:cubicBezTo>
                    <a:moveTo>
                      <a:pt x="2126810" y="222431"/>
                    </a:moveTo>
                    <a:cubicBezTo>
                      <a:pt x="2196273" y="132805"/>
                      <a:pt x="2269590" y="51454"/>
                      <a:pt x="2325145" y="3412"/>
                    </a:cubicBezTo>
                    <a:moveTo>
                      <a:pt x="2169440" y="219601"/>
                    </a:moveTo>
                    <a:cubicBezTo>
                      <a:pt x="2211994" y="164954"/>
                      <a:pt x="2257875" y="125113"/>
                      <a:pt x="2367775" y="509"/>
                    </a:cubicBezTo>
                    <a:moveTo>
                      <a:pt x="2169440" y="219601"/>
                    </a:moveTo>
                    <a:cubicBezTo>
                      <a:pt x="2224844" y="161544"/>
                      <a:pt x="2281835" y="93690"/>
                      <a:pt x="2367775" y="509"/>
                    </a:cubicBezTo>
                    <a:moveTo>
                      <a:pt x="2207157" y="222213"/>
                    </a:moveTo>
                    <a:cubicBezTo>
                      <a:pt x="2292795" y="133096"/>
                      <a:pt x="2375107" y="66403"/>
                      <a:pt x="2405492" y="3121"/>
                    </a:cubicBezTo>
                    <a:moveTo>
                      <a:pt x="2207157" y="222213"/>
                    </a:moveTo>
                    <a:cubicBezTo>
                      <a:pt x="2272160" y="143764"/>
                      <a:pt x="2345402" y="68798"/>
                      <a:pt x="2405492" y="3121"/>
                    </a:cubicBezTo>
                    <a:moveTo>
                      <a:pt x="2249787" y="219383"/>
                    </a:moveTo>
                    <a:cubicBezTo>
                      <a:pt x="2311767" y="155448"/>
                      <a:pt x="2345931" y="97971"/>
                      <a:pt x="2448122" y="291"/>
                    </a:cubicBezTo>
                    <a:moveTo>
                      <a:pt x="2249787" y="219383"/>
                    </a:moveTo>
                    <a:cubicBezTo>
                      <a:pt x="2311842" y="157334"/>
                      <a:pt x="2370950" y="88319"/>
                      <a:pt x="2448122" y="291"/>
                    </a:cubicBezTo>
                    <a:moveTo>
                      <a:pt x="2287504" y="221995"/>
                    </a:moveTo>
                    <a:cubicBezTo>
                      <a:pt x="2373217" y="140425"/>
                      <a:pt x="2423784" y="66766"/>
                      <a:pt x="2485839" y="2904"/>
                    </a:cubicBezTo>
                    <a:moveTo>
                      <a:pt x="2287504" y="221995"/>
                    </a:moveTo>
                    <a:cubicBezTo>
                      <a:pt x="2358252" y="145505"/>
                      <a:pt x="2416225" y="73950"/>
                      <a:pt x="2485839" y="2904"/>
                    </a:cubicBezTo>
                    <a:moveTo>
                      <a:pt x="2325145" y="224608"/>
                    </a:moveTo>
                    <a:cubicBezTo>
                      <a:pt x="2379188" y="176783"/>
                      <a:pt x="2424237" y="100802"/>
                      <a:pt x="2528469" y="1"/>
                    </a:cubicBezTo>
                    <a:moveTo>
                      <a:pt x="2325145" y="224608"/>
                    </a:moveTo>
                    <a:cubicBezTo>
                      <a:pt x="2377828" y="168583"/>
                      <a:pt x="2428848" y="110236"/>
                      <a:pt x="2528469" y="1"/>
                    </a:cubicBezTo>
                    <a:moveTo>
                      <a:pt x="2367851" y="221705"/>
                    </a:moveTo>
                    <a:cubicBezTo>
                      <a:pt x="2449634" y="147610"/>
                      <a:pt x="2519399" y="43979"/>
                      <a:pt x="2566185" y="2613"/>
                    </a:cubicBezTo>
                    <a:moveTo>
                      <a:pt x="2367851" y="221705"/>
                    </a:moveTo>
                    <a:cubicBezTo>
                      <a:pt x="2429301" y="148554"/>
                      <a:pt x="2500729" y="70975"/>
                      <a:pt x="2566185" y="2613"/>
                    </a:cubicBezTo>
                    <a:moveTo>
                      <a:pt x="2405492" y="224318"/>
                    </a:moveTo>
                    <a:cubicBezTo>
                      <a:pt x="2461349" y="153633"/>
                      <a:pt x="2498613" y="111252"/>
                      <a:pt x="2603903" y="5226"/>
                    </a:cubicBezTo>
                    <a:moveTo>
                      <a:pt x="2405492" y="224318"/>
                    </a:moveTo>
                    <a:cubicBezTo>
                      <a:pt x="2475559" y="147392"/>
                      <a:pt x="2538597" y="86940"/>
                      <a:pt x="2603903" y="5226"/>
                    </a:cubicBezTo>
                    <a:moveTo>
                      <a:pt x="2448197" y="221487"/>
                    </a:moveTo>
                    <a:cubicBezTo>
                      <a:pt x="2499293" y="169817"/>
                      <a:pt x="2557040" y="111034"/>
                      <a:pt x="2646532" y="2395"/>
                    </a:cubicBezTo>
                    <a:moveTo>
                      <a:pt x="2448197" y="221487"/>
                    </a:moveTo>
                    <a:cubicBezTo>
                      <a:pt x="2497101" y="169454"/>
                      <a:pt x="2560819" y="107043"/>
                      <a:pt x="2646532" y="2395"/>
                    </a:cubicBezTo>
                    <a:moveTo>
                      <a:pt x="2485839" y="224100"/>
                    </a:moveTo>
                    <a:cubicBezTo>
                      <a:pt x="2541167" y="184404"/>
                      <a:pt x="2563389" y="113719"/>
                      <a:pt x="2684250" y="5008"/>
                    </a:cubicBezTo>
                    <a:moveTo>
                      <a:pt x="2485839" y="224100"/>
                    </a:moveTo>
                    <a:cubicBezTo>
                      <a:pt x="2534894" y="161181"/>
                      <a:pt x="2590146" y="93472"/>
                      <a:pt x="2684250" y="5008"/>
                    </a:cubicBezTo>
                    <a:moveTo>
                      <a:pt x="2528544" y="221197"/>
                    </a:moveTo>
                    <a:cubicBezTo>
                      <a:pt x="2589768" y="174606"/>
                      <a:pt x="2645701" y="112195"/>
                      <a:pt x="2726879" y="2105"/>
                    </a:cubicBezTo>
                    <a:moveTo>
                      <a:pt x="2528544" y="221197"/>
                    </a:moveTo>
                    <a:cubicBezTo>
                      <a:pt x="2586367" y="155883"/>
                      <a:pt x="2637689" y="88102"/>
                      <a:pt x="2726879" y="2105"/>
                    </a:cubicBezTo>
                    <a:moveTo>
                      <a:pt x="2566185" y="223810"/>
                    </a:moveTo>
                    <a:cubicBezTo>
                      <a:pt x="2647893" y="132515"/>
                      <a:pt x="2698459" y="74749"/>
                      <a:pt x="2764596" y="4718"/>
                    </a:cubicBezTo>
                    <a:moveTo>
                      <a:pt x="2566185" y="223810"/>
                    </a:moveTo>
                    <a:cubicBezTo>
                      <a:pt x="2635270" y="145868"/>
                      <a:pt x="2694151" y="83022"/>
                      <a:pt x="2764596" y="4718"/>
                    </a:cubicBezTo>
                    <a:moveTo>
                      <a:pt x="2608891" y="220979"/>
                    </a:moveTo>
                    <a:cubicBezTo>
                      <a:pt x="2659760" y="163939"/>
                      <a:pt x="2741618" y="76926"/>
                      <a:pt x="2807226" y="1887"/>
                    </a:cubicBezTo>
                    <a:moveTo>
                      <a:pt x="2608891" y="220979"/>
                    </a:moveTo>
                    <a:cubicBezTo>
                      <a:pt x="2687802" y="127218"/>
                      <a:pt x="2765579" y="43470"/>
                      <a:pt x="2807226" y="1887"/>
                    </a:cubicBezTo>
                    <a:moveTo>
                      <a:pt x="2646532" y="223592"/>
                    </a:moveTo>
                    <a:cubicBezTo>
                      <a:pt x="2700727" y="182662"/>
                      <a:pt x="2740560" y="108712"/>
                      <a:pt x="2844943" y="4500"/>
                    </a:cubicBezTo>
                    <a:moveTo>
                      <a:pt x="2646532" y="223592"/>
                    </a:moveTo>
                    <a:cubicBezTo>
                      <a:pt x="2702012" y="165100"/>
                      <a:pt x="2760212" y="88610"/>
                      <a:pt x="2844943" y="4500"/>
                    </a:cubicBezTo>
                    <a:moveTo>
                      <a:pt x="2689238" y="220689"/>
                    </a:moveTo>
                    <a:cubicBezTo>
                      <a:pt x="2730810" y="169309"/>
                      <a:pt x="2797929" y="90860"/>
                      <a:pt x="2887573" y="1597"/>
                    </a:cubicBezTo>
                    <a:moveTo>
                      <a:pt x="2689238" y="220689"/>
                    </a:moveTo>
                    <a:cubicBezTo>
                      <a:pt x="2745020" y="157697"/>
                      <a:pt x="2803371" y="87158"/>
                      <a:pt x="2887573" y="1597"/>
                    </a:cubicBezTo>
                    <a:moveTo>
                      <a:pt x="2726879" y="223302"/>
                    </a:moveTo>
                    <a:cubicBezTo>
                      <a:pt x="2792336" y="145433"/>
                      <a:pt x="2862932" y="64589"/>
                      <a:pt x="2925290" y="4282"/>
                    </a:cubicBezTo>
                    <a:moveTo>
                      <a:pt x="2726879" y="223302"/>
                    </a:moveTo>
                    <a:cubicBezTo>
                      <a:pt x="2775631" y="183025"/>
                      <a:pt x="2804354" y="135055"/>
                      <a:pt x="2925290" y="4282"/>
                    </a:cubicBezTo>
                    <a:moveTo>
                      <a:pt x="2769585" y="220471"/>
                    </a:moveTo>
                    <a:cubicBezTo>
                      <a:pt x="2824308" y="135563"/>
                      <a:pt x="2902236" y="70322"/>
                      <a:pt x="2967920" y="1379"/>
                    </a:cubicBezTo>
                    <a:moveTo>
                      <a:pt x="2769585" y="220471"/>
                    </a:moveTo>
                    <a:cubicBezTo>
                      <a:pt x="2838443" y="152545"/>
                      <a:pt x="2902538" y="69596"/>
                      <a:pt x="2967920" y="1379"/>
                    </a:cubicBezTo>
                    <a:moveTo>
                      <a:pt x="2807226" y="223084"/>
                    </a:moveTo>
                    <a:cubicBezTo>
                      <a:pt x="2861269" y="176348"/>
                      <a:pt x="2911004" y="95432"/>
                      <a:pt x="3005636" y="3992"/>
                    </a:cubicBezTo>
                    <a:moveTo>
                      <a:pt x="2807226" y="223084"/>
                    </a:moveTo>
                    <a:cubicBezTo>
                      <a:pt x="2870415" y="161979"/>
                      <a:pt x="2917958" y="96738"/>
                      <a:pt x="3005636" y="3992"/>
                    </a:cubicBezTo>
                    <a:moveTo>
                      <a:pt x="2849932" y="220181"/>
                    </a:moveTo>
                    <a:cubicBezTo>
                      <a:pt x="2894376" y="171486"/>
                      <a:pt x="2964594" y="99786"/>
                      <a:pt x="3028388" y="23005"/>
                    </a:cubicBezTo>
                    <a:moveTo>
                      <a:pt x="2849932" y="220181"/>
                    </a:moveTo>
                    <a:cubicBezTo>
                      <a:pt x="2903975" y="148771"/>
                      <a:pt x="2970565" y="83167"/>
                      <a:pt x="3028388" y="23005"/>
                    </a:cubicBezTo>
                    <a:moveTo>
                      <a:pt x="2887573" y="222794"/>
                    </a:moveTo>
                    <a:cubicBezTo>
                      <a:pt x="2924080" y="180775"/>
                      <a:pt x="2975478" y="129903"/>
                      <a:pt x="3026422" y="69451"/>
                    </a:cubicBezTo>
                    <a:moveTo>
                      <a:pt x="2887573" y="222794"/>
                    </a:moveTo>
                    <a:cubicBezTo>
                      <a:pt x="2912365" y="180920"/>
                      <a:pt x="2953030" y="158641"/>
                      <a:pt x="3026422" y="69451"/>
                    </a:cubicBezTo>
                    <a:moveTo>
                      <a:pt x="2930278" y="219963"/>
                    </a:moveTo>
                    <a:cubicBezTo>
                      <a:pt x="2959605" y="183750"/>
                      <a:pt x="2969507" y="158060"/>
                      <a:pt x="3024457" y="115897"/>
                    </a:cubicBezTo>
                    <a:moveTo>
                      <a:pt x="2930278" y="219963"/>
                    </a:moveTo>
                    <a:cubicBezTo>
                      <a:pt x="2956431" y="184331"/>
                      <a:pt x="2986362" y="151384"/>
                      <a:pt x="3024457" y="115897"/>
                    </a:cubicBezTo>
                    <a:moveTo>
                      <a:pt x="2967920" y="222576"/>
                    </a:moveTo>
                    <a:cubicBezTo>
                      <a:pt x="2993392" y="196378"/>
                      <a:pt x="3011986" y="164011"/>
                      <a:pt x="3027481" y="156826"/>
                    </a:cubicBezTo>
                    <a:moveTo>
                      <a:pt x="2967920" y="222576"/>
                    </a:moveTo>
                    <a:cubicBezTo>
                      <a:pt x="2981827" y="207917"/>
                      <a:pt x="3002991" y="187306"/>
                      <a:pt x="3027481" y="156826"/>
                    </a:cubicBezTo>
                    <a:moveTo>
                      <a:pt x="3010625" y="219746"/>
                    </a:moveTo>
                    <a:cubicBezTo>
                      <a:pt x="3014102" y="212996"/>
                      <a:pt x="3022417" y="210457"/>
                      <a:pt x="3025440" y="203272"/>
                    </a:cubicBezTo>
                    <a:moveTo>
                      <a:pt x="3010625" y="219746"/>
                    </a:moveTo>
                    <a:cubicBezTo>
                      <a:pt x="3015614" y="213795"/>
                      <a:pt x="3020678" y="209150"/>
                      <a:pt x="3025440" y="203272"/>
                    </a:cubicBezTo>
                  </a:path>
                </a:pathLst>
              </a:custGeom>
              <a:noFill/>
              <a:ln w="3775" cap="rnd">
                <a:solidFill>
                  <a:srgbClr val="F8CEC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6" name="شكل حر: شكل 397">
                <a:extLst>
                  <a:ext uri="{FF2B5EF4-FFF2-40B4-BE49-F238E27FC236}">
                    <a16:creationId xmlns:a16="http://schemas.microsoft.com/office/drawing/2014/main" id="{5C180FFB-8503-3ED6-12EB-0946DDD87472}"/>
                  </a:ext>
                </a:extLst>
              </p:cNvPr>
              <p:cNvSpPr/>
              <p:nvPr/>
            </p:nvSpPr>
            <p:spPr>
              <a:xfrm>
                <a:off x="5951912" y="6275128"/>
                <a:ext cx="3025310" cy="225634"/>
              </a:xfrm>
              <a:custGeom>
                <a:avLst/>
                <a:gdLst>
                  <a:gd name="csX0" fmla="*/ 476 w 3025310"/>
                  <a:gd name="csY0" fmla="*/ 1 h 225634"/>
                  <a:gd name="csX1" fmla="*/ 3023874 w 3025310"/>
                  <a:gd name="csY1" fmla="*/ 1 h 225634"/>
                  <a:gd name="csX2" fmla="*/ 476 w 3025310"/>
                  <a:gd name="csY2" fmla="*/ 1 h 225634"/>
                  <a:gd name="csX3" fmla="*/ 3023874 w 3025310"/>
                  <a:gd name="csY3" fmla="*/ 1 h 225634"/>
                  <a:gd name="csX4" fmla="*/ 3023874 w 3025310"/>
                  <a:gd name="csY4" fmla="*/ 1 h 225634"/>
                  <a:gd name="csX5" fmla="*/ 3023874 w 3025310"/>
                  <a:gd name="csY5" fmla="*/ 217714 h 225634"/>
                  <a:gd name="csX6" fmla="*/ 3023874 w 3025310"/>
                  <a:gd name="csY6" fmla="*/ 1 h 225634"/>
                  <a:gd name="csX7" fmla="*/ 3023874 w 3025310"/>
                  <a:gd name="csY7" fmla="*/ 217714 h 225634"/>
                  <a:gd name="csX8" fmla="*/ 3023874 w 3025310"/>
                  <a:gd name="csY8" fmla="*/ 217714 h 225634"/>
                  <a:gd name="csX9" fmla="*/ 476 w 3025310"/>
                  <a:gd name="csY9" fmla="*/ 217714 h 225634"/>
                  <a:gd name="csX10" fmla="*/ 3023874 w 3025310"/>
                  <a:gd name="csY10" fmla="*/ 217714 h 225634"/>
                  <a:gd name="csX11" fmla="*/ 476 w 3025310"/>
                  <a:gd name="csY11" fmla="*/ 217714 h 225634"/>
                  <a:gd name="csX12" fmla="*/ 476 w 3025310"/>
                  <a:gd name="csY12" fmla="*/ 217714 h 225634"/>
                  <a:gd name="csX13" fmla="*/ 476 w 3025310"/>
                  <a:gd name="csY13" fmla="*/ 1 h 225634"/>
                  <a:gd name="csX14" fmla="*/ 476 w 3025310"/>
                  <a:gd name="csY14" fmla="*/ 217714 h 225634"/>
                  <a:gd name="csX15" fmla="*/ 476 w 3025310"/>
                  <a:gd name="csY15" fmla="*/ 1 h 2256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025310" h="225634">
                    <a:moveTo>
                      <a:pt x="476" y="1"/>
                    </a:moveTo>
                    <a:cubicBezTo>
                      <a:pt x="968417" y="3556"/>
                      <a:pt x="1947998" y="13063"/>
                      <a:pt x="3023874" y="1"/>
                    </a:cubicBezTo>
                    <a:moveTo>
                      <a:pt x="476" y="1"/>
                    </a:moveTo>
                    <a:cubicBezTo>
                      <a:pt x="719969" y="14007"/>
                      <a:pt x="1432282" y="16547"/>
                      <a:pt x="3023874" y="1"/>
                    </a:cubicBezTo>
                    <a:moveTo>
                      <a:pt x="3023874" y="1"/>
                    </a:moveTo>
                    <a:cubicBezTo>
                      <a:pt x="3029770" y="84836"/>
                      <a:pt x="3015031" y="143038"/>
                      <a:pt x="3023874" y="217714"/>
                    </a:cubicBezTo>
                    <a:moveTo>
                      <a:pt x="3023874" y="1"/>
                    </a:moveTo>
                    <a:cubicBezTo>
                      <a:pt x="3025688" y="73878"/>
                      <a:pt x="3021078" y="148046"/>
                      <a:pt x="3023874" y="217714"/>
                    </a:cubicBezTo>
                    <a:moveTo>
                      <a:pt x="3023874" y="217714"/>
                    </a:moveTo>
                    <a:cubicBezTo>
                      <a:pt x="2072486" y="227583"/>
                      <a:pt x="1115808" y="226132"/>
                      <a:pt x="476" y="217714"/>
                    </a:cubicBezTo>
                    <a:moveTo>
                      <a:pt x="3023874" y="217714"/>
                    </a:moveTo>
                    <a:cubicBezTo>
                      <a:pt x="2171956" y="227946"/>
                      <a:pt x="1320567" y="228599"/>
                      <a:pt x="476" y="217714"/>
                    </a:cubicBezTo>
                    <a:moveTo>
                      <a:pt x="476" y="217714"/>
                    </a:moveTo>
                    <a:cubicBezTo>
                      <a:pt x="10831" y="139772"/>
                      <a:pt x="551" y="58856"/>
                      <a:pt x="476" y="1"/>
                    </a:cubicBezTo>
                    <a:moveTo>
                      <a:pt x="476" y="217714"/>
                    </a:moveTo>
                    <a:cubicBezTo>
                      <a:pt x="3121" y="174606"/>
                      <a:pt x="-1414" y="134547"/>
                      <a:pt x="476" y="1"/>
                    </a:cubicBezTo>
                  </a:path>
                </a:pathLst>
              </a:custGeom>
              <a:noFill/>
              <a:ln w="7550" cap="rnd">
                <a:solidFill>
                  <a:srgbClr val="B8545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43" name="صورة 398">
              <a:extLst>
                <a:ext uri="{FF2B5EF4-FFF2-40B4-BE49-F238E27FC236}">
                  <a16:creationId xmlns:a16="http://schemas.microsoft.com/office/drawing/2014/main" id="{1A0E4953-8CA7-B1CD-5A32-90DBC162CD05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5956167" y="6278756"/>
              <a:ext cx="3008281" cy="232227"/>
            </a:xfrm>
            <a:custGeom>
              <a:avLst/>
              <a:gdLst>
                <a:gd name="csX0" fmla="*/ 0 w 3008281"/>
                <a:gd name="csY0" fmla="*/ 0 h 232227"/>
                <a:gd name="csX1" fmla="*/ 3008281 w 3008281"/>
                <a:gd name="csY1" fmla="*/ 0 h 232227"/>
                <a:gd name="csX2" fmla="*/ 3008281 w 3008281"/>
                <a:gd name="csY2" fmla="*/ 232227 h 232227"/>
                <a:gd name="csX3" fmla="*/ 0 w 3008281"/>
                <a:gd name="csY3" fmla="*/ 232227 h 232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008281" h="232227">
                  <a:moveTo>
                    <a:pt x="0" y="0"/>
                  </a:moveTo>
                  <a:lnTo>
                    <a:pt x="3008281" y="0"/>
                  </a:lnTo>
                  <a:lnTo>
                    <a:pt x="3008281" y="232227"/>
                  </a:lnTo>
                  <a:lnTo>
                    <a:pt x="0" y="232227"/>
                  </a:lnTo>
                  <a:close/>
                </a:path>
              </a:pathLst>
            </a:custGeom>
          </p:spPr>
        </p:pic>
      </p:grpSp>
      <p:grpSp>
        <p:nvGrpSpPr>
          <p:cNvPr id="2047" name="!!رسم 9">
            <a:extLst>
              <a:ext uri="{FF2B5EF4-FFF2-40B4-BE49-F238E27FC236}">
                <a16:creationId xmlns:a16="http://schemas.microsoft.com/office/drawing/2014/main" id="{DA2034D1-F00B-B211-58CC-F04208E66F20}"/>
              </a:ext>
            </a:extLst>
          </p:cNvPr>
          <p:cNvGrpSpPr/>
          <p:nvPr/>
        </p:nvGrpSpPr>
        <p:grpSpPr>
          <a:xfrm>
            <a:off x="3418470" y="2831708"/>
            <a:ext cx="982604" cy="148770"/>
            <a:chOff x="6141350" y="2842518"/>
            <a:chExt cx="982604" cy="148770"/>
          </a:xfrm>
          <a:noFill/>
        </p:grpSpPr>
        <p:sp>
          <p:nvSpPr>
            <p:cNvPr id="2048" name="مستطيل 400">
              <a:extLst>
                <a:ext uri="{FF2B5EF4-FFF2-40B4-BE49-F238E27FC236}">
                  <a16:creationId xmlns:a16="http://schemas.microsoft.com/office/drawing/2014/main" id="{FA61453E-3C3F-E073-5723-6B7CD90845CD}"/>
                </a:ext>
              </a:extLst>
            </p:cNvPr>
            <p:cNvSpPr/>
            <p:nvPr/>
          </p:nvSpPr>
          <p:spPr>
            <a:xfrm>
              <a:off x="6141350" y="2842518"/>
              <a:ext cx="982604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049" name="صورة 401">
              <a:extLst>
                <a:ext uri="{FF2B5EF4-FFF2-40B4-BE49-F238E27FC236}">
                  <a16:creationId xmlns:a16="http://schemas.microsoft.com/office/drawing/2014/main" id="{3213DC42-DB34-C884-FB95-42574C8E3801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6201818" y="2860661"/>
              <a:ext cx="854110" cy="130627"/>
            </a:xfrm>
            <a:custGeom>
              <a:avLst/>
              <a:gdLst>
                <a:gd name="csX0" fmla="*/ 0 w 854110"/>
                <a:gd name="csY0" fmla="*/ 0 h 130627"/>
                <a:gd name="csX1" fmla="*/ 854110 w 854110"/>
                <a:gd name="csY1" fmla="*/ 0 h 130627"/>
                <a:gd name="csX2" fmla="*/ 854110 w 854110"/>
                <a:gd name="csY2" fmla="*/ 130628 h 130627"/>
                <a:gd name="csX3" fmla="*/ 0 w 854110"/>
                <a:gd name="csY3" fmla="*/ 130628 h 130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54110" h="130627">
                  <a:moveTo>
                    <a:pt x="0" y="0"/>
                  </a:moveTo>
                  <a:lnTo>
                    <a:pt x="854110" y="0"/>
                  </a:lnTo>
                  <a:lnTo>
                    <a:pt x="854110" y="130628"/>
                  </a:lnTo>
                  <a:lnTo>
                    <a:pt x="0" y="130628"/>
                  </a:lnTo>
                  <a:close/>
                </a:path>
              </a:pathLst>
            </a:custGeom>
          </p:spPr>
        </p:pic>
      </p:grpSp>
      <p:grpSp>
        <p:nvGrpSpPr>
          <p:cNvPr id="2050" name="!!رسم 9">
            <a:extLst>
              <a:ext uri="{FF2B5EF4-FFF2-40B4-BE49-F238E27FC236}">
                <a16:creationId xmlns:a16="http://schemas.microsoft.com/office/drawing/2014/main" id="{37D6F1F3-059B-03AA-A312-61B92E6B3B5C}"/>
              </a:ext>
            </a:extLst>
          </p:cNvPr>
          <p:cNvGrpSpPr/>
          <p:nvPr/>
        </p:nvGrpSpPr>
        <p:grpSpPr>
          <a:xfrm>
            <a:off x="3240845" y="2793060"/>
            <a:ext cx="668926" cy="175661"/>
            <a:chOff x="5963725" y="2803870"/>
            <a:chExt cx="668926" cy="175661"/>
          </a:xfrm>
        </p:grpSpPr>
        <p:sp>
          <p:nvSpPr>
            <p:cNvPr id="2051" name="شكل حر: شكل 403">
              <a:extLst>
                <a:ext uri="{FF2B5EF4-FFF2-40B4-BE49-F238E27FC236}">
                  <a16:creationId xmlns:a16="http://schemas.microsoft.com/office/drawing/2014/main" id="{23E5E643-DAC8-E98F-A65B-6430035F421F}"/>
                </a:ext>
              </a:extLst>
            </p:cNvPr>
            <p:cNvSpPr/>
            <p:nvPr/>
          </p:nvSpPr>
          <p:spPr>
            <a:xfrm>
              <a:off x="5990180" y="2806232"/>
              <a:ext cx="642472" cy="135199"/>
            </a:xfrm>
            <a:custGeom>
              <a:avLst/>
              <a:gdLst>
                <a:gd name="csX0" fmla="*/ 642473 w 642472"/>
                <a:gd name="csY0" fmla="*/ 1 h 135199"/>
                <a:gd name="csX1" fmla="*/ 1 w 642472"/>
                <a:gd name="csY1" fmla="*/ 436 h 135199"/>
                <a:gd name="csX2" fmla="*/ 1 w 642472"/>
                <a:gd name="csY2" fmla="*/ 135200 h 13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42472" h="135199">
                  <a:moveTo>
                    <a:pt x="642473" y="1"/>
                  </a:moveTo>
                  <a:lnTo>
                    <a:pt x="1" y="436"/>
                  </a:lnTo>
                  <a:lnTo>
                    <a:pt x="1" y="135200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2" name="شكل حر: شكل 404">
              <a:extLst>
                <a:ext uri="{FF2B5EF4-FFF2-40B4-BE49-F238E27FC236}">
                  <a16:creationId xmlns:a16="http://schemas.microsoft.com/office/drawing/2014/main" id="{98E9D173-B29E-6160-9927-6B9224A616E8}"/>
                </a:ext>
              </a:extLst>
            </p:cNvPr>
            <p:cNvSpPr/>
            <p:nvPr/>
          </p:nvSpPr>
          <p:spPr>
            <a:xfrm>
              <a:off x="5963725" y="2928732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lnTo>
                    <a:pt x="1" y="1"/>
                  </a:lnTo>
                  <a:lnTo>
                    <a:pt x="26455" y="12700"/>
                  </a:lnTo>
                  <a:lnTo>
                    <a:pt x="52910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3" name="شكل حر: شكل 405">
              <a:extLst>
                <a:ext uri="{FF2B5EF4-FFF2-40B4-BE49-F238E27FC236}">
                  <a16:creationId xmlns:a16="http://schemas.microsoft.com/office/drawing/2014/main" id="{39516B9D-7E0A-FF29-1142-7E2E8C607872}"/>
                </a:ext>
              </a:extLst>
            </p:cNvPr>
            <p:cNvSpPr/>
            <p:nvPr/>
          </p:nvSpPr>
          <p:spPr>
            <a:xfrm>
              <a:off x="5988861" y="2803870"/>
              <a:ext cx="643791" cy="137562"/>
            </a:xfrm>
            <a:custGeom>
              <a:avLst/>
              <a:gdLst>
                <a:gd name="csX0" fmla="*/ 643792 w 643791"/>
                <a:gd name="csY0" fmla="*/ 2363 h 137562"/>
                <a:gd name="csX1" fmla="*/ 1320 w 643791"/>
                <a:gd name="csY1" fmla="*/ 2798 h 137562"/>
                <a:gd name="csX2" fmla="*/ 643792 w 643791"/>
                <a:gd name="csY2" fmla="*/ 2363 h 137562"/>
                <a:gd name="csX3" fmla="*/ 1320 w 643791"/>
                <a:gd name="csY3" fmla="*/ 2798 h 137562"/>
                <a:gd name="csX4" fmla="*/ 1320 w 643791"/>
                <a:gd name="csY4" fmla="*/ 2798 h 137562"/>
                <a:gd name="csX5" fmla="*/ 1320 w 643791"/>
                <a:gd name="csY5" fmla="*/ 137563 h 137562"/>
                <a:gd name="csX6" fmla="*/ 1320 w 643791"/>
                <a:gd name="csY6" fmla="*/ 2798 h 137562"/>
                <a:gd name="csX7" fmla="*/ 1320 w 643791"/>
                <a:gd name="csY7" fmla="*/ 137563 h 137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43791" h="137562">
                  <a:moveTo>
                    <a:pt x="643792" y="2363"/>
                  </a:moveTo>
                  <a:cubicBezTo>
                    <a:pt x="444323" y="4830"/>
                    <a:pt x="234499" y="-4386"/>
                    <a:pt x="1320" y="2798"/>
                  </a:cubicBezTo>
                  <a:moveTo>
                    <a:pt x="643792" y="2363"/>
                  </a:moveTo>
                  <a:cubicBezTo>
                    <a:pt x="392623" y="6789"/>
                    <a:pt x="149542" y="186"/>
                    <a:pt x="1320" y="2798"/>
                  </a:cubicBezTo>
                  <a:moveTo>
                    <a:pt x="1320" y="2798"/>
                  </a:moveTo>
                  <a:cubicBezTo>
                    <a:pt x="2680" y="43220"/>
                    <a:pt x="1093" y="65645"/>
                    <a:pt x="1320" y="137563"/>
                  </a:cubicBezTo>
                  <a:moveTo>
                    <a:pt x="1320" y="2798"/>
                  </a:moveTo>
                  <a:cubicBezTo>
                    <a:pt x="3285" y="39011"/>
                    <a:pt x="-2459" y="75659"/>
                    <a:pt x="1320" y="137563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4" name="شكل حر: شكل 406">
              <a:extLst>
                <a:ext uri="{FF2B5EF4-FFF2-40B4-BE49-F238E27FC236}">
                  <a16:creationId xmlns:a16="http://schemas.microsoft.com/office/drawing/2014/main" id="{F6ED47B3-B46F-9727-EC87-AB8C45649C82}"/>
                </a:ext>
              </a:extLst>
            </p:cNvPr>
            <p:cNvSpPr/>
            <p:nvPr/>
          </p:nvSpPr>
          <p:spPr>
            <a:xfrm>
              <a:off x="5963725" y="2928732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  <a:gd name="csX4" fmla="*/ 26455 w 52909"/>
                <a:gd name="csY4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25246" y="32875"/>
                    <a:pt x="7861" y="8056"/>
                    <a:pt x="1" y="1"/>
                  </a:cubicBezTo>
                  <a:cubicBezTo>
                    <a:pt x="10205" y="3702"/>
                    <a:pt x="15798" y="7983"/>
                    <a:pt x="26455" y="12700"/>
                  </a:cubicBezTo>
                  <a:cubicBezTo>
                    <a:pt x="34845" y="12845"/>
                    <a:pt x="35677" y="5951"/>
                    <a:pt x="52910" y="1"/>
                  </a:cubicBezTo>
                  <a:cubicBezTo>
                    <a:pt x="45503" y="21119"/>
                    <a:pt x="33031" y="37229"/>
                    <a:pt x="26455" y="508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5" name="شكل حر: شكل 407">
              <a:extLst>
                <a:ext uri="{FF2B5EF4-FFF2-40B4-BE49-F238E27FC236}">
                  <a16:creationId xmlns:a16="http://schemas.microsoft.com/office/drawing/2014/main" id="{D8CDB731-39CA-C2FC-0299-57AEDE0BC8BE}"/>
                </a:ext>
              </a:extLst>
            </p:cNvPr>
            <p:cNvSpPr/>
            <p:nvPr/>
          </p:nvSpPr>
          <p:spPr>
            <a:xfrm>
              <a:off x="5963725" y="2928732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50800 h 50799"/>
                <a:gd name="csX3" fmla="*/ 1 w 52909"/>
                <a:gd name="csY3" fmla="*/ 1 h 50799"/>
                <a:gd name="csX4" fmla="*/ 1 w 52909"/>
                <a:gd name="csY4" fmla="*/ 1 h 50799"/>
                <a:gd name="csX5" fmla="*/ 26455 w 52909"/>
                <a:gd name="csY5" fmla="*/ 12700 h 50799"/>
                <a:gd name="csX6" fmla="*/ 1 w 52909"/>
                <a:gd name="csY6" fmla="*/ 1 h 50799"/>
                <a:gd name="csX7" fmla="*/ 26455 w 52909"/>
                <a:gd name="csY7" fmla="*/ 12700 h 50799"/>
                <a:gd name="csX8" fmla="*/ 26455 w 52909"/>
                <a:gd name="csY8" fmla="*/ 12700 h 50799"/>
                <a:gd name="csX9" fmla="*/ 52910 w 52909"/>
                <a:gd name="csY9" fmla="*/ 1 h 50799"/>
                <a:gd name="csX10" fmla="*/ 26455 w 52909"/>
                <a:gd name="csY10" fmla="*/ 12700 h 50799"/>
                <a:gd name="csX11" fmla="*/ 52910 w 52909"/>
                <a:gd name="csY11" fmla="*/ 1 h 50799"/>
                <a:gd name="csX12" fmla="*/ 52910 w 52909"/>
                <a:gd name="csY12" fmla="*/ 1 h 50799"/>
                <a:gd name="csX13" fmla="*/ 26455 w 52909"/>
                <a:gd name="csY13" fmla="*/ 50800 h 50799"/>
                <a:gd name="csX14" fmla="*/ 52910 w 52909"/>
                <a:gd name="csY14" fmla="*/ 1 h 50799"/>
                <a:gd name="csX15" fmla="*/ 26455 w 52909"/>
                <a:gd name="csY15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20635" y="35778"/>
                    <a:pt x="10809" y="15821"/>
                    <a:pt x="1" y="1"/>
                  </a:cubicBezTo>
                  <a:moveTo>
                    <a:pt x="26455" y="50800"/>
                  </a:moveTo>
                  <a:cubicBezTo>
                    <a:pt x="13681" y="32440"/>
                    <a:pt x="4233" y="10378"/>
                    <a:pt x="1" y="1"/>
                  </a:cubicBezTo>
                  <a:moveTo>
                    <a:pt x="1" y="1"/>
                  </a:moveTo>
                  <a:cubicBezTo>
                    <a:pt x="5972" y="5153"/>
                    <a:pt x="11263" y="6532"/>
                    <a:pt x="26455" y="12700"/>
                  </a:cubicBezTo>
                  <a:moveTo>
                    <a:pt x="1" y="1"/>
                  </a:moveTo>
                  <a:cubicBezTo>
                    <a:pt x="8088" y="2976"/>
                    <a:pt x="14437" y="6242"/>
                    <a:pt x="26455" y="12700"/>
                  </a:cubicBezTo>
                  <a:moveTo>
                    <a:pt x="26455" y="12700"/>
                  </a:moveTo>
                  <a:cubicBezTo>
                    <a:pt x="32351" y="11322"/>
                    <a:pt x="37944" y="6314"/>
                    <a:pt x="52910" y="1"/>
                  </a:cubicBezTo>
                  <a:moveTo>
                    <a:pt x="26455" y="12700"/>
                  </a:moveTo>
                  <a:cubicBezTo>
                    <a:pt x="36962" y="8927"/>
                    <a:pt x="47090" y="4210"/>
                    <a:pt x="52910" y="1"/>
                  </a:cubicBezTo>
                  <a:moveTo>
                    <a:pt x="52910" y="1"/>
                  </a:moveTo>
                  <a:cubicBezTo>
                    <a:pt x="40892" y="15168"/>
                    <a:pt x="44898" y="28158"/>
                    <a:pt x="26455" y="50800"/>
                  </a:cubicBezTo>
                  <a:moveTo>
                    <a:pt x="52910" y="1"/>
                  </a:moveTo>
                  <a:cubicBezTo>
                    <a:pt x="43311" y="15676"/>
                    <a:pt x="34392" y="31932"/>
                    <a:pt x="26455" y="508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6" name="!!رسم 9">
            <a:extLst>
              <a:ext uri="{FF2B5EF4-FFF2-40B4-BE49-F238E27FC236}">
                <a16:creationId xmlns:a16="http://schemas.microsoft.com/office/drawing/2014/main" id="{3336017B-05A1-9F98-EDFA-B2E277972ADF}"/>
              </a:ext>
            </a:extLst>
          </p:cNvPr>
          <p:cNvGrpSpPr/>
          <p:nvPr/>
        </p:nvGrpSpPr>
        <p:grpSpPr>
          <a:xfrm>
            <a:off x="1566638" y="2276540"/>
            <a:ext cx="1541026" cy="729338"/>
            <a:chOff x="4289518" y="2287350"/>
            <a:chExt cx="1541026" cy="729338"/>
          </a:xfrm>
        </p:grpSpPr>
        <p:grpSp>
          <p:nvGrpSpPr>
            <p:cNvPr id="2057" name="رسم 9">
              <a:extLst>
                <a:ext uri="{FF2B5EF4-FFF2-40B4-BE49-F238E27FC236}">
                  <a16:creationId xmlns:a16="http://schemas.microsoft.com/office/drawing/2014/main" id="{BDD573EF-5D0E-76F1-4D47-6B83907B059A}"/>
                </a:ext>
              </a:extLst>
            </p:cNvPr>
            <p:cNvGrpSpPr/>
            <p:nvPr/>
          </p:nvGrpSpPr>
          <p:grpSpPr>
            <a:xfrm>
              <a:off x="4289518" y="2309121"/>
              <a:ext cx="1541026" cy="707567"/>
              <a:chOff x="4289518" y="2309121"/>
              <a:chExt cx="1541026" cy="707567"/>
            </a:xfrm>
          </p:grpSpPr>
          <p:sp>
            <p:nvSpPr>
              <p:cNvPr id="2059" name="شكل حر: شكل 410">
                <a:extLst>
                  <a:ext uri="{FF2B5EF4-FFF2-40B4-BE49-F238E27FC236}">
                    <a16:creationId xmlns:a16="http://schemas.microsoft.com/office/drawing/2014/main" id="{C213D406-6CC9-2928-430A-C3C87F07C85E}"/>
                  </a:ext>
                </a:extLst>
              </p:cNvPr>
              <p:cNvSpPr/>
              <p:nvPr/>
            </p:nvSpPr>
            <p:spPr>
              <a:xfrm>
                <a:off x="4289518" y="2334521"/>
                <a:ext cx="1501344" cy="682167"/>
              </a:xfrm>
              <a:custGeom>
                <a:avLst/>
                <a:gdLst>
                  <a:gd name="csX0" fmla="*/ 1 w 1501344"/>
                  <a:gd name="csY0" fmla="*/ 682168 h 682167"/>
                  <a:gd name="csX1" fmla="*/ 454 w 1501344"/>
                  <a:gd name="csY1" fmla="*/ 1 h 682167"/>
                  <a:gd name="csX2" fmla="*/ 1501345 w 1501344"/>
                  <a:gd name="csY2" fmla="*/ 1 h 6821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01344" h="682167">
                    <a:moveTo>
                      <a:pt x="1" y="682168"/>
                    </a:moveTo>
                    <a:lnTo>
                      <a:pt x="454" y="1"/>
                    </a:lnTo>
                    <a:lnTo>
                      <a:pt x="1501345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0" name="شكل حر: شكل 411">
                <a:extLst>
                  <a:ext uri="{FF2B5EF4-FFF2-40B4-BE49-F238E27FC236}">
                    <a16:creationId xmlns:a16="http://schemas.microsoft.com/office/drawing/2014/main" id="{59F8A346-1A45-79C9-9B21-7F40E3CD5DC8}"/>
                  </a:ext>
                </a:extLst>
              </p:cNvPr>
              <p:cNvSpPr/>
              <p:nvPr/>
            </p:nvSpPr>
            <p:spPr>
              <a:xfrm>
                <a:off x="5777635" y="2309121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1" name="شكل حر: شكل 412">
                <a:extLst>
                  <a:ext uri="{FF2B5EF4-FFF2-40B4-BE49-F238E27FC236}">
                    <a16:creationId xmlns:a16="http://schemas.microsoft.com/office/drawing/2014/main" id="{87661992-C345-3AFA-EC58-5015A790CD56}"/>
                  </a:ext>
                </a:extLst>
              </p:cNvPr>
              <p:cNvSpPr/>
              <p:nvPr/>
            </p:nvSpPr>
            <p:spPr>
              <a:xfrm>
                <a:off x="4289518" y="2329054"/>
                <a:ext cx="1501344" cy="687634"/>
              </a:xfrm>
              <a:custGeom>
                <a:avLst/>
                <a:gdLst>
                  <a:gd name="csX0" fmla="*/ 1 w 1501344"/>
                  <a:gd name="csY0" fmla="*/ 687635 h 687634"/>
                  <a:gd name="csX1" fmla="*/ 454 w 1501344"/>
                  <a:gd name="csY1" fmla="*/ 5467 h 687634"/>
                  <a:gd name="csX2" fmla="*/ 1 w 1501344"/>
                  <a:gd name="csY2" fmla="*/ 687635 h 687634"/>
                  <a:gd name="csX3" fmla="*/ 454 w 1501344"/>
                  <a:gd name="csY3" fmla="*/ 5467 h 687634"/>
                  <a:gd name="csX4" fmla="*/ 454 w 1501344"/>
                  <a:gd name="csY4" fmla="*/ 5467 h 687634"/>
                  <a:gd name="csX5" fmla="*/ 1501345 w 1501344"/>
                  <a:gd name="csY5" fmla="*/ 5467 h 687634"/>
                  <a:gd name="csX6" fmla="*/ 454 w 1501344"/>
                  <a:gd name="csY6" fmla="*/ 5467 h 687634"/>
                  <a:gd name="csX7" fmla="*/ 1501345 w 1501344"/>
                  <a:gd name="csY7" fmla="*/ 5467 h 6876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501344" h="687634">
                    <a:moveTo>
                      <a:pt x="1" y="687635"/>
                    </a:moveTo>
                    <a:cubicBezTo>
                      <a:pt x="227" y="480517"/>
                      <a:pt x="12850" y="254749"/>
                      <a:pt x="454" y="5467"/>
                    </a:cubicBezTo>
                    <a:moveTo>
                      <a:pt x="1" y="687635"/>
                    </a:moveTo>
                    <a:cubicBezTo>
                      <a:pt x="756" y="431604"/>
                      <a:pt x="7559" y="196329"/>
                      <a:pt x="454" y="5467"/>
                    </a:cubicBezTo>
                    <a:moveTo>
                      <a:pt x="454" y="5467"/>
                    </a:moveTo>
                    <a:cubicBezTo>
                      <a:pt x="581173" y="20635"/>
                      <a:pt x="1152067" y="4016"/>
                      <a:pt x="1501345" y="5467"/>
                    </a:cubicBezTo>
                    <a:moveTo>
                      <a:pt x="454" y="5467"/>
                    </a:moveTo>
                    <a:cubicBezTo>
                      <a:pt x="509745" y="2637"/>
                      <a:pt x="1030072" y="-5273"/>
                      <a:pt x="1501345" y="5467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2" name="شكل حر: شكل 413">
                <a:extLst>
                  <a:ext uri="{FF2B5EF4-FFF2-40B4-BE49-F238E27FC236}">
                    <a16:creationId xmlns:a16="http://schemas.microsoft.com/office/drawing/2014/main" id="{20DFC966-D6FD-C898-8397-562E34464F4B}"/>
                  </a:ext>
                </a:extLst>
              </p:cNvPr>
              <p:cNvSpPr/>
              <p:nvPr/>
            </p:nvSpPr>
            <p:spPr>
              <a:xfrm>
                <a:off x="5777635" y="2309121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5147" y="33166"/>
                      <a:pt x="24943" y="47317"/>
                      <a:pt x="1" y="50800"/>
                    </a:cubicBezTo>
                    <a:cubicBezTo>
                      <a:pt x="152" y="40713"/>
                      <a:pt x="8995" y="32367"/>
                      <a:pt x="13228" y="25400"/>
                    </a:cubicBezTo>
                    <a:cubicBezTo>
                      <a:pt x="3704" y="19595"/>
                      <a:pt x="1966" y="10959"/>
                      <a:pt x="1" y="1"/>
                    </a:cubicBezTo>
                    <a:cubicBezTo>
                      <a:pt x="26682" y="11902"/>
                      <a:pt x="41345" y="16329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3" name="شكل حر: شكل 414">
                <a:extLst>
                  <a:ext uri="{FF2B5EF4-FFF2-40B4-BE49-F238E27FC236}">
                    <a16:creationId xmlns:a16="http://schemas.microsoft.com/office/drawing/2014/main" id="{CF156FC8-DADC-8839-A69E-34626E742C0A}"/>
                  </a:ext>
                </a:extLst>
              </p:cNvPr>
              <p:cNvSpPr/>
              <p:nvPr/>
            </p:nvSpPr>
            <p:spPr>
              <a:xfrm>
                <a:off x="5777635" y="2309121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5147" y="38463"/>
                      <a:pt x="23054" y="44051"/>
                      <a:pt x="1" y="50800"/>
                    </a:cubicBezTo>
                    <a:moveTo>
                      <a:pt x="52910" y="25400"/>
                    </a:moveTo>
                    <a:cubicBezTo>
                      <a:pt x="31822" y="31641"/>
                      <a:pt x="15117" y="46228"/>
                      <a:pt x="1" y="50800"/>
                    </a:cubicBezTo>
                    <a:moveTo>
                      <a:pt x="1" y="50800"/>
                    </a:moveTo>
                    <a:cubicBezTo>
                      <a:pt x="5140" y="43180"/>
                      <a:pt x="8390" y="30117"/>
                      <a:pt x="13228" y="25400"/>
                    </a:cubicBezTo>
                    <a:moveTo>
                      <a:pt x="1" y="50800"/>
                    </a:moveTo>
                    <a:cubicBezTo>
                      <a:pt x="4006" y="42817"/>
                      <a:pt x="9902" y="32585"/>
                      <a:pt x="13228" y="25400"/>
                    </a:cubicBezTo>
                    <a:moveTo>
                      <a:pt x="13228" y="25400"/>
                    </a:moveTo>
                    <a:cubicBezTo>
                      <a:pt x="5140" y="18071"/>
                      <a:pt x="4460" y="7548"/>
                      <a:pt x="1" y="1"/>
                    </a:cubicBezTo>
                    <a:moveTo>
                      <a:pt x="13228" y="25400"/>
                    </a:moveTo>
                    <a:cubicBezTo>
                      <a:pt x="9449" y="18361"/>
                      <a:pt x="7257" y="10886"/>
                      <a:pt x="1" y="1"/>
                    </a:cubicBezTo>
                    <a:moveTo>
                      <a:pt x="1" y="1"/>
                    </a:moveTo>
                    <a:cubicBezTo>
                      <a:pt x="23961" y="9580"/>
                      <a:pt x="41043" y="17708"/>
                      <a:pt x="52910" y="25400"/>
                    </a:cubicBezTo>
                    <a:moveTo>
                      <a:pt x="1" y="1"/>
                    </a:moveTo>
                    <a:cubicBezTo>
                      <a:pt x="10582" y="6604"/>
                      <a:pt x="27438" y="14878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58" name="صورة 415">
              <a:extLst>
                <a:ext uri="{FF2B5EF4-FFF2-40B4-BE49-F238E27FC236}">
                  <a16:creationId xmlns:a16="http://schemas.microsoft.com/office/drawing/2014/main" id="{FB697935-D908-B620-5358-8A8456F32465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4671223" y="2287350"/>
              <a:ext cx="513977" cy="114299"/>
            </a:xfrm>
            <a:custGeom>
              <a:avLst/>
              <a:gdLst>
                <a:gd name="csX0" fmla="*/ 0 w 513977"/>
                <a:gd name="csY0" fmla="*/ 0 h 114299"/>
                <a:gd name="csX1" fmla="*/ 513978 w 513977"/>
                <a:gd name="csY1" fmla="*/ 0 h 114299"/>
                <a:gd name="csX2" fmla="*/ 513978 w 513977"/>
                <a:gd name="csY2" fmla="*/ 114299 h 114299"/>
                <a:gd name="csX3" fmla="*/ 0 w 51397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13977" h="114299">
                  <a:moveTo>
                    <a:pt x="0" y="0"/>
                  </a:moveTo>
                  <a:lnTo>
                    <a:pt x="513978" y="0"/>
                  </a:lnTo>
                  <a:lnTo>
                    <a:pt x="51397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64" name="!!رسم 9">
            <a:extLst>
              <a:ext uri="{FF2B5EF4-FFF2-40B4-BE49-F238E27FC236}">
                <a16:creationId xmlns:a16="http://schemas.microsoft.com/office/drawing/2014/main" id="{F201CF0F-88CE-80CE-2F6C-0B9C77371EA2}"/>
              </a:ext>
            </a:extLst>
          </p:cNvPr>
          <p:cNvGrpSpPr/>
          <p:nvPr/>
        </p:nvGrpSpPr>
        <p:grpSpPr>
          <a:xfrm>
            <a:off x="1673739" y="2653909"/>
            <a:ext cx="753661" cy="351969"/>
            <a:chOff x="4396619" y="2664719"/>
            <a:chExt cx="753661" cy="351969"/>
          </a:xfrm>
        </p:grpSpPr>
        <p:grpSp>
          <p:nvGrpSpPr>
            <p:cNvPr id="2065" name="رسم 9">
              <a:extLst>
                <a:ext uri="{FF2B5EF4-FFF2-40B4-BE49-F238E27FC236}">
                  <a16:creationId xmlns:a16="http://schemas.microsoft.com/office/drawing/2014/main" id="{BBCFBFC7-D6C2-5190-23D5-A7BE9C727ECB}"/>
                </a:ext>
              </a:extLst>
            </p:cNvPr>
            <p:cNvGrpSpPr/>
            <p:nvPr/>
          </p:nvGrpSpPr>
          <p:grpSpPr>
            <a:xfrm>
              <a:off x="4396619" y="2686490"/>
              <a:ext cx="753661" cy="330198"/>
              <a:chOff x="4396619" y="2686490"/>
              <a:chExt cx="753661" cy="330198"/>
            </a:xfrm>
          </p:grpSpPr>
          <p:sp>
            <p:nvSpPr>
              <p:cNvPr id="2067" name="شكل حر: شكل 418">
                <a:extLst>
                  <a:ext uri="{FF2B5EF4-FFF2-40B4-BE49-F238E27FC236}">
                    <a16:creationId xmlns:a16="http://schemas.microsoft.com/office/drawing/2014/main" id="{715E127A-7901-3F71-01AC-32FDA95AD962}"/>
                  </a:ext>
                </a:extLst>
              </p:cNvPr>
              <p:cNvSpPr/>
              <p:nvPr/>
            </p:nvSpPr>
            <p:spPr>
              <a:xfrm>
                <a:off x="4402896" y="2711890"/>
                <a:ext cx="707702" cy="304798"/>
              </a:xfrm>
              <a:custGeom>
                <a:avLst/>
                <a:gdLst>
                  <a:gd name="csX0" fmla="*/ 1 w 707702"/>
                  <a:gd name="csY0" fmla="*/ 304799 h 304798"/>
                  <a:gd name="csX1" fmla="*/ 1 w 707702"/>
                  <a:gd name="csY1" fmla="*/ 1 h 304798"/>
                  <a:gd name="csX2" fmla="*/ 707703 w 707702"/>
                  <a:gd name="csY2" fmla="*/ 1 h 3047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07702" h="304798">
                    <a:moveTo>
                      <a:pt x="1" y="304799"/>
                    </a:moveTo>
                    <a:lnTo>
                      <a:pt x="1" y="1"/>
                    </a:lnTo>
                    <a:lnTo>
                      <a:pt x="707703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" name="شكل حر: شكل 419">
                <a:extLst>
                  <a:ext uri="{FF2B5EF4-FFF2-40B4-BE49-F238E27FC236}">
                    <a16:creationId xmlns:a16="http://schemas.microsoft.com/office/drawing/2014/main" id="{7566A83B-4A37-8396-1294-CD94A12C3792}"/>
                  </a:ext>
                </a:extLst>
              </p:cNvPr>
              <p:cNvSpPr/>
              <p:nvPr/>
            </p:nvSpPr>
            <p:spPr>
              <a:xfrm>
                <a:off x="5097371" y="2686490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شكل حر: شكل 420">
                <a:extLst>
                  <a:ext uri="{FF2B5EF4-FFF2-40B4-BE49-F238E27FC236}">
                    <a16:creationId xmlns:a16="http://schemas.microsoft.com/office/drawing/2014/main" id="{E93337B2-F29A-26F6-9E4A-8C8FBEB8C5DD}"/>
                  </a:ext>
                </a:extLst>
              </p:cNvPr>
              <p:cNvSpPr/>
              <p:nvPr/>
            </p:nvSpPr>
            <p:spPr>
              <a:xfrm>
                <a:off x="4396619" y="2711876"/>
                <a:ext cx="713979" cy="304812"/>
              </a:xfrm>
              <a:custGeom>
                <a:avLst/>
                <a:gdLst>
                  <a:gd name="csX0" fmla="*/ 6278 w 713979"/>
                  <a:gd name="csY0" fmla="*/ 304813 h 304812"/>
                  <a:gd name="csX1" fmla="*/ 6278 w 713979"/>
                  <a:gd name="csY1" fmla="*/ 15 h 304812"/>
                  <a:gd name="csX2" fmla="*/ 6278 w 713979"/>
                  <a:gd name="csY2" fmla="*/ 304813 h 304812"/>
                  <a:gd name="csX3" fmla="*/ 6278 w 713979"/>
                  <a:gd name="csY3" fmla="*/ 15 h 304812"/>
                  <a:gd name="csX4" fmla="*/ 6278 w 713979"/>
                  <a:gd name="csY4" fmla="*/ 15 h 304812"/>
                  <a:gd name="csX5" fmla="*/ 713980 w 713979"/>
                  <a:gd name="csY5" fmla="*/ 15 h 304812"/>
                  <a:gd name="csX6" fmla="*/ 6278 w 713979"/>
                  <a:gd name="csY6" fmla="*/ 15 h 304812"/>
                  <a:gd name="csX7" fmla="*/ 713980 w 713979"/>
                  <a:gd name="csY7" fmla="*/ 15 h 3048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713979" h="304812">
                    <a:moveTo>
                      <a:pt x="6278" y="304813"/>
                    </a:moveTo>
                    <a:cubicBezTo>
                      <a:pt x="-3775" y="211487"/>
                      <a:pt x="-222" y="108436"/>
                      <a:pt x="6278" y="15"/>
                    </a:cubicBezTo>
                    <a:moveTo>
                      <a:pt x="6278" y="304813"/>
                    </a:moveTo>
                    <a:cubicBezTo>
                      <a:pt x="12854" y="226945"/>
                      <a:pt x="1214" y="162719"/>
                      <a:pt x="6278" y="15"/>
                    </a:cubicBezTo>
                    <a:moveTo>
                      <a:pt x="6278" y="15"/>
                    </a:moveTo>
                    <a:cubicBezTo>
                      <a:pt x="160622" y="3571"/>
                      <a:pt x="329555" y="6256"/>
                      <a:pt x="713980" y="15"/>
                    </a:cubicBezTo>
                    <a:moveTo>
                      <a:pt x="6278" y="15"/>
                    </a:moveTo>
                    <a:cubicBezTo>
                      <a:pt x="236056" y="9086"/>
                      <a:pt x="459258" y="-420"/>
                      <a:pt x="713980" y="15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0" name="شكل حر: شكل 421">
                <a:extLst>
                  <a:ext uri="{FF2B5EF4-FFF2-40B4-BE49-F238E27FC236}">
                    <a16:creationId xmlns:a16="http://schemas.microsoft.com/office/drawing/2014/main" id="{84008F7B-FB1E-FD76-E971-9E8ED4559EA5}"/>
                  </a:ext>
                </a:extLst>
              </p:cNvPr>
              <p:cNvSpPr/>
              <p:nvPr/>
            </p:nvSpPr>
            <p:spPr>
              <a:xfrm>
                <a:off x="5097371" y="2686490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40741" y="24021"/>
                      <a:pt x="9600" y="49204"/>
                      <a:pt x="1" y="50800"/>
                    </a:cubicBezTo>
                    <a:cubicBezTo>
                      <a:pt x="3477" y="42092"/>
                      <a:pt x="11338" y="40931"/>
                      <a:pt x="13228" y="25400"/>
                    </a:cubicBezTo>
                    <a:cubicBezTo>
                      <a:pt x="9449" y="17853"/>
                      <a:pt x="12094" y="8636"/>
                      <a:pt x="1" y="1"/>
                    </a:cubicBezTo>
                    <a:cubicBezTo>
                      <a:pt x="17234" y="12483"/>
                      <a:pt x="40665" y="19595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1" name="شكل حر: شكل 422">
                <a:extLst>
                  <a:ext uri="{FF2B5EF4-FFF2-40B4-BE49-F238E27FC236}">
                    <a16:creationId xmlns:a16="http://schemas.microsoft.com/office/drawing/2014/main" id="{3F26F8FB-2539-78FF-5B00-CB557D308551}"/>
                  </a:ext>
                </a:extLst>
              </p:cNvPr>
              <p:cNvSpPr/>
              <p:nvPr/>
            </p:nvSpPr>
            <p:spPr>
              <a:xfrm>
                <a:off x="5097371" y="2686490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1822" y="35125"/>
                      <a:pt x="16251" y="41293"/>
                      <a:pt x="1" y="50800"/>
                    </a:cubicBezTo>
                    <a:moveTo>
                      <a:pt x="52910" y="25400"/>
                    </a:moveTo>
                    <a:cubicBezTo>
                      <a:pt x="42177" y="29319"/>
                      <a:pt x="25095" y="38391"/>
                      <a:pt x="1" y="50800"/>
                    </a:cubicBezTo>
                    <a:moveTo>
                      <a:pt x="1" y="50800"/>
                    </a:moveTo>
                    <a:cubicBezTo>
                      <a:pt x="2646" y="44849"/>
                      <a:pt x="7861" y="39697"/>
                      <a:pt x="13228" y="25400"/>
                    </a:cubicBezTo>
                    <a:moveTo>
                      <a:pt x="1" y="50800"/>
                    </a:moveTo>
                    <a:cubicBezTo>
                      <a:pt x="5443" y="43325"/>
                      <a:pt x="9373" y="33383"/>
                      <a:pt x="13228" y="25400"/>
                    </a:cubicBezTo>
                    <a:moveTo>
                      <a:pt x="13228" y="25400"/>
                    </a:moveTo>
                    <a:cubicBezTo>
                      <a:pt x="10733" y="14950"/>
                      <a:pt x="1663" y="7548"/>
                      <a:pt x="1" y="1"/>
                    </a:cubicBezTo>
                    <a:moveTo>
                      <a:pt x="13228" y="25400"/>
                    </a:moveTo>
                    <a:cubicBezTo>
                      <a:pt x="8012" y="17563"/>
                      <a:pt x="3780" y="10306"/>
                      <a:pt x="1" y="1"/>
                    </a:cubicBezTo>
                    <a:moveTo>
                      <a:pt x="1" y="1"/>
                    </a:moveTo>
                    <a:cubicBezTo>
                      <a:pt x="16327" y="7911"/>
                      <a:pt x="31746" y="19667"/>
                      <a:pt x="52910" y="25400"/>
                    </a:cubicBezTo>
                    <a:moveTo>
                      <a:pt x="1" y="1"/>
                    </a:moveTo>
                    <a:cubicBezTo>
                      <a:pt x="20182" y="10160"/>
                      <a:pt x="39607" y="21772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66" name="صورة 423">
              <a:extLst>
                <a:ext uri="{FF2B5EF4-FFF2-40B4-BE49-F238E27FC236}">
                  <a16:creationId xmlns:a16="http://schemas.microsoft.com/office/drawing/2014/main" id="{46F0035D-C9AF-9FD3-0773-1441373EC4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4421792" y="2664719"/>
              <a:ext cx="634913" cy="114299"/>
            </a:xfrm>
            <a:custGeom>
              <a:avLst/>
              <a:gdLst>
                <a:gd name="csX0" fmla="*/ 0 w 634913"/>
                <a:gd name="csY0" fmla="*/ 0 h 114299"/>
                <a:gd name="csX1" fmla="*/ 634914 w 634913"/>
                <a:gd name="csY1" fmla="*/ 0 h 114299"/>
                <a:gd name="csX2" fmla="*/ 634914 w 634913"/>
                <a:gd name="csY2" fmla="*/ 114299 h 114299"/>
                <a:gd name="csX3" fmla="*/ 0 w 63491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4913" h="114299">
                  <a:moveTo>
                    <a:pt x="0" y="0"/>
                  </a:moveTo>
                  <a:lnTo>
                    <a:pt x="634914" y="0"/>
                  </a:lnTo>
                  <a:lnTo>
                    <a:pt x="634914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72" name="!!رسم 9">
            <a:extLst>
              <a:ext uri="{FF2B5EF4-FFF2-40B4-BE49-F238E27FC236}">
                <a16:creationId xmlns:a16="http://schemas.microsoft.com/office/drawing/2014/main" id="{05F72098-9504-A7F5-A941-DF3B0630162B}"/>
              </a:ext>
            </a:extLst>
          </p:cNvPr>
          <p:cNvGrpSpPr/>
          <p:nvPr/>
        </p:nvGrpSpPr>
        <p:grpSpPr>
          <a:xfrm>
            <a:off x="1653508" y="3449433"/>
            <a:ext cx="2219137" cy="2424815"/>
            <a:chOff x="4376388" y="3460243"/>
            <a:chExt cx="2219137" cy="2424815"/>
          </a:xfrm>
        </p:grpSpPr>
        <p:grpSp>
          <p:nvGrpSpPr>
            <p:cNvPr id="2073" name="رسم 9">
              <a:extLst>
                <a:ext uri="{FF2B5EF4-FFF2-40B4-BE49-F238E27FC236}">
                  <a16:creationId xmlns:a16="http://schemas.microsoft.com/office/drawing/2014/main" id="{DBEF2FC9-6F81-B2C0-FD2F-D026048A04DB}"/>
                </a:ext>
              </a:extLst>
            </p:cNvPr>
            <p:cNvGrpSpPr/>
            <p:nvPr/>
          </p:nvGrpSpPr>
          <p:grpSpPr>
            <a:xfrm>
              <a:off x="4376388" y="3460243"/>
              <a:ext cx="2219137" cy="2370444"/>
              <a:chOff x="4376388" y="3460243"/>
              <a:chExt cx="2219137" cy="2370444"/>
            </a:xfrm>
          </p:grpSpPr>
          <p:sp>
            <p:nvSpPr>
              <p:cNvPr id="2075" name="شكل حر: شكل 426">
                <a:extLst>
                  <a:ext uri="{FF2B5EF4-FFF2-40B4-BE49-F238E27FC236}">
                    <a16:creationId xmlns:a16="http://schemas.microsoft.com/office/drawing/2014/main" id="{717248A0-F211-B136-663F-25157DF07532}"/>
                  </a:ext>
                </a:extLst>
              </p:cNvPr>
              <p:cNvSpPr/>
              <p:nvPr/>
            </p:nvSpPr>
            <p:spPr>
              <a:xfrm>
                <a:off x="4402896" y="3498342"/>
                <a:ext cx="2191963" cy="2319587"/>
              </a:xfrm>
              <a:custGeom>
                <a:avLst/>
                <a:gdLst>
                  <a:gd name="csX0" fmla="*/ 2191964 w 2191963"/>
                  <a:gd name="csY0" fmla="*/ 2305074 h 2319587"/>
                  <a:gd name="csX1" fmla="*/ 2191964 w 2191963"/>
                  <a:gd name="csY1" fmla="*/ 2319589 h 2319587"/>
                  <a:gd name="csX2" fmla="*/ 1 w 2191963"/>
                  <a:gd name="csY2" fmla="*/ 2319589 h 2319587"/>
                  <a:gd name="csX3" fmla="*/ 1 w 2191963"/>
                  <a:gd name="csY3" fmla="*/ 1 h 23195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91963" h="2319587">
                    <a:moveTo>
                      <a:pt x="2191964" y="2305074"/>
                    </a:moveTo>
                    <a:lnTo>
                      <a:pt x="2191964" y="2319589"/>
                    </a:lnTo>
                    <a:lnTo>
                      <a:pt x="1" y="2319589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6" name="شكل حر: شكل 427">
                <a:extLst>
                  <a:ext uri="{FF2B5EF4-FFF2-40B4-BE49-F238E27FC236}">
                    <a16:creationId xmlns:a16="http://schemas.microsoft.com/office/drawing/2014/main" id="{1DD940D7-8A20-FECA-ACA7-DABBF6C89840}"/>
                  </a:ext>
                </a:extLst>
              </p:cNvPr>
              <p:cNvSpPr/>
              <p:nvPr/>
            </p:nvSpPr>
            <p:spPr>
              <a:xfrm>
                <a:off x="4376441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7" name="شكل حر: شكل 428">
                <a:extLst>
                  <a:ext uri="{FF2B5EF4-FFF2-40B4-BE49-F238E27FC236}">
                    <a16:creationId xmlns:a16="http://schemas.microsoft.com/office/drawing/2014/main" id="{3BD67FA4-6E22-F930-853D-0BACEDF1E65B}"/>
                  </a:ext>
                </a:extLst>
              </p:cNvPr>
              <p:cNvSpPr/>
              <p:nvPr/>
            </p:nvSpPr>
            <p:spPr>
              <a:xfrm>
                <a:off x="4396786" y="3498342"/>
                <a:ext cx="2198739" cy="2332344"/>
              </a:xfrm>
              <a:custGeom>
                <a:avLst/>
                <a:gdLst>
                  <a:gd name="csX0" fmla="*/ 2198074 w 2198739"/>
                  <a:gd name="csY0" fmla="*/ 2305074 h 2332344"/>
                  <a:gd name="csX1" fmla="*/ 2198074 w 2198739"/>
                  <a:gd name="csY1" fmla="*/ 2319589 h 2332344"/>
                  <a:gd name="csX2" fmla="*/ 2198074 w 2198739"/>
                  <a:gd name="csY2" fmla="*/ 2305074 h 2332344"/>
                  <a:gd name="csX3" fmla="*/ 2198074 w 2198739"/>
                  <a:gd name="csY3" fmla="*/ 2319589 h 2332344"/>
                  <a:gd name="csX4" fmla="*/ 2198074 w 2198739"/>
                  <a:gd name="csY4" fmla="*/ 2319589 h 2332344"/>
                  <a:gd name="csX5" fmla="*/ 6110 w 2198739"/>
                  <a:gd name="csY5" fmla="*/ 2319589 h 2332344"/>
                  <a:gd name="csX6" fmla="*/ 2198074 w 2198739"/>
                  <a:gd name="csY6" fmla="*/ 2319589 h 2332344"/>
                  <a:gd name="csX7" fmla="*/ 6110 w 2198739"/>
                  <a:gd name="csY7" fmla="*/ 2319589 h 2332344"/>
                  <a:gd name="csX8" fmla="*/ 6110 w 2198739"/>
                  <a:gd name="csY8" fmla="*/ 2319589 h 2332344"/>
                  <a:gd name="csX9" fmla="*/ 6110 w 2198739"/>
                  <a:gd name="csY9" fmla="*/ 1 h 2332344"/>
                  <a:gd name="csX10" fmla="*/ 6110 w 2198739"/>
                  <a:gd name="csY10" fmla="*/ 2319589 h 2332344"/>
                  <a:gd name="csX11" fmla="*/ 6110 w 2198739"/>
                  <a:gd name="csY11" fmla="*/ 1 h 23323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198739" h="2332344">
                    <a:moveTo>
                      <a:pt x="2198074" y="2305074"/>
                    </a:moveTo>
                    <a:cubicBezTo>
                      <a:pt x="2199208" y="2309428"/>
                      <a:pt x="2198678" y="2313783"/>
                      <a:pt x="2198074" y="2319589"/>
                    </a:cubicBezTo>
                    <a:moveTo>
                      <a:pt x="2198074" y="2305074"/>
                    </a:moveTo>
                    <a:cubicBezTo>
                      <a:pt x="2197923" y="2309138"/>
                      <a:pt x="2197923" y="2313856"/>
                      <a:pt x="2198074" y="2319589"/>
                    </a:cubicBezTo>
                    <a:moveTo>
                      <a:pt x="2198074" y="2319589"/>
                    </a:moveTo>
                    <a:cubicBezTo>
                      <a:pt x="1630128" y="2339110"/>
                      <a:pt x="1068835" y="2333885"/>
                      <a:pt x="6110" y="2319589"/>
                    </a:cubicBezTo>
                    <a:moveTo>
                      <a:pt x="2198074" y="2319589"/>
                    </a:moveTo>
                    <a:cubicBezTo>
                      <a:pt x="1556206" y="2313130"/>
                      <a:pt x="918949" y="2315670"/>
                      <a:pt x="6110" y="2319589"/>
                    </a:cubicBezTo>
                    <a:moveTo>
                      <a:pt x="6110" y="2319589"/>
                    </a:moveTo>
                    <a:cubicBezTo>
                      <a:pt x="819" y="1589306"/>
                      <a:pt x="-4472" y="851186"/>
                      <a:pt x="6110" y="1"/>
                    </a:cubicBezTo>
                    <a:moveTo>
                      <a:pt x="6110" y="2319589"/>
                    </a:moveTo>
                    <a:cubicBezTo>
                      <a:pt x="19489" y="1518404"/>
                      <a:pt x="13668" y="712721"/>
                      <a:pt x="6110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8" name="شكل حر: شكل 429">
                <a:extLst>
                  <a:ext uri="{FF2B5EF4-FFF2-40B4-BE49-F238E27FC236}">
                    <a16:creationId xmlns:a16="http://schemas.microsoft.com/office/drawing/2014/main" id="{814D422E-1391-1A33-1DD2-3DA42E8032F2}"/>
                  </a:ext>
                </a:extLst>
              </p:cNvPr>
              <p:cNvSpPr/>
              <p:nvPr/>
            </p:nvSpPr>
            <p:spPr>
              <a:xfrm>
                <a:off x="4376388" y="3460243"/>
                <a:ext cx="52962" cy="50799"/>
              </a:xfrm>
              <a:custGeom>
                <a:avLst/>
                <a:gdLst>
                  <a:gd name="csX0" fmla="*/ 26508 w 52962"/>
                  <a:gd name="csY0" fmla="*/ 1 h 50799"/>
                  <a:gd name="csX1" fmla="*/ 52963 w 52962"/>
                  <a:gd name="csY1" fmla="*/ 50800 h 50799"/>
                  <a:gd name="csX2" fmla="*/ 26508 w 52962"/>
                  <a:gd name="csY2" fmla="*/ 38100 h 50799"/>
                  <a:gd name="csX3" fmla="*/ 54 w 52962"/>
                  <a:gd name="csY3" fmla="*/ 50800 h 50799"/>
                  <a:gd name="csX4" fmla="*/ 26508 w 52962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62" h="50799">
                    <a:moveTo>
                      <a:pt x="26508" y="1"/>
                    </a:moveTo>
                    <a:cubicBezTo>
                      <a:pt x="28549" y="19014"/>
                      <a:pt x="49864" y="44559"/>
                      <a:pt x="52963" y="50800"/>
                    </a:cubicBezTo>
                    <a:cubicBezTo>
                      <a:pt x="49033" y="42382"/>
                      <a:pt x="34445" y="37447"/>
                      <a:pt x="26508" y="38100"/>
                    </a:cubicBezTo>
                    <a:cubicBezTo>
                      <a:pt x="21066" y="46301"/>
                      <a:pt x="10484" y="43688"/>
                      <a:pt x="54" y="50800"/>
                    </a:cubicBezTo>
                    <a:cubicBezTo>
                      <a:pt x="-551" y="42600"/>
                      <a:pt x="3757" y="33166"/>
                      <a:pt x="26508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9" name="شكل حر: شكل 430">
                <a:extLst>
                  <a:ext uri="{FF2B5EF4-FFF2-40B4-BE49-F238E27FC236}">
                    <a16:creationId xmlns:a16="http://schemas.microsoft.com/office/drawing/2014/main" id="{6F84F13F-51B5-B114-5879-C67EDB6B5D27}"/>
                  </a:ext>
                </a:extLst>
              </p:cNvPr>
              <p:cNvSpPr/>
              <p:nvPr/>
            </p:nvSpPr>
            <p:spPr>
              <a:xfrm>
                <a:off x="4376441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9456" y="15023"/>
                      <a:pt x="45881" y="29900"/>
                      <a:pt x="52910" y="50800"/>
                    </a:cubicBezTo>
                    <a:moveTo>
                      <a:pt x="26455" y="1"/>
                    </a:moveTo>
                    <a:cubicBezTo>
                      <a:pt x="33938" y="13862"/>
                      <a:pt x="42252" y="30408"/>
                      <a:pt x="52910" y="50800"/>
                    </a:cubicBezTo>
                    <a:moveTo>
                      <a:pt x="52910" y="50800"/>
                    </a:moveTo>
                    <a:cubicBezTo>
                      <a:pt x="44974" y="50365"/>
                      <a:pt x="38776" y="45720"/>
                      <a:pt x="26455" y="38100"/>
                    </a:cubicBezTo>
                    <a:moveTo>
                      <a:pt x="52910" y="50800"/>
                    </a:moveTo>
                    <a:cubicBezTo>
                      <a:pt x="45125" y="47099"/>
                      <a:pt x="38473" y="44051"/>
                      <a:pt x="26455" y="38100"/>
                    </a:cubicBezTo>
                    <a:moveTo>
                      <a:pt x="26455" y="38100"/>
                    </a:moveTo>
                    <a:cubicBezTo>
                      <a:pt x="19653" y="42237"/>
                      <a:pt x="9827" y="44269"/>
                      <a:pt x="1" y="50800"/>
                    </a:cubicBezTo>
                    <a:moveTo>
                      <a:pt x="26455" y="38100"/>
                    </a:moveTo>
                    <a:cubicBezTo>
                      <a:pt x="17914" y="42600"/>
                      <a:pt x="7106" y="45865"/>
                      <a:pt x="1" y="50800"/>
                    </a:cubicBezTo>
                    <a:moveTo>
                      <a:pt x="1" y="50800"/>
                    </a:moveTo>
                    <a:cubicBezTo>
                      <a:pt x="2419" y="38971"/>
                      <a:pt x="9978" y="24820"/>
                      <a:pt x="26455" y="1"/>
                    </a:cubicBezTo>
                    <a:moveTo>
                      <a:pt x="1" y="50800"/>
                    </a:moveTo>
                    <a:cubicBezTo>
                      <a:pt x="10205" y="33383"/>
                      <a:pt x="18519" y="17200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74" name="صورة 431">
              <a:extLst>
                <a:ext uri="{FF2B5EF4-FFF2-40B4-BE49-F238E27FC236}">
                  <a16:creationId xmlns:a16="http://schemas.microsoft.com/office/drawing/2014/main" id="{197B57E0-18F9-DE2F-B4F0-E4041179B486}"/>
                </a:ext>
              </a:extLst>
            </p:cNvPr>
            <p:cNvPicPr>
              <a:picLocks noChangeAspect="1"/>
            </p:cNvPicPr>
            <p:nvPr/>
          </p:nvPicPr>
          <p:blipFill>
            <a:blip r:embed="rId62"/>
            <a:stretch>
              <a:fillRect/>
            </a:stretch>
          </p:blipFill>
          <p:spPr>
            <a:xfrm>
              <a:off x="4943328" y="5770759"/>
              <a:ext cx="544211" cy="114299"/>
            </a:xfrm>
            <a:custGeom>
              <a:avLst/>
              <a:gdLst>
                <a:gd name="csX0" fmla="*/ 0 w 544211"/>
                <a:gd name="csY0" fmla="*/ 0 h 114299"/>
                <a:gd name="csX1" fmla="*/ 544212 w 544211"/>
                <a:gd name="csY1" fmla="*/ 0 h 114299"/>
                <a:gd name="csX2" fmla="*/ 544212 w 544211"/>
                <a:gd name="csY2" fmla="*/ 114299 h 114299"/>
                <a:gd name="csX3" fmla="*/ 0 w 54421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4211" h="114299">
                  <a:moveTo>
                    <a:pt x="0" y="0"/>
                  </a:moveTo>
                  <a:lnTo>
                    <a:pt x="544212" y="0"/>
                  </a:lnTo>
                  <a:lnTo>
                    <a:pt x="54421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80" name="!!رسم 9">
            <a:extLst>
              <a:ext uri="{FF2B5EF4-FFF2-40B4-BE49-F238E27FC236}">
                <a16:creationId xmlns:a16="http://schemas.microsoft.com/office/drawing/2014/main" id="{73EB8E43-B4CA-B283-81B2-6329798CDAF9}"/>
              </a:ext>
            </a:extLst>
          </p:cNvPr>
          <p:cNvGrpSpPr/>
          <p:nvPr/>
        </p:nvGrpSpPr>
        <p:grpSpPr>
          <a:xfrm>
            <a:off x="765438" y="2803550"/>
            <a:ext cx="574445" cy="311620"/>
            <a:chOff x="3488318" y="2814360"/>
            <a:chExt cx="574445" cy="311620"/>
          </a:xfrm>
        </p:grpSpPr>
        <p:grpSp>
          <p:nvGrpSpPr>
            <p:cNvPr id="2081" name="رسم 9">
              <a:extLst>
                <a:ext uri="{FF2B5EF4-FFF2-40B4-BE49-F238E27FC236}">
                  <a16:creationId xmlns:a16="http://schemas.microsoft.com/office/drawing/2014/main" id="{3BA83EA5-824C-D4FA-268A-654218AE24FE}"/>
                </a:ext>
              </a:extLst>
            </p:cNvPr>
            <p:cNvGrpSpPr/>
            <p:nvPr/>
          </p:nvGrpSpPr>
          <p:grpSpPr>
            <a:xfrm>
              <a:off x="3696177" y="2814360"/>
              <a:ext cx="366587" cy="311620"/>
              <a:chOff x="3696177" y="2814360"/>
              <a:chExt cx="366587" cy="311620"/>
            </a:xfrm>
          </p:grpSpPr>
          <p:sp>
            <p:nvSpPr>
              <p:cNvPr id="2083" name="شكل حر: شكل 434">
                <a:extLst>
                  <a:ext uri="{FF2B5EF4-FFF2-40B4-BE49-F238E27FC236}">
                    <a16:creationId xmlns:a16="http://schemas.microsoft.com/office/drawing/2014/main" id="{B7F9CC84-2A11-70D2-FA3F-76A36A2FA775}"/>
                  </a:ext>
                </a:extLst>
              </p:cNvPr>
              <p:cNvSpPr/>
              <p:nvPr/>
            </p:nvSpPr>
            <p:spPr>
              <a:xfrm>
                <a:off x="3722631" y="2852460"/>
                <a:ext cx="340132" cy="273520"/>
              </a:xfrm>
              <a:custGeom>
                <a:avLst/>
                <a:gdLst>
                  <a:gd name="csX0" fmla="*/ 340133 w 340132"/>
                  <a:gd name="csY0" fmla="*/ 273085 h 273520"/>
                  <a:gd name="csX1" fmla="*/ 1 w 340132"/>
                  <a:gd name="csY1" fmla="*/ 273521 h 273520"/>
                  <a:gd name="csX2" fmla="*/ 1 w 340132"/>
                  <a:gd name="csY2" fmla="*/ 1 h 273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40132" h="273520">
                    <a:moveTo>
                      <a:pt x="340133" y="273085"/>
                    </a:moveTo>
                    <a:lnTo>
                      <a:pt x="1" y="273521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4" name="شكل حر: شكل 435">
                <a:extLst>
                  <a:ext uri="{FF2B5EF4-FFF2-40B4-BE49-F238E27FC236}">
                    <a16:creationId xmlns:a16="http://schemas.microsoft.com/office/drawing/2014/main" id="{4E0FE054-C7E7-4D58-A7B3-004E358BEC4F}"/>
                  </a:ext>
                </a:extLst>
              </p:cNvPr>
              <p:cNvSpPr/>
              <p:nvPr/>
            </p:nvSpPr>
            <p:spPr>
              <a:xfrm>
                <a:off x="3696177" y="2814360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5" name="شكل حر: شكل 436">
                <a:extLst>
                  <a:ext uri="{FF2B5EF4-FFF2-40B4-BE49-F238E27FC236}">
                    <a16:creationId xmlns:a16="http://schemas.microsoft.com/office/drawing/2014/main" id="{7C033FF3-4ABC-8143-CE7B-775DA7341FF9}"/>
                  </a:ext>
                </a:extLst>
              </p:cNvPr>
              <p:cNvSpPr/>
              <p:nvPr/>
            </p:nvSpPr>
            <p:spPr>
              <a:xfrm>
                <a:off x="3715014" y="2852460"/>
                <a:ext cx="347749" cy="273520"/>
              </a:xfrm>
              <a:custGeom>
                <a:avLst/>
                <a:gdLst>
                  <a:gd name="csX0" fmla="*/ 347750 w 347749"/>
                  <a:gd name="csY0" fmla="*/ 273085 h 273520"/>
                  <a:gd name="csX1" fmla="*/ 7618 w 347749"/>
                  <a:gd name="csY1" fmla="*/ 273521 h 273520"/>
                  <a:gd name="csX2" fmla="*/ 347750 w 347749"/>
                  <a:gd name="csY2" fmla="*/ 273085 h 273520"/>
                  <a:gd name="csX3" fmla="*/ 7618 w 347749"/>
                  <a:gd name="csY3" fmla="*/ 273521 h 273520"/>
                  <a:gd name="csX4" fmla="*/ 7618 w 347749"/>
                  <a:gd name="csY4" fmla="*/ 273521 h 273520"/>
                  <a:gd name="csX5" fmla="*/ 7618 w 347749"/>
                  <a:gd name="csY5" fmla="*/ 1 h 273520"/>
                  <a:gd name="csX6" fmla="*/ 7618 w 347749"/>
                  <a:gd name="csY6" fmla="*/ 273521 h 273520"/>
                  <a:gd name="csX7" fmla="*/ 7618 w 347749"/>
                  <a:gd name="csY7" fmla="*/ 1 h 273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47749" h="273520">
                    <a:moveTo>
                      <a:pt x="347750" y="273085"/>
                    </a:moveTo>
                    <a:cubicBezTo>
                      <a:pt x="241100" y="262490"/>
                      <a:pt x="117518" y="260385"/>
                      <a:pt x="7618" y="273521"/>
                    </a:cubicBezTo>
                    <a:moveTo>
                      <a:pt x="347750" y="273085"/>
                    </a:moveTo>
                    <a:cubicBezTo>
                      <a:pt x="211017" y="268731"/>
                      <a:pt x="93633" y="265465"/>
                      <a:pt x="7618" y="273521"/>
                    </a:cubicBezTo>
                    <a:moveTo>
                      <a:pt x="7618" y="273521"/>
                    </a:moveTo>
                    <a:cubicBezTo>
                      <a:pt x="362" y="193910"/>
                      <a:pt x="-5081" y="126274"/>
                      <a:pt x="7618" y="1"/>
                    </a:cubicBezTo>
                    <a:moveTo>
                      <a:pt x="7618" y="273521"/>
                    </a:moveTo>
                    <a:cubicBezTo>
                      <a:pt x="2402" y="199281"/>
                      <a:pt x="14572" y="127871"/>
                      <a:pt x="7618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6" name="شكل حر: شكل 437">
                <a:extLst>
                  <a:ext uri="{FF2B5EF4-FFF2-40B4-BE49-F238E27FC236}">
                    <a16:creationId xmlns:a16="http://schemas.microsoft.com/office/drawing/2014/main" id="{DA59E15E-99A8-C66C-D02C-5F8FCF39975A}"/>
                  </a:ext>
                </a:extLst>
              </p:cNvPr>
              <p:cNvSpPr/>
              <p:nvPr/>
            </p:nvSpPr>
            <p:spPr>
              <a:xfrm>
                <a:off x="3696177" y="2814360"/>
                <a:ext cx="52909" cy="50912"/>
              </a:xfrm>
              <a:custGeom>
                <a:avLst/>
                <a:gdLst>
                  <a:gd name="csX0" fmla="*/ 26455 w 52909"/>
                  <a:gd name="csY0" fmla="*/ 1 h 50912"/>
                  <a:gd name="csX1" fmla="*/ 52910 w 52909"/>
                  <a:gd name="csY1" fmla="*/ 50800 h 50912"/>
                  <a:gd name="csX2" fmla="*/ 26455 w 52909"/>
                  <a:gd name="csY2" fmla="*/ 38100 h 50912"/>
                  <a:gd name="csX3" fmla="*/ 1 w 52909"/>
                  <a:gd name="csY3" fmla="*/ 50800 h 50912"/>
                  <a:gd name="csX4" fmla="*/ 26455 w 52909"/>
                  <a:gd name="csY4" fmla="*/ 1 h 509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912">
                    <a:moveTo>
                      <a:pt x="26455" y="1"/>
                    </a:moveTo>
                    <a:cubicBezTo>
                      <a:pt x="35374" y="22062"/>
                      <a:pt x="36508" y="29900"/>
                      <a:pt x="52910" y="50800"/>
                    </a:cubicBezTo>
                    <a:cubicBezTo>
                      <a:pt x="45654" y="52034"/>
                      <a:pt x="44747" y="42817"/>
                      <a:pt x="26455" y="38100"/>
                    </a:cubicBezTo>
                    <a:cubicBezTo>
                      <a:pt x="17385" y="40278"/>
                      <a:pt x="12623" y="42890"/>
                      <a:pt x="1" y="50800"/>
                    </a:cubicBezTo>
                    <a:cubicBezTo>
                      <a:pt x="11792" y="44342"/>
                      <a:pt x="4536" y="19812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7" name="شكل حر: شكل 438">
                <a:extLst>
                  <a:ext uri="{FF2B5EF4-FFF2-40B4-BE49-F238E27FC236}">
                    <a16:creationId xmlns:a16="http://schemas.microsoft.com/office/drawing/2014/main" id="{038A6381-7637-194A-26E4-E4A71233B3FD}"/>
                  </a:ext>
                </a:extLst>
              </p:cNvPr>
              <p:cNvSpPr/>
              <p:nvPr/>
            </p:nvSpPr>
            <p:spPr>
              <a:xfrm>
                <a:off x="3696177" y="2814360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6130" y="12265"/>
                      <a:pt x="39078" y="27723"/>
                      <a:pt x="52910" y="50800"/>
                    </a:cubicBezTo>
                    <a:moveTo>
                      <a:pt x="26455" y="1"/>
                    </a:moveTo>
                    <a:cubicBezTo>
                      <a:pt x="33560" y="18506"/>
                      <a:pt x="48375" y="36504"/>
                      <a:pt x="52910" y="50800"/>
                    </a:cubicBezTo>
                    <a:moveTo>
                      <a:pt x="52910" y="50800"/>
                    </a:moveTo>
                    <a:cubicBezTo>
                      <a:pt x="43613" y="47172"/>
                      <a:pt x="34770" y="45865"/>
                      <a:pt x="26455" y="38100"/>
                    </a:cubicBezTo>
                    <a:moveTo>
                      <a:pt x="52910" y="50800"/>
                    </a:moveTo>
                    <a:cubicBezTo>
                      <a:pt x="44596" y="47244"/>
                      <a:pt x="39909" y="44196"/>
                      <a:pt x="26455" y="38100"/>
                    </a:cubicBezTo>
                    <a:moveTo>
                      <a:pt x="26455" y="38100"/>
                    </a:moveTo>
                    <a:cubicBezTo>
                      <a:pt x="19728" y="43398"/>
                      <a:pt x="13908" y="47027"/>
                      <a:pt x="1" y="50800"/>
                    </a:cubicBezTo>
                    <a:moveTo>
                      <a:pt x="26455" y="38100"/>
                    </a:moveTo>
                    <a:cubicBezTo>
                      <a:pt x="15873" y="43325"/>
                      <a:pt x="5518" y="48405"/>
                      <a:pt x="1" y="50800"/>
                    </a:cubicBezTo>
                    <a:moveTo>
                      <a:pt x="1" y="50800"/>
                    </a:moveTo>
                    <a:cubicBezTo>
                      <a:pt x="13908" y="31714"/>
                      <a:pt x="14966" y="15531"/>
                      <a:pt x="26455" y="1"/>
                    </a:cubicBezTo>
                    <a:moveTo>
                      <a:pt x="1" y="50800"/>
                    </a:moveTo>
                    <a:cubicBezTo>
                      <a:pt x="5518" y="35560"/>
                      <a:pt x="12926" y="21409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82" name="صورة 439">
              <a:extLst>
                <a:ext uri="{FF2B5EF4-FFF2-40B4-BE49-F238E27FC236}">
                  <a16:creationId xmlns:a16="http://schemas.microsoft.com/office/drawing/2014/main" id="{CA8F3EF7-A6C7-5FF9-3907-28825881F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63"/>
            <a:stretch>
              <a:fillRect/>
            </a:stretch>
          </p:blipFill>
          <p:spPr>
            <a:xfrm>
              <a:off x="3488318" y="2947746"/>
              <a:ext cx="461068" cy="114299"/>
            </a:xfrm>
            <a:custGeom>
              <a:avLst/>
              <a:gdLst>
                <a:gd name="csX0" fmla="*/ 0 w 461068"/>
                <a:gd name="csY0" fmla="*/ 0 h 114299"/>
                <a:gd name="csX1" fmla="*/ 461068 w 461068"/>
                <a:gd name="csY1" fmla="*/ 0 h 114299"/>
                <a:gd name="csX2" fmla="*/ 461068 w 461068"/>
                <a:gd name="csY2" fmla="*/ 114299 h 114299"/>
                <a:gd name="csX3" fmla="*/ 0 w 46106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1068" h="114299">
                  <a:moveTo>
                    <a:pt x="0" y="0"/>
                  </a:moveTo>
                  <a:lnTo>
                    <a:pt x="461068" y="0"/>
                  </a:lnTo>
                  <a:lnTo>
                    <a:pt x="46106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88" name="!!رسم 9">
            <a:extLst>
              <a:ext uri="{FF2B5EF4-FFF2-40B4-BE49-F238E27FC236}">
                <a16:creationId xmlns:a16="http://schemas.microsoft.com/office/drawing/2014/main" id="{785B8116-2C62-5ADB-A5F8-E35FBFC07601}"/>
              </a:ext>
            </a:extLst>
          </p:cNvPr>
          <p:cNvGrpSpPr/>
          <p:nvPr/>
        </p:nvGrpSpPr>
        <p:grpSpPr>
          <a:xfrm>
            <a:off x="345941" y="3100221"/>
            <a:ext cx="544211" cy="376498"/>
            <a:chOff x="3068821" y="3111031"/>
            <a:chExt cx="544211" cy="376498"/>
          </a:xfrm>
        </p:grpSpPr>
        <p:grpSp>
          <p:nvGrpSpPr>
            <p:cNvPr id="2089" name="رسم 9">
              <a:extLst>
                <a:ext uri="{FF2B5EF4-FFF2-40B4-BE49-F238E27FC236}">
                  <a16:creationId xmlns:a16="http://schemas.microsoft.com/office/drawing/2014/main" id="{DCAF5B40-299E-75D8-647F-9907081BE97C}"/>
                </a:ext>
              </a:extLst>
            </p:cNvPr>
            <p:cNvGrpSpPr/>
            <p:nvPr/>
          </p:nvGrpSpPr>
          <p:grpSpPr>
            <a:xfrm>
              <a:off x="3318252" y="3111031"/>
              <a:ext cx="52909" cy="376498"/>
              <a:chOff x="3318252" y="3111031"/>
              <a:chExt cx="52909" cy="376498"/>
            </a:xfrm>
          </p:grpSpPr>
          <p:sp>
            <p:nvSpPr>
              <p:cNvPr id="2091" name="شكل حر: شكل 442">
                <a:extLst>
                  <a:ext uri="{FF2B5EF4-FFF2-40B4-BE49-F238E27FC236}">
                    <a16:creationId xmlns:a16="http://schemas.microsoft.com/office/drawing/2014/main" id="{4EE60ED1-6A2F-DE2F-A088-93CB8674C549}"/>
                  </a:ext>
                </a:extLst>
              </p:cNvPr>
              <p:cNvSpPr/>
              <p:nvPr/>
            </p:nvSpPr>
            <p:spPr>
              <a:xfrm>
                <a:off x="3344707" y="3111031"/>
                <a:ext cx="7558" cy="338398"/>
              </a:xfrm>
              <a:custGeom>
                <a:avLst/>
                <a:gdLst>
                  <a:gd name="csX0" fmla="*/ 1 w 7558"/>
                  <a:gd name="csY0" fmla="*/ 1 h 338398"/>
                  <a:gd name="csX1" fmla="*/ 1 w 7558"/>
                  <a:gd name="csY1" fmla="*/ 338399 h 338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58" h="338398">
                    <a:moveTo>
                      <a:pt x="1" y="1"/>
                    </a:moveTo>
                    <a:lnTo>
                      <a:pt x="1" y="338399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2" name="شكل حر: شكل 443">
                <a:extLst>
                  <a:ext uri="{FF2B5EF4-FFF2-40B4-BE49-F238E27FC236}">
                    <a16:creationId xmlns:a16="http://schemas.microsoft.com/office/drawing/2014/main" id="{BBDF5BE4-74B0-CDB4-8910-481C0CE7C249}"/>
                  </a:ext>
                </a:extLst>
              </p:cNvPr>
              <p:cNvSpPr/>
              <p:nvPr/>
            </p:nvSpPr>
            <p:spPr>
              <a:xfrm>
                <a:off x="3318252" y="3436730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3" name="شكل حر: شكل 444">
                <a:extLst>
                  <a:ext uri="{FF2B5EF4-FFF2-40B4-BE49-F238E27FC236}">
                    <a16:creationId xmlns:a16="http://schemas.microsoft.com/office/drawing/2014/main" id="{1596F118-DCC7-000A-CDB9-644CCE0E1349}"/>
                  </a:ext>
                </a:extLst>
              </p:cNvPr>
              <p:cNvSpPr/>
              <p:nvPr/>
            </p:nvSpPr>
            <p:spPr>
              <a:xfrm>
                <a:off x="3342875" y="3111031"/>
                <a:ext cx="2466" cy="338398"/>
              </a:xfrm>
              <a:custGeom>
                <a:avLst/>
                <a:gdLst>
                  <a:gd name="csX0" fmla="*/ 1832 w 2466"/>
                  <a:gd name="csY0" fmla="*/ 1 h 338398"/>
                  <a:gd name="csX1" fmla="*/ 1832 w 2466"/>
                  <a:gd name="csY1" fmla="*/ 338399 h 338398"/>
                  <a:gd name="csX2" fmla="*/ 1832 w 2466"/>
                  <a:gd name="csY2" fmla="*/ 1 h 338398"/>
                  <a:gd name="csX3" fmla="*/ 1832 w 2466"/>
                  <a:gd name="csY3" fmla="*/ 338399 h 338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466" h="338398">
                    <a:moveTo>
                      <a:pt x="1832" y="1"/>
                    </a:moveTo>
                    <a:cubicBezTo>
                      <a:pt x="-2628" y="119888"/>
                      <a:pt x="4553" y="227874"/>
                      <a:pt x="1832" y="338399"/>
                    </a:cubicBezTo>
                    <a:moveTo>
                      <a:pt x="1832" y="1"/>
                    </a:moveTo>
                    <a:cubicBezTo>
                      <a:pt x="3268" y="84473"/>
                      <a:pt x="-2930" y="175405"/>
                      <a:pt x="1832" y="338399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4" name="شكل حر: شكل 445">
                <a:extLst>
                  <a:ext uri="{FF2B5EF4-FFF2-40B4-BE49-F238E27FC236}">
                    <a16:creationId xmlns:a16="http://schemas.microsoft.com/office/drawing/2014/main" id="{B7E287FB-CA1D-A6DD-2AE1-DA3E596D5592}"/>
                  </a:ext>
                </a:extLst>
              </p:cNvPr>
              <p:cNvSpPr/>
              <p:nvPr/>
            </p:nvSpPr>
            <p:spPr>
              <a:xfrm>
                <a:off x="3318252" y="3436730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7513" y="31424"/>
                      <a:pt x="16932" y="17490"/>
                      <a:pt x="1" y="1"/>
                    </a:cubicBezTo>
                    <a:cubicBezTo>
                      <a:pt x="12774" y="7403"/>
                      <a:pt x="16856" y="10233"/>
                      <a:pt x="26455" y="12700"/>
                    </a:cubicBezTo>
                    <a:cubicBezTo>
                      <a:pt x="34921" y="3847"/>
                      <a:pt x="46410" y="6677"/>
                      <a:pt x="52910" y="1"/>
                    </a:cubicBezTo>
                    <a:cubicBezTo>
                      <a:pt x="40438" y="23804"/>
                      <a:pt x="28118" y="33093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5" name="شكل حر: شكل 446">
                <a:extLst>
                  <a:ext uri="{FF2B5EF4-FFF2-40B4-BE49-F238E27FC236}">
                    <a16:creationId xmlns:a16="http://schemas.microsoft.com/office/drawing/2014/main" id="{BE3B8892-2B78-F49B-14EE-516D8215B9E1}"/>
                  </a:ext>
                </a:extLst>
              </p:cNvPr>
              <p:cNvSpPr/>
              <p:nvPr/>
            </p:nvSpPr>
            <p:spPr>
              <a:xfrm>
                <a:off x="3318252" y="3436730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5344" y="38608"/>
                      <a:pt x="9675" y="21990"/>
                      <a:pt x="1" y="1"/>
                    </a:cubicBezTo>
                    <a:moveTo>
                      <a:pt x="26455" y="50800"/>
                    </a:moveTo>
                    <a:cubicBezTo>
                      <a:pt x="20560" y="37592"/>
                      <a:pt x="11414" y="26852"/>
                      <a:pt x="1" y="1"/>
                    </a:cubicBezTo>
                    <a:moveTo>
                      <a:pt x="1" y="1"/>
                    </a:moveTo>
                    <a:cubicBezTo>
                      <a:pt x="6576" y="1742"/>
                      <a:pt x="18443" y="6459"/>
                      <a:pt x="26455" y="12700"/>
                    </a:cubicBezTo>
                    <a:moveTo>
                      <a:pt x="1" y="1"/>
                    </a:moveTo>
                    <a:cubicBezTo>
                      <a:pt x="6954" y="2395"/>
                      <a:pt x="14135" y="5516"/>
                      <a:pt x="26455" y="12700"/>
                    </a:cubicBezTo>
                    <a:moveTo>
                      <a:pt x="26455" y="12700"/>
                    </a:moveTo>
                    <a:cubicBezTo>
                      <a:pt x="32351" y="7475"/>
                      <a:pt x="37113" y="6750"/>
                      <a:pt x="52910" y="1"/>
                    </a:cubicBezTo>
                    <a:moveTo>
                      <a:pt x="26455" y="12700"/>
                    </a:moveTo>
                    <a:cubicBezTo>
                      <a:pt x="33863" y="10305"/>
                      <a:pt x="38322" y="6024"/>
                      <a:pt x="52910" y="1"/>
                    </a:cubicBezTo>
                    <a:moveTo>
                      <a:pt x="52910" y="1"/>
                    </a:moveTo>
                    <a:cubicBezTo>
                      <a:pt x="43537" y="16547"/>
                      <a:pt x="39531" y="29682"/>
                      <a:pt x="26455" y="50800"/>
                    </a:cubicBezTo>
                    <a:moveTo>
                      <a:pt x="52910" y="1"/>
                    </a:moveTo>
                    <a:cubicBezTo>
                      <a:pt x="45881" y="12265"/>
                      <a:pt x="39607" y="25037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90" name="صورة 447">
              <a:extLst>
                <a:ext uri="{FF2B5EF4-FFF2-40B4-BE49-F238E27FC236}">
                  <a16:creationId xmlns:a16="http://schemas.microsoft.com/office/drawing/2014/main" id="{37312A12-5CD9-B08D-4B04-F51950B7C3EB}"/>
                </a:ext>
              </a:extLst>
            </p:cNvPr>
            <p:cNvPicPr>
              <a:picLocks noChangeAspect="1"/>
            </p:cNvPicPr>
            <p:nvPr/>
          </p:nvPicPr>
          <p:blipFill>
            <a:blip r:embed="rId64"/>
            <a:stretch>
              <a:fillRect/>
            </a:stretch>
          </p:blipFill>
          <p:spPr>
            <a:xfrm>
              <a:off x="3068821" y="3238030"/>
              <a:ext cx="544211" cy="114299"/>
            </a:xfrm>
            <a:custGeom>
              <a:avLst/>
              <a:gdLst>
                <a:gd name="csX0" fmla="*/ 0 w 544211"/>
                <a:gd name="csY0" fmla="*/ 0 h 114299"/>
                <a:gd name="csX1" fmla="*/ 544212 w 544211"/>
                <a:gd name="csY1" fmla="*/ 0 h 114299"/>
                <a:gd name="csX2" fmla="*/ 544212 w 544211"/>
                <a:gd name="csY2" fmla="*/ 114299 h 114299"/>
                <a:gd name="csX3" fmla="*/ 0 w 54421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4211" h="114299">
                  <a:moveTo>
                    <a:pt x="0" y="0"/>
                  </a:moveTo>
                  <a:lnTo>
                    <a:pt x="544212" y="0"/>
                  </a:lnTo>
                  <a:lnTo>
                    <a:pt x="54421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096" name="!!رسم 9">
            <a:extLst>
              <a:ext uri="{FF2B5EF4-FFF2-40B4-BE49-F238E27FC236}">
                <a16:creationId xmlns:a16="http://schemas.microsoft.com/office/drawing/2014/main" id="{E437B4CE-6163-2111-EC3B-C1EFBD9101DF}"/>
              </a:ext>
            </a:extLst>
          </p:cNvPr>
          <p:cNvGrpSpPr/>
          <p:nvPr/>
        </p:nvGrpSpPr>
        <p:grpSpPr>
          <a:xfrm>
            <a:off x="495070" y="2218047"/>
            <a:ext cx="245040" cy="894002"/>
            <a:chOff x="3217950" y="2228857"/>
            <a:chExt cx="245040" cy="894002"/>
          </a:xfrm>
        </p:grpSpPr>
        <p:grpSp>
          <p:nvGrpSpPr>
            <p:cNvPr id="2097" name="رسم 9">
              <a:extLst>
                <a:ext uri="{FF2B5EF4-FFF2-40B4-BE49-F238E27FC236}">
                  <a16:creationId xmlns:a16="http://schemas.microsoft.com/office/drawing/2014/main" id="{902DFDAD-9583-6F45-5DC4-4939A5A02E5F}"/>
                </a:ext>
              </a:extLst>
            </p:cNvPr>
            <p:cNvGrpSpPr/>
            <p:nvPr/>
          </p:nvGrpSpPr>
          <p:grpSpPr>
            <a:xfrm>
              <a:off x="3217950" y="2228857"/>
              <a:ext cx="245040" cy="894002"/>
              <a:chOff x="3217950" y="2228857"/>
              <a:chExt cx="245040" cy="894002"/>
            </a:xfrm>
          </p:grpSpPr>
          <p:sp>
            <p:nvSpPr>
              <p:cNvPr id="2099" name="مستطيل 450">
                <a:extLst>
                  <a:ext uri="{FF2B5EF4-FFF2-40B4-BE49-F238E27FC236}">
                    <a16:creationId xmlns:a16="http://schemas.microsoft.com/office/drawing/2014/main" id="{1EBB80F1-E34D-D6D2-364A-5F354241724D}"/>
                  </a:ext>
                </a:extLst>
              </p:cNvPr>
              <p:cNvSpPr/>
              <p:nvPr/>
            </p:nvSpPr>
            <p:spPr>
              <a:xfrm rot="-5400000">
                <a:off x="2891197" y="2566748"/>
                <a:ext cx="90701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0" name="شكل حر: شكل 451">
                <a:extLst>
                  <a:ext uri="{FF2B5EF4-FFF2-40B4-BE49-F238E27FC236}">
                    <a16:creationId xmlns:a16="http://schemas.microsoft.com/office/drawing/2014/main" id="{A80775A3-26CD-D569-9F29-2BE957D115C6}"/>
                  </a:ext>
                </a:extLst>
              </p:cNvPr>
              <p:cNvSpPr/>
              <p:nvPr/>
            </p:nvSpPr>
            <p:spPr>
              <a:xfrm rot="-5400000">
                <a:off x="2872981" y="2560071"/>
                <a:ext cx="931131" cy="231574"/>
              </a:xfrm>
              <a:custGeom>
                <a:avLst/>
                <a:gdLst>
                  <a:gd name="csX0" fmla="*/ 0 w 931131"/>
                  <a:gd name="csY0" fmla="*/ 1 h 231574"/>
                  <a:gd name="csX1" fmla="*/ 931131 w 931131"/>
                  <a:gd name="csY1" fmla="*/ 10089 h 231574"/>
                  <a:gd name="csX2" fmla="*/ 929770 w 931131"/>
                  <a:gd name="csY2" fmla="*/ 231576 h 231574"/>
                  <a:gd name="csX3" fmla="*/ 10884 w 931131"/>
                  <a:gd name="csY3" fmla="*/ 221488 h 2315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31131" h="231574">
                    <a:moveTo>
                      <a:pt x="0" y="1"/>
                    </a:moveTo>
                    <a:lnTo>
                      <a:pt x="931131" y="10089"/>
                    </a:lnTo>
                    <a:lnTo>
                      <a:pt x="929770" y="231576"/>
                    </a:lnTo>
                    <a:lnTo>
                      <a:pt x="10884" y="22148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1" name="شكل حر: شكل 452">
                <a:extLst>
                  <a:ext uri="{FF2B5EF4-FFF2-40B4-BE49-F238E27FC236}">
                    <a16:creationId xmlns:a16="http://schemas.microsoft.com/office/drawing/2014/main" id="{8716515A-E018-CDB6-D3F4-41F32445D195}"/>
                  </a:ext>
                </a:extLst>
              </p:cNvPr>
              <p:cNvSpPr/>
              <p:nvPr/>
            </p:nvSpPr>
            <p:spPr>
              <a:xfrm rot="-5400000">
                <a:off x="2888753" y="2565393"/>
                <a:ext cx="912958" cy="226126"/>
              </a:xfrm>
              <a:custGeom>
                <a:avLst/>
                <a:gdLst>
                  <a:gd name="csX0" fmla="*/ 5940 w 912958"/>
                  <a:gd name="csY0" fmla="*/ 3703 h 226126"/>
                  <a:gd name="csX1" fmla="*/ 912959 w 912958"/>
                  <a:gd name="csY1" fmla="*/ 3703 h 226126"/>
                  <a:gd name="csX2" fmla="*/ 5940 w 912958"/>
                  <a:gd name="csY2" fmla="*/ 3703 h 226126"/>
                  <a:gd name="csX3" fmla="*/ 912959 w 912958"/>
                  <a:gd name="csY3" fmla="*/ 3703 h 226126"/>
                  <a:gd name="csX4" fmla="*/ 912959 w 912958"/>
                  <a:gd name="csY4" fmla="*/ 3703 h 226126"/>
                  <a:gd name="csX5" fmla="*/ 912959 w 912958"/>
                  <a:gd name="csY5" fmla="*/ 221416 h 226126"/>
                  <a:gd name="csX6" fmla="*/ 912959 w 912958"/>
                  <a:gd name="csY6" fmla="*/ 3703 h 226126"/>
                  <a:gd name="csX7" fmla="*/ 912959 w 912958"/>
                  <a:gd name="csY7" fmla="*/ 221416 h 226126"/>
                  <a:gd name="csX8" fmla="*/ 912959 w 912958"/>
                  <a:gd name="csY8" fmla="*/ 221416 h 226126"/>
                  <a:gd name="csX9" fmla="*/ 5940 w 912958"/>
                  <a:gd name="csY9" fmla="*/ 221416 h 226126"/>
                  <a:gd name="csX10" fmla="*/ 912959 w 912958"/>
                  <a:gd name="csY10" fmla="*/ 221416 h 226126"/>
                  <a:gd name="csX11" fmla="*/ 5940 w 912958"/>
                  <a:gd name="csY11" fmla="*/ 221416 h 226126"/>
                  <a:gd name="csX12" fmla="*/ 5940 w 912958"/>
                  <a:gd name="csY12" fmla="*/ 221416 h 226126"/>
                  <a:gd name="csX13" fmla="*/ 5940 w 912958"/>
                  <a:gd name="csY13" fmla="*/ 3703 h 226126"/>
                  <a:gd name="csX14" fmla="*/ 5940 w 912958"/>
                  <a:gd name="csY14" fmla="*/ 221416 h 226126"/>
                  <a:gd name="csX15" fmla="*/ 5940 w 912958"/>
                  <a:gd name="csY15" fmla="*/ 3703 h 22612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2958" h="226126">
                    <a:moveTo>
                      <a:pt x="5940" y="3703"/>
                    </a:moveTo>
                    <a:cubicBezTo>
                      <a:pt x="282808" y="4719"/>
                      <a:pt x="602834" y="5372"/>
                      <a:pt x="912959" y="3703"/>
                    </a:cubicBezTo>
                    <a:moveTo>
                      <a:pt x="5940" y="3703"/>
                    </a:moveTo>
                    <a:cubicBezTo>
                      <a:pt x="296262" y="-1087"/>
                      <a:pt x="596485" y="-1377"/>
                      <a:pt x="912959" y="3703"/>
                    </a:cubicBezTo>
                    <a:moveTo>
                      <a:pt x="912959" y="3703"/>
                    </a:moveTo>
                    <a:cubicBezTo>
                      <a:pt x="899127" y="85490"/>
                      <a:pt x="906761" y="157408"/>
                      <a:pt x="912959" y="221416"/>
                    </a:cubicBezTo>
                    <a:moveTo>
                      <a:pt x="912959" y="3703"/>
                    </a:moveTo>
                    <a:cubicBezTo>
                      <a:pt x="909709" y="46955"/>
                      <a:pt x="905325" y="93110"/>
                      <a:pt x="912959" y="221416"/>
                    </a:cubicBezTo>
                    <a:moveTo>
                      <a:pt x="912959" y="221416"/>
                    </a:moveTo>
                    <a:cubicBezTo>
                      <a:pt x="544029" y="219166"/>
                      <a:pt x="188553" y="212780"/>
                      <a:pt x="5940" y="221416"/>
                    </a:cubicBezTo>
                    <a:moveTo>
                      <a:pt x="912959" y="221416"/>
                    </a:moveTo>
                    <a:cubicBezTo>
                      <a:pt x="670861" y="228020"/>
                      <a:pt x="427175" y="227367"/>
                      <a:pt x="5940" y="221416"/>
                    </a:cubicBezTo>
                    <a:moveTo>
                      <a:pt x="5940" y="221416"/>
                    </a:moveTo>
                    <a:cubicBezTo>
                      <a:pt x="-8043" y="165101"/>
                      <a:pt x="7225" y="113430"/>
                      <a:pt x="5940" y="3703"/>
                    </a:cubicBezTo>
                    <a:moveTo>
                      <a:pt x="5940" y="221416"/>
                    </a:moveTo>
                    <a:cubicBezTo>
                      <a:pt x="10551" y="133315"/>
                      <a:pt x="12289" y="46592"/>
                      <a:pt x="5940" y="370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098" name="صورة 453">
              <a:extLst>
                <a:ext uri="{FF2B5EF4-FFF2-40B4-BE49-F238E27FC236}">
                  <a16:creationId xmlns:a16="http://schemas.microsoft.com/office/drawing/2014/main" id="{2F466E43-8062-82F6-12A1-1877557CE0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5"/>
            <a:stretch>
              <a:fillRect/>
            </a:stretch>
          </p:blipFill>
          <p:spPr>
            <a:xfrm rot="-5400000">
              <a:off x="2910093" y="2610291"/>
              <a:ext cx="891902" cy="123370"/>
            </a:xfrm>
            <a:custGeom>
              <a:avLst/>
              <a:gdLst>
                <a:gd name="csX0" fmla="*/ 2 w 891902"/>
                <a:gd name="csY0" fmla="*/ -2 h 123370"/>
                <a:gd name="csX1" fmla="*/ 891905 w 891902"/>
                <a:gd name="csY1" fmla="*/ -2 h 123370"/>
                <a:gd name="csX2" fmla="*/ 891905 w 891902"/>
                <a:gd name="csY2" fmla="*/ 123369 h 123370"/>
                <a:gd name="csX3" fmla="*/ 2 w 891902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2" y="-2"/>
                  </a:moveTo>
                  <a:lnTo>
                    <a:pt x="891905" y="-2"/>
                  </a:lnTo>
                  <a:lnTo>
                    <a:pt x="891905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2102" name="!!رسم 9">
            <a:extLst>
              <a:ext uri="{FF2B5EF4-FFF2-40B4-BE49-F238E27FC236}">
                <a16:creationId xmlns:a16="http://schemas.microsoft.com/office/drawing/2014/main" id="{5B7A35F5-2ED7-8442-4DF5-9A015A0E30FF}"/>
              </a:ext>
            </a:extLst>
          </p:cNvPr>
          <p:cNvGrpSpPr/>
          <p:nvPr/>
        </p:nvGrpSpPr>
        <p:grpSpPr>
          <a:xfrm>
            <a:off x="633164" y="1371361"/>
            <a:ext cx="725615" cy="553209"/>
            <a:chOff x="3356044" y="1382171"/>
            <a:chExt cx="725615" cy="553209"/>
          </a:xfrm>
        </p:grpSpPr>
        <p:grpSp>
          <p:nvGrpSpPr>
            <p:cNvPr id="2103" name="رسم 9">
              <a:extLst>
                <a:ext uri="{FF2B5EF4-FFF2-40B4-BE49-F238E27FC236}">
                  <a16:creationId xmlns:a16="http://schemas.microsoft.com/office/drawing/2014/main" id="{741FAF69-2725-35B3-BE6C-9B44C36D61F3}"/>
                </a:ext>
              </a:extLst>
            </p:cNvPr>
            <p:cNvGrpSpPr/>
            <p:nvPr/>
          </p:nvGrpSpPr>
          <p:grpSpPr>
            <a:xfrm>
              <a:off x="3696177" y="1382171"/>
              <a:ext cx="52909" cy="553209"/>
              <a:chOff x="3696177" y="1382171"/>
              <a:chExt cx="52909" cy="553209"/>
            </a:xfrm>
          </p:grpSpPr>
          <p:sp>
            <p:nvSpPr>
              <p:cNvPr id="2105" name="شكل حر: شكل 456">
                <a:extLst>
                  <a:ext uri="{FF2B5EF4-FFF2-40B4-BE49-F238E27FC236}">
                    <a16:creationId xmlns:a16="http://schemas.microsoft.com/office/drawing/2014/main" id="{AE21612A-CCDB-CE1E-2F46-721D88B4CB02}"/>
                  </a:ext>
                </a:extLst>
              </p:cNvPr>
              <p:cNvSpPr/>
              <p:nvPr/>
            </p:nvSpPr>
            <p:spPr>
              <a:xfrm>
                <a:off x="3722631" y="1420271"/>
                <a:ext cx="7558" cy="515109"/>
              </a:xfrm>
              <a:custGeom>
                <a:avLst/>
                <a:gdLst>
                  <a:gd name="csX0" fmla="*/ 1 w 7558"/>
                  <a:gd name="csY0" fmla="*/ 515110 h 515109"/>
                  <a:gd name="csX1" fmla="*/ 1 w 7558"/>
                  <a:gd name="csY1" fmla="*/ 1 h 5151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58" h="515109">
                    <a:moveTo>
                      <a:pt x="1" y="515110"/>
                    </a:move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6" name="شكل حر: شكل 457">
                <a:extLst>
                  <a:ext uri="{FF2B5EF4-FFF2-40B4-BE49-F238E27FC236}">
                    <a16:creationId xmlns:a16="http://schemas.microsoft.com/office/drawing/2014/main" id="{6272A980-829B-11DE-8FA4-32BC8E133D0A}"/>
                  </a:ext>
                </a:extLst>
              </p:cNvPr>
              <p:cNvSpPr/>
              <p:nvPr/>
            </p:nvSpPr>
            <p:spPr>
              <a:xfrm>
                <a:off x="3696177" y="138217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7" name="شكل حر: شكل 458">
                <a:extLst>
                  <a:ext uri="{FF2B5EF4-FFF2-40B4-BE49-F238E27FC236}">
                    <a16:creationId xmlns:a16="http://schemas.microsoft.com/office/drawing/2014/main" id="{A74548AE-06D3-710B-5999-ACB00E07A807}"/>
                  </a:ext>
                </a:extLst>
              </p:cNvPr>
              <p:cNvSpPr/>
              <p:nvPr/>
            </p:nvSpPr>
            <p:spPr>
              <a:xfrm>
                <a:off x="3719682" y="1420271"/>
                <a:ext cx="6943" cy="515109"/>
              </a:xfrm>
              <a:custGeom>
                <a:avLst/>
                <a:gdLst>
                  <a:gd name="csX0" fmla="*/ 2950 w 6943"/>
                  <a:gd name="csY0" fmla="*/ 515110 h 515109"/>
                  <a:gd name="csX1" fmla="*/ 2950 w 6943"/>
                  <a:gd name="csY1" fmla="*/ 1 h 515109"/>
                  <a:gd name="csX2" fmla="*/ 2950 w 6943"/>
                  <a:gd name="csY2" fmla="*/ 515110 h 515109"/>
                  <a:gd name="csX3" fmla="*/ 2950 w 6943"/>
                  <a:gd name="csY3" fmla="*/ 1 h 51510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943" h="515109">
                    <a:moveTo>
                      <a:pt x="2950" y="515110"/>
                    </a:moveTo>
                    <a:cubicBezTo>
                      <a:pt x="5747" y="345584"/>
                      <a:pt x="-4911" y="182154"/>
                      <a:pt x="2950" y="1"/>
                    </a:cubicBezTo>
                    <a:moveTo>
                      <a:pt x="2950" y="515110"/>
                    </a:moveTo>
                    <a:cubicBezTo>
                      <a:pt x="6956" y="312854"/>
                      <a:pt x="9450" y="102471"/>
                      <a:pt x="2950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8" name="شكل حر: شكل 459">
                <a:extLst>
                  <a:ext uri="{FF2B5EF4-FFF2-40B4-BE49-F238E27FC236}">
                    <a16:creationId xmlns:a16="http://schemas.microsoft.com/office/drawing/2014/main" id="{5644CF7E-4740-4B6E-F53A-D40277EDDD39}"/>
                  </a:ext>
                </a:extLst>
              </p:cNvPr>
              <p:cNvSpPr/>
              <p:nvPr/>
            </p:nvSpPr>
            <p:spPr>
              <a:xfrm>
                <a:off x="3696177" y="138217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41572" y="10523"/>
                      <a:pt x="35223" y="26489"/>
                      <a:pt x="52910" y="50800"/>
                    </a:cubicBezTo>
                    <a:cubicBezTo>
                      <a:pt x="46334" y="47099"/>
                      <a:pt x="33258" y="40423"/>
                      <a:pt x="26455" y="38100"/>
                    </a:cubicBezTo>
                    <a:cubicBezTo>
                      <a:pt x="17612" y="37665"/>
                      <a:pt x="9222" y="40568"/>
                      <a:pt x="1" y="50800"/>
                    </a:cubicBezTo>
                    <a:cubicBezTo>
                      <a:pt x="9751" y="39189"/>
                      <a:pt x="15722" y="20683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09" name="شكل حر: شكل 460">
                <a:extLst>
                  <a:ext uri="{FF2B5EF4-FFF2-40B4-BE49-F238E27FC236}">
                    <a16:creationId xmlns:a16="http://schemas.microsoft.com/office/drawing/2014/main" id="{3450DD2B-F17B-BD3D-69E5-555B72862ED7}"/>
                  </a:ext>
                </a:extLst>
              </p:cNvPr>
              <p:cNvSpPr/>
              <p:nvPr/>
            </p:nvSpPr>
            <p:spPr>
              <a:xfrm>
                <a:off x="3696177" y="138217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8095" y="14950"/>
                      <a:pt x="42404" y="32077"/>
                      <a:pt x="52910" y="50800"/>
                    </a:cubicBezTo>
                    <a:moveTo>
                      <a:pt x="26455" y="1"/>
                    </a:moveTo>
                    <a:cubicBezTo>
                      <a:pt x="38927" y="21191"/>
                      <a:pt x="50416" y="38971"/>
                      <a:pt x="52910" y="50800"/>
                    </a:cubicBezTo>
                    <a:moveTo>
                      <a:pt x="52910" y="50800"/>
                    </a:moveTo>
                    <a:cubicBezTo>
                      <a:pt x="45049" y="43761"/>
                      <a:pt x="34392" y="41148"/>
                      <a:pt x="26455" y="38100"/>
                    </a:cubicBezTo>
                    <a:moveTo>
                      <a:pt x="52910" y="50800"/>
                    </a:moveTo>
                    <a:cubicBezTo>
                      <a:pt x="43689" y="44559"/>
                      <a:pt x="30764" y="41801"/>
                      <a:pt x="26455" y="38100"/>
                    </a:cubicBezTo>
                    <a:moveTo>
                      <a:pt x="26455" y="38100"/>
                    </a:moveTo>
                    <a:cubicBezTo>
                      <a:pt x="14815" y="43761"/>
                      <a:pt x="9524" y="49204"/>
                      <a:pt x="1" y="50800"/>
                    </a:cubicBezTo>
                    <a:moveTo>
                      <a:pt x="26455" y="38100"/>
                    </a:moveTo>
                    <a:cubicBezTo>
                      <a:pt x="17461" y="43108"/>
                      <a:pt x="10734" y="45285"/>
                      <a:pt x="1" y="50800"/>
                    </a:cubicBezTo>
                    <a:moveTo>
                      <a:pt x="1" y="50800"/>
                    </a:moveTo>
                    <a:cubicBezTo>
                      <a:pt x="7861" y="40495"/>
                      <a:pt x="8920" y="25981"/>
                      <a:pt x="26455" y="1"/>
                    </a:cubicBezTo>
                    <a:moveTo>
                      <a:pt x="1" y="50800"/>
                    </a:moveTo>
                    <a:cubicBezTo>
                      <a:pt x="6274" y="32004"/>
                      <a:pt x="16629" y="13716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104" name="صورة 461">
              <a:extLst>
                <a:ext uri="{FF2B5EF4-FFF2-40B4-BE49-F238E27FC236}">
                  <a16:creationId xmlns:a16="http://schemas.microsoft.com/office/drawing/2014/main" id="{CE740AE4-30D0-98D7-512E-ACC978DB41E7}"/>
                </a:ext>
              </a:extLst>
            </p:cNvPr>
            <p:cNvPicPr>
              <a:picLocks noChangeAspect="1"/>
            </p:cNvPicPr>
            <p:nvPr/>
          </p:nvPicPr>
          <p:blipFill>
            <a:blip r:embed="rId66"/>
            <a:stretch>
              <a:fillRect/>
            </a:stretch>
          </p:blipFill>
          <p:spPr>
            <a:xfrm>
              <a:off x="3356044" y="1481811"/>
              <a:ext cx="725615" cy="114299"/>
            </a:xfrm>
            <a:custGeom>
              <a:avLst/>
              <a:gdLst>
                <a:gd name="csX0" fmla="*/ 0 w 725615"/>
                <a:gd name="csY0" fmla="*/ 0 h 114299"/>
                <a:gd name="csX1" fmla="*/ 725616 w 725615"/>
                <a:gd name="csY1" fmla="*/ 0 h 114299"/>
                <a:gd name="csX2" fmla="*/ 725616 w 725615"/>
                <a:gd name="csY2" fmla="*/ 114299 h 114299"/>
                <a:gd name="csX3" fmla="*/ 0 w 725615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25615" h="114299">
                  <a:moveTo>
                    <a:pt x="0" y="0"/>
                  </a:moveTo>
                  <a:lnTo>
                    <a:pt x="725616" y="0"/>
                  </a:lnTo>
                  <a:lnTo>
                    <a:pt x="725616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110" name="!!رسم 9">
            <a:extLst>
              <a:ext uri="{FF2B5EF4-FFF2-40B4-BE49-F238E27FC236}">
                <a16:creationId xmlns:a16="http://schemas.microsoft.com/office/drawing/2014/main" id="{3513F44D-FA3A-0E68-7518-096189726D7F}"/>
              </a:ext>
            </a:extLst>
          </p:cNvPr>
          <p:cNvGrpSpPr/>
          <p:nvPr/>
        </p:nvGrpSpPr>
        <p:grpSpPr>
          <a:xfrm>
            <a:off x="874005" y="1911580"/>
            <a:ext cx="248193" cy="891172"/>
            <a:chOff x="3596885" y="1922390"/>
            <a:chExt cx="248193" cy="891172"/>
          </a:xfrm>
        </p:grpSpPr>
        <p:grpSp>
          <p:nvGrpSpPr>
            <p:cNvPr id="2111" name="رسم 9">
              <a:extLst>
                <a:ext uri="{FF2B5EF4-FFF2-40B4-BE49-F238E27FC236}">
                  <a16:creationId xmlns:a16="http://schemas.microsoft.com/office/drawing/2014/main" id="{B80726FA-1162-0B0F-F95B-A3737A89FCF9}"/>
                </a:ext>
              </a:extLst>
            </p:cNvPr>
            <p:cNvGrpSpPr/>
            <p:nvPr/>
          </p:nvGrpSpPr>
          <p:grpSpPr>
            <a:xfrm>
              <a:off x="3596885" y="1922390"/>
              <a:ext cx="248193" cy="891172"/>
              <a:chOff x="3596885" y="1922390"/>
              <a:chExt cx="248193" cy="891172"/>
            </a:xfrm>
          </p:grpSpPr>
          <p:sp>
            <p:nvSpPr>
              <p:cNvPr id="2113" name="مستطيل 464">
                <a:extLst>
                  <a:ext uri="{FF2B5EF4-FFF2-40B4-BE49-F238E27FC236}">
                    <a16:creationId xmlns:a16="http://schemas.microsoft.com/office/drawing/2014/main" id="{A4012134-09A1-3748-D6A2-C9B6C741AD25}"/>
                  </a:ext>
                </a:extLst>
              </p:cNvPr>
              <p:cNvSpPr/>
              <p:nvPr/>
            </p:nvSpPr>
            <p:spPr>
              <a:xfrm rot="-5400000">
                <a:off x="3269122" y="2261950"/>
                <a:ext cx="90701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4" name="شكل حر: شكل 465">
                <a:extLst>
                  <a:ext uri="{FF2B5EF4-FFF2-40B4-BE49-F238E27FC236}">
                    <a16:creationId xmlns:a16="http://schemas.microsoft.com/office/drawing/2014/main" id="{48718384-3D0A-C5EF-E3D6-38EBB2FA70AB}"/>
                  </a:ext>
                </a:extLst>
              </p:cNvPr>
              <p:cNvSpPr/>
              <p:nvPr/>
            </p:nvSpPr>
            <p:spPr>
              <a:xfrm rot="-5400000">
                <a:off x="3258124" y="2250012"/>
                <a:ext cx="928183" cy="235928"/>
              </a:xfrm>
              <a:custGeom>
                <a:avLst/>
                <a:gdLst>
                  <a:gd name="csX0" fmla="*/ 18367 w 928183"/>
                  <a:gd name="csY0" fmla="*/ 0 h 235928"/>
                  <a:gd name="csX1" fmla="*/ 928183 w 928183"/>
                  <a:gd name="csY1" fmla="*/ 2540 h 235928"/>
                  <a:gd name="csX2" fmla="*/ 922363 w 928183"/>
                  <a:gd name="csY2" fmla="*/ 235929 h 235928"/>
                  <a:gd name="csX3" fmla="*/ 0 w 928183"/>
                  <a:gd name="csY3" fmla="*/ 217931 h 2359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928183" h="235928">
                    <a:moveTo>
                      <a:pt x="18367" y="0"/>
                    </a:moveTo>
                    <a:lnTo>
                      <a:pt x="928183" y="2540"/>
                    </a:lnTo>
                    <a:lnTo>
                      <a:pt x="922363" y="235929"/>
                    </a:lnTo>
                    <a:lnTo>
                      <a:pt x="0" y="217931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15" name="شكل حر: شكل 466">
                <a:extLst>
                  <a:ext uri="{FF2B5EF4-FFF2-40B4-BE49-F238E27FC236}">
                    <a16:creationId xmlns:a16="http://schemas.microsoft.com/office/drawing/2014/main" id="{9455101E-3D72-A66A-D482-08C71531D693}"/>
                  </a:ext>
                </a:extLst>
              </p:cNvPr>
              <p:cNvSpPr/>
              <p:nvPr/>
            </p:nvSpPr>
            <p:spPr>
              <a:xfrm rot="-5400000">
                <a:off x="3261826" y="2251395"/>
                <a:ext cx="918179" cy="238168"/>
              </a:xfrm>
              <a:custGeom>
                <a:avLst/>
                <a:gdLst>
                  <a:gd name="csX0" fmla="*/ 5240 w 918179"/>
                  <a:gd name="csY0" fmla="*/ 11876 h 238168"/>
                  <a:gd name="csX1" fmla="*/ 912259 w 918179"/>
                  <a:gd name="csY1" fmla="*/ 11876 h 238168"/>
                  <a:gd name="csX2" fmla="*/ 5240 w 918179"/>
                  <a:gd name="csY2" fmla="*/ 11876 h 238168"/>
                  <a:gd name="csX3" fmla="*/ 912259 w 918179"/>
                  <a:gd name="csY3" fmla="*/ 11876 h 238168"/>
                  <a:gd name="csX4" fmla="*/ 912259 w 918179"/>
                  <a:gd name="csY4" fmla="*/ 11876 h 238168"/>
                  <a:gd name="csX5" fmla="*/ 912259 w 918179"/>
                  <a:gd name="csY5" fmla="*/ 229589 h 238168"/>
                  <a:gd name="csX6" fmla="*/ 912259 w 918179"/>
                  <a:gd name="csY6" fmla="*/ 11876 h 238168"/>
                  <a:gd name="csX7" fmla="*/ 912259 w 918179"/>
                  <a:gd name="csY7" fmla="*/ 229589 h 238168"/>
                  <a:gd name="csX8" fmla="*/ 912259 w 918179"/>
                  <a:gd name="csY8" fmla="*/ 229589 h 238168"/>
                  <a:gd name="csX9" fmla="*/ 5240 w 918179"/>
                  <a:gd name="csY9" fmla="*/ 229589 h 238168"/>
                  <a:gd name="csX10" fmla="*/ 912259 w 918179"/>
                  <a:gd name="csY10" fmla="*/ 229589 h 238168"/>
                  <a:gd name="csX11" fmla="*/ 5240 w 918179"/>
                  <a:gd name="csY11" fmla="*/ 229589 h 238168"/>
                  <a:gd name="csX12" fmla="*/ 5240 w 918179"/>
                  <a:gd name="csY12" fmla="*/ 229589 h 238168"/>
                  <a:gd name="csX13" fmla="*/ 5240 w 918179"/>
                  <a:gd name="csY13" fmla="*/ 11876 h 238168"/>
                  <a:gd name="csX14" fmla="*/ 5240 w 918179"/>
                  <a:gd name="csY14" fmla="*/ 229589 h 238168"/>
                  <a:gd name="csX15" fmla="*/ 5240 w 918179"/>
                  <a:gd name="csY15" fmla="*/ 11876 h 23816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8179" h="238168">
                    <a:moveTo>
                      <a:pt x="5240" y="11876"/>
                    </a:moveTo>
                    <a:cubicBezTo>
                      <a:pt x="295108" y="-5686"/>
                      <a:pt x="597372" y="-2130"/>
                      <a:pt x="912259" y="11876"/>
                    </a:cubicBezTo>
                    <a:moveTo>
                      <a:pt x="5240" y="11876"/>
                    </a:moveTo>
                    <a:cubicBezTo>
                      <a:pt x="247716" y="17101"/>
                      <a:pt x="490722" y="19932"/>
                      <a:pt x="912259" y="11876"/>
                    </a:cubicBezTo>
                    <a:moveTo>
                      <a:pt x="912259" y="11876"/>
                    </a:moveTo>
                    <a:cubicBezTo>
                      <a:pt x="924277" y="67901"/>
                      <a:pt x="914678" y="121313"/>
                      <a:pt x="912259" y="229589"/>
                    </a:cubicBezTo>
                    <a:moveTo>
                      <a:pt x="912259" y="11876"/>
                    </a:moveTo>
                    <a:cubicBezTo>
                      <a:pt x="913317" y="99034"/>
                      <a:pt x="907270" y="174871"/>
                      <a:pt x="912259" y="229589"/>
                    </a:cubicBezTo>
                    <a:moveTo>
                      <a:pt x="912259" y="229589"/>
                    </a:moveTo>
                    <a:cubicBezTo>
                      <a:pt x="634182" y="246934"/>
                      <a:pt x="317935" y="233218"/>
                      <a:pt x="5240" y="229589"/>
                    </a:cubicBezTo>
                    <a:moveTo>
                      <a:pt x="912259" y="229589"/>
                    </a:moveTo>
                    <a:cubicBezTo>
                      <a:pt x="599564" y="241781"/>
                      <a:pt x="282032" y="239386"/>
                      <a:pt x="5240" y="229589"/>
                    </a:cubicBezTo>
                    <a:moveTo>
                      <a:pt x="5240" y="229589"/>
                    </a:moveTo>
                    <a:cubicBezTo>
                      <a:pt x="2141" y="155204"/>
                      <a:pt x="-4813" y="83141"/>
                      <a:pt x="5240" y="11876"/>
                    </a:cubicBezTo>
                    <a:moveTo>
                      <a:pt x="5240" y="229589"/>
                    </a:moveTo>
                    <a:cubicBezTo>
                      <a:pt x="4710" y="161445"/>
                      <a:pt x="8943" y="93519"/>
                      <a:pt x="5240" y="1187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112" name="صورة 467">
              <a:extLst>
                <a:ext uri="{FF2B5EF4-FFF2-40B4-BE49-F238E27FC236}">
                  <a16:creationId xmlns:a16="http://schemas.microsoft.com/office/drawing/2014/main" id="{661B2F81-3AE5-B9A3-D850-64348694D953}"/>
                </a:ext>
              </a:extLst>
            </p:cNvPr>
            <p:cNvPicPr>
              <a:picLocks noChangeAspect="1"/>
            </p:cNvPicPr>
            <p:nvPr/>
          </p:nvPicPr>
          <p:blipFill>
            <a:blip r:embed="rId67"/>
            <a:stretch>
              <a:fillRect/>
            </a:stretch>
          </p:blipFill>
          <p:spPr>
            <a:xfrm rot="-5400000">
              <a:off x="3288018" y="2305492"/>
              <a:ext cx="891902" cy="123370"/>
            </a:xfrm>
            <a:custGeom>
              <a:avLst/>
              <a:gdLst>
                <a:gd name="csX0" fmla="*/ 2 w 891902"/>
                <a:gd name="csY0" fmla="*/ -2 h 123370"/>
                <a:gd name="csX1" fmla="*/ 891905 w 891902"/>
                <a:gd name="csY1" fmla="*/ -2 h 123370"/>
                <a:gd name="csX2" fmla="*/ 891905 w 891902"/>
                <a:gd name="csY2" fmla="*/ 123369 h 123370"/>
                <a:gd name="csX3" fmla="*/ 2 w 891902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2" y="-2"/>
                  </a:moveTo>
                  <a:lnTo>
                    <a:pt x="891905" y="-2"/>
                  </a:lnTo>
                  <a:lnTo>
                    <a:pt x="891905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2116" name="!!رسم 9">
            <a:extLst>
              <a:ext uri="{FF2B5EF4-FFF2-40B4-BE49-F238E27FC236}">
                <a16:creationId xmlns:a16="http://schemas.microsoft.com/office/drawing/2014/main" id="{2B687569-568A-A3F8-9AA8-575950EF9E84}"/>
              </a:ext>
            </a:extLst>
          </p:cNvPr>
          <p:cNvGrpSpPr/>
          <p:nvPr/>
        </p:nvGrpSpPr>
        <p:grpSpPr>
          <a:xfrm>
            <a:off x="233169" y="3480756"/>
            <a:ext cx="780943" cy="228590"/>
            <a:chOff x="2956049" y="3491566"/>
            <a:chExt cx="780943" cy="228590"/>
          </a:xfrm>
        </p:grpSpPr>
        <p:grpSp>
          <p:nvGrpSpPr>
            <p:cNvPr id="2117" name="رسم 9">
              <a:extLst>
                <a:ext uri="{FF2B5EF4-FFF2-40B4-BE49-F238E27FC236}">
                  <a16:creationId xmlns:a16="http://schemas.microsoft.com/office/drawing/2014/main" id="{8964B821-F349-B89B-64D1-781749233820}"/>
                </a:ext>
              </a:extLst>
            </p:cNvPr>
            <p:cNvGrpSpPr/>
            <p:nvPr/>
          </p:nvGrpSpPr>
          <p:grpSpPr>
            <a:xfrm>
              <a:off x="2956049" y="3491566"/>
              <a:ext cx="780943" cy="228590"/>
              <a:chOff x="2956049" y="3491566"/>
              <a:chExt cx="780943" cy="228590"/>
            </a:xfrm>
          </p:grpSpPr>
          <p:sp>
            <p:nvSpPr>
              <p:cNvPr id="2119" name="مستطيل 470">
                <a:extLst>
                  <a:ext uri="{FF2B5EF4-FFF2-40B4-BE49-F238E27FC236}">
                    <a16:creationId xmlns:a16="http://schemas.microsoft.com/office/drawing/2014/main" id="{87E5B24A-210F-ADB9-ADCF-DE605D3C6E2C}"/>
                  </a:ext>
                </a:extLst>
              </p:cNvPr>
              <p:cNvSpPr/>
              <p:nvPr/>
            </p:nvSpPr>
            <p:spPr>
              <a:xfrm>
                <a:off x="2966782" y="3495657"/>
                <a:ext cx="75584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0" name="شكل حر: شكل 471">
                <a:extLst>
                  <a:ext uri="{FF2B5EF4-FFF2-40B4-BE49-F238E27FC236}">
                    <a16:creationId xmlns:a16="http://schemas.microsoft.com/office/drawing/2014/main" id="{D950BD67-4566-C674-F69A-0C4885BC375A}"/>
                  </a:ext>
                </a:extLst>
              </p:cNvPr>
              <p:cNvSpPr/>
              <p:nvPr/>
            </p:nvSpPr>
            <p:spPr>
              <a:xfrm>
                <a:off x="2956049" y="3501173"/>
                <a:ext cx="780943" cy="217277"/>
              </a:xfrm>
              <a:custGeom>
                <a:avLst/>
                <a:gdLst>
                  <a:gd name="csX0" fmla="*/ 2797 w 780943"/>
                  <a:gd name="csY0" fmla="*/ 1162 h 217277"/>
                  <a:gd name="csX1" fmla="*/ 780944 w 780943"/>
                  <a:gd name="csY1" fmla="*/ 1 h 217277"/>
                  <a:gd name="csX2" fmla="*/ 757891 w 780943"/>
                  <a:gd name="csY2" fmla="*/ 210166 h 217277"/>
                  <a:gd name="csX3" fmla="*/ 1 w 780943"/>
                  <a:gd name="csY3" fmla="*/ 217278 h 2172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80943" h="217277">
                    <a:moveTo>
                      <a:pt x="2797" y="1162"/>
                    </a:moveTo>
                    <a:lnTo>
                      <a:pt x="780944" y="1"/>
                    </a:lnTo>
                    <a:lnTo>
                      <a:pt x="757891" y="210166"/>
                    </a:lnTo>
                    <a:lnTo>
                      <a:pt x="1" y="21727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21" name="شكل حر: شكل 472">
                <a:extLst>
                  <a:ext uri="{FF2B5EF4-FFF2-40B4-BE49-F238E27FC236}">
                    <a16:creationId xmlns:a16="http://schemas.microsoft.com/office/drawing/2014/main" id="{263667BE-6A5E-87AD-E362-EE91CDD3EAF9}"/>
                  </a:ext>
                </a:extLst>
              </p:cNvPr>
              <p:cNvSpPr/>
              <p:nvPr/>
            </p:nvSpPr>
            <p:spPr>
              <a:xfrm>
                <a:off x="2963926" y="3491566"/>
                <a:ext cx="760573" cy="228590"/>
              </a:xfrm>
              <a:custGeom>
                <a:avLst/>
                <a:gdLst>
                  <a:gd name="csX0" fmla="*/ 2857 w 760573"/>
                  <a:gd name="csY0" fmla="*/ 4092 h 228590"/>
                  <a:gd name="csX1" fmla="*/ 758706 w 760573"/>
                  <a:gd name="csY1" fmla="*/ 4092 h 228590"/>
                  <a:gd name="csX2" fmla="*/ 2857 w 760573"/>
                  <a:gd name="csY2" fmla="*/ 4092 h 228590"/>
                  <a:gd name="csX3" fmla="*/ 758706 w 760573"/>
                  <a:gd name="csY3" fmla="*/ 4092 h 228590"/>
                  <a:gd name="csX4" fmla="*/ 758706 w 760573"/>
                  <a:gd name="csY4" fmla="*/ 4092 h 228590"/>
                  <a:gd name="csX5" fmla="*/ 758706 w 760573"/>
                  <a:gd name="csY5" fmla="*/ 221805 h 228590"/>
                  <a:gd name="csX6" fmla="*/ 758706 w 760573"/>
                  <a:gd name="csY6" fmla="*/ 4092 h 228590"/>
                  <a:gd name="csX7" fmla="*/ 758706 w 760573"/>
                  <a:gd name="csY7" fmla="*/ 221805 h 228590"/>
                  <a:gd name="csX8" fmla="*/ 758706 w 760573"/>
                  <a:gd name="csY8" fmla="*/ 221805 h 228590"/>
                  <a:gd name="csX9" fmla="*/ 2857 w 760573"/>
                  <a:gd name="csY9" fmla="*/ 221805 h 228590"/>
                  <a:gd name="csX10" fmla="*/ 758706 w 760573"/>
                  <a:gd name="csY10" fmla="*/ 221805 h 228590"/>
                  <a:gd name="csX11" fmla="*/ 2857 w 760573"/>
                  <a:gd name="csY11" fmla="*/ 221805 h 228590"/>
                  <a:gd name="csX12" fmla="*/ 2857 w 760573"/>
                  <a:gd name="csY12" fmla="*/ 221805 h 228590"/>
                  <a:gd name="csX13" fmla="*/ 2857 w 760573"/>
                  <a:gd name="csY13" fmla="*/ 4092 h 228590"/>
                  <a:gd name="csX14" fmla="*/ 2857 w 760573"/>
                  <a:gd name="csY14" fmla="*/ 221805 h 228590"/>
                  <a:gd name="csX15" fmla="*/ 2857 w 760573"/>
                  <a:gd name="csY15" fmla="*/ 4092 h 2285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60573" h="228590">
                    <a:moveTo>
                      <a:pt x="2857" y="4092"/>
                    </a:moveTo>
                    <a:cubicBezTo>
                      <a:pt x="235507" y="14832"/>
                      <a:pt x="480251" y="-9116"/>
                      <a:pt x="758706" y="4092"/>
                    </a:cubicBezTo>
                    <a:moveTo>
                      <a:pt x="2857" y="4092"/>
                    </a:moveTo>
                    <a:cubicBezTo>
                      <a:pt x="253043" y="6196"/>
                      <a:pt x="521747" y="3366"/>
                      <a:pt x="758706" y="4092"/>
                    </a:cubicBezTo>
                    <a:moveTo>
                      <a:pt x="758706" y="4092"/>
                    </a:moveTo>
                    <a:cubicBezTo>
                      <a:pt x="766189" y="54529"/>
                      <a:pt x="748049" y="134865"/>
                      <a:pt x="758706" y="221805"/>
                    </a:cubicBezTo>
                    <a:moveTo>
                      <a:pt x="758706" y="4092"/>
                    </a:moveTo>
                    <a:cubicBezTo>
                      <a:pt x="754322" y="84210"/>
                      <a:pt x="755078" y="153007"/>
                      <a:pt x="758706" y="221805"/>
                    </a:cubicBezTo>
                    <a:moveTo>
                      <a:pt x="758706" y="221805"/>
                    </a:moveTo>
                    <a:cubicBezTo>
                      <a:pt x="553871" y="218902"/>
                      <a:pt x="330442" y="216072"/>
                      <a:pt x="2857" y="221805"/>
                    </a:cubicBezTo>
                    <a:moveTo>
                      <a:pt x="758706" y="221805"/>
                    </a:moveTo>
                    <a:cubicBezTo>
                      <a:pt x="462338" y="235376"/>
                      <a:pt x="174510" y="224925"/>
                      <a:pt x="2857" y="221805"/>
                    </a:cubicBezTo>
                    <a:moveTo>
                      <a:pt x="2857" y="221805"/>
                    </a:moveTo>
                    <a:cubicBezTo>
                      <a:pt x="15706" y="160192"/>
                      <a:pt x="12758" y="85081"/>
                      <a:pt x="2857" y="4092"/>
                    </a:cubicBezTo>
                    <a:moveTo>
                      <a:pt x="2857" y="221805"/>
                    </a:moveTo>
                    <a:cubicBezTo>
                      <a:pt x="5049" y="163603"/>
                      <a:pt x="-4551" y="105038"/>
                      <a:pt x="2857" y="409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118" name="صورة 473">
              <a:extLst>
                <a:ext uri="{FF2B5EF4-FFF2-40B4-BE49-F238E27FC236}">
                  <a16:creationId xmlns:a16="http://schemas.microsoft.com/office/drawing/2014/main" id="{05C28390-33F5-CC8B-CBAC-DDC2FFB8DAC6}"/>
                </a:ext>
              </a:extLst>
            </p:cNvPr>
            <p:cNvPicPr>
              <a:picLocks noChangeAspect="1"/>
            </p:cNvPicPr>
            <p:nvPr/>
          </p:nvPicPr>
          <p:blipFill>
            <a:blip r:embed="rId68"/>
            <a:stretch>
              <a:fillRect/>
            </a:stretch>
          </p:blipFill>
          <p:spPr>
            <a:xfrm>
              <a:off x="2970561" y="3553714"/>
              <a:ext cx="740732" cy="123370"/>
            </a:xfrm>
            <a:custGeom>
              <a:avLst/>
              <a:gdLst>
                <a:gd name="csX0" fmla="*/ 0 w 740732"/>
                <a:gd name="csY0" fmla="*/ 0 h 123370"/>
                <a:gd name="csX1" fmla="*/ 740733 w 740732"/>
                <a:gd name="csY1" fmla="*/ 0 h 123370"/>
                <a:gd name="csX2" fmla="*/ 740733 w 740732"/>
                <a:gd name="csY2" fmla="*/ 123371 h 123370"/>
                <a:gd name="csX3" fmla="*/ 0 w 74073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0732" h="123370">
                  <a:moveTo>
                    <a:pt x="0" y="0"/>
                  </a:moveTo>
                  <a:lnTo>
                    <a:pt x="740733" y="0"/>
                  </a:lnTo>
                  <a:lnTo>
                    <a:pt x="74073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122" name="!!رسم 9">
            <a:extLst>
              <a:ext uri="{FF2B5EF4-FFF2-40B4-BE49-F238E27FC236}">
                <a16:creationId xmlns:a16="http://schemas.microsoft.com/office/drawing/2014/main" id="{3F5DFE7E-F070-F728-AB4A-72DD9B9069BE}"/>
              </a:ext>
            </a:extLst>
          </p:cNvPr>
          <p:cNvGrpSpPr/>
          <p:nvPr/>
        </p:nvGrpSpPr>
        <p:grpSpPr>
          <a:xfrm>
            <a:off x="4098735" y="796091"/>
            <a:ext cx="1587284" cy="754738"/>
            <a:chOff x="6821615" y="806901"/>
            <a:chExt cx="1587284" cy="754738"/>
          </a:xfrm>
          <a:noFill/>
        </p:grpSpPr>
        <p:sp>
          <p:nvSpPr>
            <p:cNvPr id="2123" name="مستطيل 475">
              <a:extLst>
                <a:ext uri="{FF2B5EF4-FFF2-40B4-BE49-F238E27FC236}">
                  <a16:creationId xmlns:a16="http://schemas.microsoft.com/office/drawing/2014/main" id="{48CCFFB4-C2DD-2A19-3387-23D64EC2FB28}"/>
                </a:ext>
              </a:extLst>
            </p:cNvPr>
            <p:cNvSpPr/>
            <p:nvPr/>
          </p:nvSpPr>
          <p:spPr>
            <a:xfrm>
              <a:off x="6821615" y="810529"/>
              <a:ext cx="1587284" cy="725710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24" name="صورة 476">
              <a:extLst>
                <a:ext uri="{FF2B5EF4-FFF2-40B4-BE49-F238E27FC236}">
                  <a16:creationId xmlns:a16="http://schemas.microsoft.com/office/drawing/2014/main" id="{EE41B532-3097-80A3-7604-1C44A50A77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9"/>
            <a:stretch>
              <a:fillRect/>
            </a:stretch>
          </p:blipFill>
          <p:spPr>
            <a:xfrm>
              <a:off x="6832952" y="806901"/>
              <a:ext cx="1496582" cy="754738"/>
            </a:xfrm>
            <a:custGeom>
              <a:avLst/>
              <a:gdLst>
                <a:gd name="csX0" fmla="*/ 0 w 1496582"/>
                <a:gd name="csY0" fmla="*/ 0 h 754738"/>
                <a:gd name="csX1" fmla="*/ 1496582 w 1496582"/>
                <a:gd name="csY1" fmla="*/ 0 h 754738"/>
                <a:gd name="csX2" fmla="*/ 1496582 w 1496582"/>
                <a:gd name="csY2" fmla="*/ 754739 h 754738"/>
                <a:gd name="csX3" fmla="*/ 0 w 1496582"/>
                <a:gd name="csY3" fmla="*/ 754739 h 7547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6582" h="754738">
                  <a:moveTo>
                    <a:pt x="0" y="0"/>
                  </a:moveTo>
                  <a:lnTo>
                    <a:pt x="1496582" y="0"/>
                  </a:lnTo>
                  <a:lnTo>
                    <a:pt x="1496582" y="754739"/>
                  </a:lnTo>
                  <a:lnTo>
                    <a:pt x="0" y="754739"/>
                  </a:lnTo>
                  <a:close/>
                </a:path>
              </a:pathLst>
            </a:custGeom>
          </p:spPr>
        </p:pic>
      </p:grpSp>
      <p:grpSp>
        <p:nvGrpSpPr>
          <p:cNvPr id="2125" name="!!رسم 9">
            <a:extLst>
              <a:ext uri="{FF2B5EF4-FFF2-40B4-BE49-F238E27FC236}">
                <a16:creationId xmlns:a16="http://schemas.microsoft.com/office/drawing/2014/main" id="{2B7400C7-6F54-53EC-237C-7AE5E8599C51}"/>
              </a:ext>
            </a:extLst>
          </p:cNvPr>
          <p:cNvGrpSpPr/>
          <p:nvPr/>
        </p:nvGrpSpPr>
        <p:grpSpPr>
          <a:xfrm>
            <a:off x="2409411" y="3347833"/>
            <a:ext cx="253209" cy="140083"/>
            <a:chOff x="5132291" y="3358643"/>
            <a:chExt cx="253209" cy="140083"/>
          </a:xfrm>
        </p:grpSpPr>
        <p:sp>
          <p:nvSpPr>
            <p:cNvPr id="2126" name="شكل حر: شكل 478">
              <a:extLst>
                <a:ext uri="{FF2B5EF4-FFF2-40B4-BE49-F238E27FC236}">
                  <a16:creationId xmlns:a16="http://schemas.microsoft.com/office/drawing/2014/main" id="{280635A4-64A3-A6DC-94F2-46C75578CE06}"/>
                </a:ext>
              </a:extLst>
            </p:cNvPr>
            <p:cNvSpPr/>
            <p:nvPr/>
          </p:nvSpPr>
          <p:spPr>
            <a:xfrm>
              <a:off x="5158746" y="3396743"/>
              <a:ext cx="226754" cy="98914"/>
            </a:xfrm>
            <a:custGeom>
              <a:avLst/>
              <a:gdLst>
                <a:gd name="csX0" fmla="*/ 226755 w 226754"/>
                <a:gd name="csY0" fmla="*/ 98915 h 98914"/>
                <a:gd name="csX1" fmla="*/ 1 w 226754"/>
                <a:gd name="csY1" fmla="*/ 98915 h 98914"/>
                <a:gd name="csX2" fmla="*/ 1 w 226754"/>
                <a:gd name="csY2" fmla="*/ 1 h 989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6754" h="98914">
                  <a:moveTo>
                    <a:pt x="226755" y="98915"/>
                  </a:moveTo>
                  <a:lnTo>
                    <a:pt x="1" y="98915"/>
                  </a:lnTo>
                  <a:lnTo>
                    <a:pt x="1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7" name="شكل حر: شكل 479">
              <a:extLst>
                <a:ext uri="{FF2B5EF4-FFF2-40B4-BE49-F238E27FC236}">
                  <a16:creationId xmlns:a16="http://schemas.microsoft.com/office/drawing/2014/main" id="{60AAA50F-0BB9-1D8B-6643-178A149F6EAC}"/>
                </a:ext>
              </a:extLst>
            </p:cNvPr>
            <p:cNvSpPr/>
            <p:nvPr/>
          </p:nvSpPr>
          <p:spPr>
            <a:xfrm>
              <a:off x="5132291" y="3358643"/>
              <a:ext cx="52909" cy="50799"/>
            </a:xfrm>
            <a:custGeom>
              <a:avLst/>
              <a:gdLst>
                <a:gd name="csX0" fmla="*/ 26455 w 52909"/>
                <a:gd name="csY0" fmla="*/ 1 h 50799"/>
                <a:gd name="csX1" fmla="*/ 52910 w 52909"/>
                <a:gd name="csY1" fmla="*/ 50800 h 50799"/>
                <a:gd name="csX2" fmla="*/ 26455 w 52909"/>
                <a:gd name="csY2" fmla="*/ 38100 h 50799"/>
                <a:gd name="csX3" fmla="*/ 1 w 52909"/>
                <a:gd name="csY3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26455" y="1"/>
                  </a:moveTo>
                  <a:lnTo>
                    <a:pt x="52910" y="50800"/>
                  </a:lnTo>
                  <a:lnTo>
                    <a:pt x="26455" y="38100"/>
                  </a:lnTo>
                  <a:lnTo>
                    <a:pt x="1" y="50800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8" name="شكل حر: شكل 480">
              <a:extLst>
                <a:ext uri="{FF2B5EF4-FFF2-40B4-BE49-F238E27FC236}">
                  <a16:creationId xmlns:a16="http://schemas.microsoft.com/office/drawing/2014/main" id="{8F7E5E41-A278-A4A6-A601-6CF1712B0D67}"/>
                </a:ext>
              </a:extLst>
            </p:cNvPr>
            <p:cNvSpPr/>
            <p:nvPr/>
          </p:nvSpPr>
          <p:spPr>
            <a:xfrm>
              <a:off x="5157648" y="3396743"/>
              <a:ext cx="227852" cy="101983"/>
            </a:xfrm>
            <a:custGeom>
              <a:avLst/>
              <a:gdLst>
                <a:gd name="csX0" fmla="*/ 227853 w 227852"/>
                <a:gd name="csY0" fmla="*/ 98915 h 101983"/>
                <a:gd name="csX1" fmla="*/ 1098 w 227852"/>
                <a:gd name="csY1" fmla="*/ 98915 h 101983"/>
                <a:gd name="csX2" fmla="*/ 227853 w 227852"/>
                <a:gd name="csY2" fmla="*/ 98915 h 101983"/>
                <a:gd name="csX3" fmla="*/ 1098 w 227852"/>
                <a:gd name="csY3" fmla="*/ 98915 h 101983"/>
                <a:gd name="csX4" fmla="*/ 1098 w 227852"/>
                <a:gd name="csY4" fmla="*/ 98915 h 101983"/>
                <a:gd name="csX5" fmla="*/ 1098 w 227852"/>
                <a:gd name="csY5" fmla="*/ 1 h 101983"/>
                <a:gd name="csX6" fmla="*/ 1098 w 227852"/>
                <a:gd name="csY6" fmla="*/ 98915 h 101983"/>
                <a:gd name="csX7" fmla="*/ 1098 w 227852"/>
                <a:gd name="csY7" fmla="*/ 1 h 1019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27852" h="101983">
                  <a:moveTo>
                    <a:pt x="227853" y="98915"/>
                  </a:moveTo>
                  <a:cubicBezTo>
                    <a:pt x="157634" y="109220"/>
                    <a:pt x="93538" y="89481"/>
                    <a:pt x="1098" y="98915"/>
                  </a:cubicBezTo>
                  <a:moveTo>
                    <a:pt x="227853" y="98915"/>
                  </a:moveTo>
                  <a:cubicBezTo>
                    <a:pt x="141988" y="96810"/>
                    <a:pt x="50001" y="94125"/>
                    <a:pt x="1098" y="98915"/>
                  </a:cubicBezTo>
                  <a:moveTo>
                    <a:pt x="1098" y="98915"/>
                  </a:moveTo>
                  <a:cubicBezTo>
                    <a:pt x="4424" y="75982"/>
                    <a:pt x="1249" y="50510"/>
                    <a:pt x="1098" y="1"/>
                  </a:cubicBezTo>
                  <a:moveTo>
                    <a:pt x="1098" y="98915"/>
                  </a:moveTo>
                  <a:cubicBezTo>
                    <a:pt x="-1774" y="58710"/>
                    <a:pt x="2005" y="22135"/>
                    <a:pt x="1098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29" name="شكل حر: شكل 481">
              <a:extLst>
                <a:ext uri="{FF2B5EF4-FFF2-40B4-BE49-F238E27FC236}">
                  <a16:creationId xmlns:a16="http://schemas.microsoft.com/office/drawing/2014/main" id="{7171DB37-5E8F-3054-9C1C-47ED6CF7DDCE}"/>
                </a:ext>
              </a:extLst>
            </p:cNvPr>
            <p:cNvSpPr/>
            <p:nvPr/>
          </p:nvSpPr>
          <p:spPr>
            <a:xfrm>
              <a:off x="5132291" y="3358643"/>
              <a:ext cx="52909" cy="50799"/>
            </a:xfrm>
            <a:custGeom>
              <a:avLst/>
              <a:gdLst>
                <a:gd name="csX0" fmla="*/ 26455 w 52909"/>
                <a:gd name="csY0" fmla="*/ 1 h 50799"/>
                <a:gd name="csX1" fmla="*/ 52910 w 52909"/>
                <a:gd name="csY1" fmla="*/ 50800 h 50799"/>
                <a:gd name="csX2" fmla="*/ 26455 w 52909"/>
                <a:gd name="csY2" fmla="*/ 38100 h 50799"/>
                <a:gd name="csX3" fmla="*/ 1 w 52909"/>
                <a:gd name="csY3" fmla="*/ 50800 h 50799"/>
                <a:gd name="csX4" fmla="*/ 26455 w 52909"/>
                <a:gd name="csY4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26455" y="1"/>
                  </a:moveTo>
                  <a:cubicBezTo>
                    <a:pt x="32653" y="14297"/>
                    <a:pt x="47165" y="26562"/>
                    <a:pt x="52910" y="50800"/>
                  </a:cubicBezTo>
                  <a:cubicBezTo>
                    <a:pt x="47770" y="44269"/>
                    <a:pt x="36433" y="43470"/>
                    <a:pt x="26455" y="38100"/>
                  </a:cubicBezTo>
                  <a:cubicBezTo>
                    <a:pt x="25095" y="43325"/>
                    <a:pt x="14211" y="38826"/>
                    <a:pt x="1" y="50800"/>
                  </a:cubicBezTo>
                  <a:cubicBezTo>
                    <a:pt x="13228" y="44922"/>
                    <a:pt x="7483" y="38899"/>
                    <a:pt x="26455" y="1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0" name="شكل حر: شكل 482">
              <a:extLst>
                <a:ext uri="{FF2B5EF4-FFF2-40B4-BE49-F238E27FC236}">
                  <a16:creationId xmlns:a16="http://schemas.microsoft.com/office/drawing/2014/main" id="{050F34AC-757B-F52B-EDE4-5B2DC8F9A599}"/>
                </a:ext>
              </a:extLst>
            </p:cNvPr>
            <p:cNvSpPr/>
            <p:nvPr/>
          </p:nvSpPr>
          <p:spPr>
            <a:xfrm>
              <a:off x="5132291" y="3358643"/>
              <a:ext cx="52909" cy="50799"/>
            </a:xfrm>
            <a:custGeom>
              <a:avLst/>
              <a:gdLst>
                <a:gd name="csX0" fmla="*/ 26455 w 52909"/>
                <a:gd name="csY0" fmla="*/ 1 h 50799"/>
                <a:gd name="csX1" fmla="*/ 52910 w 52909"/>
                <a:gd name="csY1" fmla="*/ 50800 h 50799"/>
                <a:gd name="csX2" fmla="*/ 26455 w 52909"/>
                <a:gd name="csY2" fmla="*/ 1 h 50799"/>
                <a:gd name="csX3" fmla="*/ 52910 w 52909"/>
                <a:gd name="csY3" fmla="*/ 50800 h 50799"/>
                <a:gd name="csX4" fmla="*/ 52910 w 52909"/>
                <a:gd name="csY4" fmla="*/ 50800 h 50799"/>
                <a:gd name="csX5" fmla="*/ 26455 w 52909"/>
                <a:gd name="csY5" fmla="*/ 38100 h 50799"/>
                <a:gd name="csX6" fmla="*/ 52910 w 52909"/>
                <a:gd name="csY6" fmla="*/ 50800 h 50799"/>
                <a:gd name="csX7" fmla="*/ 26455 w 52909"/>
                <a:gd name="csY7" fmla="*/ 38100 h 50799"/>
                <a:gd name="csX8" fmla="*/ 26455 w 52909"/>
                <a:gd name="csY8" fmla="*/ 38100 h 50799"/>
                <a:gd name="csX9" fmla="*/ 1 w 52909"/>
                <a:gd name="csY9" fmla="*/ 50800 h 50799"/>
                <a:gd name="csX10" fmla="*/ 26455 w 52909"/>
                <a:gd name="csY10" fmla="*/ 38100 h 50799"/>
                <a:gd name="csX11" fmla="*/ 1 w 52909"/>
                <a:gd name="csY11" fmla="*/ 50800 h 50799"/>
                <a:gd name="csX12" fmla="*/ 1 w 52909"/>
                <a:gd name="csY12" fmla="*/ 50800 h 50799"/>
                <a:gd name="csX13" fmla="*/ 26455 w 52909"/>
                <a:gd name="csY13" fmla="*/ 1 h 50799"/>
                <a:gd name="csX14" fmla="*/ 1 w 52909"/>
                <a:gd name="csY14" fmla="*/ 50800 h 50799"/>
                <a:gd name="csX15" fmla="*/ 26455 w 52909"/>
                <a:gd name="csY15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26455" y="1"/>
                  </a:moveTo>
                  <a:cubicBezTo>
                    <a:pt x="35526" y="20828"/>
                    <a:pt x="47468" y="29464"/>
                    <a:pt x="52910" y="50800"/>
                  </a:cubicBezTo>
                  <a:moveTo>
                    <a:pt x="26455" y="1"/>
                  </a:moveTo>
                  <a:cubicBezTo>
                    <a:pt x="38322" y="19014"/>
                    <a:pt x="47921" y="38100"/>
                    <a:pt x="52910" y="50800"/>
                  </a:cubicBezTo>
                  <a:moveTo>
                    <a:pt x="52910" y="50800"/>
                  </a:moveTo>
                  <a:cubicBezTo>
                    <a:pt x="46410" y="48623"/>
                    <a:pt x="38171" y="45648"/>
                    <a:pt x="26455" y="38100"/>
                  </a:cubicBezTo>
                  <a:moveTo>
                    <a:pt x="52910" y="50800"/>
                  </a:moveTo>
                  <a:cubicBezTo>
                    <a:pt x="42177" y="44922"/>
                    <a:pt x="33333" y="40350"/>
                    <a:pt x="26455" y="38100"/>
                  </a:cubicBezTo>
                  <a:moveTo>
                    <a:pt x="26455" y="38100"/>
                  </a:moveTo>
                  <a:cubicBezTo>
                    <a:pt x="14815" y="44704"/>
                    <a:pt x="4762" y="47099"/>
                    <a:pt x="1" y="50800"/>
                  </a:cubicBezTo>
                  <a:moveTo>
                    <a:pt x="26455" y="38100"/>
                  </a:moveTo>
                  <a:cubicBezTo>
                    <a:pt x="18519" y="42455"/>
                    <a:pt x="7635" y="45212"/>
                    <a:pt x="1" y="50800"/>
                  </a:cubicBezTo>
                  <a:moveTo>
                    <a:pt x="1" y="50800"/>
                  </a:moveTo>
                  <a:cubicBezTo>
                    <a:pt x="8315" y="33020"/>
                    <a:pt x="16176" y="16039"/>
                    <a:pt x="26455" y="1"/>
                  </a:cubicBezTo>
                  <a:moveTo>
                    <a:pt x="1" y="50800"/>
                  </a:moveTo>
                  <a:cubicBezTo>
                    <a:pt x="10885" y="32440"/>
                    <a:pt x="15571" y="14878"/>
                    <a:pt x="26455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31" name="!!رسم 9">
            <a:extLst>
              <a:ext uri="{FF2B5EF4-FFF2-40B4-BE49-F238E27FC236}">
                <a16:creationId xmlns:a16="http://schemas.microsoft.com/office/drawing/2014/main" id="{7B6DC3E5-6565-DA12-41A1-575B9CF61C73}"/>
              </a:ext>
            </a:extLst>
          </p:cNvPr>
          <p:cNvGrpSpPr/>
          <p:nvPr/>
        </p:nvGrpSpPr>
        <p:grpSpPr>
          <a:xfrm>
            <a:off x="1789614" y="3267134"/>
            <a:ext cx="616017" cy="145142"/>
            <a:chOff x="4512494" y="3277944"/>
            <a:chExt cx="616017" cy="145142"/>
          </a:xfrm>
          <a:noFill/>
        </p:grpSpPr>
        <p:sp>
          <p:nvSpPr>
            <p:cNvPr id="2132" name="مستطيل 484">
              <a:extLst>
                <a:ext uri="{FF2B5EF4-FFF2-40B4-BE49-F238E27FC236}">
                  <a16:creationId xmlns:a16="http://schemas.microsoft.com/office/drawing/2014/main" id="{F8385D22-C800-0BD7-4912-46094F458167}"/>
                </a:ext>
              </a:extLst>
            </p:cNvPr>
            <p:cNvSpPr/>
            <p:nvPr/>
          </p:nvSpPr>
          <p:spPr>
            <a:xfrm>
              <a:off x="4516273" y="3277944"/>
              <a:ext cx="612238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133" name="صورة 485">
              <a:extLst>
                <a:ext uri="{FF2B5EF4-FFF2-40B4-BE49-F238E27FC236}">
                  <a16:creationId xmlns:a16="http://schemas.microsoft.com/office/drawing/2014/main" id="{FC21BFA4-0B5B-4CFE-8EA3-0E02EB6027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0"/>
            <a:stretch>
              <a:fillRect/>
            </a:stretch>
          </p:blipFill>
          <p:spPr>
            <a:xfrm>
              <a:off x="4512494" y="3314230"/>
              <a:ext cx="597121" cy="87085"/>
            </a:xfrm>
            <a:custGeom>
              <a:avLst/>
              <a:gdLst>
                <a:gd name="csX0" fmla="*/ 0 w 597121"/>
                <a:gd name="csY0" fmla="*/ 0 h 87085"/>
                <a:gd name="csX1" fmla="*/ 597121 w 597121"/>
                <a:gd name="csY1" fmla="*/ 0 h 87085"/>
                <a:gd name="csX2" fmla="*/ 597121 w 597121"/>
                <a:gd name="csY2" fmla="*/ 87085 h 87085"/>
                <a:gd name="csX3" fmla="*/ 0 w 597121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7121" h="87085">
                  <a:moveTo>
                    <a:pt x="0" y="0"/>
                  </a:moveTo>
                  <a:lnTo>
                    <a:pt x="597121" y="0"/>
                  </a:lnTo>
                  <a:lnTo>
                    <a:pt x="597121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134" name="!!رسم 9">
            <a:extLst>
              <a:ext uri="{FF2B5EF4-FFF2-40B4-BE49-F238E27FC236}">
                <a16:creationId xmlns:a16="http://schemas.microsoft.com/office/drawing/2014/main" id="{BCA5BF1E-967D-B90F-153A-281C513DF944}"/>
              </a:ext>
            </a:extLst>
          </p:cNvPr>
          <p:cNvGrpSpPr/>
          <p:nvPr/>
        </p:nvGrpSpPr>
        <p:grpSpPr>
          <a:xfrm>
            <a:off x="2641456" y="3449799"/>
            <a:ext cx="65120" cy="64342"/>
            <a:chOff x="5364336" y="3460609"/>
            <a:chExt cx="65120" cy="64342"/>
          </a:xfrm>
          <a:noFill/>
        </p:grpSpPr>
        <p:sp>
          <p:nvSpPr>
            <p:cNvPr id="2135" name="شكل بيضاوي 487">
              <a:extLst>
                <a:ext uri="{FF2B5EF4-FFF2-40B4-BE49-F238E27FC236}">
                  <a16:creationId xmlns:a16="http://schemas.microsoft.com/office/drawing/2014/main" id="{820BA663-6938-59DC-1418-48975F6F34E6}"/>
                </a:ext>
              </a:extLst>
            </p:cNvPr>
            <p:cNvSpPr/>
            <p:nvPr/>
          </p:nvSpPr>
          <p:spPr>
            <a:xfrm>
              <a:off x="5370383" y="3466629"/>
              <a:ext cx="52909" cy="50799"/>
            </a:xfrm>
            <a:prstGeom prst="ellipse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36" name="شكل حر: شكل 488">
              <a:extLst>
                <a:ext uri="{FF2B5EF4-FFF2-40B4-BE49-F238E27FC236}">
                  <a16:creationId xmlns:a16="http://schemas.microsoft.com/office/drawing/2014/main" id="{992B0525-B75C-47ED-B9AC-0358185A38E8}"/>
                </a:ext>
              </a:extLst>
            </p:cNvPr>
            <p:cNvSpPr/>
            <p:nvPr/>
          </p:nvSpPr>
          <p:spPr>
            <a:xfrm>
              <a:off x="5364336" y="3460609"/>
              <a:ext cx="65120" cy="64342"/>
            </a:xfrm>
            <a:custGeom>
              <a:avLst/>
              <a:gdLst>
                <a:gd name="csX0" fmla="*/ 32125 w 65120"/>
                <a:gd name="csY0" fmla="*/ 5512 h 64342"/>
                <a:gd name="csX1" fmla="*/ 43160 w 65120"/>
                <a:gd name="csY1" fmla="*/ 17486 h 64342"/>
                <a:gd name="csX2" fmla="*/ 58428 w 65120"/>
                <a:gd name="csY2" fmla="*/ 22639 h 64342"/>
                <a:gd name="csX3" fmla="*/ 58126 w 65120"/>
                <a:gd name="csY3" fmla="*/ 44192 h 64342"/>
                <a:gd name="csX4" fmla="*/ 41270 w 65120"/>
                <a:gd name="csY4" fmla="*/ 47531 h 64342"/>
                <a:gd name="csX5" fmla="*/ 25548 w 65120"/>
                <a:gd name="csY5" fmla="*/ 59868 h 64342"/>
                <a:gd name="csX6" fmla="*/ 14362 w 65120"/>
                <a:gd name="csY6" fmla="*/ 42451 h 64342"/>
                <a:gd name="csX7" fmla="*/ 7786 w 65120"/>
                <a:gd name="csY7" fmla="*/ 36282 h 64342"/>
                <a:gd name="csX8" fmla="*/ 14664 w 65120"/>
                <a:gd name="csY8" fmla="*/ 14656 h 64342"/>
                <a:gd name="csX9" fmla="*/ 36962 w 65120"/>
                <a:gd name="csY9" fmla="*/ 10665 h 64342"/>
                <a:gd name="csX10" fmla="*/ 35677 w 65120"/>
                <a:gd name="csY10" fmla="*/ 8923 h 64342"/>
                <a:gd name="csX11" fmla="*/ 21920 w 65120"/>
                <a:gd name="csY11" fmla="*/ 214 h 64342"/>
                <a:gd name="csX12" fmla="*/ 33561 w 65120"/>
                <a:gd name="csY12" fmla="*/ 6818 h 64342"/>
                <a:gd name="csX13" fmla="*/ 64550 w 65120"/>
                <a:gd name="csY13" fmla="*/ 21332 h 64342"/>
                <a:gd name="csX14" fmla="*/ 54347 w 65120"/>
                <a:gd name="csY14" fmla="*/ 23727 h 64342"/>
                <a:gd name="csX15" fmla="*/ 63417 w 65120"/>
                <a:gd name="csY15" fmla="*/ 53699 h 64342"/>
                <a:gd name="csX16" fmla="*/ 24868 w 65120"/>
                <a:gd name="csY16" fmla="*/ 61101 h 64342"/>
                <a:gd name="csX17" fmla="*/ 14967 w 65120"/>
                <a:gd name="csY17" fmla="*/ 62190 h 64342"/>
                <a:gd name="csX18" fmla="*/ 1 w 65120"/>
                <a:gd name="csY18" fmla="*/ 32218 h 64342"/>
                <a:gd name="csX19" fmla="*/ 14286 w 65120"/>
                <a:gd name="csY19" fmla="*/ 13568 h 64342"/>
                <a:gd name="csX20" fmla="*/ 21165 w 65120"/>
                <a:gd name="csY20" fmla="*/ 3988 h 64342"/>
                <a:gd name="csX21" fmla="*/ 31444 w 65120"/>
                <a:gd name="csY21" fmla="*/ 20825 h 64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5120" h="64342">
                  <a:moveTo>
                    <a:pt x="32125" y="5512"/>
                  </a:moveTo>
                  <a:cubicBezTo>
                    <a:pt x="36282" y="5004"/>
                    <a:pt x="38776" y="14583"/>
                    <a:pt x="43160" y="17486"/>
                  </a:cubicBezTo>
                  <a:cubicBezTo>
                    <a:pt x="47544" y="20317"/>
                    <a:pt x="55934" y="18140"/>
                    <a:pt x="58428" y="22639"/>
                  </a:cubicBezTo>
                  <a:cubicBezTo>
                    <a:pt x="60922" y="27066"/>
                    <a:pt x="60922" y="40056"/>
                    <a:pt x="58126" y="44192"/>
                  </a:cubicBezTo>
                  <a:cubicBezTo>
                    <a:pt x="55253" y="48402"/>
                    <a:pt x="46712" y="44918"/>
                    <a:pt x="41270" y="47531"/>
                  </a:cubicBezTo>
                  <a:cubicBezTo>
                    <a:pt x="35828" y="50143"/>
                    <a:pt x="30008" y="60739"/>
                    <a:pt x="25548" y="59868"/>
                  </a:cubicBezTo>
                  <a:cubicBezTo>
                    <a:pt x="21089" y="58997"/>
                    <a:pt x="17310" y="46442"/>
                    <a:pt x="14362" y="42451"/>
                  </a:cubicBezTo>
                  <a:cubicBezTo>
                    <a:pt x="11339" y="38532"/>
                    <a:pt x="7710" y="40854"/>
                    <a:pt x="7786" y="36282"/>
                  </a:cubicBezTo>
                  <a:cubicBezTo>
                    <a:pt x="7862" y="31638"/>
                    <a:pt x="9751" y="18938"/>
                    <a:pt x="14664" y="14656"/>
                  </a:cubicBezTo>
                  <a:cubicBezTo>
                    <a:pt x="19502" y="10447"/>
                    <a:pt x="33485" y="11608"/>
                    <a:pt x="36962" y="10665"/>
                  </a:cubicBezTo>
                  <a:cubicBezTo>
                    <a:pt x="40514" y="9721"/>
                    <a:pt x="37567" y="10229"/>
                    <a:pt x="35677" y="8923"/>
                  </a:cubicBezTo>
                  <a:moveTo>
                    <a:pt x="21920" y="214"/>
                  </a:moveTo>
                  <a:cubicBezTo>
                    <a:pt x="26531" y="-1019"/>
                    <a:pt x="26456" y="3335"/>
                    <a:pt x="33561" y="6818"/>
                  </a:cubicBezTo>
                  <a:cubicBezTo>
                    <a:pt x="40665" y="10374"/>
                    <a:pt x="61073" y="18502"/>
                    <a:pt x="64550" y="21332"/>
                  </a:cubicBezTo>
                  <a:cubicBezTo>
                    <a:pt x="68027" y="24090"/>
                    <a:pt x="54498" y="18357"/>
                    <a:pt x="54347" y="23727"/>
                  </a:cubicBezTo>
                  <a:cubicBezTo>
                    <a:pt x="54195" y="29170"/>
                    <a:pt x="68330" y="47458"/>
                    <a:pt x="63417" y="53699"/>
                  </a:cubicBezTo>
                  <a:cubicBezTo>
                    <a:pt x="58579" y="59940"/>
                    <a:pt x="32956" y="59723"/>
                    <a:pt x="24868" y="61101"/>
                  </a:cubicBezTo>
                  <a:cubicBezTo>
                    <a:pt x="16781" y="62480"/>
                    <a:pt x="19048" y="66980"/>
                    <a:pt x="14967" y="62190"/>
                  </a:cubicBezTo>
                  <a:cubicBezTo>
                    <a:pt x="10809" y="57328"/>
                    <a:pt x="152" y="40274"/>
                    <a:pt x="1" y="32218"/>
                  </a:cubicBezTo>
                  <a:cubicBezTo>
                    <a:pt x="-75" y="24090"/>
                    <a:pt x="10734" y="18212"/>
                    <a:pt x="14286" y="13568"/>
                  </a:cubicBezTo>
                  <a:cubicBezTo>
                    <a:pt x="17839" y="8850"/>
                    <a:pt x="18292" y="2754"/>
                    <a:pt x="21165" y="3988"/>
                  </a:cubicBezTo>
                  <a:cubicBezTo>
                    <a:pt x="23961" y="5222"/>
                    <a:pt x="30386" y="18938"/>
                    <a:pt x="31444" y="20825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37" name="!!رسم 9">
            <a:extLst>
              <a:ext uri="{FF2B5EF4-FFF2-40B4-BE49-F238E27FC236}">
                <a16:creationId xmlns:a16="http://schemas.microsoft.com/office/drawing/2014/main" id="{E95FC2FC-5D2C-E03E-1D64-1ABCEC52F6B8}"/>
              </a:ext>
            </a:extLst>
          </p:cNvPr>
          <p:cNvGrpSpPr/>
          <p:nvPr/>
        </p:nvGrpSpPr>
        <p:grpSpPr>
          <a:xfrm>
            <a:off x="4322106" y="3990232"/>
            <a:ext cx="688466" cy="663008"/>
            <a:chOff x="7044986" y="4001042"/>
            <a:chExt cx="688466" cy="663008"/>
          </a:xfrm>
        </p:grpSpPr>
        <p:grpSp>
          <p:nvGrpSpPr>
            <p:cNvPr id="2138" name="رسم 9">
              <a:extLst>
                <a:ext uri="{FF2B5EF4-FFF2-40B4-BE49-F238E27FC236}">
                  <a16:creationId xmlns:a16="http://schemas.microsoft.com/office/drawing/2014/main" id="{D7F53486-EEF9-471F-D23A-E2E8D34AA4F2}"/>
                </a:ext>
              </a:extLst>
            </p:cNvPr>
            <p:cNvGrpSpPr/>
            <p:nvPr/>
          </p:nvGrpSpPr>
          <p:grpSpPr>
            <a:xfrm>
              <a:off x="7044986" y="4001042"/>
              <a:ext cx="688466" cy="663008"/>
              <a:chOff x="7044986" y="4001042"/>
              <a:chExt cx="688466" cy="663008"/>
            </a:xfrm>
            <a:noFill/>
          </p:grpSpPr>
          <p:grpSp>
            <p:nvGrpSpPr>
              <p:cNvPr id="2159" name="رسم 9">
                <a:extLst>
                  <a:ext uri="{FF2B5EF4-FFF2-40B4-BE49-F238E27FC236}">
                    <a16:creationId xmlns:a16="http://schemas.microsoft.com/office/drawing/2014/main" id="{933D7861-2FAF-55E8-54BA-5B80F213337C}"/>
                  </a:ext>
                </a:extLst>
              </p:cNvPr>
              <p:cNvGrpSpPr/>
              <p:nvPr/>
            </p:nvGrpSpPr>
            <p:grpSpPr>
              <a:xfrm>
                <a:off x="7044986" y="4001042"/>
                <a:ext cx="688466" cy="662210"/>
                <a:chOff x="7044986" y="4001042"/>
                <a:chExt cx="688466" cy="662210"/>
              </a:xfrm>
              <a:noFill/>
            </p:grpSpPr>
            <p:sp>
              <p:nvSpPr>
                <p:cNvPr id="2161" name="مستطيل 492">
                  <a:extLst>
                    <a:ext uri="{FF2B5EF4-FFF2-40B4-BE49-F238E27FC236}">
                      <a16:creationId xmlns:a16="http://schemas.microsoft.com/office/drawing/2014/main" id="{8AE35294-E1EC-0731-AEAA-B457D998ED0B}"/>
                    </a:ext>
                  </a:extLst>
                </p:cNvPr>
                <p:cNvSpPr/>
                <p:nvPr/>
              </p:nvSpPr>
              <p:spPr>
                <a:xfrm>
                  <a:off x="7048369" y="4003655"/>
                  <a:ext cx="680264" cy="653139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2" name="شكل حر: شكل 493">
                  <a:extLst>
                    <a:ext uri="{FF2B5EF4-FFF2-40B4-BE49-F238E27FC236}">
                      <a16:creationId xmlns:a16="http://schemas.microsoft.com/office/drawing/2014/main" id="{08DCA9C5-FD14-B9C4-761D-566356AFBECC}"/>
                    </a:ext>
                  </a:extLst>
                </p:cNvPr>
                <p:cNvSpPr/>
                <p:nvPr/>
              </p:nvSpPr>
              <p:spPr>
                <a:xfrm>
                  <a:off x="7046480" y="4001042"/>
                  <a:ext cx="684497" cy="662210"/>
                </a:xfrm>
                <a:custGeom>
                  <a:avLst/>
                  <a:gdLst>
                    <a:gd name="csX0" fmla="*/ 2948 w 684497"/>
                    <a:gd name="csY0" fmla="*/ 1452 h 662210"/>
                    <a:gd name="csX1" fmla="*/ 2948 w 684497"/>
                    <a:gd name="csY1" fmla="*/ 1452 h 662210"/>
                    <a:gd name="csX2" fmla="*/ 2948 w 684497"/>
                    <a:gd name="csY2" fmla="*/ 1452 h 662210"/>
                    <a:gd name="csX3" fmla="*/ 2948 w 684497"/>
                    <a:gd name="csY3" fmla="*/ 1452 h 662210"/>
                    <a:gd name="csX4" fmla="*/ 907 w 684497"/>
                    <a:gd name="csY4" fmla="*/ 47897 h 662210"/>
                    <a:gd name="csX5" fmla="*/ 40590 w 684497"/>
                    <a:gd name="csY5" fmla="*/ 4064 h 662210"/>
                    <a:gd name="csX6" fmla="*/ 907 w 684497"/>
                    <a:gd name="csY6" fmla="*/ 47897 h 662210"/>
                    <a:gd name="csX7" fmla="*/ 40590 w 684497"/>
                    <a:gd name="csY7" fmla="*/ 4064 h 662210"/>
                    <a:gd name="csX8" fmla="*/ 3931 w 684497"/>
                    <a:gd name="csY8" fmla="*/ 88827 h 662210"/>
                    <a:gd name="csX9" fmla="*/ 83295 w 684497"/>
                    <a:gd name="csY9" fmla="*/ 1234 h 662210"/>
                    <a:gd name="csX10" fmla="*/ 3931 w 684497"/>
                    <a:gd name="csY10" fmla="*/ 88827 h 662210"/>
                    <a:gd name="csX11" fmla="*/ 83295 w 684497"/>
                    <a:gd name="csY11" fmla="*/ 1234 h 662210"/>
                    <a:gd name="csX12" fmla="*/ 1966 w 684497"/>
                    <a:gd name="csY12" fmla="*/ 135273 h 662210"/>
                    <a:gd name="csX13" fmla="*/ 120936 w 684497"/>
                    <a:gd name="csY13" fmla="*/ 3847 h 662210"/>
                    <a:gd name="csX14" fmla="*/ 1966 w 684497"/>
                    <a:gd name="csY14" fmla="*/ 135273 h 662210"/>
                    <a:gd name="csX15" fmla="*/ 120936 w 684497"/>
                    <a:gd name="csY15" fmla="*/ 3847 h 662210"/>
                    <a:gd name="csX16" fmla="*/ 1 w 684497"/>
                    <a:gd name="csY16" fmla="*/ 181718 h 662210"/>
                    <a:gd name="csX17" fmla="*/ 163642 w 684497"/>
                    <a:gd name="csY17" fmla="*/ 944 h 662210"/>
                    <a:gd name="csX18" fmla="*/ 1 w 684497"/>
                    <a:gd name="csY18" fmla="*/ 181718 h 662210"/>
                    <a:gd name="csX19" fmla="*/ 163642 w 684497"/>
                    <a:gd name="csY19" fmla="*/ 944 h 662210"/>
                    <a:gd name="csX20" fmla="*/ 2948 w 684497"/>
                    <a:gd name="csY20" fmla="*/ 222648 h 662210"/>
                    <a:gd name="csX21" fmla="*/ 201283 w 684497"/>
                    <a:gd name="csY21" fmla="*/ 3556 h 662210"/>
                    <a:gd name="csX22" fmla="*/ 2948 w 684497"/>
                    <a:gd name="csY22" fmla="*/ 222648 h 662210"/>
                    <a:gd name="csX23" fmla="*/ 201283 w 684497"/>
                    <a:gd name="csY23" fmla="*/ 3556 h 662210"/>
                    <a:gd name="csX24" fmla="*/ 983 w 684497"/>
                    <a:gd name="csY24" fmla="*/ 269094 h 662210"/>
                    <a:gd name="csX25" fmla="*/ 243989 w 684497"/>
                    <a:gd name="csY25" fmla="*/ 726 h 662210"/>
                    <a:gd name="csX26" fmla="*/ 983 w 684497"/>
                    <a:gd name="csY26" fmla="*/ 269094 h 662210"/>
                    <a:gd name="csX27" fmla="*/ 243989 w 684497"/>
                    <a:gd name="csY27" fmla="*/ 726 h 662210"/>
                    <a:gd name="csX28" fmla="*/ 3931 w 684497"/>
                    <a:gd name="csY28" fmla="*/ 310024 h 662210"/>
                    <a:gd name="csX29" fmla="*/ 281630 w 684497"/>
                    <a:gd name="csY29" fmla="*/ 3339 h 662210"/>
                    <a:gd name="csX30" fmla="*/ 3931 w 684497"/>
                    <a:gd name="csY30" fmla="*/ 310024 h 662210"/>
                    <a:gd name="csX31" fmla="*/ 281630 w 684497"/>
                    <a:gd name="csY31" fmla="*/ 3339 h 662210"/>
                    <a:gd name="csX32" fmla="*/ 1966 w 684497"/>
                    <a:gd name="csY32" fmla="*/ 356469 h 662210"/>
                    <a:gd name="csX33" fmla="*/ 324335 w 684497"/>
                    <a:gd name="csY33" fmla="*/ 508 h 662210"/>
                    <a:gd name="csX34" fmla="*/ 1966 w 684497"/>
                    <a:gd name="csY34" fmla="*/ 356469 h 662210"/>
                    <a:gd name="csX35" fmla="*/ 324335 w 684497"/>
                    <a:gd name="csY35" fmla="*/ 508 h 662210"/>
                    <a:gd name="csX36" fmla="*/ 1 w 684497"/>
                    <a:gd name="csY36" fmla="*/ 402915 h 662210"/>
                    <a:gd name="csX37" fmla="*/ 361977 w 684497"/>
                    <a:gd name="csY37" fmla="*/ 3121 h 662210"/>
                    <a:gd name="csX38" fmla="*/ 1 w 684497"/>
                    <a:gd name="csY38" fmla="*/ 402915 h 662210"/>
                    <a:gd name="csX39" fmla="*/ 361977 w 684497"/>
                    <a:gd name="csY39" fmla="*/ 3121 h 662210"/>
                    <a:gd name="csX40" fmla="*/ 3024 w 684497"/>
                    <a:gd name="csY40" fmla="*/ 443845 h 662210"/>
                    <a:gd name="csX41" fmla="*/ 404682 w 684497"/>
                    <a:gd name="csY41" fmla="*/ 218 h 662210"/>
                    <a:gd name="csX42" fmla="*/ 3024 w 684497"/>
                    <a:gd name="csY42" fmla="*/ 443845 h 662210"/>
                    <a:gd name="csX43" fmla="*/ 404682 w 684497"/>
                    <a:gd name="csY43" fmla="*/ 218 h 662210"/>
                    <a:gd name="csX44" fmla="*/ 983 w 684497"/>
                    <a:gd name="csY44" fmla="*/ 490290 h 662210"/>
                    <a:gd name="csX45" fmla="*/ 442324 w 684497"/>
                    <a:gd name="csY45" fmla="*/ 2831 h 662210"/>
                    <a:gd name="csX46" fmla="*/ 983 w 684497"/>
                    <a:gd name="csY46" fmla="*/ 490290 h 662210"/>
                    <a:gd name="csX47" fmla="*/ 442324 w 684497"/>
                    <a:gd name="csY47" fmla="*/ 2831 h 662210"/>
                    <a:gd name="csX48" fmla="*/ 4007 w 684497"/>
                    <a:gd name="csY48" fmla="*/ 531221 h 662210"/>
                    <a:gd name="csX49" fmla="*/ 485029 w 684497"/>
                    <a:gd name="csY49" fmla="*/ 1 h 662210"/>
                    <a:gd name="csX50" fmla="*/ 4007 w 684497"/>
                    <a:gd name="csY50" fmla="*/ 531221 h 662210"/>
                    <a:gd name="csX51" fmla="*/ 485029 w 684497"/>
                    <a:gd name="csY51" fmla="*/ 1 h 662210"/>
                    <a:gd name="csX52" fmla="*/ 2041 w 684497"/>
                    <a:gd name="csY52" fmla="*/ 577666 h 662210"/>
                    <a:gd name="csX53" fmla="*/ 522671 w 684497"/>
                    <a:gd name="csY53" fmla="*/ 2613 h 662210"/>
                    <a:gd name="csX54" fmla="*/ 2041 w 684497"/>
                    <a:gd name="csY54" fmla="*/ 577666 h 662210"/>
                    <a:gd name="csX55" fmla="*/ 522671 w 684497"/>
                    <a:gd name="csY55" fmla="*/ 2613 h 662210"/>
                    <a:gd name="csX56" fmla="*/ 76 w 684497"/>
                    <a:gd name="csY56" fmla="*/ 624111 h 662210"/>
                    <a:gd name="csX57" fmla="*/ 560388 w 684497"/>
                    <a:gd name="csY57" fmla="*/ 5225 h 662210"/>
                    <a:gd name="csX58" fmla="*/ 76 w 684497"/>
                    <a:gd name="csY58" fmla="*/ 624111 h 662210"/>
                    <a:gd name="csX59" fmla="*/ 560388 w 684497"/>
                    <a:gd name="csY59" fmla="*/ 5225 h 662210"/>
                    <a:gd name="csX60" fmla="*/ 8012 w 684497"/>
                    <a:gd name="csY60" fmla="*/ 659599 h 662210"/>
                    <a:gd name="csX61" fmla="*/ 603018 w 684497"/>
                    <a:gd name="csY61" fmla="*/ 2323 h 662210"/>
                    <a:gd name="csX62" fmla="*/ 8012 w 684497"/>
                    <a:gd name="csY62" fmla="*/ 659599 h 662210"/>
                    <a:gd name="csX63" fmla="*/ 603018 w 684497"/>
                    <a:gd name="csY63" fmla="*/ 2323 h 662210"/>
                    <a:gd name="csX64" fmla="*/ 45654 w 684497"/>
                    <a:gd name="csY64" fmla="*/ 662211 h 662210"/>
                    <a:gd name="csX65" fmla="*/ 640734 w 684497"/>
                    <a:gd name="csY65" fmla="*/ 4935 h 662210"/>
                    <a:gd name="csX66" fmla="*/ 45654 w 684497"/>
                    <a:gd name="csY66" fmla="*/ 662211 h 662210"/>
                    <a:gd name="csX67" fmla="*/ 640734 w 684497"/>
                    <a:gd name="csY67" fmla="*/ 4935 h 662210"/>
                    <a:gd name="csX68" fmla="*/ 88359 w 684497"/>
                    <a:gd name="csY68" fmla="*/ 659308 h 662210"/>
                    <a:gd name="csX69" fmla="*/ 683364 w 684497"/>
                    <a:gd name="csY69" fmla="*/ 2105 h 662210"/>
                    <a:gd name="csX70" fmla="*/ 88359 w 684497"/>
                    <a:gd name="csY70" fmla="*/ 659308 h 662210"/>
                    <a:gd name="csX71" fmla="*/ 683364 w 684497"/>
                    <a:gd name="csY71" fmla="*/ 2105 h 662210"/>
                    <a:gd name="csX72" fmla="*/ 126001 w 684497"/>
                    <a:gd name="csY72" fmla="*/ 661921 h 662210"/>
                    <a:gd name="csX73" fmla="*/ 681399 w 684497"/>
                    <a:gd name="csY73" fmla="*/ 48550 h 662210"/>
                    <a:gd name="csX74" fmla="*/ 126001 w 684497"/>
                    <a:gd name="csY74" fmla="*/ 661921 h 662210"/>
                    <a:gd name="csX75" fmla="*/ 681399 w 684497"/>
                    <a:gd name="csY75" fmla="*/ 48550 h 662210"/>
                    <a:gd name="csX76" fmla="*/ 168706 w 684497"/>
                    <a:gd name="csY76" fmla="*/ 659091 h 662210"/>
                    <a:gd name="csX77" fmla="*/ 684422 w 684497"/>
                    <a:gd name="csY77" fmla="*/ 89480 h 662210"/>
                    <a:gd name="csX78" fmla="*/ 168706 w 684497"/>
                    <a:gd name="csY78" fmla="*/ 659091 h 662210"/>
                    <a:gd name="csX79" fmla="*/ 684422 w 684497"/>
                    <a:gd name="csY79" fmla="*/ 89480 h 662210"/>
                    <a:gd name="csX80" fmla="*/ 206347 w 684497"/>
                    <a:gd name="csY80" fmla="*/ 661703 h 662210"/>
                    <a:gd name="csX81" fmla="*/ 682457 w 684497"/>
                    <a:gd name="csY81" fmla="*/ 135926 h 662210"/>
                    <a:gd name="csX82" fmla="*/ 206347 w 684497"/>
                    <a:gd name="csY82" fmla="*/ 661703 h 662210"/>
                    <a:gd name="csX83" fmla="*/ 682457 w 684497"/>
                    <a:gd name="csY83" fmla="*/ 135926 h 662210"/>
                    <a:gd name="csX84" fmla="*/ 249053 w 684497"/>
                    <a:gd name="csY84" fmla="*/ 658800 h 662210"/>
                    <a:gd name="csX85" fmla="*/ 680416 w 684497"/>
                    <a:gd name="csY85" fmla="*/ 182299 h 662210"/>
                    <a:gd name="csX86" fmla="*/ 249053 w 684497"/>
                    <a:gd name="csY86" fmla="*/ 658800 h 662210"/>
                    <a:gd name="csX87" fmla="*/ 680416 w 684497"/>
                    <a:gd name="csY87" fmla="*/ 182299 h 662210"/>
                    <a:gd name="csX88" fmla="*/ 286694 w 684497"/>
                    <a:gd name="csY88" fmla="*/ 661413 h 662210"/>
                    <a:gd name="csX89" fmla="*/ 683440 w 684497"/>
                    <a:gd name="csY89" fmla="*/ 223301 h 662210"/>
                    <a:gd name="csX90" fmla="*/ 286694 w 684497"/>
                    <a:gd name="csY90" fmla="*/ 661413 h 662210"/>
                    <a:gd name="csX91" fmla="*/ 683440 w 684497"/>
                    <a:gd name="csY91" fmla="*/ 223301 h 662210"/>
                    <a:gd name="csX92" fmla="*/ 329400 w 684497"/>
                    <a:gd name="csY92" fmla="*/ 658583 h 662210"/>
                    <a:gd name="csX93" fmla="*/ 681474 w 684497"/>
                    <a:gd name="csY93" fmla="*/ 269674 h 662210"/>
                    <a:gd name="csX94" fmla="*/ 329400 w 684497"/>
                    <a:gd name="csY94" fmla="*/ 658583 h 662210"/>
                    <a:gd name="csX95" fmla="*/ 681474 w 684497"/>
                    <a:gd name="csY95" fmla="*/ 269674 h 662210"/>
                    <a:gd name="csX96" fmla="*/ 367041 w 684497"/>
                    <a:gd name="csY96" fmla="*/ 661195 h 662210"/>
                    <a:gd name="csX97" fmla="*/ 684422 w 684497"/>
                    <a:gd name="csY97" fmla="*/ 310677 h 662210"/>
                    <a:gd name="csX98" fmla="*/ 367041 w 684497"/>
                    <a:gd name="csY98" fmla="*/ 661195 h 662210"/>
                    <a:gd name="csX99" fmla="*/ 684422 w 684497"/>
                    <a:gd name="csY99" fmla="*/ 310677 h 662210"/>
                    <a:gd name="csX100" fmla="*/ 409747 w 684497"/>
                    <a:gd name="csY100" fmla="*/ 658292 h 662210"/>
                    <a:gd name="csX101" fmla="*/ 682457 w 684497"/>
                    <a:gd name="csY101" fmla="*/ 357123 h 662210"/>
                    <a:gd name="csX102" fmla="*/ 409747 w 684497"/>
                    <a:gd name="csY102" fmla="*/ 658292 h 662210"/>
                    <a:gd name="csX103" fmla="*/ 682457 w 684497"/>
                    <a:gd name="csY103" fmla="*/ 357123 h 662210"/>
                    <a:gd name="csX104" fmla="*/ 447388 w 684497"/>
                    <a:gd name="csY104" fmla="*/ 660905 h 662210"/>
                    <a:gd name="csX105" fmla="*/ 680492 w 684497"/>
                    <a:gd name="csY105" fmla="*/ 403495 h 662210"/>
                    <a:gd name="csX106" fmla="*/ 447388 w 684497"/>
                    <a:gd name="csY106" fmla="*/ 660905 h 662210"/>
                    <a:gd name="csX107" fmla="*/ 680492 w 684497"/>
                    <a:gd name="csY107" fmla="*/ 403495 h 662210"/>
                    <a:gd name="csX108" fmla="*/ 490094 w 684497"/>
                    <a:gd name="csY108" fmla="*/ 658075 h 662210"/>
                    <a:gd name="csX109" fmla="*/ 683440 w 684497"/>
                    <a:gd name="csY109" fmla="*/ 444498 h 662210"/>
                    <a:gd name="csX110" fmla="*/ 490094 w 684497"/>
                    <a:gd name="csY110" fmla="*/ 658075 h 662210"/>
                    <a:gd name="csX111" fmla="*/ 683440 w 684497"/>
                    <a:gd name="csY111" fmla="*/ 444498 h 662210"/>
                    <a:gd name="csX112" fmla="*/ 527735 w 684497"/>
                    <a:gd name="csY112" fmla="*/ 660687 h 662210"/>
                    <a:gd name="csX113" fmla="*/ 681474 w 684497"/>
                    <a:gd name="csY113" fmla="*/ 490871 h 662210"/>
                    <a:gd name="csX114" fmla="*/ 527735 w 684497"/>
                    <a:gd name="csY114" fmla="*/ 660687 h 662210"/>
                    <a:gd name="csX115" fmla="*/ 681474 w 684497"/>
                    <a:gd name="csY115" fmla="*/ 490871 h 662210"/>
                    <a:gd name="csX116" fmla="*/ 570440 w 684497"/>
                    <a:gd name="csY116" fmla="*/ 657857 h 662210"/>
                    <a:gd name="csX117" fmla="*/ 684498 w 684497"/>
                    <a:gd name="csY117" fmla="*/ 531873 h 662210"/>
                    <a:gd name="csX118" fmla="*/ 570440 w 684497"/>
                    <a:gd name="csY118" fmla="*/ 657857 h 662210"/>
                    <a:gd name="csX119" fmla="*/ 684498 w 684497"/>
                    <a:gd name="csY119" fmla="*/ 531873 h 662210"/>
                    <a:gd name="csX120" fmla="*/ 608082 w 684497"/>
                    <a:gd name="csY120" fmla="*/ 660470 h 662210"/>
                    <a:gd name="csX121" fmla="*/ 682533 w 684497"/>
                    <a:gd name="csY121" fmla="*/ 578319 h 662210"/>
                    <a:gd name="csX122" fmla="*/ 608082 w 684497"/>
                    <a:gd name="csY122" fmla="*/ 660470 h 662210"/>
                    <a:gd name="csX123" fmla="*/ 682533 w 684497"/>
                    <a:gd name="csY123" fmla="*/ 578319 h 662210"/>
                    <a:gd name="csX124" fmla="*/ 650787 w 684497"/>
                    <a:gd name="csY124" fmla="*/ 657567 h 662210"/>
                    <a:gd name="csX125" fmla="*/ 680492 w 684497"/>
                    <a:gd name="csY125" fmla="*/ 624692 h 662210"/>
                    <a:gd name="csX126" fmla="*/ 650787 w 684497"/>
                    <a:gd name="csY126" fmla="*/ 657567 h 662210"/>
                    <a:gd name="csX127" fmla="*/ 680492 w 684497"/>
                    <a:gd name="csY127" fmla="*/ 624692 h 6622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</a:cxnLst>
                  <a:rect l="l" t="t" r="r" b="b"/>
                  <a:pathLst>
                    <a:path w="684497" h="662210">
                      <a:moveTo>
                        <a:pt x="2948" y="1452"/>
                      </a:moveTo>
                      <a:cubicBezTo>
                        <a:pt x="2948" y="1452"/>
                        <a:pt x="2948" y="1452"/>
                        <a:pt x="2948" y="1452"/>
                      </a:cubicBezTo>
                      <a:moveTo>
                        <a:pt x="2948" y="1452"/>
                      </a:moveTo>
                      <a:cubicBezTo>
                        <a:pt x="2948" y="1452"/>
                        <a:pt x="2948" y="1452"/>
                        <a:pt x="2948" y="1452"/>
                      </a:cubicBezTo>
                      <a:moveTo>
                        <a:pt x="907" y="47897"/>
                      </a:moveTo>
                      <a:cubicBezTo>
                        <a:pt x="14740" y="32657"/>
                        <a:pt x="22147" y="26416"/>
                        <a:pt x="40590" y="4064"/>
                      </a:cubicBezTo>
                      <a:moveTo>
                        <a:pt x="907" y="47897"/>
                      </a:moveTo>
                      <a:cubicBezTo>
                        <a:pt x="12926" y="37447"/>
                        <a:pt x="23356" y="22933"/>
                        <a:pt x="40590" y="4064"/>
                      </a:cubicBezTo>
                      <a:moveTo>
                        <a:pt x="3931" y="88827"/>
                      </a:moveTo>
                      <a:cubicBezTo>
                        <a:pt x="19652" y="66911"/>
                        <a:pt x="67422" y="33311"/>
                        <a:pt x="83295" y="1234"/>
                      </a:cubicBezTo>
                      <a:moveTo>
                        <a:pt x="3931" y="88827"/>
                      </a:moveTo>
                      <a:cubicBezTo>
                        <a:pt x="30310" y="59799"/>
                        <a:pt x="49433" y="30698"/>
                        <a:pt x="83295" y="1234"/>
                      </a:cubicBezTo>
                      <a:moveTo>
                        <a:pt x="1966" y="135273"/>
                      </a:moveTo>
                      <a:cubicBezTo>
                        <a:pt x="30612" y="108276"/>
                        <a:pt x="78382" y="56461"/>
                        <a:pt x="120936" y="3847"/>
                      </a:cubicBezTo>
                      <a:moveTo>
                        <a:pt x="1966" y="135273"/>
                      </a:moveTo>
                      <a:cubicBezTo>
                        <a:pt x="47846" y="86650"/>
                        <a:pt x="80423" y="38826"/>
                        <a:pt x="120936" y="3847"/>
                      </a:cubicBezTo>
                      <a:moveTo>
                        <a:pt x="1" y="181718"/>
                      </a:moveTo>
                      <a:cubicBezTo>
                        <a:pt x="30008" y="151964"/>
                        <a:pt x="75132" y="91440"/>
                        <a:pt x="163642" y="944"/>
                      </a:cubicBezTo>
                      <a:moveTo>
                        <a:pt x="1" y="181718"/>
                      </a:moveTo>
                      <a:cubicBezTo>
                        <a:pt x="40363" y="130918"/>
                        <a:pt x="91836" y="81498"/>
                        <a:pt x="163642" y="944"/>
                      </a:cubicBezTo>
                      <a:moveTo>
                        <a:pt x="2948" y="222648"/>
                      </a:moveTo>
                      <a:cubicBezTo>
                        <a:pt x="45881" y="163938"/>
                        <a:pt x="113076" y="106462"/>
                        <a:pt x="201283" y="3556"/>
                      </a:cubicBezTo>
                      <a:moveTo>
                        <a:pt x="2948" y="222648"/>
                      </a:moveTo>
                      <a:cubicBezTo>
                        <a:pt x="71806" y="142748"/>
                        <a:pt x="142251" y="73805"/>
                        <a:pt x="201283" y="3556"/>
                      </a:cubicBezTo>
                      <a:moveTo>
                        <a:pt x="983" y="269094"/>
                      </a:moveTo>
                      <a:cubicBezTo>
                        <a:pt x="45881" y="212561"/>
                        <a:pt x="106197" y="153416"/>
                        <a:pt x="243989" y="726"/>
                      </a:cubicBezTo>
                      <a:moveTo>
                        <a:pt x="983" y="269094"/>
                      </a:moveTo>
                      <a:cubicBezTo>
                        <a:pt x="60317" y="205304"/>
                        <a:pt x="117838" y="140571"/>
                        <a:pt x="243989" y="726"/>
                      </a:cubicBezTo>
                      <a:moveTo>
                        <a:pt x="3931" y="310024"/>
                      </a:moveTo>
                      <a:cubicBezTo>
                        <a:pt x="67346" y="244928"/>
                        <a:pt x="127361" y="172574"/>
                        <a:pt x="281630" y="3339"/>
                      </a:cubicBezTo>
                      <a:moveTo>
                        <a:pt x="3931" y="310024"/>
                      </a:moveTo>
                      <a:cubicBezTo>
                        <a:pt x="71051" y="233244"/>
                        <a:pt x="126454" y="160165"/>
                        <a:pt x="281630" y="3339"/>
                      </a:cubicBezTo>
                      <a:moveTo>
                        <a:pt x="1966" y="356469"/>
                      </a:moveTo>
                      <a:cubicBezTo>
                        <a:pt x="93801" y="265465"/>
                        <a:pt x="162433" y="181501"/>
                        <a:pt x="324335" y="508"/>
                      </a:cubicBezTo>
                      <a:moveTo>
                        <a:pt x="1966" y="356469"/>
                      </a:moveTo>
                      <a:cubicBezTo>
                        <a:pt x="64550" y="276714"/>
                        <a:pt x="131821" y="214012"/>
                        <a:pt x="324335" y="508"/>
                      </a:cubicBezTo>
                      <a:moveTo>
                        <a:pt x="1" y="402915"/>
                      </a:moveTo>
                      <a:cubicBezTo>
                        <a:pt x="83220" y="301751"/>
                        <a:pt x="179590" y="229470"/>
                        <a:pt x="361977" y="3121"/>
                      </a:cubicBezTo>
                      <a:moveTo>
                        <a:pt x="1" y="402915"/>
                      </a:moveTo>
                      <a:cubicBezTo>
                        <a:pt x="117233" y="285495"/>
                        <a:pt x="227965" y="166478"/>
                        <a:pt x="361977" y="3121"/>
                      </a:cubicBezTo>
                      <a:moveTo>
                        <a:pt x="3024" y="443845"/>
                      </a:moveTo>
                      <a:cubicBezTo>
                        <a:pt x="143158" y="291809"/>
                        <a:pt x="293724" y="137595"/>
                        <a:pt x="404682" y="218"/>
                      </a:cubicBezTo>
                      <a:moveTo>
                        <a:pt x="3024" y="443845"/>
                      </a:moveTo>
                      <a:cubicBezTo>
                        <a:pt x="101738" y="328675"/>
                        <a:pt x="190248" y="227003"/>
                        <a:pt x="404682" y="218"/>
                      </a:cubicBezTo>
                      <a:moveTo>
                        <a:pt x="983" y="490290"/>
                      </a:moveTo>
                      <a:cubicBezTo>
                        <a:pt x="125547" y="353784"/>
                        <a:pt x="226604" y="225406"/>
                        <a:pt x="442324" y="2831"/>
                      </a:cubicBezTo>
                      <a:moveTo>
                        <a:pt x="983" y="490290"/>
                      </a:moveTo>
                      <a:cubicBezTo>
                        <a:pt x="109145" y="365686"/>
                        <a:pt x="222447" y="245291"/>
                        <a:pt x="442324" y="2831"/>
                      </a:cubicBezTo>
                      <a:moveTo>
                        <a:pt x="4007" y="531221"/>
                      </a:moveTo>
                      <a:cubicBezTo>
                        <a:pt x="167194" y="348051"/>
                        <a:pt x="342174" y="156754"/>
                        <a:pt x="485029" y="1"/>
                      </a:cubicBezTo>
                      <a:moveTo>
                        <a:pt x="4007" y="531221"/>
                      </a:moveTo>
                      <a:cubicBezTo>
                        <a:pt x="121012" y="420767"/>
                        <a:pt x="215569" y="299211"/>
                        <a:pt x="485029" y="1"/>
                      </a:cubicBezTo>
                      <a:moveTo>
                        <a:pt x="2041" y="577666"/>
                      </a:moveTo>
                      <a:cubicBezTo>
                        <a:pt x="146636" y="433685"/>
                        <a:pt x="276490" y="291591"/>
                        <a:pt x="522671" y="2613"/>
                      </a:cubicBezTo>
                      <a:moveTo>
                        <a:pt x="2041" y="577666"/>
                      </a:moveTo>
                      <a:cubicBezTo>
                        <a:pt x="119425" y="452916"/>
                        <a:pt x="254193" y="311911"/>
                        <a:pt x="522671" y="2613"/>
                      </a:cubicBezTo>
                      <a:moveTo>
                        <a:pt x="76" y="624111"/>
                      </a:moveTo>
                      <a:cubicBezTo>
                        <a:pt x="204533" y="390795"/>
                        <a:pt x="421916" y="152908"/>
                        <a:pt x="560388" y="5225"/>
                      </a:cubicBezTo>
                      <a:moveTo>
                        <a:pt x="76" y="624111"/>
                      </a:moveTo>
                      <a:cubicBezTo>
                        <a:pt x="175509" y="408793"/>
                        <a:pt x="374977" y="204723"/>
                        <a:pt x="560388" y="5225"/>
                      </a:cubicBezTo>
                      <a:moveTo>
                        <a:pt x="8012" y="659599"/>
                      </a:moveTo>
                      <a:cubicBezTo>
                        <a:pt x="172334" y="477227"/>
                        <a:pt x="315416" y="286438"/>
                        <a:pt x="603018" y="2323"/>
                      </a:cubicBezTo>
                      <a:moveTo>
                        <a:pt x="8012" y="659599"/>
                      </a:moveTo>
                      <a:cubicBezTo>
                        <a:pt x="151851" y="491742"/>
                        <a:pt x="299997" y="334045"/>
                        <a:pt x="603018" y="2323"/>
                      </a:cubicBezTo>
                      <a:moveTo>
                        <a:pt x="45654" y="662211"/>
                      </a:moveTo>
                      <a:cubicBezTo>
                        <a:pt x="184201" y="486009"/>
                        <a:pt x="346180" y="320619"/>
                        <a:pt x="640734" y="4935"/>
                      </a:cubicBezTo>
                      <a:moveTo>
                        <a:pt x="45654" y="662211"/>
                      </a:moveTo>
                      <a:cubicBezTo>
                        <a:pt x="234314" y="440071"/>
                        <a:pt x="442021" y="210021"/>
                        <a:pt x="640734" y="4935"/>
                      </a:cubicBezTo>
                      <a:moveTo>
                        <a:pt x="88359" y="659308"/>
                      </a:moveTo>
                      <a:cubicBezTo>
                        <a:pt x="253361" y="485573"/>
                        <a:pt x="392060" y="311112"/>
                        <a:pt x="683364" y="2105"/>
                      </a:cubicBezTo>
                      <a:moveTo>
                        <a:pt x="88359" y="659308"/>
                      </a:moveTo>
                      <a:cubicBezTo>
                        <a:pt x="276263" y="442829"/>
                        <a:pt x="478831" y="221487"/>
                        <a:pt x="683364" y="2105"/>
                      </a:cubicBezTo>
                      <a:moveTo>
                        <a:pt x="126001" y="661921"/>
                      </a:moveTo>
                      <a:cubicBezTo>
                        <a:pt x="261600" y="502773"/>
                        <a:pt x="418892" y="338617"/>
                        <a:pt x="681399" y="48550"/>
                      </a:cubicBezTo>
                      <a:moveTo>
                        <a:pt x="126001" y="661921"/>
                      </a:moveTo>
                      <a:cubicBezTo>
                        <a:pt x="300602" y="465544"/>
                        <a:pt x="485180" y="269529"/>
                        <a:pt x="681399" y="48550"/>
                      </a:cubicBezTo>
                      <a:moveTo>
                        <a:pt x="168706" y="659091"/>
                      </a:moveTo>
                      <a:cubicBezTo>
                        <a:pt x="284049" y="511118"/>
                        <a:pt x="431817" y="387675"/>
                        <a:pt x="684422" y="89480"/>
                      </a:cubicBezTo>
                      <a:moveTo>
                        <a:pt x="168706" y="659091"/>
                      </a:moveTo>
                      <a:cubicBezTo>
                        <a:pt x="272333" y="539421"/>
                        <a:pt x="386315" y="422872"/>
                        <a:pt x="684422" y="89480"/>
                      </a:cubicBezTo>
                      <a:moveTo>
                        <a:pt x="206347" y="661703"/>
                      </a:moveTo>
                      <a:cubicBezTo>
                        <a:pt x="359105" y="493048"/>
                        <a:pt x="477244" y="353639"/>
                        <a:pt x="682457" y="135926"/>
                      </a:cubicBezTo>
                      <a:moveTo>
                        <a:pt x="206347" y="661703"/>
                      </a:moveTo>
                      <a:cubicBezTo>
                        <a:pt x="351546" y="491814"/>
                        <a:pt x="510350" y="311620"/>
                        <a:pt x="682457" y="135926"/>
                      </a:cubicBezTo>
                      <a:moveTo>
                        <a:pt x="249053" y="658800"/>
                      </a:moveTo>
                      <a:cubicBezTo>
                        <a:pt x="346784" y="550960"/>
                        <a:pt x="440283" y="445804"/>
                        <a:pt x="680416" y="182299"/>
                      </a:cubicBezTo>
                      <a:moveTo>
                        <a:pt x="249053" y="658800"/>
                      </a:moveTo>
                      <a:cubicBezTo>
                        <a:pt x="422823" y="477373"/>
                        <a:pt x="587144" y="302694"/>
                        <a:pt x="680416" y="182299"/>
                      </a:cubicBezTo>
                      <a:moveTo>
                        <a:pt x="286694" y="661413"/>
                      </a:moveTo>
                      <a:cubicBezTo>
                        <a:pt x="386089" y="557128"/>
                        <a:pt x="474447" y="462496"/>
                        <a:pt x="683440" y="223301"/>
                      </a:cubicBezTo>
                      <a:moveTo>
                        <a:pt x="286694" y="661413"/>
                      </a:moveTo>
                      <a:cubicBezTo>
                        <a:pt x="415037" y="516851"/>
                        <a:pt x="564545" y="357123"/>
                        <a:pt x="683440" y="223301"/>
                      </a:cubicBezTo>
                      <a:moveTo>
                        <a:pt x="329400" y="658583"/>
                      </a:moveTo>
                      <a:cubicBezTo>
                        <a:pt x="456383" y="514384"/>
                        <a:pt x="595308" y="343479"/>
                        <a:pt x="681474" y="269674"/>
                      </a:cubicBezTo>
                      <a:moveTo>
                        <a:pt x="329400" y="658583"/>
                      </a:moveTo>
                      <a:cubicBezTo>
                        <a:pt x="407479" y="566490"/>
                        <a:pt x="499617" y="461552"/>
                        <a:pt x="681474" y="269674"/>
                      </a:cubicBezTo>
                      <a:moveTo>
                        <a:pt x="367041" y="661195"/>
                      </a:moveTo>
                      <a:cubicBezTo>
                        <a:pt x="477244" y="538550"/>
                        <a:pt x="579057" y="434338"/>
                        <a:pt x="684422" y="310677"/>
                      </a:cubicBezTo>
                      <a:moveTo>
                        <a:pt x="367041" y="661195"/>
                      </a:moveTo>
                      <a:cubicBezTo>
                        <a:pt x="471651" y="550089"/>
                        <a:pt x="568097" y="446022"/>
                        <a:pt x="684422" y="310677"/>
                      </a:cubicBezTo>
                      <a:moveTo>
                        <a:pt x="409747" y="658292"/>
                      </a:moveTo>
                      <a:cubicBezTo>
                        <a:pt x="510426" y="536083"/>
                        <a:pt x="607099" y="453061"/>
                        <a:pt x="682457" y="357123"/>
                      </a:cubicBezTo>
                      <a:moveTo>
                        <a:pt x="409747" y="658292"/>
                      </a:moveTo>
                      <a:cubicBezTo>
                        <a:pt x="474674" y="577158"/>
                        <a:pt x="550864" y="498346"/>
                        <a:pt x="682457" y="357123"/>
                      </a:cubicBezTo>
                      <a:moveTo>
                        <a:pt x="447388" y="660905"/>
                      </a:moveTo>
                      <a:cubicBezTo>
                        <a:pt x="529322" y="570046"/>
                        <a:pt x="594249" y="512352"/>
                        <a:pt x="680492" y="403495"/>
                      </a:cubicBezTo>
                      <a:moveTo>
                        <a:pt x="447388" y="660905"/>
                      </a:moveTo>
                      <a:cubicBezTo>
                        <a:pt x="519118" y="577738"/>
                        <a:pt x="595534" y="498926"/>
                        <a:pt x="680492" y="403495"/>
                      </a:cubicBezTo>
                      <a:moveTo>
                        <a:pt x="490094" y="658075"/>
                      </a:moveTo>
                      <a:cubicBezTo>
                        <a:pt x="558271" y="591672"/>
                        <a:pt x="630001" y="493338"/>
                        <a:pt x="683440" y="444498"/>
                      </a:cubicBezTo>
                      <a:moveTo>
                        <a:pt x="490094" y="658075"/>
                      </a:moveTo>
                      <a:cubicBezTo>
                        <a:pt x="546102" y="600889"/>
                        <a:pt x="604605" y="537026"/>
                        <a:pt x="683440" y="444498"/>
                      </a:cubicBezTo>
                      <a:moveTo>
                        <a:pt x="527735" y="660687"/>
                      </a:moveTo>
                      <a:cubicBezTo>
                        <a:pt x="566812" y="616492"/>
                        <a:pt x="604453" y="600453"/>
                        <a:pt x="681474" y="490871"/>
                      </a:cubicBezTo>
                      <a:moveTo>
                        <a:pt x="527735" y="660687"/>
                      </a:moveTo>
                      <a:cubicBezTo>
                        <a:pt x="575731" y="600889"/>
                        <a:pt x="643380" y="536010"/>
                        <a:pt x="681474" y="490871"/>
                      </a:cubicBezTo>
                      <a:moveTo>
                        <a:pt x="570440" y="657857"/>
                      </a:moveTo>
                      <a:cubicBezTo>
                        <a:pt x="611861" y="602993"/>
                        <a:pt x="648293" y="563297"/>
                        <a:pt x="684498" y="531873"/>
                      </a:cubicBezTo>
                      <a:moveTo>
                        <a:pt x="570440" y="657857"/>
                      </a:moveTo>
                      <a:cubicBezTo>
                        <a:pt x="592813" y="620918"/>
                        <a:pt x="625239" y="596317"/>
                        <a:pt x="684498" y="531873"/>
                      </a:cubicBezTo>
                      <a:moveTo>
                        <a:pt x="608082" y="660470"/>
                      </a:moveTo>
                      <a:cubicBezTo>
                        <a:pt x="631059" y="639932"/>
                        <a:pt x="672480" y="606331"/>
                        <a:pt x="682533" y="578319"/>
                      </a:cubicBezTo>
                      <a:moveTo>
                        <a:pt x="608082" y="660470"/>
                      </a:moveTo>
                      <a:cubicBezTo>
                        <a:pt x="633176" y="644068"/>
                        <a:pt x="644438" y="616782"/>
                        <a:pt x="682533" y="578319"/>
                      </a:cubicBezTo>
                      <a:moveTo>
                        <a:pt x="650787" y="657567"/>
                      </a:moveTo>
                      <a:cubicBezTo>
                        <a:pt x="661218" y="645229"/>
                        <a:pt x="671648" y="634924"/>
                        <a:pt x="680492" y="624692"/>
                      </a:cubicBezTo>
                      <a:moveTo>
                        <a:pt x="650787" y="657567"/>
                      </a:moveTo>
                      <a:cubicBezTo>
                        <a:pt x="659781" y="647044"/>
                        <a:pt x="670439" y="636811"/>
                        <a:pt x="680492" y="624692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63" name="شكل حر: شكل 494">
                  <a:extLst>
                    <a:ext uri="{FF2B5EF4-FFF2-40B4-BE49-F238E27FC236}">
                      <a16:creationId xmlns:a16="http://schemas.microsoft.com/office/drawing/2014/main" id="{86B47A8D-8446-E82D-E7CF-4373F857B1B0}"/>
                    </a:ext>
                  </a:extLst>
                </p:cNvPr>
                <p:cNvSpPr/>
                <p:nvPr/>
              </p:nvSpPr>
              <p:spPr>
                <a:xfrm>
                  <a:off x="7044986" y="4002029"/>
                  <a:ext cx="688466" cy="660591"/>
                </a:xfrm>
                <a:custGeom>
                  <a:avLst/>
                  <a:gdLst>
                    <a:gd name="csX0" fmla="*/ 3384 w 688466"/>
                    <a:gd name="csY0" fmla="*/ 1626 h 660591"/>
                    <a:gd name="csX1" fmla="*/ 683649 w 688466"/>
                    <a:gd name="csY1" fmla="*/ 1626 h 660591"/>
                    <a:gd name="csX2" fmla="*/ 3384 w 688466"/>
                    <a:gd name="csY2" fmla="*/ 1626 h 660591"/>
                    <a:gd name="csX3" fmla="*/ 683649 w 688466"/>
                    <a:gd name="csY3" fmla="*/ 1626 h 660591"/>
                    <a:gd name="csX4" fmla="*/ 683649 w 688466"/>
                    <a:gd name="csY4" fmla="*/ 1626 h 660591"/>
                    <a:gd name="csX5" fmla="*/ 683649 w 688466"/>
                    <a:gd name="csY5" fmla="*/ 654766 h 660591"/>
                    <a:gd name="csX6" fmla="*/ 683649 w 688466"/>
                    <a:gd name="csY6" fmla="*/ 1626 h 660591"/>
                    <a:gd name="csX7" fmla="*/ 683649 w 688466"/>
                    <a:gd name="csY7" fmla="*/ 654766 h 660591"/>
                    <a:gd name="csX8" fmla="*/ 683649 w 688466"/>
                    <a:gd name="csY8" fmla="*/ 654766 h 660591"/>
                    <a:gd name="csX9" fmla="*/ 3384 w 688466"/>
                    <a:gd name="csY9" fmla="*/ 654766 h 660591"/>
                    <a:gd name="csX10" fmla="*/ 683649 w 688466"/>
                    <a:gd name="csY10" fmla="*/ 654766 h 660591"/>
                    <a:gd name="csX11" fmla="*/ 3384 w 688466"/>
                    <a:gd name="csY11" fmla="*/ 654766 h 660591"/>
                    <a:gd name="csX12" fmla="*/ 3384 w 688466"/>
                    <a:gd name="csY12" fmla="*/ 654766 h 660591"/>
                    <a:gd name="csX13" fmla="*/ 3384 w 688466"/>
                    <a:gd name="csY13" fmla="*/ 1626 h 660591"/>
                    <a:gd name="csX14" fmla="*/ 3384 w 688466"/>
                    <a:gd name="csY14" fmla="*/ 654766 h 660591"/>
                    <a:gd name="csX15" fmla="*/ 3384 w 688466"/>
                    <a:gd name="csY15" fmla="*/ 1626 h 6605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88466" h="660591">
                      <a:moveTo>
                        <a:pt x="3384" y="1626"/>
                      </a:moveTo>
                      <a:cubicBezTo>
                        <a:pt x="220464" y="9391"/>
                        <a:pt x="442684" y="-4542"/>
                        <a:pt x="683649" y="1626"/>
                      </a:cubicBezTo>
                      <a:moveTo>
                        <a:pt x="3384" y="1626"/>
                      </a:moveTo>
                      <a:cubicBezTo>
                        <a:pt x="191818" y="465"/>
                        <a:pt x="385618" y="4094"/>
                        <a:pt x="683649" y="1626"/>
                      </a:cubicBezTo>
                      <a:moveTo>
                        <a:pt x="683649" y="1626"/>
                      </a:moveTo>
                      <a:cubicBezTo>
                        <a:pt x="676166" y="154461"/>
                        <a:pt x="697557" y="288935"/>
                        <a:pt x="683649" y="654766"/>
                      </a:cubicBezTo>
                      <a:moveTo>
                        <a:pt x="683649" y="1626"/>
                      </a:moveTo>
                      <a:cubicBezTo>
                        <a:pt x="681306" y="185739"/>
                        <a:pt x="683800" y="361143"/>
                        <a:pt x="683649" y="654766"/>
                      </a:cubicBezTo>
                      <a:moveTo>
                        <a:pt x="683649" y="654766"/>
                      </a:moveTo>
                      <a:cubicBezTo>
                        <a:pt x="523484" y="662241"/>
                        <a:pt x="358709" y="662821"/>
                        <a:pt x="3384" y="654766"/>
                      </a:cubicBezTo>
                      <a:moveTo>
                        <a:pt x="683649" y="654766"/>
                      </a:moveTo>
                      <a:cubicBezTo>
                        <a:pt x="478285" y="662241"/>
                        <a:pt x="282217" y="651573"/>
                        <a:pt x="3384" y="654766"/>
                      </a:cubicBezTo>
                      <a:moveTo>
                        <a:pt x="3384" y="654766"/>
                      </a:moveTo>
                      <a:cubicBezTo>
                        <a:pt x="-6291" y="466879"/>
                        <a:pt x="8373" y="275655"/>
                        <a:pt x="3384" y="1626"/>
                      </a:cubicBezTo>
                      <a:moveTo>
                        <a:pt x="3384" y="654766"/>
                      </a:moveTo>
                      <a:cubicBezTo>
                        <a:pt x="-4174" y="425949"/>
                        <a:pt x="5123" y="210703"/>
                        <a:pt x="3384" y="1626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60" name="صورة 495">
                <a:extLst>
                  <a:ext uri="{FF2B5EF4-FFF2-40B4-BE49-F238E27FC236}">
                    <a16:creationId xmlns:a16="http://schemas.microsoft.com/office/drawing/2014/main" id="{C4FB6484-DF93-21AC-1B68-5BB54312CB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052149" y="4018169"/>
                <a:ext cx="665147" cy="645882"/>
              </a:xfrm>
              <a:custGeom>
                <a:avLst/>
                <a:gdLst>
                  <a:gd name="csX0" fmla="*/ 0 w 665147"/>
                  <a:gd name="csY0" fmla="*/ 0 h 645882"/>
                  <a:gd name="csX1" fmla="*/ 665148 w 665147"/>
                  <a:gd name="csY1" fmla="*/ 0 h 645882"/>
                  <a:gd name="csX2" fmla="*/ 665148 w 665147"/>
                  <a:gd name="csY2" fmla="*/ 645882 h 645882"/>
                  <a:gd name="csX3" fmla="*/ 0 w 665147"/>
                  <a:gd name="csY3" fmla="*/ 645882 h 645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5147" h="645882">
                    <a:moveTo>
                      <a:pt x="0" y="0"/>
                    </a:moveTo>
                    <a:lnTo>
                      <a:pt x="665148" y="0"/>
                    </a:lnTo>
                    <a:lnTo>
                      <a:pt x="665148" y="645882"/>
                    </a:lnTo>
                    <a:lnTo>
                      <a:pt x="0" y="645882"/>
                    </a:lnTo>
                    <a:close/>
                  </a:path>
                </a:pathLst>
              </a:custGeom>
            </p:spPr>
          </p:pic>
        </p:grpSp>
        <p:grpSp>
          <p:nvGrpSpPr>
            <p:cNvPr id="2139" name="رسم 9">
              <a:extLst>
                <a:ext uri="{FF2B5EF4-FFF2-40B4-BE49-F238E27FC236}">
                  <a16:creationId xmlns:a16="http://schemas.microsoft.com/office/drawing/2014/main" id="{565F1A5C-6760-0B4C-1A9E-C7C74E257133}"/>
                </a:ext>
              </a:extLst>
            </p:cNvPr>
            <p:cNvGrpSpPr/>
            <p:nvPr/>
          </p:nvGrpSpPr>
          <p:grpSpPr>
            <a:xfrm>
              <a:off x="7290241" y="4156924"/>
              <a:ext cx="340132" cy="209585"/>
              <a:chOff x="7290241" y="4156924"/>
              <a:chExt cx="340132" cy="209585"/>
            </a:xfrm>
          </p:grpSpPr>
          <p:grpSp>
            <p:nvGrpSpPr>
              <p:cNvPr id="2152" name="رسم 9">
                <a:extLst>
                  <a:ext uri="{FF2B5EF4-FFF2-40B4-BE49-F238E27FC236}">
                    <a16:creationId xmlns:a16="http://schemas.microsoft.com/office/drawing/2014/main" id="{25B439C1-7047-7D6E-D3B3-05161BDEAA17}"/>
                  </a:ext>
                </a:extLst>
              </p:cNvPr>
              <p:cNvGrpSpPr/>
              <p:nvPr/>
            </p:nvGrpSpPr>
            <p:grpSpPr>
              <a:xfrm>
                <a:off x="7437783" y="4156924"/>
                <a:ext cx="52909" cy="209585"/>
                <a:chOff x="7437783" y="4156924"/>
                <a:chExt cx="52909" cy="209585"/>
              </a:xfrm>
            </p:grpSpPr>
            <p:sp>
              <p:nvSpPr>
                <p:cNvPr id="2154" name="شكل حر: شكل 498">
                  <a:extLst>
                    <a:ext uri="{FF2B5EF4-FFF2-40B4-BE49-F238E27FC236}">
                      <a16:creationId xmlns:a16="http://schemas.microsoft.com/office/drawing/2014/main" id="{FB37539C-F7E9-B2E6-70F8-556F3BB9181B}"/>
                    </a:ext>
                  </a:extLst>
                </p:cNvPr>
                <p:cNvSpPr/>
                <p:nvPr/>
              </p:nvSpPr>
              <p:spPr>
                <a:xfrm>
                  <a:off x="7464162" y="4195024"/>
                  <a:ext cx="377" cy="171485"/>
                </a:xfrm>
                <a:custGeom>
                  <a:avLst/>
                  <a:gdLst>
                    <a:gd name="csX0" fmla="*/ 1 w 377"/>
                    <a:gd name="csY0" fmla="*/ 1 h 171485"/>
                    <a:gd name="csX1" fmla="*/ 378 w 377"/>
                    <a:gd name="csY1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" h="171485">
                      <a:moveTo>
                        <a:pt x="1" y="1"/>
                      </a:moveTo>
                      <a:lnTo>
                        <a:pt x="378" y="171486"/>
                      </a:lnTo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5" name="شكل حر: شكل 499">
                  <a:extLst>
                    <a:ext uri="{FF2B5EF4-FFF2-40B4-BE49-F238E27FC236}">
                      <a16:creationId xmlns:a16="http://schemas.microsoft.com/office/drawing/2014/main" id="{3AAD5CEF-EA60-FC95-D22F-220A4B5EBA38}"/>
                    </a:ext>
                  </a:extLst>
                </p:cNvPr>
                <p:cNvSpPr/>
                <p:nvPr/>
              </p:nvSpPr>
              <p:spPr>
                <a:xfrm>
                  <a:off x="7437783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lnTo>
                        <a:pt x="52910" y="50728"/>
                      </a:lnTo>
                      <a:lnTo>
                        <a:pt x="26380" y="38100"/>
                      </a:lnTo>
                      <a:lnTo>
                        <a:pt x="1" y="50800"/>
                      </a:lnTo>
                      <a:close/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6" name="شكل حر: شكل 500">
                  <a:extLst>
                    <a:ext uri="{FF2B5EF4-FFF2-40B4-BE49-F238E27FC236}">
                      <a16:creationId xmlns:a16="http://schemas.microsoft.com/office/drawing/2014/main" id="{DDAD0376-6A12-2C8B-BC9D-5172EDC8D6C8}"/>
                    </a:ext>
                  </a:extLst>
                </p:cNvPr>
                <p:cNvSpPr/>
                <p:nvPr/>
              </p:nvSpPr>
              <p:spPr>
                <a:xfrm>
                  <a:off x="7461561" y="4195024"/>
                  <a:ext cx="7445" cy="171485"/>
                </a:xfrm>
                <a:custGeom>
                  <a:avLst/>
                  <a:gdLst>
                    <a:gd name="csX0" fmla="*/ 2602 w 7445"/>
                    <a:gd name="csY0" fmla="*/ 1 h 171485"/>
                    <a:gd name="csX1" fmla="*/ 2980 w 7445"/>
                    <a:gd name="csY1" fmla="*/ 171486 h 171485"/>
                    <a:gd name="csX2" fmla="*/ 2602 w 7445"/>
                    <a:gd name="csY2" fmla="*/ 1 h 171485"/>
                    <a:gd name="csX3" fmla="*/ 2980 w 7445"/>
                    <a:gd name="csY3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45" h="171485">
                      <a:moveTo>
                        <a:pt x="2602" y="1"/>
                      </a:moveTo>
                      <a:cubicBezTo>
                        <a:pt x="-7753" y="57840"/>
                        <a:pt x="17114" y="100511"/>
                        <a:pt x="2980" y="171486"/>
                      </a:cubicBezTo>
                      <a:moveTo>
                        <a:pt x="2602" y="1"/>
                      </a:moveTo>
                      <a:cubicBezTo>
                        <a:pt x="6986" y="66185"/>
                        <a:pt x="4114" y="125258"/>
                        <a:pt x="2980" y="171486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7" name="شكل حر: شكل 501">
                  <a:extLst>
                    <a:ext uri="{FF2B5EF4-FFF2-40B4-BE49-F238E27FC236}">
                      <a16:creationId xmlns:a16="http://schemas.microsoft.com/office/drawing/2014/main" id="{D9C44745-D2B4-CECF-0FC4-0A86242BD310}"/>
                    </a:ext>
                  </a:extLst>
                </p:cNvPr>
                <p:cNvSpPr/>
                <p:nvPr/>
              </p:nvSpPr>
              <p:spPr>
                <a:xfrm>
                  <a:off x="7437783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  <a:gd name="csX4" fmla="*/ 26304 w 52909"/>
                    <a:gd name="csY4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9985" y="29102"/>
                        <a:pt x="38397" y="34327"/>
                        <a:pt x="52910" y="50728"/>
                      </a:cubicBezTo>
                      <a:cubicBezTo>
                        <a:pt x="47090" y="45865"/>
                        <a:pt x="35072" y="46736"/>
                        <a:pt x="26380" y="38100"/>
                      </a:cubicBezTo>
                      <a:cubicBezTo>
                        <a:pt x="23280" y="40495"/>
                        <a:pt x="15193" y="39116"/>
                        <a:pt x="1" y="50800"/>
                      </a:cubicBezTo>
                      <a:cubicBezTo>
                        <a:pt x="14588" y="43108"/>
                        <a:pt x="20257" y="33456"/>
                        <a:pt x="26304" y="1"/>
                      </a:cubicBezTo>
                    </a:path>
                  </a:pathLst>
                </a:custGeom>
                <a:solidFill>
                  <a:srgbClr val="000000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8" name="شكل حر: شكل 502">
                  <a:extLst>
                    <a:ext uri="{FF2B5EF4-FFF2-40B4-BE49-F238E27FC236}">
                      <a16:creationId xmlns:a16="http://schemas.microsoft.com/office/drawing/2014/main" id="{916C0BD9-C425-AE2D-54CE-5132447741E6}"/>
                    </a:ext>
                  </a:extLst>
                </p:cNvPr>
                <p:cNvSpPr/>
                <p:nvPr/>
              </p:nvSpPr>
              <p:spPr>
                <a:xfrm>
                  <a:off x="7437783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04 w 52909"/>
                    <a:gd name="csY2" fmla="*/ 1 h 50799"/>
                    <a:gd name="csX3" fmla="*/ 52910 w 52909"/>
                    <a:gd name="csY3" fmla="*/ 50728 h 50799"/>
                    <a:gd name="csX4" fmla="*/ 52910 w 52909"/>
                    <a:gd name="csY4" fmla="*/ 50728 h 50799"/>
                    <a:gd name="csX5" fmla="*/ 26380 w 52909"/>
                    <a:gd name="csY5" fmla="*/ 38100 h 50799"/>
                    <a:gd name="csX6" fmla="*/ 52910 w 52909"/>
                    <a:gd name="csY6" fmla="*/ 50728 h 50799"/>
                    <a:gd name="csX7" fmla="*/ 26380 w 52909"/>
                    <a:gd name="csY7" fmla="*/ 38100 h 50799"/>
                    <a:gd name="csX8" fmla="*/ 26380 w 52909"/>
                    <a:gd name="csY8" fmla="*/ 38100 h 50799"/>
                    <a:gd name="csX9" fmla="*/ 1 w 52909"/>
                    <a:gd name="csY9" fmla="*/ 50800 h 50799"/>
                    <a:gd name="csX10" fmla="*/ 26380 w 52909"/>
                    <a:gd name="csY10" fmla="*/ 38100 h 50799"/>
                    <a:gd name="csX11" fmla="*/ 1 w 52909"/>
                    <a:gd name="csY11" fmla="*/ 50800 h 50799"/>
                    <a:gd name="csX12" fmla="*/ 1 w 52909"/>
                    <a:gd name="csY12" fmla="*/ 50800 h 50799"/>
                    <a:gd name="csX13" fmla="*/ 26304 w 52909"/>
                    <a:gd name="csY13" fmla="*/ 1 h 50799"/>
                    <a:gd name="csX14" fmla="*/ 1 w 52909"/>
                    <a:gd name="csY14" fmla="*/ 50800 h 50799"/>
                    <a:gd name="csX15" fmla="*/ 26304 w 52909"/>
                    <a:gd name="csY15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0764" y="17490"/>
                        <a:pt x="49055" y="28884"/>
                        <a:pt x="52910" y="50728"/>
                      </a:cubicBezTo>
                      <a:moveTo>
                        <a:pt x="26304" y="1"/>
                      </a:moveTo>
                      <a:cubicBezTo>
                        <a:pt x="37415" y="20248"/>
                        <a:pt x="45729" y="37520"/>
                        <a:pt x="52910" y="50728"/>
                      </a:cubicBezTo>
                      <a:moveTo>
                        <a:pt x="52910" y="50728"/>
                      </a:moveTo>
                      <a:cubicBezTo>
                        <a:pt x="44218" y="47099"/>
                        <a:pt x="40060" y="46301"/>
                        <a:pt x="26380" y="38100"/>
                      </a:cubicBezTo>
                      <a:moveTo>
                        <a:pt x="52910" y="50728"/>
                      </a:moveTo>
                      <a:cubicBezTo>
                        <a:pt x="45805" y="47825"/>
                        <a:pt x="40967" y="43253"/>
                        <a:pt x="26380" y="38100"/>
                      </a:cubicBezTo>
                      <a:moveTo>
                        <a:pt x="26380" y="38100"/>
                      </a:moveTo>
                      <a:cubicBezTo>
                        <a:pt x="21164" y="38681"/>
                        <a:pt x="13152" y="43543"/>
                        <a:pt x="1" y="50800"/>
                      </a:cubicBezTo>
                      <a:moveTo>
                        <a:pt x="26380" y="38100"/>
                      </a:moveTo>
                      <a:cubicBezTo>
                        <a:pt x="18443" y="43761"/>
                        <a:pt x="9070" y="47172"/>
                        <a:pt x="1" y="50800"/>
                      </a:cubicBezTo>
                      <a:moveTo>
                        <a:pt x="1" y="50800"/>
                      </a:moveTo>
                      <a:cubicBezTo>
                        <a:pt x="7106" y="37883"/>
                        <a:pt x="8390" y="28739"/>
                        <a:pt x="26304" y="1"/>
                      </a:cubicBezTo>
                      <a:moveTo>
                        <a:pt x="1" y="50800"/>
                      </a:moveTo>
                      <a:cubicBezTo>
                        <a:pt x="8012" y="33746"/>
                        <a:pt x="13984" y="21772"/>
                        <a:pt x="26304" y="1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53" name="صورة 503">
                <a:extLst>
                  <a:ext uri="{FF2B5EF4-FFF2-40B4-BE49-F238E27FC236}">
                    <a16:creationId xmlns:a16="http://schemas.microsoft.com/office/drawing/2014/main" id="{3BB25A15-240E-207B-6C4A-1ED2888975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290241" y="4210482"/>
                <a:ext cx="340132" cy="114299"/>
              </a:xfrm>
              <a:custGeom>
                <a:avLst/>
                <a:gdLst>
                  <a:gd name="csX0" fmla="*/ 0 w 340132"/>
                  <a:gd name="csY0" fmla="*/ 0 h 114299"/>
                  <a:gd name="csX1" fmla="*/ 340132 w 340132"/>
                  <a:gd name="csY1" fmla="*/ 0 h 114299"/>
                  <a:gd name="csX2" fmla="*/ 340132 w 340132"/>
                  <a:gd name="csY2" fmla="*/ 114299 h 114299"/>
                  <a:gd name="csX3" fmla="*/ 0 w 340132"/>
                  <a:gd name="csY3" fmla="*/ 114299 h 114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132" h="114299">
                    <a:moveTo>
                      <a:pt x="0" y="0"/>
                    </a:moveTo>
                    <a:lnTo>
                      <a:pt x="340132" y="0"/>
                    </a:lnTo>
                    <a:lnTo>
                      <a:pt x="340132" y="114299"/>
                    </a:lnTo>
                    <a:lnTo>
                      <a:pt x="0" y="114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40" name="رسم 9">
              <a:extLst>
                <a:ext uri="{FF2B5EF4-FFF2-40B4-BE49-F238E27FC236}">
                  <a16:creationId xmlns:a16="http://schemas.microsoft.com/office/drawing/2014/main" id="{9203EB5A-5E6C-CAE1-FCC0-822DDB6E861C}"/>
                </a:ext>
              </a:extLst>
            </p:cNvPr>
            <p:cNvGrpSpPr/>
            <p:nvPr/>
          </p:nvGrpSpPr>
          <p:grpSpPr>
            <a:xfrm>
              <a:off x="7191222" y="4001157"/>
              <a:ext cx="539453" cy="154388"/>
              <a:chOff x="7191222" y="4001157"/>
              <a:chExt cx="539453" cy="154388"/>
            </a:xfrm>
            <a:noFill/>
          </p:grpSpPr>
          <p:grpSp>
            <p:nvGrpSpPr>
              <p:cNvPr id="2147" name="رسم 9">
                <a:extLst>
                  <a:ext uri="{FF2B5EF4-FFF2-40B4-BE49-F238E27FC236}">
                    <a16:creationId xmlns:a16="http://schemas.microsoft.com/office/drawing/2014/main" id="{35ECFA40-9485-B887-8EDF-F92BD573FEDA}"/>
                  </a:ext>
                </a:extLst>
              </p:cNvPr>
              <p:cNvGrpSpPr/>
              <p:nvPr/>
            </p:nvGrpSpPr>
            <p:grpSpPr>
              <a:xfrm>
                <a:off x="7191222" y="4001157"/>
                <a:ext cx="539453" cy="154388"/>
                <a:chOff x="7191222" y="4001157"/>
                <a:chExt cx="539453" cy="154388"/>
              </a:xfrm>
              <a:noFill/>
            </p:grpSpPr>
            <p:sp>
              <p:nvSpPr>
                <p:cNvPr id="2149" name="مستطيل 506">
                  <a:extLst>
                    <a:ext uri="{FF2B5EF4-FFF2-40B4-BE49-F238E27FC236}">
                      <a16:creationId xmlns:a16="http://schemas.microsoft.com/office/drawing/2014/main" id="{4FB1A983-7964-6F85-A1B3-E12E505EBECA}"/>
                    </a:ext>
                  </a:extLst>
                </p:cNvPr>
                <p:cNvSpPr/>
                <p:nvPr/>
              </p:nvSpPr>
              <p:spPr>
                <a:xfrm>
                  <a:off x="7199539" y="4003655"/>
                  <a:ext cx="52909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0" name="شكل حر: شكل 507">
                  <a:extLst>
                    <a:ext uri="{FF2B5EF4-FFF2-40B4-BE49-F238E27FC236}">
                      <a16:creationId xmlns:a16="http://schemas.microsoft.com/office/drawing/2014/main" id="{32FE2034-AC93-F015-D339-756B4EA8F0D0}"/>
                    </a:ext>
                  </a:extLst>
                </p:cNvPr>
                <p:cNvSpPr/>
                <p:nvPr/>
              </p:nvSpPr>
              <p:spPr>
                <a:xfrm>
                  <a:off x="7198028" y="4001695"/>
                  <a:ext cx="532647" cy="153850"/>
                </a:xfrm>
                <a:custGeom>
                  <a:avLst/>
                  <a:gdLst>
                    <a:gd name="csX0" fmla="*/ 1966 w 532647"/>
                    <a:gd name="csY0" fmla="*/ 1524 h 153850"/>
                    <a:gd name="csX1" fmla="*/ 1966 w 532647"/>
                    <a:gd name="csY1" fmla="*/ 1524 h 153850"/>
                    <a:gd name="csX2" fmla="*/ 1966 w 532647"/>
                    <a:gd name="csY2" fmla="*/ 1524 h 153850"/>
                    <a:gd name="csX3" fmla="*/ 1966 w 532647"/>
                    <a:gd name="csY3" fmla="*/ 1524 h 153850"/>
                    <a:gd name="csX4" fmla="*/ 1 w 532647"/>
                    <a:gd name="csY4" fmla="*/ 47897 h 153850"/>
                    <a:gd name="csX5" fmla="*/ 39607 w 532647"/>
                    <a:gd name="csY5" fmla="*/ 4137 h 153850"/>
                    <a:gd name="csX6" fmla="*/ 1 w 532647"/>
                    <a:gd name="csY6" fmla="*/ 47897 h 153850"/>
                    <a:gd name="csX7" fmla="*/ 39607 w 532647"/>
                    <a:gd name="csY7" fmla="*/ 4137 h 153850"/>
                    <a:gd name="csX8" fmla="*/ 2948 w 532647"/>
                    <a:gd name="csY8" fmla="*/ 88900 h 153850"/>
                    <a:gd name="csX9" fmla="*/ 82313 w 532647"/>
                    <a:gd name="csY9" fmla="*/ 1234 h 153850"/>
                    <a:gd name="csX10" fmla="*/ 2948 w 532647"/>
                    <a:gd name="csY10" fmla="*/ 88900 h 153850"/>
                    <a:gd name="csX11" fmla="*/ 82313 w 532647"/>
                    <a:gd name="csY11" fmla="*/ 1234 h 153850"/>
                    <a:gd name="csX12" fmla="*/ 983 w 532647"/>
                    <a:gd name="csY12" fmla="*/ 135273 h 153850"/>
                    <a:gd name="csX13" fmla="*/ 119954 w 532647"/>
                    <a:gd name="csY13" fmla="*/ 3847 h 153850"/>
                    <a:gd name="csX14" fmla="*/ 983 w 532647"/>
                    <a:gd name="csY14" fmla="*/ 135273 h 153850"/>
                    <a:gd name="csX15" fmla="*/ 119954 w 532647"/>
                    <a:gd name="csY15" fmla="*/ 3847 h 153850"/>
                    <a:gd name="csX16" fmla="*/ 28723 w 532647"/>
                    <a:gd name="csY16" fmla="*/ 148844 h 153850"/>
                    <a:gd name="csX17" fmla="*/ 162659 w 532647"/>
                    <a:gd name="csY17" fmla="*/ 1016 h 153850"/>
                    <a:gd name="csX18" fmla="*/ 28723 w 532647"/>
                    <a:gd name="csY18" fmla="*/ 148844 h 153850"/>
                    <a:gd name="csX19" fmla="*/ 162659 w 532647"/>
                    <a:gd name="csY19" fmla="*/ 1016 h 153850"/>
                    <a:gd name="csX20" fmla="*/ 66440 w 532647"/>
                    <a:gd name="csY20" fmla="*/ 151456 h 153850"/>
                    <a:gd name="csX21" fmla="*/ 200301 w 532647"/>
                    <a:gd name="csY21" fmla="*/ 3629 h 153850"/>
                    <a:gd name="csX22" fmla="*/ 66440 w 532647"/>
                    <a:gd name="csY22" fmla="*/ 151456 h 153850"/>
                    <a:gd name="csX23" fmla="*/ 200301 w 532647"/>
                    <a:gd name="csY23" fmla="*/ 3629 h 153850"/>
                    <a:gd name="csX24" fmla="*/ 109070 w 532647"/>
                    <a:gd name="csY24" fmla="*/ 148626 h 153850"/>
                    <a:gd name="csX25" fmla="*/ 243006 w 532647"/>
                    <a:gd name="csY25" fmla="*/ 726 h 153850"/>
                    <a:gd name="csX26" fmla="*/ 109070 w 532647"/>
                    <a:gd name="csY26" fmla="*/ 148626 h 153850"/>
                    <a:gd name="csX27" fmla="*/ 243006 w 532647"/>
                    <a:gd name="csY27" fmla="*/ 726 h 153850"/>
                    <a:gd name="csX28" fmla="*/ 146786 w 532647"/>
                    <a:gd name="csY28" fmla="*/ 151239 h 153850"/>
                    <a:gd name="csX29" fmla="*/ 280648 w 532647"/>
                    <a:gd name="csY29" fmla="*/ 3339 h 153850"/>
                    <a:gd name="csX30" fmla="*/ 146786 w 532647"/>
                    <a:gd name="csY30" fmla="*/ 151239 h 153850"/>
                    <a:gd name="csX31" fmla="*/ 280648 w 532647"/>
                    <a:gd name="csY31" fmla="*/ 3339 h 153850"/>
                    <a:gd name="csX32" fmla="*/ 184504 w 532647"/>
                    <a:gd name="csY32" fmla="*/ 153851 h 153850"/>
                    <a:gd name="csX33" fmla="*/ 323353 w 532647"/>
                    <a:gd name="csY33" fmla="*/ 508 h 153850"/>
                    <a:gd name="csX34" fmla="*/ 184504 w 532647"/>
                    <a:gd name="csY34" fmla="*/ 153851 h 153850"/>
                    <a:gd name="csX35" fmla="*/ 323353 w 532647"/>
                    <a:gd name="csY35" fmla="*/ 508 h 153850"/>
                    <a:gd name="csX36" fmla="*/ 227133 w 532647"/>
                    <a:gd name="csY36" fmla="*/ 150948 h 153850"/>
                    <a:gd name="csX37" fmla="*/ 360994 w 532647"/>
                    <a:gd name="csY37" fmla="*/ 3121 h 153850"/>
                    <a:gd name="csX38" fmla="*/ 227133 w 532647"/>
                    <a:gd name="csY38" fmla="*/ 150948 h 153850"/>
                    <a:gd name="csX39" fmla="*/ 360994 w 532647"/>
                    <a:gd name="csY39" fmla="*/ 3121 h 153850"/>
                    <a:gd name="csX40" fmla="*/ 264851 w 532647"/>
                    <a:gd name="csY40" fmla="*/ 153561 h 153850"/>
                    <a:gd name="csX41" fmla="*/ 403700 w 532647"/>
                    <a:gd name="csY41" fmla="*/ 218 h 153850"/>
                    <a:gd name="csX42" fmla="*/ 264851 w 532647"/>
                    <a:gd name="csY42" fmla="*/ 153561 h 153850"/>
                    <a:gd name="csX43" fmla="*/ 403700 w 532647"/>
                    <a:gd name="csY43" fmla="*/ 218 h 153850"/>
                    <a:gd name="csX44" fmla="*/ 307480 w 532647"/>
                    <a:gd name="csY44" fmla="*/ 150730 h 153850"/>
                    <a:gd name="csX45" fmla="*/ 441341 w 532647"/>
                    <a:gd name="csY45" fmla="*/ 2831 h 153850"/>
                    <a:gd name="csX46" fmla="*/ 307480 w 532647"/>
                    <a:gd name="csY46" fmla="*/ 150730 h 153850"/>
                    <a:gd name="csX47" fmla="*/ 441341 w 532647"/>
                    <a:gd name="csY47" fmla="*/ 2831 h 153850"/>
                    <a:gd name="csX48" fmla="*/ 345197 w 532647"/>
                    <a:gd name="csY48" fmla="*/ 153343 h 153850"/>
                    <a:gd name="csX49" fmla="*/ 484047 w 532647"/>
                    <a:gd name="csY49" fmla="*/ 1 h 153850"/>
                    <a:gd name="csX50" fmla="*/ 345197 w 532647"/>
                    <a:gd name="csY50" fmla="*/ 153343 h 153850"/>
                    <a:gd name="csX51" fmla="*/ 484047 w 532647"/>
                    <a:gd name="csY51" fmla="*/ 1 h 153850"/>
                    <a:gd name="csX52" fmla="*/ 387827 w 532647"/>
                    <a:gd name="csY52" fmla="*/ 150513 h 153850"/>
                    <a:gd name="csX53" fmla="*/ 521688 w 532647"/>
                    <a:gd name="csY53" fmla="*/ 2613 h 153850"/>
                    <a:gd name="csX54" fmla="*/ 387827 w 532647"/>
                    <a:gd name="csY54" fmla="*/ 150513 h 153850"/>
                    <a:gd name="csX55" fmla="*/ 521688 w 532647"/>
                    <a:gd name="csY55" fmla="*/ 2613 h 153850"/>
                    <a:gd name="csX56" fmla="*/ 425544 w 532647"/>
                    <a:gd name="csY56" fmla="*/ 153125 h 153850"/>
                    <a:gd name="csX57" fmla="*/ 529624 w 532647"/>
                    <a:gd name="csY57" fmla="*/ 38100 h 153850"/>
                    <a:gd name="csX58" fmla="*/ 425544 w 532647"/>
                    <a:gd name="csY58" fmla="*/ 153125 h 153850"/>
                    <a:gd name="csX59" fmla="*/ 529624 w 532647"/>
                    <a:gd name="csY59" fmla="*/ 38100 h 153850"/>
                    <a:gd name="csX60" fmla="*/ 468174 w 532647"/>
                    <a:gd name="csY60" fmla="*/ 150222 h 153850"/>
                    <a:gd name="csX61" fmla="*/ 532648 w 532647"/>
                    <a:gd name="csY61" fmla="*/ 79030 h 153850"/>
                    <a:gd name="csX62" fmla="*/ 468174 w 532647"/>
                    <a:gd name="csY62" fmla="*/ 150222 h 153850"/>
                    <a:gd name="csX63" fmla="*/ 532648 w 532647"/>
                    <a:gd name="csY63" fmla="*/ 79030 h 153850"/>
                    <a:gd name="csX64" fmla="*/ 505891 w 532647"/>
                    <a:gd name="csY64" fmla="*/ 152835 h 153850"/>
                    <a:gd name="csX65" fmla="*/ 530683 w 532647"/>
                    <a:gd name="csY65" fmla="*/ 125476 h 153850"/>
                    <a:gd name="csX66" fmla="*/ 505891 w 532647"/>
                    <a:gd name="csY66" fmla="*/ 152835 h 153850"/>
                    <a:gd name="csX67" fmla="*/ 530683 w 532647"/>
                    <a:gd name="csY67" fmla="*/ 125476 h 1538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</a:cxnLst>
                  <a:rect l="l" t="t" r="r" b="b"/>
                  <a:pathLst>
                    <a:path w="532647" h="153850">
                      <a:moveTo>
                        <a:pt x="1966" y="1524"/>
                      </a:moveTo>
                      <a:cubicBezTo>
                        <a:pt x="1966" y="1524"/>
                        <a:pt x="1966" y="1524"/>
                        <a:pt x="1966" y="1524"/>
                      </a:cubicBezTo>
                      <a:moveTo>
                        <a:pt x="1966" y="1524"/>
                      </a:moveTo>
                      <a:cubicBezTo>
                        <a:pt x="1966" y="1524"/>
                        <a:pt x="1966" y="1524"/>
                        <a:pt x="1966" y="1524"/>
                      </a:cubicBezTo>
                      <a:moveTo>
                        <a:pt x="1" y="47897"/>
                      </a:moveTo>
                      <a:cubicBezTo>
                        <a:pt x="19577" y="30771"/>
                        <a:pt x="23659" y="22933"/>
                        <a:pt x="39607" y="4137"/>
                      </a:cubicBezTo>
                      <a:moveTo>
                        <a:pt x="1" y="47897"/>
                      </a:moveTo>
                      <a:cubicBezTo>
                        <a:pt x="9449" y="41947"/>
                        <a:pt x="18972" y="27940"/>
                        <a:pt x="39607" y="4137"/>
                      </a:cubicBezTo>
                      <a:moveTo>
                        <a:pt x="2948" y="88900"/>
                      </a:moveTo>
                      <a:cubicBezTo>
                        <a:pt x="24339" y="58493"/>
                        <a:pt x="57218" y="27650"/>
                        <a:pt x="82313" y="1234"/>
                      </a:cubicBezTo>
                      <a:moveTo>
                        <a:pt x="2948" y="88900"/>
                      </a:moveTo>
                      <a:cubicBezTo>
                        <a:pt x="28269" y="59726"/>
                        <a:pt x="53666" y="25400"/>
                        <a:pt x="82313" y="1234"/>
                      </a:cubicBezTo>
                      <a:moveTo>
                        <a:pt x="983" y="135273"/>
                      </a:moveTo>
                      <a:cubicBezTo>
                        <a:pt x="53893" y="74458"/>
                        <a:pt x="95993" y="34036"/>
                        <a:pt x="119954" y="3847"/>
                      </a:cubicBezTo>
                      <a:moveTo>
                        <a:pt x="983" y="135273"/>
                      </a:moveTo>
                      <a:cubicBezTo>
                        <a:pt x="23583" y="106897"/>
                        <a:pt x="57899" y="78304"/>
                        <a:pt x="119954" y="3847"/>
                      </a:cubicBezTo>
                      <a:moveTo>
                        <a:pt x="28723" y="148844"/>
                      </a:moveTo>
                      <a:cubicBezTo>
                        <a:pt x="50794" y="127798"/>
                        <a:pt x="105139" y="68000"/>
                        <a:pt x="162659" y="1016"/>
                      </a:cubicBezTo>
                      <a:moveTo>
                        <a:pt x="28723" y="148844"/>
                      </a:moveTo>
                      <a:cubicBezTo>
                        <a:pt x="62661" y="123299"/>
                        <a:pt x="78306" y="91512"/>
                        <a:pt x="162659" y="1016"/>
                      </a:cubicBezTo>
                      <a:moveTo>
                        <a:pt x="66440" y="151456"/>
                      </a:moveTo>
                      <a:cubicBezTo>
                        <a:pt x="85865" y="110816"/>
                        <a:pt x="115721" y="85417"/>
                        <a:pt x="200301" y="3629"/>
                      </a:cubicBezTo>
                      <a:moveTo>
                        <a:pt x="66440" y="151456"/>
                      </a:moveTo>
                      <a:cubicBezTo>
                        <a:pt x="93197" y="119235"/>
                        <a:pt x="134088" y="83820"/>
                        <a:pt x="200301" y="3629"/>
                      </a:cubicBezTo>
                      <a:moveTo>
                        <a:pt x="109070" y="148626"/>
                      </a:moveTo>
                      <a:cubicBezTo>
                        <a:pt x="141269" y="97826"/>
                        <a:pt x="187829" y="57186"/>
                        <a:pt x="243006" y="726"/>
                      </a:cubicBezTo>
                      <a:moveTo>
                        <a:pt x="109070" y="148626"/>
                      </a:moveTo>
                      <a:cubicBezTo>
                        <a:pt x="143007" y="114808"/>
                        <a:pt x="178683" y="66838"/>
                        <a:pt x="243006" y="726"/>
                      </a:cubicBezTo>
                      <a:moveTo>
                        <a:pt x="146786" y="151239"/>
                      </a:moveTo>
                      <a:cubicBezTo>
                        <a:pt x="204760" y="81425"/>
                        <a:pt x="240814" y="45720"/>
                        <a:pt x="280648" y="3339"/>
                      </a:cubicBezTo>
                      <a:moveTo>
                        <a:pt x="146786" y="151239"/>
                      </a:moveTo>
                      <a:cubicBezTo>
                        <a:pt x="182538" y="109655"/>
                        <a:pt x="232500" y="56896"/>
                        <a:pt x="280648" y="3339"/>
                      </a:cubicBezTo>
                      <a:moveTo>
                        <a:pt x="184504" y="153851"/>
                      </a:moveTo>
                      <a:cubicBezTo>
                        <a:pt x="229628" y="90569"/>
                        <a:pt x="274072" y="36649"/>
                        <a:pt x="323353" y="508"/>
                      </a:cubicBezTo>
                      <a:moveTo>
                        <a:pt x="184504" y="153851"/>
                      </a:moveTo>
                      <a:cubicBezTo>
                        <a:pt x="232727" y="106462"/>
                        <a:pt x="284125" y="51889"/>
                        <a:pt x="323353" y="508"/>
                      </a:cubicBezTo>
                      <a:moveTo>
                        <a:pt x="227133" y="150948"/>
                      </a:moveTo>
                      <a:cubicBezTo>
                        <a:pt x="285939" y="102253"/>
                        <a:pt x="316021" y="47897"/>
                        <a:pt x="360994" y="3121"/>
                      </a:cubicBezTo>
                      <a:moveTo>
                        <a:pt x="227133" y="150948"/>
                      </a:moveTo>
                      <a:cubicBezTo>
                        <a:pt x="263339" y="108929"/>
                        <a:pt x="312393" y="54429"/>
                        <a:pt x="360994" y="3121"/>
                      </a:cubicBezTo>
                      <a:moveTo>
                        <a:pt x="264851" y="153561"/>
                      </a:moveTo>
                      <a:cubicBezTo>
                        <a:pt x="302870" y="119960"/>
                        <a:pt x="356081" y="82441"/>
                        <a:pt x="403700" y="218"/>
                      </a:cubicBezTo>
                      <a:moveTo>
                        <a:pt x="264851" y="153561"/>
                      </a:moveTo>
                      <a:cubicBezTo>
                        <a:pt x="302794" y="108929"/>
                        <a:pt x="351622" y="54864"/>
                        <a:pt x="403700" y="218"/>
                      </a:cubicBezTo>
                      <a:moveTo>
                        <a:pt x="307480" y="150730"/>
                      </a:moveTo>
                      <a:cubicBezTo>
                        <a:pt x="349808" y="107623"/>
                        <a:pt x="403624" y="45793"/>
                        <a:pt x="441341" y="2831"/>
                      </a:cubicBezTo>
                      <a:moveTo>
                        <a:pt x="307480" y="150730"/>
                      </a:moveTo>
                      <a:cubicBezTo>
                        <a:pt x="355552" y="101672"/>
                        <a:pt x="386844" y="61976"/>
                        <a:pt x="441341" y="2831"/>
                      </a:cubicBezTo>
                      <a:moveTo>
                        <a:pt x="345197" y="153343"/>
                      </a:moveTo>
                      <a:cubicBezTo>
                        <a:pt x="410578" y="90932"/>
                        <a:pt x="460313" y="35197"/>
                        <a:pt x="484047" y="1"/>
                      </a:cubicBezTo>
                      <a:moveTo>
                        <a:pt x="345197" y="153343"/>
                      </a:moveTo>
                      <a:cubicBezTo>
                        <a:pt x="378606" y="121049"/>
                        <a:pt x="409973" y="82078"/>
                        <a:pt x="484047" y="1"/>
                      </a:cubicBezTo>
                      <a:moveTo>
                        <a:pt x="387827" y="150513"/>
                      </a:moveTo>
                      <a:cubicBezTo>
                        <a:pt x="425242" y="117275"/>
                        <a:pt x="461220" y="79176"/>
                        <a:pt x="521688" y="2613"/>
                      </a:cubicBezTo>
                      <a:moveTo>
                        <a:pt x="387827" y="150513"/>
                      </a:moveTo>
                      <a:cubicBezTo>
                        <a:pt x="422823" y="101527"/>
                        <a:pt x="473767" y="66258"/>
                        <a:pt x="521688" y="2613"/>
                      </a:cubicBezTo>
                      <a:moveTo>
                        <a:pt x="425544" y="153125"/>
                      </a:moveTo>
                      <a:cubicBezTo>
                        <a:pt x="443533" y="125766"/>
                        <a:pt x="485558" y="113792"/>
                        <a:pt x="529624" y="38100"/>
                      </a:cubicBezTo>
                      <a:moveTo>
                        <a:pt x="425544" y="153125"/>
                      </a:moveTo>
                      <a:cubicBezTo>
                        <a:pt x="454871" y="116985"/>
                        <a:pt x="499542" y="70394"/>
                        <a:pt x="529624" y="38100"/>
                      </a:cubicBezTo>
                      <a:moveTo>
                        <a:pt x="468174" y="150222"/>
                      </a:moveTo>
                      <a:cubicBezTo>
                        <a:pt x="491227" y="139409"/>
                        <a:pt x="500902" y="111905"/>
                        <a:pt x="532648" y="79030"/>
                      </a:cubicBezTo>
                      <a:moveTo>
                        <a:pt x="468174" y="150222"/>
                      </a:moveTo>
                      <a:cubicBezTo>
                        <a:pt x="495309" y="125186"/>
                        <a:pt x="521688" y="91222"/>
                        <a:pt x="532648" y="79030"/>
                      </a:cubicBezTo>
                      <a:moveTo>
                        <a:pt x="505891" y="152835"/>
                      </a:moveTo>
                      <a:cubicBezTo>
                        <a:pt x="517909" y="142965"/>
                        <a:pt x="521310" y="132878"/>
                        <a:pt x="530683" y="125476"/>
                      </a:cubicBezTo>
                      <a:moveTo>
                        <a:pt x="505891" y="152835"/>
                      </a:moveTo>
                      <a:cubicBezTo>
                        <a:pt x="510955" y="146158"/>
                        <a:pt x="518135" y="137958"/>
                        <a:pt x="530683" y="125476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51" name="شكل حر: شكل 508">
                  <a:extLst>
                    <a:ext uri="{FF2B5EF4-FFF2-40B4-BE49-F238E27FC236}">
                      <a16:creationId xmlns:a16="http://schemas.microsoft.com/office/drawing/2014/main" id="{C0F8131D-5681-B38B-37E8-D2473E17F53B}"/>
                    </a:ext>
                  </a:extLst>
                </p:cNvPr>
                <p:cNvSpPr/>
                <p:nvPr/>
              </p:nvSpPr>
              <p:spPr>
                <a:xfrm>
                  <a:off x="7191222" y="4001157"/>
                  <a:ext cx="538958" cy="152264"/>
                </a:xfrm>
                <a:custGeom>
                  <a:avLst/>
                  <a:gdLst>
                    <a:gd name="csX0" fmla="*/ 8318 w 538958"/>
                    <a:gd name="csY0" fmla="*/ 2498 h 152264"/>
                    <a:gd name="csX1" fmla="*/ 537413 w 538958"/>
                    <a:gd name="csY1" fmla="*/ 2498 h 152264"/>
                    <a:gd name="csX2" fmla="*/ 8318 w 538958"/>
                    <a:gd name="csY2" fmla="*/ 2498 h 152264"/>
                    <a:gd name="csX3" fmla="*/ 537413 w 538958"/>
                    <a:gd name="csY3" fmla="*/ 2498 h 152264"/>
                    <a:gd name="csX4" fmla="*/ 537413 w 538958"/>
                    <a:gd name="csY4" fmla="*/ 2498 h 152264"/>
                    <a:gd name="csX5" fmla="*/ 537413 w 538958"/>
                    <a:gd name="csY5" fmla="*/ 147640 h 152264"/>
                    <a:gd name="csX6" fmla="*/ 537413 w 538958"/>
                    <a:gd name="csY6" fmla="*/ 2498 h 152264"/>
                    <a:gd name="csX7" fmla="*/ 537413 w 538958"/>
                    <a:gd name="csY7" fmla="*/ 147640 h 152264"/>
                    <a:gd name="csX8" fmla="*/ 537413 w 538958"/>
                    <a:gd name="csY8" fmla="*/ 147640 h 152264"/>
                    <a:gd name="csX9" fmla="*/ 8318 w 538958"/>
                    <a:gd name="csY9" fmla="*/ 147640 h 152264"/>
                    <a:gd name="csX10" fmla="*/ 537413 w 538958"/>
                    <a:gd name="csY10" fmla="*/ 147640 h 152264"/>
                    <a:gd name="csX11" fmla="*/ 8318 w 538958"/>
                    <a:gd name="csY11" fmla="*/ 147640 h 152264"/>
                    <a:gd name="csX12" fmla="*/ 8318 w 538958"/>
                    <a:gd name="csY12" fmla="*/ 147640 h 152264"/>
                    <a:gd name="csX13" fmla="*/ 8318 w 538958"/>
                    <a:gd name="csY13" fmla="*/ 2498 h 152264"/>
                    <a:gd name="csX14" fmla="*/ 8318 w 538958"/>
                    <a:gd name="csY14" fmla="*/ 147640 h 152264"/>
                    <a:gd name="csX15" fmla="*/ 8318 w 538958"/>
                    <a:gd name="csY15" fmla="*/ 2498 h 1522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38958" h="152264">
                      <a:moveTo>
                        <a:pt x="8318" y="2498"/>
                      </a:moveTo>
                      <a:cubicBezTo>
                        <a:pt x="189798" y="-6283"/>
                        <a:pt x="345578" y="11642"/>
                        <a:pt x="537413" y="2498"/>
                      </a:cubicBezTo>
                      <a:moveTo>
                        <a:pt x="8318" y="2498"/>
                      </a:moveTo>
                      <a:cubicBezTo>
                        <a:pt x="127062" y="9464"/>
                        <a:pt x="256917" y="1844"/>
                        <a:pt x="537413" y="2498"/>
                      </a:cubicBezTo>
                      <a:moveTo>
                        <a:pt x="537413" y="2498"/>
                      </a:moveTo>
                      <a:cubicBezTo>
                        <a:pt x="524790" y="58014"/>
                        <a:pt x="528947" y="73327"/>
                        <a:pt x="537413" y="147640"/>
                      </a:cubicBezTo>
                      <a:moveTo>
                        <a:pt x="537413" y="2498"/>
                      </a:moveTo>
                      <a:cubicBezTo>
                        <a:pt x="543460" y="35445"/>
                        <a:pt x="529250" y="74343"/>
                        <a:pt x="537413" y="147640"/>
                      </a:cubicBezTo>
                      <a:moveTo>
                        <a:pt x="537413" y="147640"/>
                      </a:moveTo>
                      <a:cubicBezTo>
                        <a:pt x="340061" y="145027"/>
                        <a:pt x="146790" y="138351"/>
                        <a:pt x="8318" y="147640"/>
                      </a:cubicBezTo>
                      <a:moveTo>
                        <a:pt x="537413" y="147640"/>
                      </a:moveTo>
                      <a:cubicBezTo>
                        <a:pt x="337113" y="158670"/>
                        <a:pt x="142784" y="146333"/>
                        <a:pt x="8318" y="147640"/>
                      </a:cubicBezTo>
                      <a:moveTo>
                        <a:pt x="8318" y="147640"/>
                      </a:moveTo>
                      <a:cubicBezTo>
                        <a:pt x="1364" y="90381"/>
                        <a:pt x="-6270" y="56345"/>
                        <a:pt x="8318" y="2498"/>
                      </a:cubicBezTo>
                      <a:moveTo>
                        <a:pt x="8318" y="147640"/>
                      </a:moveTo>
                      <a:cubicBezTo>
                        <a:pt x="12627" y="105839"/>
                        <a:pt x="9301" y="76520"/>
                        <a:pt x="8318" y="2498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48" name="صورة 509">
                <a:extLst>
                  <a:ext uri="{FF2B5EF4-FFF2-40B4-BE49-F238E27FC236}">
                    <a16:creationId xmlns:a16="http://schemas.microsoft.com/office/drawing/2014/main" id="{0D7D1A7B-3C35-3EA6-A71C-7974EDC46F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03319" y="4025426"/>
                <a:ext cx="513977" cy="123370"/>
              </a:xfrm>
              <a:custGeom>
                <a:avLst/>
                <a:gdLst>
                  <a:gd name="csX0" fmla="*/ 0 w 513977"/>
                  <a:gd name="csY0" fmla="*/ 0 h 123370"/>
                  <a:gd name="csX1" fmla="*/ 513978 w 513977"/>
                  <a:gd name="csY1" fmla="*/ 0 h 123370"/>
                  <a:gd name="csX2" fmla="*/ 513978 w 513977"/>
                  <a:gd name="csY2" fmla="*/ 123371 h 123370"/>
                  <a:gd name="csX3" fmla="*/ 0 w 51397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977" h="123370">
                    <a:moveTo>
                      <a:pt x="0" y="0"/>
                    </a:moveTo>
                    <a:lnTo>
                      <a:pt x="513978" y="0"/>
                    </a:lnTo>
                    <a:lnTo>
                      <a:pt x="51397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141" name="رسم 9">
              <a:extLst>
                <a:ext uri="{FF2B5EF4-FFF2-40B4-BE49-F238E27FC236}">
                  <a16:creationId xmlns:a16="http://schemas.microsoft.com/office/drawing/2014/main" id="{F09C10D7-4714-92AB-85AC-EA6FE3CCCACD}"/>
                </a:ext>
              </a:extLst>
            </p:cNvPr>
            <p:cNvGrpSpPr/>
            <p:nvPr/>
          </p:nvGrpSpPr>
          <p:grpSpPr>
            <a:xfrm>
              <a:off x="7348291" y="4361275"/>
              <a:ext cx="237841" cy="156835"/>
              <a:chOff x="7348291" y="4361275"/>
              <a:chExt cx="237841" cy="156835"/>
            </a:xfrm>
            <a:noFill/>
          </p:grpSpPr>
          <p:grpSp>
            <p:nvGrpSpPr>
              <p:cNvPr id="2142" name="رسم 9">
                <a:extLst>
                  <a:ext uri="{FF2B5EF4-FFF2-40B4-BE49-F238E27FC236}">
                    <a16:creationId xmlns:a16="http://schemas.microsoft.com/office/drawing/2014/main" id="{6B95F9F7-5D5A-C1AF-2416-488CB57BC2D6}"/>
                  </a:ext>
                </a:extLst>
              </p:cNvPr>
              <p:cNvGrpSpPr/>
              <p:nvPr/>
            </p:nvGrpSpPr>
            <p:grpSpPr>
              <a:xfrm>
                <a:off x="7348291" y="4361275"/>
                <a:ext cx="237841" cy="156835"/>
                <a:chOff x="7348291" y="4361275"/>
                <a:chExt cx="237841" cy="156835"/>
              </a:xfrm>
              <a:noFill/>
            </p:grpSpPr>
            <p:sp>
              <p:nvSpPr>
                <p:cNvPr id="2144" name="مستطيل 512">
                  <a:extLst>
                    <a:ext uri="{FF2B5EF4-FFF2-40B4-BE49-F238E27FC236}">
                      <a16:creationId xmlns:a16="http://schemas.microsoft.com/office/drawing/2014/main" id="{4EBB6A02-F307-7649-BC78-18886A137149}"/>
                    </a:ext>
                  </a:extLst>
                </p:cNvPr>
                <p:cNvSpPr/>
                <p:nvPr/>
              </p:nvSpPr>
              <p:spPr>
                <a:xfrm>
                  <a:off x="7350709" y="4366510"/>
                  <a:ext cx="22675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5" name="شكل حر: شكل 513">
                  <a:extLst>
                    <a:ext uri="{FF2B5EF4-FFF2-40B4-BE49-F238E27FC236}">
                      <a16:creationId xmlns:a16="http://schemas.microsoft.com/office/drawing/2014/main" id="{2399894C-CD46-1194-53B2-FF9C8269F7AE}"/>
                    </a:ext>
                  </a:extLst>
                </p:cNvPr>
                <p:cNvSpPr/>
                <p:nvPr/>
              </p:nvSpPr>
              <p:spPr>
                <a:xfrm>
                  <a:off x="7348291" y="4364768"/>
                  <a:ext cx="233028" cy="153342"/>
                </a:xfrm>
                <a:custGeom>
                  <a:avLst/>
                  <a:gdLst>
                    <a:gd name="csX0" fmla="*/ 907 w 233028"/>
                    <a:gd name="csY0" fmla="*/ 3411 h 153342"/>
                    <a:gd name="csX1" fmla="*/ 907 w 233028"/>
                    <a:gd name="csY1" fmla="*/ 3411 h 153342"/>
                    <a:gd name="csX2" fmla="*/ 907 w 233028"/>
                    <a:gd name="csY2" fmla="*/ 3411 h 153342"/>
                    <a:gd name="csX3" fmla="*/ 907 w 233028"/>
                    <a:gd name="csY3" fmla="*/ 3411 h 153342"/>
                    <a:gd name="csX4" fmla="*/ 3931 w 233028"/>
                    <a:gd name="csY4" fmla="*/ 44341 h 153342"/>
                    <a:gd name="csX5" fmla="*/ 43613 w 233028"/>
                    <a:gd name="csY5" fmla="*/ 508 h 153342"/>
                    <a:gd name="csX6" fmla="*/ 3931 w 233028"/>
                    <a:gd name="csY6" fmla="*/ 44341 h 153342"/>
                    <a:gd name="csX7" fmla="*/ 43613 w 233028"/>
                    <a:gd name="csY7" fmla="*/ 508 h 153342"/>
                    <a:gd name="csX8" fmla="*/ 1966 w 233028"/>
                    <a:gd name="csY8" fmla="*/ 90787 h 153342"/>
                    <a:gd name="csX9" fmla="*/ 81254 w 233028"/>
                    <a:gd name="csY9" fmla="*/ 3121 h 153342"/>
                    <a:gd name="csX10" fmla="*/ 1966 w 233028"/>
                    <a:gd name="csY10" fmla="*/ 90787 h 153342"/>
                    <a:gd name="csX11" fmla="*/ 81254 w 233028"/>
                    <a:gd name="csY11" fmla="*/ 3121 h 153342"/>
                    <a:gd name="csX12" fmla="*/ 1 w 233028"/>
                    <a:gd name="csY12" fmla="*/ 137160 h 153342"/>
                    <a:gd name="csX13" fmla="*/ 123960 w 233028"/>
                    <a:gd name="csY13" fmla="*/ 291 h 153342"/>
                    <a:gd name="csX14" fmla="*/ 1 w 233028"/>
                    <a:gd name="csY14" fmla="*/ 137160 h 153342"/>
                    <a:gd name="csX15" fmla="*/ 123960 w 233028"/>
                    <a:gd name="csY15" fmla="*/ 291 h 153342"/>
                    <a:gd name="csX16" fmla="*/ 27740 w 233028"/>
                    <a:gd name="csY16" fmla="*/ 150730 h 153342"/>
                    <a:gd name="csX17" fmla="*/ 161601 w 233028"/>
                    <a:gd name="csY17" fmla="*/ 2903 h 153342"/>
                    <a:gd name="csX18" fmla="*/ 27740 w 233028"/>
                    <a:gd name="csY18" fmla="*/ 150730 h 153342"/>
                    <a:gd name="csX19" fmla="*/ 161601 w 233028"/>
                    <a:gd name="csY19" fmla="*/ 2903 h 153342"/>
                    <a:gd name="csX20" fmla="*/ 65457 w 233028"/>
                    <a:gd name="csY20" fmla="*/ 153343 h 153342"/>
                    <a:gd name="csX21" fmla="*/ 204307 w 233028"/>
                    <a:gd name="csY21" fmla="*/ 1 h 153342"/>
                    <a:gd name="csX22" fmla="*/ 65457 w 233028"/>
                    <a:gd name="csY22" fmla="*/ 153343 h 153342"/>
                    <a:gd name="csX23" fmla="*/ 204307 w 233028"/>
                    <a:gd name="csY23" fmla="*/ 1 h 153342"/>
                    <a:gd name="csX24" fmla="*/ 108087 w 233028"/>
                    <a:gd name="csY24" fmla="*/ 150513 h 153342"/>
                    <a:gd name="csX25" fmla="*/ 232046 w 233028"/>
                    <a:gd name="csY25" fmla="*/ 13571 h 153342"/>
                    <a:gd name="csX26" fmla="*/ 108087 w 233028"/>
                    <a:gd name="csY26" fmla="*/ 150513 h 153342"/>
                    <a:gd name="csX27" fmla="*/ 232046 w 233028"/>
                    <a:gd name="csY27" fmla="*/ 13571 h 153342"/>
                    <a:gd name="csX28" fmla="*/ 145804 w 233028"/>
                    <a:gd name="csY28" fmla="*/ 153125 h 153342"/>
                    <a:gd name="csX29" fmla="*/ 230081 w 233028"/>
                    <a:gd name="csY29" fmla="*/ 60017 h 153342"/>
                    <a:gd name="csX30" fmla="*/ 145804 w 233028"/>
                    <a:gd name="csY30" fmla="*/ 153125 h 153342"/>
                    <a:gd name="csX31" fmla="*/ 230081 w 233028"/>
                    <a:gd name="csY31" fmla="*/ 60017 h 153342"/>
                    <a:gd name="csX32" fmla="*/ 188434 w 233028"/>
                    <a:gd name="csY32" fmla="*/ 150295 h 153342"/>
                    <a:gd name="csX33" fmla="*/ 233029 w 233028"/>
                    <a:gd name="csY33" fmla="*/ 100947 h 153342"/>
                    <a:gd name="csX34" fmla="*/ 188434 w 233028"/>
                    <a:gd name="csY34" fmla="*/ 150295 h 153342"/>
                    <a:gd name="csX35" fmla="*/ 233029 w 233028"/>
                    <a:gd name="csY35" fmla="*/ 100947 h 153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233028" h="153342">
                      <a:moveTo>
                        <a:pt x="907" y="3411"/>
                      </a:moveTo>
                      <a:cubicBezTo>
                        <a:pt x="907" y="3411"/>
                        <a:pt x="907" y="3411"/>
                        <a:pt x="907" y="3411"/>
                      </a:cubicBezTo>
                      <a:moveTo>
                        <a:pt x="907" y="3411"/>
                      </a:moveTo>
                      <a:cubicBezTo>
                        <a:pt x="907" y="3411"/>
                        <a:pt x="907" y="3411"/>
                        <a:pt x="907" y="3411"/>
                      </a:cubicBezTo>
                      <a:moveTo>
                        <a:pt x="3931" y="44341"/>
                      </a:moveTo>
                      <a:cubicBezTo>
                        <a:pt x="16478" y="36068"/>
                        <a:pt x="26984" y="20175"/>
                        <a:pt x="43613" y="508"/>
                      </a:cubicBezTo>
                      <a:moveTo>
                        <a:pt x="3931" y="44341"/>
                      </a:moveTo>
                      <a:cubicBezTo>
                        <a:pt x="19728" y="26489"/>
                        <a:pt x="30612" y="12628"/>
                        <a:pt x="43613" y="508"/>
                      </a:cubicBezTo>
                      <a:moveTo>
                        <a:pt x="1966" y="90787"/>
                      </a:moveTo>
                      <a:cubicBezTo>
                        <a:pt x="26984" y="67782"/>
                        <a:pt x="52532" y="26707"/>
                        <a:pt x="81254" y="3121"/>
                      </a:cubicBezTo>
                      <a:moveTo>
                        <a:pt x="1966" y="90787"/>
                      </a:moveTo>
                      <a:cubicBezTo>
                        <a:pt x="18821" y="71120"/>
                        <a:pt x="45503" y="42962"/>
                        <a:pt x="81254" y="3121"/>
                      </a:cubicBezTo>
                      <a:moveTo>
                        <a:pt x="1" y="137160"/>
                      </a:moveTo>
                      <a:cubicBezTo>
                        <a:pt x="22903" y="100003"/>
                        <a:pt x="81935" y="47825"/>
                        <a:pt x="123960" y="291"/>
                      </a:cubicBezTo>
                      <a:moveTo>
                        <a:pt x="1" y="137160"/>
                      </a:moveTo>
                      <a:cubicBezTo>
                        <a:pt x="31746" y="98189"/>
                        <a:pt x="65004" y="57404"/>
                        <a:pt x="123960" y="291"/>
                      </a:cubicBezTo>
                      <a:moveTo>
                        <a:pt x="27740" y="150730"/>
                      </a:moveTo>
                      <a:cubicBezTo>
                        <a:pt x="78987" y="86723"/>
                        <a:pt x="109070" y="52615"/>
                        <a:pt x="161601" y="2903"/>
                      </a:cubicBezTo>
                      <a:moveTo>
                        <a:pt x="27740" y="150730"/>
                      </a:moveTo>
                      <a:cubicBezTo>
                        <a:pt x="72487" y="102543"/>
                        <a:pt x="123733" y="38318"/>
                        <a:pt x="161601" y="2903"/>
                      </a:cubicBezTo>
                      <a:moveTo>
                        <a:pt x="65457" y="153343"/>
                      </a:moveTo>
                      <a:cubicBezTo>
                        <a:pt x="97203" y="127363"/>
                        <a:pt x="117459" y="93399"/>
                        <a:pt x="204307" y="1"/>
                      </a:cubicBezTo>
                      <a:moveTo>
                        <a:pt x="65457" y="153343"/>
                      </a:moveTo>
                      <a:cubicBezTo>
                        <a:pt x="96825" y="107986"/>
                        <a:pt x="140815" y="68362"/>
                        <a:pt x="204307" y="1"/>
                      </a:cubicBezTo>
                      <a:moveTo>
                        <a:pt x="108087" y="150513"/>
                      </a:moveTo>
                      <a:cubicBezTo>
                        <a:pt x="146938" y="120323"/>
                        <a:pt x="167724" y="78595"/>
                        <a:pt x="232046" y="13571"/>
                      </a:cubicBezTo>
                      <a:moveTo>
                        <a:pt x="108087" y="150513"/>
                      </a:moveTo>
                      <a:cubicBezTo>
                        <a:pt x="160165" y="100294"/>
                        <a:pt x="200452" y="42454"/>
                        <a:pt x="232046" y="13571"/>
                      </a:cubicBezTo>
                      <a:moveTo>
                        <a:pt x="145804" y="153125"/>
                      </a:moveTo>
                      <a:cubicBezTo>
                        <a:pt x="167270" y="133676"/>
                        <a:pt x="184881" y="111542"/>
                        <a:pt x="230081" y="60017"/>
                      </a:cubicBezTo>
                      <a:moveTo>
                        <a:pt x="145804" y="153125"/>
                      </a:moveTo>
                      <a:cubicBezTo>
                        <a:pt x="169008" y="125621"/>
                        <a:pt x="185032" y="107188"/>
                        <a:pt x="230081" y="60017"/>
                      </a:cubicBezTo>
                      <a:moveTo>
                        <a:pt x="188434" y="150295"/>
                      </a:moveTo>
                      <a:cubicBezTo>
                        <a:pt x="192289" y="140861"/>
                        <a:pt x="214208" y="130265"/>
                        <a:pt x="233029" y="100947"/>
                      </a:cubicBezTo>
                      <a:moveTo>
                        <a:pt x="188434" y="150295"/>
                      </a:moveTo>
                      <a:cubicBezTo>
                        <a:pt x="195312" y="140571"/>
                        <a:pt x="207028" y="132950"/>
                        <a:pt x="233029" y="100947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46" name="شكل حر: شكل 514">
                  <a:extLst>
                    <a:ext uri="{FF2B5EF4-FFF2-40B4-BE49-F238E27FC236}">
                      <a16:creationId xmlns:a16="http://schemas.microsoft.com/office/drawing/2014/main" id="{29555A67-B331-984C-7D9D-1DB4A1A896BF}"/>
                    </a:ext>
                  </a:extLst>
                </p:cNvPr>
                <p:cNvSpPr/>
                <p:nvPr/>
              </p:nvSpPr>
              <p:spPr>
                <a:xfrm>
                  <a:off x="7349778" y="4361275"/>
                  <a:ext cx="236354" cy="156809"/>
                </a:xfrm>
                <a:custGeom>
                  <a:avLst/>
                  <a:gdLst>
                    <a:gd name="csX0" fmla="*/ 932 w 236354"/>
                    <a:gd name="csY0" fmla="*/ 5235 h 156809"/>
                    <a:gd name="csX1" fmla="*/ 227687 w 236354"/>
                    <a:gd name="csY1" fmla="*/ 5235 h 156809"/>
                    <a:gd name="csX2" fmla="*/ 932 w 236354"/>
                    <a:gd name="csY2" fmla="*/ 5235 h 156809"/>
                    <a:gd name="csX3" fmla="*/ 227687 w 236354"/>
                    <a:gd name="csY3" fmla="*/ 5235 h 156809"/>
                    <a:gd name="csX4" fmla="*/ 227687 w 236354"/>
                    <a:gd name="csY4" fmla="*/ 5235 h 156809"/>
                    <a:gd name="csX5" fmla="*/ 227687 w 236354"/>
                    <a:gd name="csY5" fmla="*/ 150377 h 156809"/>
                    <a:gd name="csX6" fmla="*/ 227687 w 236354"/>
                    <a:gd name="csY6" fmla="*/ 5235 h 156809"/>
                    <a:gd name="csX7" fmla="*/ 227687 w 236354"/>
                    <a:gd name="csY7" fmla="*/ 150377 h 156809"/>
                    <a:gd name="csX8" fmla="*/ 227687 w 236354"/>
                    <a:gd name="csY8" fmla="*/ 150377 h 156809"/>
                    <a:gd name="csX9" fmla="*/ 932 w 236354"/>
                    <a:gd name="csY9" fmla="*/ 150377 h 156809"/>
                    <a:gd name="csX10" fmla="*/ 227687 w 236354"/>
                    <a:gd name="csY10" fmla="*/ 150377 h 156809"/>
                    <a:gd name="csX11" fmla="*/ 932 w 236354"/>
                    <a:gd name="csY11" fmla="*/ 150377 h 156809"/>
                    <a:gd name="csX12" fmla="*/ 932 w 236354"/>
                    <a:gd name="csY12" fmla="*/ 150377 h 156809"/>
                    <a:gd name="csX13" fmla="*/ 932 w 236354"/>
                    <a:gd name="csY13" fmla="*/ 5235 h 156809"/>
                    <a:gd name="csX14" fmla="*/ 932 w 236354"/>
                    <a:gd name="csY14" fmla="*/ 150377 h 156809"/>
                    <a:gd name="csX15" fmla="*/ 932 w 236354"/>
                    <a:gd name="csY15" fmla="*/ 5235 h 1568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36354" h="156809">
                      <a:moveTo>
                        <a:pt x="932" y="5235"/>
                      </a:moveTo>
                      <a:cubicBezTo>
                        <a:pt x="76517" y="-7030"/>
                        <a:pt x="156410" y="12347"/>
                        <a:pt x="227687" y="5235"/>
                      </a:cubicBezTo>
                      <a:moveTo>
                        <a:pt x="932" y="5235"/>
                      </a:moveTo>
                      <a:cubicBezTo>
                        <a:pt x="75987" y="-2313"/>
                        <a:pt x="134641" y="-1152"/>
                        <a:pt x="227687" y="5235"/>
                      </a:cubicBezTo>
                      <a:moveTo>
                        <a:pt x="227687" y="5235"/>
                      </a:moveTo>
                      <a:cubicBezTo>
                        <a:pt x="241367" y="52624"/>
                        <a:pt x="236908" y="92320"/>
                        <a:pt x="227687" y="150377"/>
                      </a:cubicBezTo>
                      <a:moveTo>
                        <a:pt x="227687" y="5235"/>
                      </a:moveTo>
                      <a:cubicBezTo>
                        <a:pt x="228216" y="32884"/>
                        <a:pt x="220733" y="66630"/>
                        <a:pt x="227687" y="150377"/>
                      </a:cubicBezTo>
                      <a:moveTo>
                        <a:pt x="227687" y="150377"/>
                      </a:moveTo>
                      <a:cubicBezTo>
                        <a:pt x="145752" y="156763"/>
                        <a:pt x="87476" y="160900"/>
                        <a:pt x="932" y="150377"/>
                      </a:cubicBezTo>
                      <a:moveTo>
                        <a:pt x="227687" y="150377"/>
                      </a:moveTo>
                      <a:cubicBezTo>
                        <a:pt x="171829" y="146168"/>
                        <a:pt x="135473" y="154803"/>
                        <a:pt x="932" y="150377"/>
                      </a:cubicBezTo>
                      <a:moveTo>
                        <a:pt x="932" y="150377"/>
                      </a:moveTo>
                      <a:cubicBezTo>
                        <a:pt x="14008" y="101609"/>
                        <a:pt x="10455" y="60243"/>
                        <a:pt x="932" y="5235"/>
                      </a:cubicBezTo>
                      <a:moveTo>
                        <a:pt x="932" y="150377"/>
                      </a:moveTo>
                      <a:cubicBezTo>
                        <a:pt x="-3452" y="86006"/>
                        <a:pt x="9548" y="33537"/>
                        <a:pt x="932" y="5235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43" name="صورة 515">
                <a:extLst>
                  <a:ext uri="{FF2B5EF4-FFF2-40B4-BE49-F238E27FC236}">
                    <a16:creationId xmlns:a16="http://schemas.microsoft.com/office/drawing/2014/main" id="{15199348-517A-75D8-6519-6CD546615D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354489" y="4388281"/>
                <a:ext cx="211637" cy="123370"/>
              </a:xfrm>
              <a:custGeom>
                <a:avLst/>
                <a:gdLst>
                  <a:gd name="csX0" fmla="*/ 0 w 211637"/>
                  <a:gd name="csY0" fmla="*/ 0 h 123370"/>
                  <a:gd name="csX1" fmla="*/ 211638 w 211637"/>
                  <a:gd name="csY1" fmla="*/ 0 h 123370"/>
                  <a:gd name="csX2" fmla="*/ 211638 w 211637"/>
                  <a:gd name="csY2" fmla="*/ 123371 h 123370"/>
                  <a:gd name="csX3" fmla="*/ 0 w 21163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637" h="123370">
                    <a:moveTo>
                      <a:pt x="0" y="0"/>
                    </a:moveTo>
                    <a:lnTo>
                      <a:pt x="211638" y="0"/>
                    </a:lnTo>
                    <a:lnTo>
                      <a:pt x="21163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164" name="!!رسم 9">
            <a:extLst>
              <a:ext uri="{FF2B5EF4-FFF2-40B4-BE49-F238E27FC236}">
                <a16:creationId xmlns:a16="http://schemas.microsoft.com/office/drawing/2014/main" id="{38454078-8441-31A4-9490-DFD6A89254CE}"/>
              </a:ext>
            </a:extLst>
          </p:cNvPr>
          <p:cNvGrpSpPr/>
          <p:nvPr/>
        </p:nvGrpSpPr>
        <p:grpSpPr>
          <a:xfrm>
            <a:off x="5453115" y="3989256"/>
            <a:ext cx="689788" cy="663984"/>
            <a:chOff x="8175995" y="4000066"/>
            <a:chExt cx="689788" cy="663984"/>
          </a:xfrm>
        </p:grpSpPr>
        <p:grpSp>
          <p:nvGrpSpPr>
            <p:cNvPr id="2165" name="رسم 9">
              <a:extLst>
                <a:ext uri="{FF2B5EF4-FFF2-40B4-BE49-F238E27FC236}">
                  <a16:creationId xmlns:a16="http://schemas.microsoft.com/office/drawing/2014/main" id="{1DE1E7C4-7983-2F0C-3AC6-D62FF7532226}"/>
                </a:ext>
              </a:extLst>
            </p:cNvPr>
            <p:cNvGrpSpPr/>
            <p:nvPr/>
          </p:nvGrpSpPr>
          <p:grpSpPr>
            <a:xfrm>
              <a:off x="8175995" y="4000066"/>
              <a:ext cx="689563" cy="663984"/>
              <a:chOff x="8175995" y="4000066"/>
              <a:chExt cx="689563" cy="663984"/>
            </a:xfrm>
            <a:noFill/>
          </p:grpSpPr>
          <p:grpSp>
            <p:nvGrpSpPr>
              <p:cNvPr id="2186" name="رسم 9">
                <a:extLst>
                  <a:ext uri="{FF2B5EF4-FFF2-40B4-BE49-F238E27FC236}">
                    <a16:creationId xmlns:a16="http://schemas.microsoft.com/office/drawing/2014/main" id="{4F6AD6D8-CC5C-9B23-7C92-70F7909253A7}"/>
                  </a:ext>
                </a:extLst>
              </p:cNvPr>
              <p:cNvGrpSpPr/>
              <p:nvPr/>
            </p:nvGrpSpPr>
            <p:grpSpPr>
              <a:xfrm>
                <a:off x="8175995" y="4000066"/>
                <a:ext cx="689563" cy="663912"/>
                <a:chOff x="8175995" y="4000066"/>
                <a:chExt cx="689563" cy="663912"/>
              </a:xfrm>
              <a:noFill/>
            </p:grpSpPr>
            <p:sp>
              <p:nvSpPr>
                <p:cNvPr id="2188" name="مستطيل 519">
                  <a:extLst>
                    <a:ext uri="{FF2B5EF4-FFF2-40B4-BE49-F238E27FC236}">
                      <a16:creationId xmlns:a16="http://schemas.microsoft.com/office/drawing/2014/main" id="{DDB0C368-D1B8-6B4F-F699-41256F39CF5A}"/>
                    </a:ext>
                  </a:extLst>
                </p:cNvPr>
                <p:cNvSpPr/>
                <p:nvPr/>
              </p:nvSpPr>
              <p:spPr>
                <a:xfrm>
                  <a:off x="8182144" y="4003655"/>
                  <a:ext cx="680264" cy="653139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9" name="شكل حر: شكل 520">
                  <a:extLst>
                    <a:ext uri="{FF2B5EF4-FFF2-40B4-BE49-F238E27FC236}">
                      <a16:creationId xmlns:a16="http://schemas.microsoft.com/office/drawing/2014/main" id="{D1B7AD12-F8D9-27BE-74D6-A4FB63866C7B}"/>
                    </a:ext>
                  </a:extLst>
                </p:cNvPr>
                <p:cNvSpPr/>
                <p:nvPr/>
              </p:nvSpPr>
              <p:spPr>
                <a:xfrm>
                  <a:off x="8180179" y="4001114"/>
                  <a:ext cx="684497" cy="662863"/>
                </a:xfrm>
                <a:custGeom>
                  <a:avLst/>
                  <a:gdLst>
                    <a:gd name="csX0" fmla="*/ 983 w 684497"/>
                    <a:gd name="csY0" fmla="*/ 3629 h 662863"/>
                    <a:gd name="csX1" fmla="*/ 983 w 684497"/>
                    <a:gd name="csY1" fmla="*/ 3629 h 662863"/>
                    <a:gd name="csX2" fmla="*/ 983 w 684497"/>
                    <a:gd name="csY2" fmla="*/ 3629 h 662863"/>
                    <a:gd name="csX3" fmla="*/ 983 w 684497"/>
                    <a:gd name="csY3" fmla="*/ 3629 h 662863"/>
                    <a:gd name="csX4" fmla="*/ 3931 w 684497"/>
                    <a:gd name="csY4" fmla="*/ 44632 h 662863"/>
                    <a:gd name="csX5" fmla="*/ 43613 w 684497"/>
                    <a:gd name="csY5" fmla="*/ 799 h 662863"/>
                    <a:gd name="csX6" fmla="*/ 3931 w 684497"/>
                    <a:gd name="csY6" fmla="*/ 44632 h 662863"/>
                    <a:gd name="csX7" fmla="*/ 43613 w 684497"/>
                    <a:gd name="csY7" fmla="*/ 799 h 662863"/>
                    <a:gd name="csX8" fmla="*/ 1966 w 684497"/>
                    <a:gd name="csY8" fmla="*/ 91005 h 662863"/>
                    <a:gd name="csX9" fmla="*/ 81330 w 684497"/>
                    <a:gd name="csY9" fmla="*/ 3411 h 662863"/>
                    <a:gd name="csX10" fmla="*/ 1966 w 684497"/>
                    <a:gd name="csY10" fmla="*/ 91005 h 662863"/>
                    <a:gd name="csX11" fmla="*/ 81330 w 684497"/>
                    <a:gd name="csY11" fmla="*/ 3411 h 662863"/>
                    <a:gd name="csX12" fmla="*/ 1 w 684497"/>
                    <a:gd name="csY12" fmla="*/ 137450 h 662863"/>
                    <a:gd name="csX13" fmla="*/ 123960 w 684497"/>
                    <a:gd name="csY13" fmla="*/ 509 h 662863"/>
                    <a:gd name="csX14" fmla="*/ 1 w 684497"/>
                    <a:gd name="csY14" fmla="*/ 137450 h 662863"/>
                    <a:gd name="csX15" fmla="*/ 123960 w 684497"/>
                    <a:gd name="csY15" fmla="*/ 509 h 662863"/>
                    <a:gd name="csX16" fmla="*/ 2948 w 684497"/>
                    <a:gd name="csY16" fmla="*/ 178380 h 662863"/>
                    <a:gd name="csX17" fmla="*/ 161677 w 684497"/>
                    <a:gd name="csY17" fmla="*/ 3121 h 662863"/>
                    <a:gd name="csX18" fmla="*/ 2948 w 684497"/>
                    <a:gd name="csY18" fmla="*/ 178380 h 662863"/>
                    <a:gd name="csX19" fmla="*/ 161677 w 684497"/>
                    <a:gd name="csY19" fmla="*/ 3121 h 662863"/>
                    <a:gd name="csX20" fmla="*/ 983 w 684497"/>
                    <a:gd name="csY20" fmla="*/ 224826 h 662863"/>
                    <a:gd name="csX21" fmla="*/ 204307 w 684497"/>
                    <a:gd name="csY21" fmla="*/ 291 h 662863"/>
                    <a:gd name="csX22" fmla="*/ 983 w 684497"/>
                    <a:gd name="csY22" fmla="*/ 224826 h 662863"/>
                    <a:gd name="csX23" fmla="*/ 204307 w 684497"/>
                    <a:gd name="csY23" fmla="*/ 291 h 662863"/>
                    <a:gd name="csX24" fmla="*/ 4007 w 684497"/>
                    <a:gd name="csY24" fmla="*/ 265756 h 662863"/>
                    <a:gd name="csX25" fmla="*/ 242024 w 684497"/>
                    <a:gd name="csY25" fmla="*/ 2903 h 662863"/>
                    <a:gd name="csX26" fmla="*/ 4007 w 684497"/>
                    <a:gd name="csY26" fmla="*/ 265756 h 662863"/>
                    <a:gd name="csX27" fmla="*/ 242024 w 684497"/>
                    <a:gd name="csY27" fmla="*/ 2903 h 662863"/>
                    <a:gd name="csX28" fmla="*/ 2041 w 684497"/>
                    <a:gd name="csY28" fmla="*/ 312201 h 662863"/>
                    <a:gd name="csX29" fmla="*/ 284654 w 684497"/>
                    <a:gd name="csY29" fmla="*/ 1 h 662863"/>
                    <a:gd name="csX30" fmla="*/ 2041 w 684497"/>
                    <a:gd name="csY30" fmla="*/ 312201 h 662863"/>
                    <a:gd name="csX31" fmla="*/ 284654 w 684497"/>
                    <a:gd name="csY31" fmla="*/ 1 h 662863"/>
                    <a:gd name="csX32" fmla="*/ 1 w 684497"/>
                    <a:gd name="csY32" fmla="*/ 358647 h 662863"/>
                    <a:gd name="csX33" fmla="*/ 322371 w 684497"/>
                    <a:gd name="csY33" fmla="*/ 2613 h 662863"/>
                    <a:gd name="csX34" fmla="*/ 1 w 684497"/>
                    <a:gd name="csY34" fmla="*/ 358647 h 662863"/>
                    <a:gd name="csX35" fmla="*/ 322371 w 684497"/>
                    <a:gd name="csY35" fmla="*/ 2613 h 662863"/>
                    <a:gd name="csX36" fmla="*/ 3024 w 684497"/>
                    <a:gd name="csY36" fmla="*/ 399577 h 662863"/>
                    <a:gd name="csX37" fmla="*/ 360087 w 684497"/>
                    <a:gd name="csY37" fmla="*/ 5226 h 662863"/>
                    <a:gd name="csX38" fmla="*/ 3024 w 684497"/>
                    <a:gd name="csY38" fmla="*/ 399577 h 662863"/>
                    <a:gd name="csX39" fmla="*/ 360087 w 684497"/>
                    <a:gd name="csY39" fmla="*/ 5226 h 662863"/>
                    <a:gd name="csX40" fmla="*/ 1059 w 684497"/>
                    <a:gd name="csY40" fmla="*/ 446022 h 662863"/>
                    <a:gd name="csX41" fmla="*/ 402717 w 684497"/>
                    <a:gd name="csY41" fmla="*/ 2395 h 662863"/>
                    <a:gd name="csX42" fmla="*/ 1059 w 684497"/>
                    <a:gd name="csY42" fmla="*/ 446022 h 662863"/>
                    <a:gd name="csX43" fmla="*/ 402717 w 684497"/>
                    <a:gd name="csY43" fmla="*/ 2395 h 662863"/>
                    <a:gd name="csX44" fmla="*/ 4007 w 684497"/>
                    <a:gd name="csY44" fmla="*/ 486952 h 662863"/>
                    <a:gd name="csX45" fmla="*/ 440434 w 684497"/>
                    <a:gd name="csY45" fmla="*/ 5008 h 662863"/>
                    <a:gd name="csX46" fmla="*/ 4007 w 684497"/>
                    <a:gd name="csY46" fmla="*/ 486952 h 662863"/>
                    <a:gd name="csX47" fmla="*/ 440434 w 684497"/>
                    <a:gd name="csY47" fmla="*/ 5008 h 662863"/>
                    <a:gd name="csX48" fmla="*/ 2041 w 684497"/>
                    <a:gd name="csY48" fmla="*/ 533398 h 662863"/>
                    <a:gd name="csX49" fmla="*/ 483064 w 684497"/>
                    <a:gd name="csY49" fmla="*/ 2178 h 662863"/>
                    <a:gd name="csX50" fmla="*/ 2041 w 684497"/>
                    <a:gd name="csY50" fmla="*/ 533398 h 662863"/>
                    <a:gd name="csX51" fmla="*/ 483064 w 684497"/>
                    <a:gd name="csY51" fmla="*/ 2178 h 662863"/>
                    <a:gd name="csX52" fmla="*/ 76 w 684497"/>
                    <a:gd name="csY52" fmla="*/ 579843 h 662863"/>
                    <a:gd name="csX53" fmla="*/ 520781 w 684497"/>
                    <a:gd name="csY53" fmla="*/ 4790 h 662863"/>
                    <a:gd name="csX54" fmla="*/ 76 w 684497"/>
                    <a:gd name="csY54" fmla="*/ 579843 h 662863"/>
                    <a:gd name="csX55" fmla="*/ 520781 w 684497"/>
                    <a:gd name="csY55" fmla="*/ 4790 h 662863"/>
                    <a:gd name="csX56" fmla="*/ 3024 w 684497"/>
                    <a:gd name="csY56" fmla="*/ 620773 h 662863"/>
                    <a:gd name="csX57" fmla="*/ 563411 w 684497"/>
                    <a:gd name="csY57" fmla="*/ 1887 h 662863"/>
                    <a:gd name="csX58" fmla="*/ 3024 w 684497"/>
                    <a:gd name="csY58" fmla="*/ 620773 h 662863"/>
                    <a:gd name="csX59" fmla="*/ 563411 w 684497"/>
                    <a:gd name="csY59" fmla="*/ 1887 h 662863"/>
                    <a:gd name="csX60" fmla="*/ 6047 w 684497"/>
                    <a:gd name="csY60" fmla="*/ 661776 h 662863"/>
                    <a:gd name="csX61" fmla="*/ 601128 w 684497"/>
                    <a:gd name="csY61" fmla="*/ 4500 h 662863"/>
                    <a:gd name="csX62" fmla="*/ 6047 w 684497"/>
                    <a:gd name="csY62" fmla="*/ 661776 h 662863"/>
                    <a:gd name="csX63" fmla="*/ 601128 w 684497"/>
                    <a:gd name="csY63" fmla="*/ 4500 h 662863"/>
                    <a:gd name="csX64" fmla="*/ 48677 w 684497"/>
                    <a:gd name="csY64" fmla="*/ 658873 h 662863"/>
                    <a:gd name="csX65" fmla="*/ 643757 w 684497"/>
                    <a:gd name="csY65" fmla="*/ 1670 h 662863"/>
                    <a:gd name="csX66" fmla="*/ 48677 w 684497"/>
                    <a:gd name="csY66" fmla="*/ 658873 h 662863"/>
                    <a:gd name="csX67" fmla="*/ 643757 w 684497"/>
                    <a:gd name="csY67" fmla="*/ 1670 h 662863"/>
                    <a:gd name="csX68" fmla="*/ 86394 w 684497"/>
                    <a:gd name="csY68" fmla="*/ 661485 h 662863"/>
                    <a:gd name="csX69" fmla="*/ 681475 w 684497"/>
                    <a:gd name="csY69" fmla="*/ 4282 h 662863"/>
                    <a:gd name="csX70" fmla="*/ 86394 w 684497"/>
                    <a:gd name="csY70" fmla="*/ 661485 h 662863"/>
                    <a:gd name="csX71" fmla="*/ 681475 w 684497"/>
                    <a:gd name="csY71" fmla="*/ 4282 h 662863"/>
                    <a:gd name="csX72" fmla="*/ 129024 w 684497"/>
                    <a:gd name="csY72" fmla="*/ 658655 h 662863"/>
                    <a:gd name="csX73" fmla="*/ 684422 w 684497"/>
                    <a:gd name="csY73" fmla="*/ 45212 h 662863"/>
                    <a:gd name="csX74" fmla="*/ 129024 w 684497"/>
                    <a:gd name="csY74" fmla="*/ 658655 h 662863"/>
                    <a:gd name="csX75" fmla="*/ 684422 w 684497"/>
                    <a:gd name="csY75" fmla="*/ 45212 h 662863"/>
                    <a:gd name="csX76" fmla="*/ 166741 w 684497"/>
                    <a:gd name="csY76" fmla="*/ 661268 h 662863"/>
                    <a:gd name="csX77" fmla="*/ 682457 w 684497"/>
                    <a:gd name="csY77" fmla="*/ 91658 h 662863"/>
                    <a:gd name="csX78" fmla="*/ 166741 w 684497"/>
                    <a:gd name="csY78" fmla="*/ 661268 h 662863"/>
                    <a:gd name="csX79" fmla="*/ 682457 w 684497"/>
                    <a:gd name="csY79" fmla="*/ 91658 h 662863"/>
                    <a:gd name="csX80" fmla="*/ 209371 w 684497"/>
                    <a:gd name="csY80" fmla="*/ 658365 h 662863"/>
                    <a:gd name="csX81" fmla="*/ 680492 w 684497"/>
                    <a:gd name="csY81" fmla="*/ 138031 h 662863"/>
                    <a:gd name="csX82" fmla="*/ 209371 w 684497"/>
                    <a:gd name="csY82" fmla="*/ 658365 h 662863"/>
                    <a:gd name="csX83" fmla="*/ 680492 w 684497"/>
                    <a:gd name="csY83" fmla="*/ 138031 h 662863"/>
                    <a:gd name="csX84" fmla="*/ 247088 w 684497"/>
                    <a:gd name="csY84" fmla="*/ 660977 h 662863"/>
                    <a:gd name="csX85" fmla="*/ 683440 w 684497"/>
                    <a:gd name="csY85" fmla="*/ 179033 h 662863"/>
                    <a:gd name="csX86" fmla="*/ 247088 w 684497"/>
                    <a:gd name="csY86" fmla="*/ 660977 h 662863"/>
                    <a:gd name="csX87" fmla="*/ 683440 w 684497"/>
                    <a:gd name="csY87" fmla="*/ 179033 h 662863"/>
                    <a:gd name="csX88" fmla="*/ 289718 w 684497"/>
                    <a:gd name="csY88" fmla="*/ 658147 h 662863"/>
                    <a:gd name="csX89" fmla="*/ 681475 w 684497"/>
                    <a:gd name="csY89" fmla="*/ 225479 h 662863"/>
                    <a:gd name="csX90" fmla="*/ 289718 w 684497"/>
                    <a:gd name="csY90" fmla="*/ 658147 h 662863"/>
                    <a:gd name="csX91" fmla="*/ 681475 w 684497"/>
                    <a:gd name="csY91" fmla="*/ 225479 h 662863"/>
                    <a:gd name="csX92" fmla="*/ 327435 w 684497"/>
                    <a:gd name="csY92" fmla="*/ 660760 h 662863"/>
                    <a:gd name="csX93" fmla="*/ 684422 w 684497"/>
                    <a:gd name="csY93" fmla="*/ 266409 h 662863"/>
                    <a:gd name="csX94" fmla="*/ 327435 w 684497"/>
                    <a:gd name="csY94" fmla="*/ 660760 h 662863"/>
                    <a:gd name="csX95" fmla="*/ 684422 w 684497"/>
                    <a:gd name="csY95" fmla="*/ 266409 h 662863"/>
                    <a:gd name="csX96" fmla="*/ 370065 w 684497"/>
                    <a:gd name="csY96" fmla="*/ 657857 h 662863"/>
                    <a:gd name="csX97" fmla="*/ 682457 w 684497"/>
                    <a:gd name="csY97" fmla="*/ 312854 h 662863"/>
                    <a:gd name="csX98" fmla="*/ 370065 w 684497"/>
                    <a:gd name="csY98" fmla="*/ 657857 h 662863"/>
                    <a:gd name="csX99" fmla="*/ 682457 w 684497"/>
                    <a:gd name="csY99" fmla="*/ 312854 h 662863"/>
                    <a:gd name="csX100" fmla="*/ 407781 w 684497"/>
                    <a:gd name="csY100" fmla="*/ 660469 h 662863"/>
                    <a:gd name="csX101" fmla="*/ 680492 w 684497"/>
                    <a:gd name="csY101" fmla="*/ 359227 h 662863"/>
                    <a:gd name="csX102" fmla="*/ 407781 w 684497"/>
                    <a:gd name="csY102" fmla="*/ 660469 h 662863"/>
                    <a:gd name="csX103" fmla="*/ 680492 w 684497"/>
                    <a:gd name="csY103" fmla="*/ 359227 h 662863"/>
                    <a:gd name="csX104" fmla="*/ 450411 w 684497"/>
                    <a:gd name="csY104" fmla="*/ 657639 h 662863"/>
                    <a:gd name="csX105" fmla="*/ 683515 w 684497"/>
                    <a:gd name="csY105" fmla="*/ 400230 h 662863"/>
                    <a:gd name="csX106" fmla="*/ 450411 w 684497"/>
                    <a:gd name="csY106" fmla="*/ 657639 h 662863"/>
                    <a:gd name="csX107" fmla="*/ 683515 w 684497"/>
                    <a:gd name="csY107" fmla="*/ 400230 h 662863"/>
                    <a:gd name="csX108" fmla="*/ 488128 w 684497"/>
                    <a:gd name="csY108" fmla="*/ 660252 h 662863"/>
                    <a:gd name="csX109" fmla="*/ 681550 w 684497"/>
                    <a:gd name="csY109" fmla="*/ 446675 h 662863"/>
                    <a:gd name="csX110" fmla="*/ 488128 w 684497"/>
                    <a:gd name="csY110" fmla="*/ 660252 h 662863"/>
                    <a:gd name="csX111" fmla="*/ 681550 w 684497"/>
                    <a:gd name="csY111" fmla="*/ 446675 h 662863"/>
                    <a:gd name="csX112" fmla="*/ 525845 w 684497"/>
                    <a:gd name="csY112" fmla="*/ 662864 h 662863"/>
                    <a:gd name="csX113" fmla="*/ 684498 w 684497"/>
                    <a:gd name="csY113" fmla="*/ 487605 h 662863"/>
                    <a:gd name="csX114" fmla="*/ 525845 w 684497"/>
                    <a:gd name="csY114" fmla="*/ 662864 h 662863"/>
                    <a:gd name="csX115" fmla="*/ 684498 w 684497"/>
                    <a:gd name="csY115" fmla="*/ 487605 h 662863"/>
                    <a:gd name="csX116" fmla="*/ 568475 w 684497"/>
                    <a:gd name="csY116" fmla="*/ 659962 h 662863"/>
                    <a:gd name="csX117" fmla="*/ 682533 w 684497"/>
                    <a:gd name="csY117" fmla="*/ 534051 h 662863"/>
                    <a:gd name="csX118" fmla="*/ 568475 w 684497"/>
                    <a:gd name="csY118" fmla="*/ 659962 h 662863"/>
                    <a:gd name="csX119" fmla="*/ 682533 w 684497"/>
                    <a:gd name="csY119" fmla="*/ 534051 h 662863"/>
                    <a:gd name="csX120" fmla="*/ 606192 w 684497"/>
                    <a:gd name="csY120" fmla="*/ 662574 h 662863"/>
                    <a:gd name="csX121" fmla="*/ 680568 w 684497"/>
                    <a:gd name="csY121" fmla="*/ 580424 h 662863"/>
                    <a:gd name="csX122" fmla="*/ 606192 w 684497"/>
                    <a:gd name="csY122" fmla="*/ 662574 h 662863"/>
                    <a:gd name="csX123" fmla="*/ 680568 w 684497"/>
                    <a:gd name="csY123" fmla="*/ 580424 h 662863"/>
                    <a:gd name="csX124" fmla="*/ 648822 w 684497"/>
                    <a:gd name="csY124" fmla="*/ 659744 h 662863"/>
                    <a:gd name="csX125" fmla="*/ 683515 w 684497"/>
                    <a:gd name="csY125" fmla="*/ 621427 h 662863"/>
                    <a:gd name="csX126" fmla="*/ 648822 w 684497"/>
                    <a:gd name="csY126" fmla="*/ 659744 h 662863"/>
                    <a:gd name="csX127" fmla="*/ 683515 w 684497"/>
                    <a:gd name="csY127" fmla="*/ 621427 h 6628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</a:cxnLst>
                  <a:rect l="l" t="t" r="r" b="b"/>
                  <a:pathLst>
                    <a:path w="684497" h="662863"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3931" y="44632"/>
                      </a:moveTo>
                      <a:cubicBezTo>
                        <a:pt x="14437" y="31569"/>
                        <a:pt x="25700" y="22933"/>
                        <a:pt x="43613" y="799"/>
                      </a:cubicBezTo>
                      <a:moveTo>
                        <a:pt x="3931" y="44632"/>
                      </a:moveTo>
                      <a:cubicBezTo>
                        <a:pt x="16327" y="31206"/>
                        <a:pt x="26304" y="17926"/>
                        <a:pt x="43613" y="799"/>
                      </a:cubicBezTo>
                      <a:moveTo>
                        <a:pt x="1966" y="91005"/>
                      </a:moveTo>
                      <a:cubicBezTo>
                        <a:pt x="32653" y="59581"/>
                        <a:pt x="67573" y="21264"/>
                        <a:pt x="81330" y="3411"/>
                      </a:cubicBezTo>
                      <a:moveTo>
                        <a:pt x="1966" y="91005"/>
                      </a:moveTo>
                      <a:cubicBezTo>
                        <a:pt x="17838" y="72862"/>
                        <a:pt x="50794" y="39479"/>
                        <a:pt x="81330" y="3411"/>
                      </a:cubicBezTo>
                      <a:moveTo>
                        <a:pt x="1" y="137450"/>
                      </a:moveTo>
                      <a:cubicBezTo>
                        <a:pt x="47468" y="95141"/>
                        <a:pt x="70824" y="54066"/>
                        <a:pt x="123960" y="509"/>
                      </a:cubicBezTo>
                      <a:moveTo>
                        <a:pt x="1" y="137450"/>
                      </a:moveTo>
                      <a:cubicBezTo>
                        <a:pt x="47846" y="94415"/>
                        <a:pt x="91912" y="46083"/>
                        <a:pt x="123960" y="509"/>
                      </a:cubicBezTo>
                      <a:moveTo>
                        <a:pt x="2948" y="178380"/>
                      </a:moveTo>
                      <a:cubicBezTo>
                        <a:pt x="62056" y="102979"/>
                        <a:pt x="116855" y="52397"/>
                        <a:pt x="161677" y="3121"/>
                      </a:cubicBezTo>
                      <a:moveTo>
                        <a:pt x="2948" y="178380"/>
                      </a:moveTo>
                      <a:cubicBezTo>
                        <a:pt x="53363" y="124024"/>
                        <a:pt x="99395" y="74894"/>
                        <a:pt x="161677" y="3121"/>
                      </a:cubicBezTo>
                      <a:moveTo>
                        <a:pt x="983" y="224826"/>
                      </a:moveTo>
                      <a:cubicBezTo>
                        <a:pt x="74527" y="136942"/>
                        <a:pt x="156839" y="58783"/>
                        <a:pt x="204307" y="291"/>
                      </a:cubicBezTo>
                      <a:moveTo>
                        <a:pt x="983" y="224826"/>
                      </a:moveTo>
                      <a:cubicBezTo>
                        <a:pt x="81783" y="144127"/>
                        <a:pt x="153741" y="57767"/>
                        <a:pt x="204307" y="291"/>
                      </a:cubicBezTo>
                      <a:moveTo>
                        <a:pt x="4007" y="265756"/>
                      </a:moveTo>
                      <a:cubicBezTo>
                        <a:pt x="99092" y="169164"/>
                        <a:pt x="205063" y="70177"/>
                        <a:pt x="242024" y="2903"/>
                      </a:cubicBezTo>
                      <a:moveTo>
                        <a:pt x="4007" y="265756"/>
                      </a:moveTo>
                      <a:cubicBezTo>
                        <a:pt x="102494" y="167567"/>
                        <a:pt x="192364" y="62121"/>
                        <a:pt x="242024" y="2903"/>
                      </a:cubicBezTo>
                      <a:moveTo>
                        <a:pt x="2041" y="312201"/>
                      </a:moveTo>
                      <a:cubicBezTo>
                        <a:pt x="75510" y="257337"/>
                        <a:pt x="120332" y="186000"/>
                        <a:pt x="284654" y="1"/>
                      </a:cubicBezTo>
                      <a:moveTo>
                        <a:pt x="2041" y="312201"/>
                      </a:moveTo>
                      <a:cubicBezTo>
                        <a:pt x="106953" y="209295"/>
                        <a:pt x="198940" y="90061"/>
                        <a:pt x="284654" y="1"/>
                      </a:cubicBezTo>
                      <a:moveTo>
                        <a:pt x="1" y="358647"/>
                      </a:moveTo>
                      <a:cubicBezTo>
                        <a:pt x="112547" y="233244"/>
                        <a:pt x="226604" y="107478"/>
                        <a:pt x="322371" y="2613"/>
                      </a:cubicBezTo>
                      <a:moveTo>
                        <a:pt x="1" y="358647"/>
                      </a:moveTo>
                      <a:cubicBezTo>
                        <a:pt x="107936" y="236437"/>
                        <a:pt x="210127" y="124024"/>
                        <a:pt x="322371" y="2613"/>
                      </a:cubicBezTo>
                      <a:moveTo>
                        <a:pt x="3024" y="399577"/>
                      </a:moveTo>
                      <a:cubicBezTo>
                        <a:pt x="132955" y="261982"/>
                        <a:pt x="257745" y="113647"/>
                        <a:pt x="360087" y="5226"/>
                      </a:cubicBezTo>
                      <a:moveTo>
                        <a:pt x="3024" y="399577"/>
                      </a:moveTo>
                      <a:cubicBezTo>
                        <a:pt x="120105" y="279980"/>
                        <a:pt x="226302" y="153706"/>
                        <a:pt x="360087" y="5226"/>
                      </a:cubicBezTo>
                      <a:moveTo>
                        <a:pt x="1059" y="446022"/>
                      </a:moveTo>
                      <a:cubicBezTo>
                        <a:pt x="128495" y="312491"/>
                        <a:pt x="227133" y="205449"/>
                        <a:pt x="402717" y="2395"/>
                      </a:cubicBezTo>
                      <a:moveTo>
                        <a:pt x="1059" y="446022"/>
                      </a:moveTo>
                      <a:cubicBezTo>
                        <a:pt x="100151" y="331215"/>
                        <a:pt x="191382" y="217060"/>
                        <a:pt x="402717" y="2395"/>
                      </a:cubicBezTo>
                      <a:moveTo>
                        <a:pt x="4007" y="486952"/>
                      </a:moveTo>
                      <a:cubicBezTo>
                        <a:pt x="147013" y="323885"/>
                        <a:pt x="273467" y="180122"/>
                        <a:pt x="440434" y="5008"/>
                      </a:cubicBezTo>
                      <a:moveTo>
                        <a:pt x="4007" y="486952"/>
                      </a:moveTo>
                      <a:cubicBezTo>
                        <a:pt x="123582" y="365686"/>
                        <a:pt x="230610" y="229543"/>
                        <a:pt x="440434" y="5008"/>
                      </a:cubicBezTo>
                      <a:moveTo>
                        <a:pt x="2041" y="533398"/>
                      </a:moveTo>
                      <a:cubicBezTo>
                        <a:pt x="96069" y="409519"/>
                        <a:pt x="217988" y="288616"/>
                        <a:pt x="483064" y="2178"/>
                      </a:cubicBezTo>
                      <a:moveTo>
                        <a:pt x="2041" y="533398"/>
                      </a:moveTo>
                      <a:cubicBezTo>
                        <a:pt x="119122" y="408866"/>
                        <a:pt x="236279" y="270183"/>
                        <a:pt x="483064" y="2178"/>
                      </a:cubicBezTo>
                      <a:moveTo>
                        <a:pt x="76" y="579843"/>
                      </a:moveTo>
                      <a:cubicBezTo>
                        <a:pt x="142403" y="429331"/>
                        <a:pt x="295009" y="248266"/>
                        <a:pt x="520781" y="4790"/>
                      </a:cubicBezTo>
                      <a:moveTo>
                        <a:pt x="76" y="579843"/>
                      </a:moveTo>
                      <a:cubicBezTo>
                        <a:pt x="142403" y="408648"/>
                        <a:pt x="294328" y="237090"/>
                        <a:pt x="520781" y="4790"/>
                      </a:cubicBezTo>
                      <a:moveTo>
                        <a:pt x="3024" y="620773"/>
                      </a:moveTo>
                      <a:cubicBezTo>
                        <a:pt x="180800" y="438692"/>
                        <a:pt x="340889" y="236727"/>
                        <a:pt x="563411" y="1887"/>
                      </a:cubicBezTo>
                      <a:moveTo>
                        <a:pt x="3024" y="620773"/>
                      </a:moveTo>
                      <a:cubicBezTo>
                        <a:pt x="219348" y="388110"/>
                        <a:pt x="421991" y="167567"/>
                        <a:pt x="563411" y="1887"/>
                      </a:cubicBezTo>
                      <a:moveTo>
                        <a:pt x="6047" y="661776"/>
                      </a:moveTo>
                      <a:cubicBezTo>
                        <a:pt x="167497" y="449433"/>
                        <a:pt x="354116" y="270908"/>
                        <a:pt x="601128" y="4500"/>
                      </a:cubicBezTo>
                      <a:moveTo>
                        <a:pt x="6047" y="661776"/>
                      </a:moveTo>
                      <a:cubicBezTo>
                        <a:pt x="131594" y="531003"/>
                        <a:pt x="250489" y="392900"/>
                        <a:pt x="601128" y="4500"/>
                      </a:cubicBezTo>
                      <a:moveTo>
                        <a:pt x="48677" y="658873"/>
                      </a:moveTo>
                      <a:cubicBezTo>
                        <a:pt x="253361" y="445369"/>
                        <a:pt x="430835" y="218730"/>
                        <a:pt x="643757" y="1670"/>
                      </a:cubicBezTo>
                      <a:moveTo>
                        <a:pt x="48677" y="658873"/>
                      </a:moveTo>
                      <a:cubicBezTo>
                        <a:pt x="217836" y="478897"/>
                        <a:pt x="375356" y="295945"/>
                        <a:pt x="643757" y="1670"/>
                      </a:cubicBezTo>
                      <a:moveTo>
                        <a:pt x="86394" y="661485"/>
                      </a:moveTo>
                      <a:cubicBezTo>
                        <a:pt x="217005" y="518375"/>
                        <a:pt x="362355" y="374902"/>
                        <a:pt x="681475" y="4282"/>
                      </a:cubicBezTo>
                      <a:moveTo>
                        <a:pt x="86394" y="661485"/>
                      </a:moveTo>
                      <a:cubicBezTo>
                        <a:pt x="285636" y="460827"/>
                        <a:pt x="464243" y="247250"/>
                        <a:pt x="681475" y="4282"/>
                      </a:cubicBezTo>
                      <a:moveTo>
                        <a:pt x="129024" y="658655"/>
                      </a:moveTo>
                      <a:cubicBezTo>
                        <a:pt x="304306" y="461190"/>
                        <a:pt x="496442" y="258498"/>
                        <a:pt x="684422" y="45212"/>
                      </a:cubicBezTo>
                      <a:moveTo>
                        <a:pt x="129024" y="658655"/>
                      </a:moveTo>
                      <a:cubicBezTo>
                        <a:pt x="313452" y="452046"/>
                        <a:pt x="492285" y="246162"/>
                        <a:pt x="684422" y="45212"/>
                      </a:cubicBezTo>
                      <a:moveTo>
                        <a:pt x="166741" y="661268"/>
                      </a:moveTo>
                      <a:cubicBezTo>
                        <a:pt x="329324" y="460319"/>
                        <a:pt x="517304" y="278093"/>
                        <a:pt x="682457" y="91658"/>
                      </a:cubicBezTo>
                      <a:moveTo>
                        <a:pt x="166741" y="661268"/>
                      </a:moveTo>
                      <a:cubicBezTo>
                        <a:pt x="316928" y="502482"/>
                        <a:pt x="465302" y="346164"/>
                        <a:pt x="682457" y="91658"/>
                      </a:cubicBezTo>
                      <a:moveTo>
                        <a:pt x="209371" y="658365"/>
                      </a:moveTo>
                      <a:cubicBezTo>
                        <a:pt x="411334" y="436951"/>
                        <a:pt x="592587" y="247250"/>
                        <a:pt x="680492" y="138031"/>
                      </a:cubicBezTo>
                      <a:moveTo>
                        <a:pt x="209371" y="658365"/>
                      </a:moveTo>
                      <a:cubicBezTo>
                        <a:pt x="350110" y="502918"/>
                        <a:pt x="506495" y="329763"/>
                        <a:pt x="680492" y="138031"/>
                      </a:cubicBezTo>
                      <a:moveTo>
                        <a:pt x="247088" y="660977"/>
                      </a:moveTo>
                      <a:cubicBezTo>
                        <a:pt x="364396" y="523600"/>
                        <a:pt x="491076" y="388764"/>
                        <a:pt x="683440" y="179033"/>
                      </a:cubicBezTo>
                      <a:moveTo>
                        <a:pt x="247088" y="660977"/>
                      </a:moveTo>
                      <a:cubicBezTo>
                        <a:pt x="342929" y="544501"/>
                        <a:pt x="455400" y="446675"/>
                        <a:pt x="683440" y="179033"/>
                      </a:cubicBezTo>
                      <a:moveTo>
                        <a:pt x="289718" y="658147"/>
                      </a:moveTo>
                      <a:cubicBezTo>
                        <a:pt x="429399" y="513804"/>
                        <a:pt x="563713" y="360751"/>
                        <a:pt x="681475" y="225479"/>
                      </a:cubicBezTo>
                      <a:moveTo>
                        <a:pt x="289718" y="658147"/>
                      </a:moveTo>
                      <a:cubicBezTo>
                        <a:pt x="406874" y="522294"/>
                        <a:pt x="531514" y="388328"/>
                        <a:pt x="681475" y="225479"/>
                      </a:cubicBezTo>
                      <a:moveTo>
                        <a:pt x="327435" y="660760"/>
                      </a:moveTo>
                      <a:cubicBezTo>
                        <a:pt x="461296" y="510755"/>
                        <a:pt x="580418" y="378241"/>
                        <a:pt x="684422" y="266409"/>
                      </a:cubicBezTo>
                      <a:moveTo>
                        <a:pt x="327435" y="660760"/>
                      </a:moveTo>
                      <a:cubicBezTo>
                        <a:pt x="404380" y="559305"/>
                        <a:pt x="494477" y="476647"/>
                        <a:pt x="684422" y="266409"/>
                      </a:cubicBezTo>
                      <a:moveTo>
                        <a:pt x="370065" y="657857"/>
                      </a:moveTo>
                      <a:cubicBezTo>
                        <a:pt x="494099" y="532309"/>
                        <a:pt x="582987" y="431726"/>
                        <a:pt x="682457" y="312854"/>
                      </a:cubicBezTo>
                      <a:moveTo>
                        <a:pt x="370065" y="657857"/>
                      </a:moveTo>
                      <a:cubicBezTo>
                        <a:pt x="452150" y="578174"/>
                        <a:pt x="529549" y="494427"/>
                        <a:pt x="682457" y="312854"/>
                      </a:cubicBezTo>
                      <a:moveTo>
                        <a:pt x="407781" y="660469"/>
                      </a:moveTo>
                      <a:cubicBezTo>
                        <a:pt x="487448" y="592834"/>
                        <a:pt x="555399" y="513078"/>
                        <a:pt x="680492" y="359227"/>
                      </a:cubicBezTo>
                      <a:moveTo>
                        <a:pt x="407781" y="660469"/>
                      </a:moveTo>
                      <a:cubicBezTo>
                        <a:pt x="478756" y="581730"/>
                        <a:pt x="545573" y="497112"/>
                        <a:pt x="680492" y="359227"/>
                      </a:cubicBezTo>
                      <a:moveTo>
                        <a:pt x="450411" y="657639"/>
                      </a:moveTo>
                      <a:cubicBezTo>
                        <a:pt x="533933" y="584198"/>
                        <a:pt x="599011" y="492468"/>
                        <a:pt x="683515" y="400230"/>
                      </a:cubicBezTo>
                      <a:moveTo>
                        <a:pt x="450411" y="657639"/>
                      </a:moveTo>
                      <a:cubicBezTo>
                        <a:pt x="531212" y="569828"/>
                        <a:pt x="602413" y="491306"/>
                        <a:pt x="683515" y="400230"/>
                      </a:cubicBezTo>
                      <a:moveTo>
                        <a:pt x="488128" y="660252"/>
                      </a:moveTo>
                      <a:cubicBezTo>
                        <a:pt x="543154" y="577303"/>
                        <a:pt x="619949" y="526866"/>
                        <a:pt x="681550" y="446675"/>
                      </a:cubicBezTo>
                      <a:moveTo>
                        <a:pt x="488128" y="660252"/>
                      </a:moveTo>
                      <a:cubicBezTo>
                        <a:pt x="536881" y="614242"/>
                        <a:pt x="580946" y="563805"/>
                        <a:pt x="681550" y="446675"/>
                      </a:cubicBezTo>
                      <a:moveTo>
                        <a:pt x="525845" y="662864"/>
                      </a:moveTo>
                      <a:cubicBezTo>
                        <a:pt x="568097" y="621427"/>
                        <a:pt x="613070" y="583762"/>
                        <a:pt x="684498" y="487605"/>
                      </a:cubicBezTo>
                      <a:moveTo>
                        <a:pt x="525845" y="662864"/>
                      </a:moveTo>
                      <a:cubicBezTo>
                        <a:pt x="595156" y="590801"/>
                        <a:pt x="648293" y="525487"/>
                        <a:pt x="684498" y="487605"/>
                      </a:cubicBezTo>
                      <a:moveTo>
                        <a:pt x="568475" y="659962"/>
                      </a:moveTo>
                      <a:cubicBezTo>
                        <a:pt x="599389" y="629046"/>
                        <a:pt x="626524" y="605243"/>
                        <a:pt x="682533" y="534051"/>
                      </a:cubicBezTo>
                      <a:moveTo>
                        <a:pt x="568475" y="659962"/>
                      </a:moveTo>
                      <a:cubicBezTo>
                        <a:pt x="608837" y="627305"/>
                        <a:pt x="643229" y="580061"/>
                        <a:pt x="682533" y="534051"/>
                      </a:cubicBezTo>
                      <a:moveTo>
                        <a:pt x="606192" y="662574"/>
                      </a:moveTo>
                      <a:cubicBezTo>
                        <a:pt x="636350" y="638553"/>
                        <a:pt x="652677" y="607493"/>
                        <a:pt x="680568" y="580424"/>
                      </a:cubicBezTo>
                      <a:moveTo>
                        <a:pt x="606192" y="662574"/>
                      </a:moveTo>
                      <a:cubicBezTo>
                        <a:pt x="620931" y="642399"/>
                        <a:pt x="633705" y="632602"/>
                        <a:pt x="680568" y="580424"/>
                      </a:cubicBezTo>
                      <a:moveTo>
                        <a:pt x="648822" y="659744"/>
                      </a:moveTo>
                      <a:cubicBezTo>
                        <a:pt x="656910" y="645955"/>
                        <a:pt x="677317" y="630643"/>
                        <a:pt x="683515" y="621427"/>
                      </a:cubicBezTo>
                      <a:moveTo>
                        <a:pt x="648822" y="659744"/>
                      </a:moveTo>
                      <a:cubicBezTo>
                        <a:pt x="660160" y="649366"/>
                        <a:pt x="665602" y="639569"/>
                        <a:pt x="683515" y="621427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90" name="شكل حر: شكل 521">
                  <a:extLst>
                    <a:ext uri="{FF2B5EF4-FFF2-40B4-BE49-F238E27FC236}">
                      <a16:creationId xmlns:a16="http://schemas.microsoft.com/office/drawing/2014/main" id="{7BEBC91A-E6CB-612A-AA06-72789A2A5720}"/>
                    </a:ext>
                  </a:extLst>
                </p:cNvPr>
                <p:cNvSpPr/>
                <p:nvPr/>
              </p:nvSpPr>
              <p:spPr>
                <a:xfrm>
                  <a:off x="8175995" y="4000066"/>
                  <a:ext cx="689563" cy="656727"/>
                </a:xfrm>
                <a:custGeom>
                  <a:avLst/>
                  <a:gdLst>
                    <a:gd name="csX0" fmla="*/ 6150 w 689563"/>
                    <a:gd name="csY0" fmla="*/ 3589 h 656727"/>
                    <a:gd name="csX1" fmla="*/ 686414 w 689563"/>
                    <a:gd name="csY1" fmla="*/ 3589 h 656727"/>
                    <a:gd name="csX2" fmla="*/ 6150 w 689563"/>
                    <a:gd name="csY2" fmla="*/ 3589 h 656727"/>
                    <a:gd name="csX3" fmla="*/ 686414 w 689563"/>
                    <a:gd name="csY3" fmla="*/ 3589 h 656727"/>
                    <a:gd name="csX4" fmla="*/ 686414 w 689563"/>
                    <a:gd name="csY4" fmla="*/ 3589 h 656727"/>
                    <a:gd name="csX5" fmla="*/ 686414 w 689563"/>
                    <a:gd name="csY5" fmla="*/ 656728 h 656727"/>
                    <a:gd name="csX6" fmla="*/ 686414 w 689563"/>
                    <a:gd name="csY6" fmla="*/ 3589 h 656727"/>
                    <a:gd name="csX7" fmla="*/ 686414 w 689563"/>
                    <a:gd name="csY7" fmla="*/ 656728 h 656727"/>
                    <a:gd name="csX8" fmla="*/ 686414 w 689563"/>
                    <a:gd name="csY8" fmla="*/ 656728 h 656727"/>
                    <a:gd name="csX9" fmla="*/ 6150 w 689563"/>
                    <a:gd name="csY9" fmla="*/ 656728 h 656727"/>
                    <a:gd name="csX10" fmla="*/ 686414 w 689563"/>
                    <a:gd name="csY10" fmla="*/ 656728 h 656727"/>
                    <a:gd name="csX11" fmla="*/ 6150 w 689563"/>
                    <a:gd name="csY11" fmla="*/ 656728 h 656727"/>
                    <a:gd name="csX12" fmla="*/ 6150 w 689563"/>
                    <a:gd name="csY12" fmla="*/ 656728 h 656727"/>
                    <a:gd name="csX13" fmla="*/ 6150 w 689563"/>
                    <a:gd name="csY13" fmla="*/ 3589 h 656727"/>
                    <a:gd name="csX14" fmla="*/ 6150 w 689563"/>
                    <a:gd name="csY14" fmla="*/ 656728 h 656727"/>
                    <a:gd name="csX15" fmla="*/ 6150 w 689563"/>
                    <a:gd name="csY15" fmla="*/ 3589 h 6567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89563" h="656727">
                      <a:moveTo>
                        <a:pt x="6150" y="3589"/>
                      </a:moveTo>
                      <a:cubicBezTo>
                        <a:pt x="210305" y="2718"/>
                        <a:pt x="448473" y="-4031"/>
                        <a:pt x="686414" y="3589"/>
                      </a:cubicBezTo>
                      <a:moveTo>
                        <a:pt x="6150" y="3589"/>
                      </a:moveTo>
                      <a:cubicBezTo>
                        <a:pt x="167221" y="2065"/>
                        <a:pt x="332828" y="6419"/>
                        <a:pt x="686414" y="3589"/>
                      </a:cubicBezTo>
                      <a:moveTo>
                        <a:pt x="686414" y="3589"/>
                      </a:moveTo>
                      <a:cubicBezTo>
                        <a:pt x="697298" y="262958"/>
                        <a:pt x="675606" y="521819"/>
                        <a:pt x="686414" y="656728"/>
                      </a:cubicBezTo>
                      <a:moveTo>
                        <a:pt x="686414" y="3589"/>
                      </a:moveTo>
                      <a:cubicBezTo>
                        <a:pt x="691100" y="229212"/>
                        <a:pt x="682181" y="461077"/>
                        <a:pt x="686414" y="656728"/>
                      </a:cubicBezTo>
                      <a:moveTo>
                        <a:pt x="686414" y="656728"/>
                      </a:moveTo>
                      <a:cubicBezTo>
                        <a:pt x="528366" y="653027"/>
                        <a:pt x="342351" y="649907"/>
                        <a:pt x="6150" y="656728"/>
                      </a:cubicBezTo>
                      <a:moveTo>
                        <a:pt x="686414" y="656728"/>
                      </a:moveTo>
                      <a:cubicBezTo>
                        <a:pt x="479538" y="648310"/>
                        <a:pt x="273721" y="655277"/>
                        <a:pt x="6150" y="656728"/>
                      </a:cubicBezTo>
                      <a:moveTo>
                        <a:pt x="6150" y="656728"/>
                      </a:moveTo>
                      <a:cubicBezTo>
                        <a:pt x="-4130" y="400553"/>
                        <a:pt x="329" y="149312"/>
                        <a:pt x="6150" y="3589"/>
                      </a:cubicBezTo>
                      <a:moveTo>
                        <a:pt x="6150" y="656728"/>
                      </a:moveTo>
                      <a:cubicBezTo>
                        <a:pt x="3882" y="467173"/>
                        <a:pt x="4260" y="259257"/>
                        <a:pt x="6150" y="3589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87" name="صورة 522">
                <a:extLst>
                  <a:ext uri="{FF2B5EF4-FFF2-40B4-BE49-F238E27FC236}">
                    <a16:creationId xmlns:a16="http://schemas.microsoft.com/office/drawing/2014/main" id="{12A6D6F8-C9A6-9231-704D-962D49670E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185923" y="4018169"/>
                <a:ext cx="665147" cy="645882"/>
              </a:xfrm>
              <a:custGeom>
                <a:avLst/>
                <a:gdLst>
                  <a:gd name="csX0" fmla="*/ 0 w 665147"/>
                  <a:gd name="csY0" fmla="*/ 0 h 645882"/>
                  <a:gd name="csX1" fmla="*/ 665148 w 665147"/>
                  <a:gd name="csY1" fmla="*/ 0 h 645882"/>
                  <a:gd name="csX2" fmla="*/ 665148 w 665147"/>
                  <a:gd name="csY2" fmla="*/ 645882 h 645882"/>
                  <a:gd name="csX3" fmla="*/ 0 w 665147"/>
                  <a:gd name="csY3" fmla="*/ 645882 h 645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5147" h="645882">
                    <a:moveTo>
                      <a:pt x="0" y="0"/>
                    </a:moveTo>
                    <a:lnTo>
                      <a:pt x="665148" y="0"/>
                    </a:lnTo>
                    <a:lnTo>
                      <a:pt x="665148" y="645882"/>
                    </a:lnTo>
                    <a:lnTo>
                      <a:pt x="0" y="645882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6" name="رسم 9">
              <a:extLst>
                <a:ext uri="{FF2B5EF4-FFF2-40B4-BE49-F238E27FC236}">
                  <a16:creationId xmlns:a16="http://schemas.microsoft.com/office/drawing/2014/main" id="{C0118C62-14D6-6259-AB1F-C3C0250A269F}"/>
                </a:ext>
              </a:extLst>
            </p:cNvPr>
            <p:cNvGrpSpPr/>
            <p:nvPr/>
          </p:nvGrpSpPr>
          <p:grpSpPr>
            <a:xfrm>
              <a:off x="8424016" y="4156924"/>
              <a:ext cx="340132" cy="209585"/>
              <a:chOff x="8424016" y="4156924"/>
              <a:chExt cx="340132" cy="209585"/>
            </a:xfrm>
          </p:grpSpPr>
          <p:grpSp>
            <p:nvGrpSpPr>
              <p:cNvPr id="2179" name="رسم 9">
                <a:extLst>
                  <a:ext uri="{FF2B5EF4-FFF2-40B4-BE49-F238E27FC236}">
                    <a16:creationId xmlns:a16="http://schemas.microsoft.com/office/drawing/2014/main" id="{D180EC48-4905-3315-7399-C8DAC45E27C2}"/>
                  </a:ext>
                </a:extLst>
              </p:cNvPr>
              <p:cNvGrpSpPr/>
              <p:nvPr/>
            </p:nvGrpSpPr>
            <p:grpSpPr>
              <a:xfrm>
                <a:off x="8571558" y="4156924"/>
                <a:ext cx="52909" cy="209585"/>
                <a:chOff x="8571558" y="4156924"/>
                <a:chExt cx="52909" cy="209585"/>
              </a:xfrm>
            </p:grpSpPr>
            <p:sp>
              <p:nvSpPr>
                <p:cNvPr id="2181" name="شكل حر: شكل 525">
                  <a:extLst>
                    <a:ext uri="{FF2B5EF4-FFF2-40B4-BE49-F238E27FC236}">
                      <a16:creationId xmlns:a16="http://schemas.microsoft.com/office/drawing/2014/main" id="{C975EE52-9186-EA81-4635-6CEB51C82509}"/>
                    </a:ext>
                  </a:extLst>
                </p:cNvPr>
                <p:cNvSpPr/>
                <p:nvPr/>
              </p:nvSpPr>
              <p:spPr>
                <a:xfrm>
                  <a:off x="8597937" y="4195024"/>
                  <a:ext cx="377" cy="171485"/>
                </a:xfrm>
                <a:custGeom>
                  <a:avLst/>
                  <a:gdLst>
                    <a:gd name="csX0" fmla="*/ 1 w 377"/>
                    <a:gd name="csY0" fmla="*/ 1 h 171485"/>
                    <a:gd name="csX1" fmla="*/ 378 w 377"/>
                    <a:gd name="csY1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" h="171485">
                      <a:moveTo>
                        <a:pt x="1" y="1"/>
                      </a:moveTo>
                      <a:lnTo>
                        <a:pt x="378" y="171486"/>
                      </a:lnTo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2" name="شكل حر: شكل 526">
                  <a:extLst>
                    <a:ext uri="{FF2B5EF4-FFF2-40B4-BE49-F238E27FC236}">
                      <a16:creationId xmlns:a16="http://schemas.microsoft.com/office/drawing/2014/main" id="{921116B2-481B-0623-8FB5-D938C5C07233}"/>
                    </a:ext>
                  </a:extLst>
                </p:cNvPr>
                <p:cNvSpPr/>
                <p:nvPr/>
              </p:nvSpPr>
              <p:spPr>
                <a:xfrm>
                  <a:off x="8571558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lnTo>
                        <a:pt x="52910" y="50728"/>
                      </a:lnTo>
                      <a:lnTo>
                        <a:pt x="26380" y="38100"/>
                      </a:lnTo>
                      <a:lnTo>
                        <a:pt x="1" y="50800"/>
                      </a:lnTo>
                      <a:close/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3" name="شكل حر: شكل 527">
                  <a:extLst>
                    <a:ext uri="{FF2B5EF4-FFF2-40B4-BE49-F238E27FC236}">
                      <a16:creationId xmlns:a16="http://schemas.microsoft.com/office/drawing/2014/main" id="{FC819543-985A-ECF2-F9D8-0C82ACC6D72A}"/>
                    </a:ext>
                  </a:extLst>
                </p:cNvPr>
                <p:cNvSpPr/>
                <p:nvPr/>
              </p:nvSpPr>
              <p:spPr>
                <a:xfrm>
                  <a:off x="8596676" y="4195024"/>
                  <a:ext cx="9161" cy="171485"/>
                </a:xfrm>
                <a:custGeom>
                  <a:avLst/>
                  <a:gdLst>
                    <a:gd name="csX0" fmla="*/ 1261 w 9161"/>
                    <a:gd name="csY0" fmla="*/ 1 h 171485"/>
                    <a:gd name="csX1" fmla="*/ 1639 w 9161"/>
                    <a:gd name="csY1" fmla="*/ 171486 h 171485"/>
                    <a:gd name="csX2" fmla="*/ 1261 w 9161"/>
                    <a:gd name="csY2" fmla="*/ 1 h 171485"/>
                    <a:gd name="csX3" fmla="*/ 1639 w 9161"/>
                    <a:gd name="csY3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161" h="171485">
                      <a:moveTo>
                        <a:pt x="1261" y="1"/>
                      </a:moveTo>
                      <a:cubicBezTo>
                        <a:pt x="8895" y="65605"/>
                        <a:pt x="14186" y="116767"/>
                        <a:pt x="1639" y="171486"/>
                      </a:cubicBezTo>
                      <a:moveTo>
                        <a:pt x="1261" y="1"/>
                      </a:moveTo>
                      <a:cubicBezTo>
                        <a:pt x="-2065" y="40931"/>
                        <a:pt x="2320" y="75692"/>
                        <a:pt x="1639" y="171486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4" name="شكل حر: شكل 528">
                  <a:extLst>
                    <a:ext uri="{FF2B5EF4-FFF2-40B4-BE49-F238E27FC236}">
                      <a16:creationId xmlns:a16="http://schemas.microsoft.com/office/drawing/2014/main" id="{43CF3063-B2BE-8F48-5D7B-67024155DDBA}"/>
                    </a:ext>
                  </a:extLst>
                </p:cNvPr>
                <p:cNvSpPr/>
                <p:nvPr/>
              </p:nvSpPr>
              <p:spPr>
                <a:xfrm>
                  <a:off x="8571558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  <a:gd name="csX4" fmla="*/ 26304 w 52909"/>
                    <a:gd name="csY4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43235" y="25546"/>
                        <a:pt x="47619" y="40060"/>
                        <a:pt x="52910" y="50728"/>
                      </a:cubicBezTo>
                      <a:cubicBezTo>
                        <a:pt x="39909" y="51018"/>
                        <a:pt x="37944" y="40785"/>
                        <a:pt x="26380" y="38100"/>
                      </a:cubicBezTo>
                      <a:cubicBezTo>
                        <a:pt x="21316" y="42745"/>
                        <a:pt x="11414" y="41656"/>
                        <a:pt x="1" y="50800"/>
                      </a:cubicBezTo>
                      <a:cubicBezTo>
                        <a:pt x="12547" y="40350"/>
                        <a:pt x="21466" y="18071"/>
                        <a:pt x="26304" y="1"/>
                      </a:cubicBezTo>
                    </a:path>
                  </a:pathLst>
                </a:custGeom>
                <a:solidFill>
                  <a:srgbClr val="000000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85" name="شكل حر: شكل 529">
                  <a:extLst>
                    <a:ext uri="{FF2B5EF4-FFF2-40B4-BE49-F238E27FC236}">
                      <a16:creationId xmlns:a16="http://schemas.microsoft.com/office/drawing/2014/main" id="{BEB1FE4F-709D-F567-250A-B3C0FB2EBB76}"/>
                    </a:ext>
                  </a:extLst>
                </p:cNvPr>
                <p:cNvSpPr/>
                <p:nvPr/>
              </p:nvSpPr>
              <p:spPr>
                <a:xfrm>
                  <a:off x="8571558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04 w 52909"/>
                    <a:gd name="csY2" fmla="*/ 1 h 50799"/>
                    <a:gd name="csX3" fmla="*/ 52910 w 52909"/>
                    <a:gd name="csY3" fmla="*/ 50728 h 50799"/>
                    <a:gd name="csX4" fmla="*/ 52910 w 52909"/>
                    <a:gd name="csY4" fmla="*/ 50728 h 50799"/>
                    <a:gd name="csX5" fmla="*/ 26380 w 52909"/>
                    <a:gd name="csY5" fmla="*/ 38100 h 50799"/>
                    <a:gd name="csX6" fmla="*/ 52910 w 52909"/>
                    <a:gd name="csY6" fmla="*/ 50728 h 50799"/>
                    <a:gd name="csX7" fmla="*/ 26380 w 52909"/>
                    <a:gd name="csY7" fmla="*/ 38100 h 50799"/>
                    <a:gd name="csX8" fmla="*/ 26380 w 52909"/>
                    <a:gd name="csY8" fmla="*/ 38100 h 50799"/>
                    <a:gd name="csX9" fmla="*/ 1 w 52909"/>
                    <a:gd name="csY9" fmla="*/ 50800 h 50799"/>
                    <a:gd name="csX10" fmla="*/ 26380 w 52909"/>
                    <a:gd name="csY10" fmla="*/ 38100 h 50799"/>
                    <a:gd name="csX11" fmla="*/ 1 w 52909"/>
                    <a:gd name="csY11" fmla="*/ 50800 h 50799"/>
                    <a:gd name="csX12" fmla="*/ 1 w 52909"/>
                    <a:gd name="csY12" fmla="*/ 50800 h 50799"/>
                    <a:gd name="csX13" fmla="*/ 26304 w 52909"/>
                    <a:gd name="csY13" fmla="*/ 1 h 50799"/>
                    <a:gd name="csX14" fmla="*/ 1 w 52909"/>
                    <a:gd name="csY14" fmla="*/ 50800 h 50799"/>
                    <a:gd name="csX15" fmla="*/ 26304 w 52909"/>
                    <a:gd name="csY15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7793" y="20175"/>
                        <a:pt x="48299" y="34980"/>
                        <a:pt x="52910" y="50728"/>
                      </a:cubicBezTo>
                      <a:moveTo>
                        <a:pt x="26304" y="1"/>
                      </a:moveTo>
                      <a:cubicBezTo>
                        <a:pt x="31066" y="12047"/>
                        <a:pt x="38851" y="21917"/>
                        <a:pt x="52910" y="50728"/>
                      </a:cubicBezTo>
                      <a:moveTo>
                        <a:pt x="52910" y="50728"/>
                      </a:moveTo>
                      <a:cubicBezTo>
                        <a:pt x="44520" y="46664"/>
                        <a:pt x="34921" y="40713"/>
                        <a:pt x="26380" y="38100"/>
                      </a:cubicBezTo>
                      <a:moveTo>
                        <a:pt x="52910" y="50728"/>
                      </a:moveTo>
                      <a:cubicBezTo>
                        <a:pt x="46788" y="48333"/>
                        <a:pt x="42026" y="44777"/>
                        <a:pt x="26380" y="38100"/>
                      </a:cubicBezTo>
                      <a:moveTo>
                        <a:pt x="26380" y="38100"/>
                      </a:moveTo>
                      <a:cubicBezTo>
                        <a:pt x="21618" y="40785"/>
                        <a:pt x="12699" y="44196"/>
                        <a:pt x="1" y="50800"/>
                      </a:cubicBezTo>
                      <a:moveTo>
                        <a:pt x="26380" y="38100"/>
                      </a:moveTo>
                      <a:cubicBezTo>
                        <a:pt x="22449" y="41293"/>
                        <a:pt x="14664" y="44487"/>
                        <a:pt x="1" y="50800"/>
                      </a:cubicBezTo>
                      <a:moveTo>
                        <a:pt x="1" y="50800"/>
                      </a:moveTo>
                      <a:cubicBezTo>
                        <a:pt x="1966" y="33383"/>
                        <a:pt x="10053" y="18506"/>
                        <a:pt x="26304" y="1"/>
                      </a:cubicBezTo>
                      <a:moveTo>
                        <a:pt x="1" y="50800"/>
                      </a:moveTo>
                      <a:cubicBezTo>
                        <a:pt x="6954" y="36431"/>
                        <a:pt x="12245" y="27142"/>
                        <a:pt x="26304" y="1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80" name="صورة 530">
                <a:extLst>
                  <a:ext uri="{FF2B5EF4-FFF2-40B4-BE49-F238E27FC236}">
                    <a16:creationId xmlns:a16="http://schemas.microsoft.com/office/drawing/2014/main" id="{DB3C51C9-94C8-5B74-CBC1-83CAEDC25BB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8424016" y="4210482"/>
                <a:ext cx="340132" cy="114299"/>
              </a:xfrm>
              <a:custGeom>
                <a:avLst/>
                <a:gdLst>
                  <a:gd name="csX0" fmla="*/ 0 w 340132"/>
                  <a:gd name="csY0" fmla="*/ 0 h 114299"/>
                  <a:gd name="csX1" fmla="*/ 340132 w 340132"/>
                  <a:gd name="csY1" fmla="*/ 0 h 114299"/>
                  <a:gd name="csX2" fmla="*/ 340132 w 340132"/>
                  <a:gd name="csY2" fmla="*/ 114299 h 114299"/>
                  <a:gd name="csX3" fmla="*/ 0 w 340132"/>
                  <a:gd name="csY3" fmla="*/ 114299 h 114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132" h="114299">
                    <a:moveTo>
                      <a:pt x="0" y="0"/>
                    </a:moveTo>
                    <a:lnTo>
                      <a:pt x="340132" y="0"/>
                    </a:lnTo>
                    <a:lnTo>
                      <a:pt x="340132" y="114299"/>
                    </a:lnTo>
                    <a:lnTo>
                      <a:pt x="0" y="114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7" name="رسم 9">
              <a:extLst>
                <a:ext uri="{FF2B5EF4-FFF2-40B4-BE49-F238E27FC236}">
                  <a16:creationId xmlns:a16="http://schemas.microsoft.com/office/drawing/2014/main" id="{C1173BAA-8D66-A931-64C2-96ED3300DF2A}"/>
                </a:ext>
              </a:extLst>
            </p:cNvPr>
            <p:cNvGrpSpPr/>
            <p:nvPr/>
          </p:nvGrpSpPr>
          <p:grpSpPr>
            <a:xfrm>
              <a:off x="8331412" y="4001042"/>
              <a:ext cx="534371" cy="154358"/>
              <a:chOff x="8331412" y="4001042"/>
              <a:chExt cx="534371" cy="154358"/>
            </a:xfrm>
            <a:noFill/>
          </p:grpSpPr>
          <p:grpSp>
            <p:nvGrpSpPr>
              <p:cNvPr id="2174" name="رسم 9">
                <a:extLst>
                  <a:ext uri="{FF2B5EF4-FFF2-40B4-BE49-F238E27FC236}">
                    <a16:creationId xmlns:a16="http://schemas.microsoft.com/office/drawing/2014/main" id="{88BA70D7-0220-223F-9B82-A45F8E4D3A9B}"/>
                  </a:ext>
                </a:extLst>
              </p:cNvPr>
              <p:cNvGrpSpPr/>
              <p:nvPr/>
            </p:nvGrpSpPr>
            <p:grpSpPr>
              <a:xfrm>
                <a:off x="8331412" y="4001042"/>
                <a:ext cx="534371" cy="154358"/>
                <a:chOff x="8331412" y="4001042"/>
                <a:chExt cx="534371" cy="154358"/>
              </a:xfrm>
              <a:noFill/>
            </p:grpSpPr>
            <p:sp>
              <p:nvSpPr>
                <p:cNvPr id="2176" name="مستطيل 533">
                  <a:extLst>
                    <a:ext uri="{FF2B5EF4-FFF2-40B4-BE49-F238E27FC236}">
                      <a16:creationId xmlns:a16="http://schemas.microsoft.com/office/drawing/2014/main" id="{020BE3E6-61FA-1103-1798-ED7B6D2A2B10}"/>
                    </a:ext>
                  </a:extLst>
                </p:cNvPr>
                <p:cNvSpPr/>
                <p:nvPr/>
              </p:nvSpPr>
              <p:spPr>
                <a:xfrm>
                  <a:off x="8333314" y="4003655"/>
                  <a:ext cx="52909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7" name="شكل حر: شكل 534">
                  <a:extLst>
                    <a:ext uri="{FF2B5EF4-FFF2-40B4-BE49-F238E27FC236}">
                      <a16:creationId xmlns:a16="http://schemas.microsoft.com/office/drawing/2014/main" id="{9F147C9F-0536-F4DD-5EBE-2D6C26415E37}"/>
                    </a:ext>
                  </a:extLst>
                </p:cNvPr>
                <p:cNvSpPr/>
                <p:nvPr/>
              </p:nvSpPr>
              <p:spPr>
                <a:xfrm>
                  <a:off x="8331726" y="4001042"/>
                  <a:ext cx="533705" cy="154358"/>
                </a:xfrm>
                <a:custGeom>
                  <a:avLst/>
                  <a:gdLst>
                    <a:gd name="csX0" fmla="*/ 1 w 533705"/>
                    <a:gd name="csY0" fmla="*/ 4355 h 154358"/>
                    <a:gd name="csX1" fmla="*/ 1 w 533705"/>
                    <a:gd name="csY1" fmla="*/ 4355 h 154358"/>
                    <a:gd name="csX2" fmla="*/ 1 w 533705"/>
                    <a:gd name="csY2" fmla="*/ 4355 h 154358"/>
                    <a:gd name="csX3" fmla="*/ 1 w 533705"/>
                    <a:gd name="csY3" fmla="*/ 4355 h 154358"/>
                    <a:gd name="csX4" fmla="*/ 2948 w 533705"/>
                    <a:gd name="csY4" fmla="*/ 45357 h 154358"/>
                    <a:gd name="csX5" fmla="*/ 42631 w 533705"/>
                    <a:gd name="csY5" fmla="*/ 1524 h 154358"/>
                    <a:gd name="csX6" fmla="*/ 2948 w 533705"/>
                    <a:gd name="csY6" fmla="*/ 45357 h 154358"/>
                    <a:gd name="csX7" fmla="*/ 42631 w 533705"/>
                    <a:gd name="csY7" fmla="*/ 1524 h 154358"/>
                    <a:gd name="csX8" fmla="*/ 983 w 533705"/>
                    <a:gd name="csY8" fmla="*/ 91730 h 154358"/>
                    <a:gd name="csX9" fmla="*/ 80347 w 533705"/>
                    <a:gd name="csY9" fmla="*/ 4137 h 154358"/>
                    <a:gd name="csX10" fmla="*/ 983 w 533705"/>
                    <a:gd name="csY10" fmla="*/ 91730 h 154358"/>
                    <a:gd name="csX11" fmla="*/ 80347 w 533705"/>
                    <a:gd name="csY11" fmla="*/ 4137 h 154358"/>
                    <a:gd name="csX12" fmla="*/ 4007 w 533705"/>
                    <a:gd name="csY12" fmla="*/ 132733 h 154358"/>
                    <a:gd name="csX13" fmla="*/ 122977 w 533705"/>
                    <a:gd name="csY13" fmla="*/ 1234 h 154358"/>
                    <a:gd name="csX14" fmla="*/ 4007 w 533705"/>
                    <a:gd name="csY14" fmla="*/ 132733 h 154358"/>
                    <a:gd name="csX15" fmla="*/ 122977 w 533705"/>
                    <a:gd name="csY15" fmla="*/ 1234 h 154358"/>
                    <a:gd name="csX16" fmla="*/ 26758 w 533705"/>
                    <a:gd name="csY16" fmla="*/ 151746 h 154358"/>
                    <a:gd name="csX17" fmla="*/ 160694 w 533705"/>
                    <a:gd name="csY17" fmla="*/ 3847 h 154358"/>
                    <a:gd name="csX18" fmla="*/ 26758 w 533705"/>
                    <a:gd name="csY18" fmla="*/ 151746 h 154358"/>
                    <a:gd name="csX19" fmla="*/ 160694 w 533705"/>
                    <a:gd name="csY19" fmla="*/ 3847 h 154358"/>
                    <a:gd name="csX20" fmla="*/ 64475 w 533705"/>
                    <a:gd name="csY20" fmla="*/ 154359 h 154358"/>
                    <a:gd name="csX21" fmla="*/ 203324 w 533705"/>
                    <a:gd name="csY21" fmla="*/ 1016 h 154358"/>
                    <a:gd name="csX22" fmla="*/ 64475 w 533705"/>
                    <a:gd name="csY22" fmla="*/ 154359 h 154358"/>
                    <a:gd name="csX23" fmla="*/ 203324 w 533705"/>
                    <a:gd name="csY23" fmla="*/ 1016 h 154358"/>
                    <a:gd name="csX24" fmla="*/ 107105 w 533705"/>
                    <a:gd name="csY24" fmla="*/ 151529 h 154358"/>
                    <a:gd name="csX25" fmla="*/ 241041 w 533705"/>
                    <a:gd name="csY25" fmla="*/ 3629 h 154358"/>
                    <a:gd name="csX26" fmla="*/ 107105 w 533705"/>
                    <a:gd name="csY26" fmla="*/ 151529 h 154358"/>
                    <a:gd name="csX27" fmla="*/ 241041 w 533705"/>
                    <a:gd name="csY27" fmla="*/ 3629 h 154358"/>
                    <a:gd name="csX28" fmla="*/ 144822 w 533705"/>
                    <a:gd name="csY28" fmla="*/ 154141 h 154358"/>
                    <a:gd name="csX29" fmla="*/ 283671 w 533705"/>
                    <a:gd name="csY29" fmla="*/ 799 h 154358"/>
                    <a:gd name="csX30" fmla="*/ 144822 w 533705"/>
                    <a:gd name="csY30" fmla="*/ 154141 h 154358"/>
                    <a:gd name="csX31" fmla="*/ 283671 w 533705"/>
                    <a:gd name="csY31" fmla="*/ 799 h 154358"/>
                    <a:gd name="csX32" fmla="*/ 187527 w 533705"/>
                    <a:gd name="csY32" fmla="*/ 151239 h 154358"/>
                    <a:gd name="csX33" fmla="*/ 321388 w 533705"/>
                    <a:gd name="csY33" fmla="*/ 3411 h 154358"/>
                    <a:gd name="csX34" fmla="*/ 187527 w 533705"/>
                    <a:gd name="csY34" fmla="*/ 151239 h 154358"/>
                    <a:gd name="csX35" fmla="*/ 321388 w 533705"/>
                    <a:gd name="csY35" fmla="*/ 3411 h 154358"/>
                    <a:gd name="csX36" fmla="*/ 225168 w 533705"/>
                    <a:gd name="csY36" fmla="*/ 153851 h 154358"/>
                    <a:gd name="csX37" fmla="*/ 364018 w 533705"/>
                    <a:gd name="csY37" fmla="*/ 508 h 154358"/>
                    <a:gd name="csX38" fmla="*/ 225168 w 533705"/>
                    <a:gd name="csY38" fmla="*/ 153851 h 154358"/>
                    <a:gd name="csX39" fmla="*/ 364018 w 533705"/>
                    <a:gd name="csY39" fmla="*/ 508 h 154358"/>
                    <a:gd name="csX40" fmla="*/ 267874 w 533705"/>
                    <a:gd name="csY40" fmla="*/ 151021 h 154358"/>
                    <a:gd name="csX41" fmla="*/ 401735 w 533705"/>
                    <a:gd name="csY41" fmla="*/ 3121 h 154358"/>
                    <a:gd name="csX42" fmla="*/ 267874 w 533705"/>
                    <a:gd name="csY42" fmla="*/ 151021 h 154358"/>
                    <a:gd name="csX43" fmla="*/ 401735 w 533705"/>
                    <a:gd name="csY43" fmla="*/ 3121 h 154358"/>
                    <a:gd name="csX44" fmla="*/ 305515 w 533705"/>
                    <a:gd name="csY44" fmla="*/ 153633 h 154358"/>
                    <a:gd name="csX45" fmla="*/ 444365 w 533705"/>
                    <a:gd name="csY45" fmla="*/ 291 h 154358"/>
                    <a:gd name="csX46" fmla="*/ 305515 w 533705"/>
                    <a:gd name="csY46" fmla="*/ 153633 h 154358"/>
                    <a:gd name="csX47" fmla="*/ 444365 w 533705"/>
                    <a:gd name="csY47" fmla="*/ 291 h 154358"/>
                    <a:gd name="csX48" fmla="*/ 348220 w 533705"/>
                    <a:gd name="csY48" fmla="*/ 150730 h 154358"/>
                    <a:gd name="csX49" fmla="*/ 482082 w 533705"/>
                    <a:gd name="csY49" fmla="*/ 2903 h 154358"/>
                    <a:gd name="csX50" fmla="*/ 348220 w 533705"/>
                    <a:gd name="csY50" fmla="*/ 150730 h 154358"/>
                    <a:gd name="csX51" fmla="*/ 482082 w 533705"/>
                    <a:gd name="csY51" fmla="*/ 2903 h 154358"/>
                    <a:gd name="csX52" fmla="*/ 385862 w 533705"/>
                    <a:gd name="csY52" fmla="*/ 153343 h 154358"/>
                    <a:gd name="csX53" fmla="*/ 524712 w 533705"/>
                    <a:gd name="csY53" fmla="*/ 1 h 154358"/>
                    <a:gd name="csX54" fmla="*/ 385862 w 533705"/>
                    <a:gd name="csY54" fmla="*/ 153343 h 154358"/>
                    <a:gd name="csX55" fmla="*/ 524712 w 533705"/>
                    <a:gd name="csY55" fmla="*/ 1 h 154358"/>
                    <a:gd name="csX56" fmla="*/ 428567 w 533705"/>
                    <a:gd name="csY56" fmla="*/ 150513 h 154358"/>
                    <a:gd name="csX57" fmla="*/ 532648 w 533705"/>
                    <a:gd name="csY57" fmla="*/ 35488 h 154358"/>
                    <a:gd name="csX58" fmla="*/ 428567 w 533705"/>
                    <a:gd name="csY58" fmla="*/ 150513 h 154358"/>
                    <a:gd name="csX59" fmla="*/ 532648 w 533705"/>
                    <a:gd name="csY59" fmla="*/ 35488 h 154358"/>
                    <a:gd name="csX60" fmla="*/ 466208 w 533705"/>
                    <a:gd name="csY60" fmla="*/ 153125 h 154358"/>
                    <a:gd name="csX61" fmla="*/ 530683 w 533705"/>
                    <a:gd name="csY61" fmla="*/ 81933 h 154358"/>
                    <a:gd name="csX62" fmla="*/ 466208 w 533705"/>
                    <a:gd name="csY62" fmla="*/ 153125 h 154358"/>
                    <a:gd name="csX63" fmla="*/ 530683 w 533705"/>
                    <a:gd name="csY63" fmla="*/ 81933 h 154358"/>
                    <a:gd name="csX64" fmla="*/ 508914 w 533705"/>
                    <a:gd name="csY64" fmla="*/ 150222 h 154358"/>
                    <a:gd name="csX65" fmla="*/ 533706 w 533705"/>
                    <a:gd name="csY65" fmla="*/ 122863 h 154358"/>
                    <a:gd name="csX66" fmla="*/ 508914 w 533705"/>
                    <a:gd name="csY66" fmla="*/ 150222 h 154358"/>
                    <a:gd name="csX67" fmla="*/ 533706 w 533705"/>
                    <a:gd name="csY67" fmla="*/ 122863 h 1543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</a:cxnLst>
                  <a:rect l="l" t="t" r="r" b="b"/>
                  <a:pathLst>
                    <a:path w="533705" h="154358"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2948" y="45357"/>
                      </a:moveTo>
                      <a:cubicBezTo>
                        <a:pt x="14060" y="24747"/>
                        <a:pt x="31671" y="8782"/>
                        <a:pt x="42631" y="1524"/>
                      </a:cubicBezTo>
                      <a:moveTo>
                        <a:pt x="2948" y="45357"/>
                      </a:moveTo>
                      <a:cubicBezTo>
                        <a:pt x="12094" y="39044"/>
                        <a:pt x="18670" y="28376"/>
                        <a:pt x="42631" y="1524"/>
                      </a:cubicBezTo>
                      <a:moveTo>
                        <a:pt x="983" y="91730"/>
                      </a:moveTo>
                      <a:cubicBezTo>
                        <a:pt x="26077" y="78087"/>
                        <a:pt x="28421" y="48696"/>
                        <a:pt x="80347" y="4137"/>
                      </a:cubicBezTo>
                      <a:moveTo>
                        <a:pt x="983" y="91730"/>
                      </a:moveTo>
                      <a:cubicBezTo>
                        <a:pt x="19350" y="71047"/>
                        <a:pt x="46183" y="50365"/>
                        <a:pt x="80347" y="4137"/>
                      </a:cubicBezTo>
                      <a:moveTo>
                        <a:pt x="4007" y="132733"/>
                      </a:moveTo>
                      <a:cubicBezTo>
                        <a:pt x="18141" y="114445"/>
                        <a:pt x="72487" y="66113"/>
                        <a:pt x="122977" y="1234"/>
                      </a:cubicBezTo>
                      <a:moveTo>
                        <a:pt x="4007" y="132733"/>
                      </a:moveTo>
                      <a:cubicBezTo>
                        <a:pt x="56311" y="77071"/>
                        <a:pt x="100755" y="32730"/>
                        <a:pt x="122977" y="1234"/>
                      </a:cubicBezTo>
                      <a:moveTo>
                        <a:pt x="26758" y="151746"/>
                      </a:moveTo>
                      <a:cubicBezTo>
                        <a:pt x="66969" y="85344"/>
                        <a:pt x="143461" y="33165"/>
                        <a:pt x="160694" y="3847"/>
                      </a:cubicBezTo>
                      <a:moveTo>
                        <a:pt x="26758" y="151746"/>
                      </a:moveTo>
                      <a:cubicBezTo>
                        <a:pt x="67196" y="106389"/>
                        <a:pt x="112547" y="55517"/>
                        <a:pt x="160694" y="3847"/>
                      </a:cubicBezTo>
                      <a:moveTo>
                        <a:pt x="64475" y="154359"/>
                      </a:moveTo>
                      <a:cubicBezTo>
                        <a:pt x="113151" y="101600"/>
                        <a:pt x="163037" y="56896"/>
                        <a:pt x="203324" y="1016"/>
                      </a:cubicBezTo>
                      <a:moveTo>
                        <a:pt x="64475" y="154359"/>
                      </a:moveTo>
                      <a:cubicBezTo>
                        <a:pt x="89493" y="116404"/>
                        <a:pt x="124565" y="84618"/>
                        <a:pt x="203324" y="1016"/>
                      </a:cubicBezTo>
                      <a:moveTo>
                        <a:pt x="107105" y="151529"/>
                      </a:moveTo>
                      <a:cubicBezTo>
                        <a:pt x="158427" y="119089"/>
                        <a:pt x="192516" y="53122"/>
                        <a:pt x="241041" y="3629"/>
                      </a:cubicBezTo>
                      <a:moveTo>
                        <a:pt x="107105" y="151529"/>
                      </a:moveTo>
                      <a:cubicBezTo>
                        <a:pt x="153363" y="109438"/>
                        <a:pt x="183294" y="66911"/>
                        <a:pt x="241041" y="3629"/>
                      </a:cubicBezTo>
                      <a:moveTo>
                        <a:pt x="144822" y="154141"/>
                      </a:moveTo>
                      <a:cubicBezTo>
                        <a:pt x="187225" y="102253"/>
                        <a:pt x="219197" y="76781"/>
                        <a:pt x="283671" y="799"/>
                      </a:cubicBezTo>
                      <a:moveTo>
                        <a:pt x="144822" y="154141"/>
                      </a:moveTo>
                      <a:cubicBezTo>
                        <a:pt x="174299" y="113501"/>
                        <a:pt x="201737" y="81207"/>
                        <a:pt x="283671" y="799"/>
                      </a:cubicBezTo>
                      <a:moveTo>
                        <a:pt x="187527" y="151239"/>
                      </a:moveTo>
                      <a:cubicBezTo>
                        <a:pt x="240890" y="106535"/>
                        <a:pt x="285712" y="57767"/>
                        <a:pt x="321388" y="3411"/>
                      </a:cubicBezTo>
                      <a:moveTo>
                        <a:pt x="187527" y="151239"/>
                      </a:moveTo>
                      <a:cubicBezTo>
                        <a:pt x="222523" y="111615"/>
                        <a:pt x="254798" y="65822"/>
                        <a:pt x="321388" y="3411"/>
                      </a:cubicBezTo>
                      <a:moveTo>
                        <a:pt x="225168" y="153851"/>
                      </a:moveTo>
                      <a:cubicBezTo>
                        <a:pt x="287602" y="106970"/>
                        <a:pt x="320557" y="46011"/>
                        <a:pt x="364018" y="508"/>
                      </a:cubicBezTo>
                      <a:moveTo>
                        <a:pt x="225168" y="153851"/>
                      </a:moveTo>
                      <a:cubicBezTo>
                        <a:pt x="274223" y="101600"/>
                        <a:pt x="326679" y="41148"/>
                        <a:pt x="364018" y="508"/>
                      </a:cubicBezTo>
                      <a:moveTo>
                        <a:pt x="267874" y="151021"/>
                      </a:moveTo>
                      <a:cubicBezTo>
                        <a:pt x="304533" y="105664"/>
                        <a:pt x="334917" y="93617"/>
                        <a:pt x="401735" y="3121"/>
                      </a:cubicBezTo>
                      <a:moveTo>
                        <a:pt x="267874" y="151021"/>
                      </a:moveTo>
                      <a:cubicBezTo>
                        <a:pt x="322597" y="88682"/>
                        <a:pt x="373617" y="28666"/>
                        <a:pt x="401735" y="3121"/>
                      </a:cubicBezTo>
                      <a:moveTo>
                        <a:pt x="305515" y="153633"/>
                      </a:moveTo>
                      <a:cubicBezTo>
                        <a:pt x="365530" y="106027"/>
                        <a:pt x="428870" y="31351"/>
                        <a:pt x="444365" y="291"/>
                      </a:cubicBezTo>
                      <a:moveTo>
                        <a:pt x="305515" y="153633"/>
                      </a:moveTo>
                      <a:cubicBezTo>
                        <a:pt x="346936" y="112631"/>
                        <a:pt x="386316" y="57767"/>
                        <a:pt x="444365" y="291"/>
                      </a:cubicBezTo>
                      <a:moveTo>
                        <a:pt x="348220" y="150730"/>
                      </a:moveTo>
                      <a:cubicBezTo>
                        <a:pt x="377472" y="113139"/>
                        <a:pt x="425015" y="65387"/>
                        <a:pt x="482082" y="2903"/>
                      </a:cubicBezTo>
                      <a:moveTo>
                        <a:pt x="348220" y="150730"/>
                      </a:moveTo>
                      <a:cubicBezTo>
                        <a:pt x="404305" y="90859"/>
                        <a:pt x="443533" y="43325"/>
                        <a:pt x="482082" y="2903"/>
                      </a:cubicBezTo>
                      <a:moveTo>
                        <a:pt x="385862" y="153343"/>
                      </a:moveTo>
                      <a:cubicBezTo>
                        <a:pt x="438545" y="105954"/>
                        <a:pt x="486541" y="21046"/>
                        <a:pt x="524712" y="1"/>
                      </a:cubicBezTo>
                      <a:moveTo>
                        <a:pt x="385862" y="153343"/>
                      </a:moveTo>
                      <a:cubicBezTo>
                        <a:pt x="423503" y="103559"/>
                        <a:pt x="478680" y="50510"/>
                        <a:pt x="524712" y="1"/>
                      </a:cubicBezTo>
                      <a:moveTo>
                        <a:pt x="428567" y="150513"/>
                      </a:moveTo>
                      <a:cubicBezTo>
                        <a:pt x="462203" y="104720"/>
                        <a:pt x="512391" y="79974"/>
                        <a:pt x="532648" y="35488"/>
                      </a:cubicBezTo>
                      <a:moveTo>
                        <a:pt x="428567" y="150513"/>
                      </a:moveTo>
                      <a:cubicBezTo>
                        <a:pt x="469459" y="112050"/>
                        <a:pt x="500676" y="71555"/>
                        <a:pt x="532648" y="35488"/>
                      </a:cubicBezTo>
                      <a:moveTo>
                        <a:pt x="466208" y="153125"/>
                      </a:moveTo>
                      <a:cubicBezTo>
                        <a:pt x="484047" y="139046"/>
                        <a:pt x="503019" y="109075"/>
                        <a:pt x="530683" y="81933"/>
                      </a:cubicBezTo>
                      <a:moveTo>
                        <a:pt x="466208" y="153125"/>
                      </a:moveTo>
                      <a:cubicBezTo>
                        <a:pt x="483896" y="136942"/>
                        <a:pt x="504304" y="109510"/>
                        <a:pt x="530683" y="81933"/>
                      </a:cubicBezTo>
                      <a:moveTo>
                        <a:pt x="508914" y="150222"/>
                      </a:moveTo>
                      <a:cubicBezTo>
                        <a:pt x="520705" y="142603"/>
                        <a:pt x="531212" y="132950"/>
                        <a:pt x="533706" y="122863"/>
                      </a:cubicBezTo>
                      <a:moveTo>
                        <a:pt x="508914" y="150222"/>
                      </a:moveTo>
                      <a:cubicBezTo>
                        <a:pt x="514205" y="143401"/>
                        <a:pt x="521764" y="136507"/>
                        <a:pt x="533706" y="122863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8" name="شكل حر: شكل 535">
                  <a:extLst>
                    <a:ext uri="{FF2B5EF4-FFF2-40B4-BE49-F238E27FC236}">
                      <a16:creationId xmlns:a16="http://schemas.microsoft.com/office/drawing/2014/main" id="{1099E728-2317-4BE6-67F2-8CCB05FE4E1E}"/>
                    </a:ext>
                  </a:extLst>
                </p:cNvPr>
                <p:cNvSpPr/>
                <p:nvPr/>
              </p:nvSpPr>
              <p:spPr>
                <a:xfrm>
                  <a:off x="8331412" y="4002359"/>
                  <a:ext cx="534371" cy="150640"/>
                </a:xfrm>
                <a:custGeom>
                  <a:avLst/>
                  <a:gdLst>
                    <a:gd name="csX0" fmla="*/ 1902 w 534371"/>
                    <a:gd name="csY0" fmla="*/ 1296 h 150640"/>
                    <a:gd name="csX1" fmla="*/ 530997 w 534371"/>
                    <a:gd name="csY1" fmla="*/ 1296 h 150640"/>
                    <a:gd name="csX2" fmla="*/ 1902 w 534371"/>
                    <a:gd name="csY2" fmla="*/ 1296 h 150640"/>
                    <a:gd name="csX3" fmla="*/ 530997 w 534371"/>
                    <a:gd name="csY3" fmla="*/ 1296 h 150640"/>
                    <a:gd name="csX4" fmla="*/ 530997 w 534371"/>
                    <a:gd name="csY4" fmla="*/ 1296 h 150640"/>
                    <a:gd name="csX5" fmla="*/ 530997 w 534371"/>
                    <a:gd name="csY5" fmla="*/ 146438 h 150640"/>
                    <a:gd name="csX6" fmla="*/ 530997 w 534371"/>
                    <a:gd name="csY6" fmla="*/ 1296 h 150640"/>
                    <a:gd name="csX7" fmla="*/ 530997 w 534371"/>
                    <a:gd name="csY7" fmla="*/ 146438 h 150640"/>
                    <a:gd name="csX8" fmla="*/ 530997 w 534371"/>
                    <a:gd name="csY8" fmla="*/ 146438 h 150640"/>
                    <a:gd name="csX9" fmla="*/ 1902 w 534371"/>
                    <a:gd name="csY9" fmla="*/ 146438 h 150640"/>
                    <a:gd name="csX10" fmla="*/ 530997 w 534371"/>
                    <a:gd name="csY10" fmla="*/ 146438 h 150640"/>
                    <a:gd name="csX11" fmla="*/ 1902 w 534371"/>
                    <a:gd name="csY11" fmla="*/ 146438 h 150640"/>
                    <a:gd name="csX12" fmla="*/ 1902 w 534371"/>
                    <a:gd name="csY12" fmla="*/ 146438 h 150640"/>
                    <a:gd name="csX13" fmla="*/ 1902 w 534371"/>
                    <a:gd name="csY13" fmla="*/ 1296 h 150640"/>
                    <a:gd name="csX14" fmla="*/ 1902 w 534371"/>
                    <a:gd name="csY14" fmla="*/ 146438 h 150640"/>
                    <a:gd name="csX15" fmla="*/ 1902 w 534371"/>
                    <a:gd name="csY15" fmla="*/ 1296 h 150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34371" h="150640">
                      <a:moveTo>
                        <a:pt x="1902" y="1296"/>
                      </a:moveTo>
                      <a:cubicBezTo>
                        <a:pt x="170457" y="3909"/>
                        <a:pt x="336895" y="1441"/>
                        <a:pt x="530997" y="1296"/>
                      </a:cubicBezTo>
                      <a:moveTo>
                        <a:pt x="1902" y="1296"/>
                      </a:moveTo>
                      <a:cubicBezTo>
                        <a:pt x="166980" y="6667"/>
                        <a:pt x="326993" y="-3421"/>
                        <a:pt x="530997" y="1296"/>
                      </a:cubicBezTo>
                      <a:moveTo>
                        <a:pt x="530997" y="1296"/>
                      </a:moveTo>
                      <a:cubicBezTo>
                        <a:pt x="534172" y="18859"/>
                        <a:pt x="526084" y="60224"/>
                        <a:pt x="530997" y="146438"/>
                      </a:cubicBezTo>
                      <a:moveTo>
                        <a:pt x="530997" y="1296"/>
                      </a:moveTo>
                      <a:cubicBezTo>
                        <a:pt x="537346" y="56886"/>
                        <a:pt x="533189" y="106379"/>
                        <a:pt x="530997" y="146438"/>
                      </a:cubicBezTo>
                      <a:moveTo>
                        <a:pt x="530997" y="146438"/>
                      </a:moveTo>
                      <a:cubicBezTo>
                        <a:pt x="335157" y="157324"/>
                        <a:pt x="137804" y="143245"/>
                        <a:pt x="1902" y="146438"/>
                      </a:cubicBezTo>
                      <a:moveTo>
                        <a:pt x="530997" y="146438"/>
                      </a:moveTo>
                      <a:cubicBezTo>
                        <a:pt x="404997" y="150865"/>
                        <a:pt x="272346" y="146366"/>
                        <a:pt x="1902" y="146438"/>
                      </a:cubicBezTo>
                      <a:moveTo>
                        <a:pt x="1902" y="146438"/>
                      </a:moveTo>
                      <a:cubicBezTo>
                        <a:pt x="8100" y="105799"/>
                        <a:pt x="14071" y="85188"/>
                        <a:pt x="1902" y="1296"/>
                      </a:cubicBezTo>
                      <a:moveTo>
                        <a:pt x="1902" y="146438"/>
                      </a:moveTo>
                      <a:cubicBezTo>
                        <a:pt x="-4900" y="83519"/>
                        <a:pt x="9310" y="32865"/>
                        <a:pt x="1902" y="1296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75" name="صورة 536">
                <a:extLst>
                  <a:ext uri="{FF2B5EF4-FFF2-40B4-BE49-F238E27FC236}">
                    <a16:creationId xmlns:a16="http://schemas.microsoft.com/office/drawing/2014/main" id="{71120C49-4D11-96CC-ACFB-64929E2DB1C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8337093" y="4025426"/>
                <a:ext cx="513977" cy="123370"/>
              </a:xfrm>
              <a:custGeom>
                <a:avLst/>
                <a:gdLst>
                  <a:gd name="csX0" fmla="*/ 0 w 513977"/>
                  <a:gd name="csY0" fmla="*/ 0 h 123370"/>
                  <a:gd name="csX1" fmla="*/ 513978 w 513977"/>
                  <a:gd name="csY1" fmla="*/ 0 h 123370"/>
                  <a:gd name="csX2" fmla="*/ 513978 w 513977"/>
                  <a:gd name="csY2" fmla="*/ 123371 h 123370"/>
                  <a:gd name="csX3" fmla="*/ 0 w 51397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977" h="123370">
                    <a:moveTo>
                      <a:pt x="0" y="0"/>
                    </a:moveTo>
                    <a:lnTo>
                      <a:pt x="513978" y="0"/>
                    </a:lnTo>
                    <a:lnTo>
                      <a:pt x="51397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168" name="رسم 9">
              <a:extLst>
                <a:ext uri="{FF2B5EF4-FFF2-40B4-BE49-F238E27FC236}">
                  <a16:creationId xmlns:a16="http://schemas.microsoft.com/office/drawing/2014/main" id="{E8C7AA28-9A85-9DA4-E7FD-2F95EEAAF7B7}"/>
                </a:ext>
              </a:extLst>
            </p:cNvPr>
            <p:cNvGrpSpPr/>
            <p:nvPr/>
          </p:nvGrpSpPr>
          <p:grpSpPr>
            <a:xfrm>
              <a:off x="8481932" y="4363854"/>
              <a:ext cx="236859" cy="153893"/>
              <a:chOff x="8481932" y="4363854"/>
              <a:chExt cx="236859" cy="153893"/>
            </a:xfrm>
            <a:noFill/>
          </p:grpSpPr>
          <p:grpSp>
            <p:nvGrpSpPr>
              <p:cNvPr id="2169" name="رسم 9">
                <a:extLst>
                  <a:ext uri="{FF2B5EF4-FFF2-40B4-BE49-F238E27FC236}">
                    <a16:creationId xmlns:a16="http://schemas.microsoft.com/office/drawing/2014/main" id="{C1107C5B-5D90-D202-E797-0AD712956B6D}"/>
                  </a:ext>
                </a:extLst>
              </p:cNvPr>
              <p:cNvGrpSpPr/>
              <p:nvPr/>
            </p:nvGrpSpPr>
            <p:grpSpPr>
              <a:xfrm>
                <a:off x="8481932" y="4363854"/>
                <a:ext cx="236859" cy="153893"/>
                <a:chOff x="8481932" y="4363854"/>
                <a:chExt cx="236859" cy="153893"/>
              </a:xfrm>
              <a:noFill/>
            </p:grpSpPr>
            <p:sp>
              <p:nvSpPr>
                <p:cNvPr id="2171" name="مستطيل 539">
                  <a:extLst>
                    <a:ext uri="{FF2B5EF4-FFF2-40B4-BE49-F238E27FC236}">
                      <a16:creationId xmlns:a16="http://schemas.microsoft.com/office/drawing/2014/main" id="{4899CEBF-783E-181C-CAD8-724A5DB018C9}"/>
                    </a:ext>
                  </a:extLst>
                </p:cNvPr>
                <p:cNvSpPr/>
                <p:nvPr/>
              </p:nvSpPr>
              <p:spPr>
                <a:xfrm>
                  <a:off x="8484484" y="4366510"/>
                  <a:ext cx="22675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2" name="شكل حر: شكل 540">
                  <a:extLst>
                    <a:ext uri="{FF2B5EF4-FFF2-40B4-BE49-F238E27FC236}">
                      <a16:creationId xmlns:a16="http://schemas.microsoft.com/office/drawing/2014/main" id="{9B0FEA32-94C6-B759-B89F-2E56A3CB8CA9}"/>
                    </a:ext>
                  </a:extLst>
                </p:cNvPr>
                <p:cNvSpPr/>
                <p:nvPr/>
              </p:nvSpPr>
              <p:spPr>
                <a:xfrm>
                  <a:off x="8483955" y="4364405"/>
                  <a:ext cx="231138" cy="153342"/>
                </a:xfrm>
                <a:custGeom>
                  <a:avLst/>
                  <a:gdLst>
                    <a:gd name="csX0" fmla="*/ 1966 w 231138"/>
                    <a:gd name="csY0" fmla="*/ 509 h 153342"/>
                    <a:gd name="csX1" fmla="*/ 1966 w 231138"/>
                    <a:gd name="csY1" fmla="*/ 509 h 153342"/>
                    <a:gd name="csX2" fmla="*/ 1966 w 231138"/>
                    <a:gd name="csY2" fmla="*/ 509 h 153342"/>
                    <a:gd name="csX3" fmla="*/ 1966 w 231138"/>
                    <a:gd name="csY3" fmla="*/ 509 h 153342"/>
                    <a:gd name="csX4" fmla="*/ 1 w 231138"/>
                    <a:gd name="csY4" fmla="*/ 46954 h 153342"/>
                    <a:gd name="csX5" fmla="*/ 39683 w 231138"/>
                    <a:gd name="csY5" fmla="*/ 3121 h 153342"/>
                    <a:gd name="csX6" fmla="*/ 1 w 231138"/>
                    <a:gd name="csY6" fmla="*/ 46954 h 153342"/>
                    <a:gd name="csX7" fmla="*/ 39683 w 231138"/>
                    <a:gd name="csY7" fmla="*/ 3121 h 153342"/>
                    <a:gd name="csX8" fmla="*/ 2948 w 231138"/>
                    <a:gd name="csY8" fmla="*/ 87884 h 153342"/>
                    <a:gd name="csX9" fmla="*/ 82313 w 231138"/>
                    <a:gd name="csY9" fmla="*/ 291 h 153342"/>
                    <a:gd name="csX10" fmla="*/ 2948 w 231138"/>
                    <a:gd name="csY10" fmla="*/ 87884 h 153342"/>
                    <a:gd name="csX11" fmla="*/ 82313 w 231138"/>
                    <a:gd name="csY11" fmla="*/ 291 h 153342"/>
                    <a:gd name="csX12" fmla="*/ 983 w 231138"/>
                    <a:gd name="csY12" fmla="*/ 134330 h 153342"/>
                    <a:gd name="csX13" fmla="*/ 120029 w 231138"/>
                    <a:gd name="csY13" fmla="*/ 2903 h 153342"/>
                    <a:gd name="csX14" fmla="*/ 983 w 231138"/>
                    <a:gd name="csY14" fmla="*/ 134330 h 153342"/>
                    <a:gd name="csX15" fmla="*/ 120029 w 231138"/>
                    <a:gd name="csY15" fmla="*/ 2903 h 153342"/>
                    <a:gd name="csX16" fmla="*/ 23810 w 231138"/>
                    <a:gd name="csY16" fmla="*/ 153343 h 153342"/>
                    <a:gd name="csX17" fmla="*/ 162659 w 231138"/>
                    <a:gd name="csY17" fmla="*/ 1 h 153342"/>
                    <a:gd name="csX18" fmla="*/ 23810 w 231138"/>
                    <a:gd name="csY18" fmla="*/ 153343 h 153342"/>
                    <a:gd name="csX19" fmla="*/ 162659 w 231138"/>
                    <a:gd name="csY19" fmla="*/ 1 h 153342"/>
                    <a:gd name="csX20" fmla="*/ 66440 w 231138"/>
                    <a:gd name="csY20" fmla="*/ 150513 h 153342"/>
                    <a:gd name="csX21" fmla="*/ 200376 w 231138"/>
                    <a:gd name="csY21" fmla="*/ 2613 h 153342"/>
                    <a:gd name="csX22" fmla="*/ 66440 w 231138"/>
                    <a:gd name="csY22" fmla="*/ 150513 h 153342"/>
                    <a:gd name="csX23" fmla="*/ 200376 w 231138"/>
                    <a:gd name="csY23" fmla="*/ 2613 h 153342"/>
                    <a:gd name="csX24" fmla="*/ 104157 w 231138"/>
                    <a:gd name="csY24" fmla="*/ 153125 h 153342"/>
                    <a:gd name="csX25" fmla="*/ 228116 w 231138"/>
                    <a:gd name="csY25" fmla="*/ 16184 h 153342"/>
                    <a:gd name="csX26" fmla="*/ 104157 w 231138"/>
                    <a:gd name="csY26" fmla="*/ 153125 h 153342"/>
                    <a:gd name="csX27" fmla="*/ 228116 w 231138"/>
                    <a:gd name="csY27" fmla="*/ 16184 h 153342"/>
                    <a:gd name="csX28" fmla="*/ 146786 w 231138"/>
                    <a:gd name="csY28" fmla="*/ 150223 h 153342"/>
                    <a:gd name="csX29" fmla="*/ 231139 w 231138"/>
                    <a:gd name="csY29" fmla="*/ 57114 h 153342"/>
                    <a:gd name="csX30" fmla="*/ 146786 w 231138"/>
                    <a:gd name="csY30" fmla="*/ 150223 h 153342"/>
                    <a:gd name="csX31" fmla="*/ 231139 w 231138"/>
                    <a:gd name="csY31" fmla="*/ 57114 h 153342"/>
                    <a:gd name="csX32" fmla="*/ 184504 w 231138"/>
                    <a:gd name="csY32" fmla="*/ 152835 h 153342"/>
                    <a:gd name="csX33" fmla="*/ 229174 w 231138"/>
                    <a:gd name="csY33" fmla="*/ 103560 h 153342"/>
                    <a:gd name="csX34" fmla="*/ 184504 w 231138"/>
                    <a:gd name="csY34" fmla="*/ 152835 h 153342"/>
                    <a:gd name="csX35" fmla="*/ 229174 w 231138"/>
                    <a:gd name="csY35" fmla="*/ 103560 h 153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231138" h="153342">
                      <a:moveTo>
                        <a:pt x="1966" y="509"/>
                      </a:moveTo>
                      <a:cubicBezTo>
                        <a:pt x="1966" y="509"/>
                        <a:pt x="1966" y="509"/>
                        <a:pt x="1966" y="509"/>
                      </a:cubicBezTo>
                      <a:moveTo>
                        <a:pt x="1966" y="509"/>
                      </a:moveTo>
                      <a:cubicBezTo>
                        <a:pt x="1966" y="509"/>
                        <a:pt x="1966" y="509"/>
                        <a:pt x="1966" y="509"/>
                      </a:cubicBezTo>
                      <a:moveTo>
                        <a:pt x="1" y="46954"/>
                      </a:moveTo>
                      <a:cubicBezTo>
                        <a:pt x="16100" y="35197"/>
                        <a:pt x="28043" y="11177"/>
                        <a:pt x="39683" y="3121"/>
                      </a:cubicBezTo>
                      <a:moveTo>
                        <a:pt x="1" y="46954"/>
                      </a:moveTo>
                      <a:cubicBezTo>
                        <a:pt x="15420" y="27940"/>
                        <a:pt x="29403" y="17490"/>
                        <a:pt x="39683" y="3121"/>
                      </a:cubicBezTo>
                      <a:moveTo>
                        <a:pt x="2948" y="87884"/>
                      </a:moveTo>
                      <a:cubicBezTo>
                        <a:pt x="31822" y="58348"/>
                        <a:pt x="50945" y="41947"/>
                        <a:pt x="82313" y="291"/>
                      </a:cubicBezTo>
                      <a:moveTo>
                        <a:pt x="2948" y="87884"/>
                      </a:moveTo>
                      <a:cubicBezTo>
                        <a:pt x="28798" y="59146"/>
                        <a:pt x="60620" y="27070"/>
                        <a:pt x="82313" y="291"/>
                      </a:cubicBezTo>
                      <a:moveTo>
                        <a:pt x="983" y="134330"/>
                      </a:moveTo>
                      <a:cubicBezTo>
                        <a:pt x="37793" y="85997"/>
                        <a:pt x="70975" y="30263"/>
                        <a:pt x="120029" y="2903"/>
                      </a:cubicBezTo>
                      <a:moveTo>
                        <a:pt x="983" y="134330"/>
                      </a:moveTo>
                      <a:cubicBezTo>
                        <a:pt x="22298" y="110381"/>
                        <a:pt x="55707" y="66984"/>
                        <a:pt x="120029" y="2903"/>
                      </a:cubicBezTo>
                      <a:moveTo>
                        <a:pt x="23810" y="153343"/>
                      </a:moveTo>
                      <a:cubicBezTo>
                        <a:pt x="67951" y="100947"/>
                        <a:pt x="94935" y="73297"/>
                        <a:pt x="162659" y="1"/>
                      </a:cubicBezTo>
                      <a:moveTo>
                        <a:pt x="23810" y="153343"/>
                      </a:moveTo>
                      <a:cubicBezTo>
                        <a:pt x="64777" y="113284"/>
                        <a:pt x="105290" y="57912"/>
                        <a:pt x="162659" y="1"/>
                      </a:cubicBezTo>
                      <a:moveTo>
                        <a:pt x="66440" y="150513"/>
                      </a:moveTo>
                      <a:cubicBezTo>
                        <a:pt x="124564" y="115388"/>
                        <a:pt x="162130" y="65242"/>
                        <a:pt x="200376" y="2613"/>
                      </a:cubicBezTo>
                      <a:moveTo>
                        <a:pt x="66440" y="150513"/>
                      </a:moveTo>
                      <a:cubicBezTo>
                        <a:pt x="111790" y="102108"/>
                        <a:pt x="147618" y="68943"/>
                        <a:pt x="200376" y="2613"/>
                      </a:cubicBezTo>
                      <a:moveTo>
                        <a:pt x="104157" y="153125"/>
                      </a:moveTo>
                      <a:cubicBezTo>
                        <a:pt x="132199" y="111978"/>
                        <a:pt x="170898" y="73805"/>
                        <a:pt x="228116" y="16184"/>
                      </a:cubicBezTo>
                      <a:moveTo>
                        <a:pt x="104157" y="153125"/>
                      </a:moveTo>
                      <a:cubicBezTo>
                        <a:pt x="153211" y="92529"/>
                        <a:pt x="202719" y="40350"/>
                        <a:pt x="228116" y="16184"/>
                      </a:cubicBezTo>
                      <a:moveTo>
                        <a:pt x="146786" y="150223"/>
                      </a:moveTo>
                      <a:cubicBezTo>
                        <a:pt x="171351" y="125549"/>
                        <a:pt x="204080" y="91658"/>
                        <a:pt x="231139" y="57114"/>
                      </a:cubicBezTo>
                      <a:moveTo>
                        <a:pt x="146786" y="150223"/>
                      </a:moveTo>
                      <a:cubicBezTo>
                        <a:pt x="183218" y="115026"/>
                        <a:pt x="211714" y="80917"/>
                        <a:pt x="231139" y="57114"/>
                      </a:cubicBezTo>
                      <a:moveTo>
                        <a:pt x="184504" y="152835"/>
                      </a:moveTo>
                      <a:cubicBezTo>
                        <a:pt x="202417" y="127435"/>
                        <a:pt x="221238" y="107696"/>
                        <a:pt x="229174" y="103560"/>
                      </a:cubicBezTo>
                      <a:moveTo>
                        <a:pt x="184504" y="152835"/>
                      </a:moveTo>
                      <a:cubicBezTo>
                        <a:pt x="197353" y="134838"/>
                        <a:pt x="218063" y="119380"/>
                        <a:pt x="229174" y="103560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173" name="شكل حر: شكل 541">
                  <a:extLst>
                    <a:ext uri="{FF2B5EF4-FFF2-40B4-BE49-F238E27FC236}">
                      <a16:creationId xmlns:a16="http://schemas.microsoft.com/office/drawing/2014/main" id="{6233FAFD-27EE-286F-D765-2056375E364A}"/>
                    </a:ext>
                  </a:extLst>
                </p:cNvPr>
                <p:cNvSpPr/>
                <p:nvPr/>
              </p:nvSpPr>
              <p:spPr>
                <a:xfrm>
                  <a:off x="8481932" y="4363854"/>
                  <a:ext cx="236859" cy="152438"/>
                </a:xfrm>
                <a:custGeom>
                  <a:avLst/>
                  <a:gdLst>
                    <a:gd name="csX0" fmla="*/ 2552 w 236859"/>
                    <a:gd name="csY0" fmla="*/ 2656 h 152438"/>
                    <a:gd name="csX1" fmla="*/ 229307 w 236859"/>
                    <a:gd name="csY1" fmla="*/ 2656 h 152438"/>
                    <a:gd name="csX2" fmla="*/ 2552 w 236859"/>
                    <a:gd name="csY2" fmla="*/ 2656 h 152438"/>
                    <a:gd name="csX3" fmla="*/ 229307 w 236859"/>
                    <a:gd name="csY3" fmla="*/ 2656 h 152438"/>
                    <a:gd name="csX4" fmla="*/ 229307 w 236859"/>
                    <a:gd name="csY4" fmla="*/ 2656 h 152438"/>
                    <a:gd name="csX5" fmla="*/ 229307 w 236859"/>
                    <a:gd name="csY5" fmla="*/ 147798 h 152438"/>
                    <a:gd name="csX6" fmla="*/ 229307 w 236859"/>
                    <a:gd name="csY6" fmla="*/ 2656 h 152438"/>
                    <a:gd name="csX7" fmla="*/ 229307 w 236859"/>
                    <a:gd name="csY7" fmla="*/ 147798 h 152438"/>
                    <a:gd name="csX8" fmla="*/ 229307 w 236859"/>
                    <a:gd name="csY8" fmla="*/ 147798 h 152438"/>
                    <a:gd name="csX9" fmla="*/ 2552 w 236859"/>
                    <a:gd name="csY9" fmla="*/ 147798 h 152438"/>
                    <a:gd name="csX10" fmla="*/ 229307 w 236859"/>
                    <a:gd name="csY10" fmla="*/ 147798 h 152438"/>
                    <a:gd name="csX11" fmla="*/ 2552 w 236859"/>
                    <a:gd name="csY11" fmla="*/ 147798 h 152438"/>
                    <a:gd name="csX12" fmla="*/ 2552 w 236859"/>
                    <a:gd name="csY12" fmla="*/ 147798 h 152438"/>
                    <a:gd name="csX13" fmla="*/ 2552 w 236859"/>
                    <a:gd name="csY13" fmla="*/ 2656 h 152438"/>
                    <a:gd name="csX14" fmla="*/ 2552 w 236859"/>
                    <a:gd name="csY14" fmla="*/ 147798 h 152438"/>
                    <a:gd name="csX15" fmla="*/ 2552 w 236859"/>
                    <a:gd name="csY15" fmla="*/ 2656 h 1524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36859" h="152438">
                      <a:moveTo>
                        <a:pt x="2552" y="2656"/>
                      </a:moveTo>
                      <a:cubicBezTo>
                        <a:pt x="65212" y="-320"/>
                        <a:pt x="155763" y="-1408"/>
                        <a:pt x="229307" y="2656"/>
                      </a:cubicBezTo>
                      <a:moveTo>
                        <a:pt x="2552" y="2656"/>
                      </a:moveTo>
                      <a:cubicBezTo>
                        <a:pt x="87056" y="7083"/>
                        <a:pt x="169368" y="5849"/>
                        <a:pt x="229307" y="2656"/>
                      </a:cubicBezTo>
                      <a:moveTo>
                        <a:pt x="229307" y="2656"/>
                      </a:moveTo>
                      <a:cubicBezTo>
                        <a:pt x="231574" y="41046"/>
                        <a:pt x="245104" y="77839"/>
                        <a:pt x="229307" y="147798"/>
                      </a:cubicBezTo>
                      <a:moveTo>
                        <a:pt x="229307" y="2656"/>
                      </a:moveTo>
                      <a:cubicBezTo>
                        <a:pt x="230138" y="53020"/>
                        <a:pt x="232708" y="111803"/>
                        <a:pt x="229307" y="147798"/>
                      </a:cubicBezTo>
                      <a:moveTo>
                        <a:pt x="229307" y="147798"/>
                      </a:moveTo>
                      <a:cubicBezTo>
                        <a:pt x="148658" y="136695"/>
                        <a:pt x="86149" y="162457"/>
                        <a:pt x="2552" y="147798"/>
                      </a:cubicBezTo>
                      <a:moveTo>
                        <a:pt x="229307" y="147798"/>
                      </a:moveTo>
                      <a:cubicBezTo>
                        <a:pt x="161205" y="153821"/>
                        <a:pt x="99905" y="141194"/>
                        <a:pt x="2552" y="147798"/>
                      </a:cubicBezTo>
                      <a:moveTo>
                        <a:pt x="2552" y="147798"/>
                      </a:moveTo>
                      <a:cubicBezTo>
                        <a:pt x="-4477" y="86548"/>
                        <a:pt x="5576" y="29652"/>
                        <a:pt x="2552" y="2656"/>
                      </a:cubicBezTo>
                      <a:moveTo>
                        <a:pt x="2552" y="147798"/>
                      </a:moveTo>
                      <a:cubicBezTo>
                        <a:pt x="-849" y="105852"/>
                        <a:pt x="-472" y="46561"/>
                        <a:pt x="2552" y="2656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170" name="صورة 542">
                <a:extLst>
                  <a:ext uri="{FF2B5EF4-FFF2-40B4-BE49-F238E27FC236}">
                    <a16:creationId xmlns:a16="http://schemas.microsoft.com/office/drawing/2014/main" id="{AD8C08FF-FC0B-14F7-B1C5-5358BCA44C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488263" y="4388281"/>
                <a:ext cx="211637" cy="123370"/>
              </a:xfrm>
              <a:custGeom>
                <a:avLst/>
                <a:gdLst>
                  <a:gd name="csX0" fmla="*/ 0 w 211637"/>
                  <a:gd name="csY0" fmla="*/ 0 h 123370"/>
                  <a:gd name="csX1" fmla="*/ 211638 w 211637"/>
                  <a:gd name="csY1" fmla="*/ 0 h 123370"/>
                  <a:gd name="csX2" fmla="*/ 211638 w 211637"/>
                  <a:gd name="csY2" fmla="*/ 123371 h 123370"/>
                  <a:gd name="csX3" fmla="*/ 0 w 21163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637" h="123370">
                    <a:moveTo>
                      <a:pt x="0" y="0"/>
                    </a:moveTo>
                    <a:lnTo>
                      <a:pt x="211638" y="0"/>
                    </a:lnTo>
                    <a:lnTo>
                      <a:pt x="21163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191" name="!!رسم 9">
            <a:extLst>
              <a:ext uri="{FF2B5EF4-FFF2-40B4-BE49-F238E27FC236}">
                <a16:creationId xmlns:a16="http://schemas.microsoft.com/office/drawing/2014/main" id="{D2948782-7F28-F065-A84A-E24090FD97E1}"/>
              </a:ext>
            </a:extLst>
          </p:cNvPr>
          <p:cNvGrpSpPr/>
          <p:nvPr/>
        </p:nvGrpSpPr>
        <p:grpSpPr>
          <a:xfrm>
            <a:off x="4927750" y="1805263"/>
            <a:ext cx="473237" cy="609452"/>
            <a:chOff x="7650630" y="1816073"/>
            <a:chExt cx="473237" cy="609452"/>
          </a:xfrm>
          <a:noFill/>
        </p:grpSpPr>
        <p:grpSp>
          <p:nvGrpSpPr>
            <p:cNvPr id="2192" name="رسم 9">
              <a:extLst>
                <a:ext uri="{FF2B5EF4-FFF2-40B4-BE49-F238E27FC236}">
                  <a16:creationId xmlns:a16="http://schemas.microsoft.com/office/drawing/2014/main" id="{000E0736-4375-50BD-E053-30848749180B}"/>
                </a:ext>
              </a:extLst>
            </p:cNvPr>
            <p:cNvGrpSpPr/>
            <p:nvPr/>
          </p:nvGrpSpPr>
          <p:grpSpPr>
            <a:xfrm>
              <a:off x="7650630" y="1816073"/>
              <a:ext cx="473237" cy="609452"/>
              <a:chOff x="7650630" y="1816073"/>
              <a:chExt cx="473237" cy="609452"/>
            </a:xfrm>
            <a:noFill/>
          </p:grpSpPr>
          <p:sp>
            <p:nvSpPr>
              <p:cNvPr id="2194" name="مستطيل 545">
                <a:extLst>
                  <a:ext uri="{FF2B5EF4-FFF2-40B4-BE49-F238E27FC236}">
                    <a16:creationId xmlns:a16="http://schemas.microsoft.com/office/drawing/2014/main" id="{A3051E36-482B-C21A-AC9A-7897CB6070AA}"/>
                  </a:ext>
                </a:extLst>
              </p:cNvPr>
              <p:cNvSpPr/>
              <p:nvPr/>
            </p:nvSpPr>
            <p:spPr>
              <a:xfrm>
                <a:off x="7653049" y="1826524"/>
                <a:ext cx="453509" cy="58056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5" name="شكل حر: شكل 546">
                <a:extLst>
                  <a:ext uri="{FF2B5EF4-FFF2-40B4-BE49-F238E27FC236}">
                    <a16:creationId xmlns:a16="http://schemas.microsoft.com/office/drawing/2014/main" id="{35EC9A95-5AEC-F0DE-6C68-A60408AFAFEB}"/>
                  </a:ext>
                </a:extLst>
              </p:cNvPr>
              <p:cNvSpPr/>
              <p:nvPr/>
            </p:nvSpPr>
            <p:spPr>
              <a:xfrm>
                <a:off x="7650630" y="1823838"/>
                <a:ext cx="473237" cy="601686"/>
              </a:xfrm>
              <a:custGeom>
                <a:avLst/>
                <a:gdLst>
                  <a:gd name="csX0" fmla="*/ 3931 w 473237"/>
                  <a:gd name="csY0" fmla="*/ 1016 h 601686"/>
                  <a:gd name="csX1" fmla="*/ 3931 w 473237"/>
                  <a:gd name="csY1" fmla="*/ 1016 h 601686"/>
                  <a:gd name="csX2" fmla="*/ 3931 w 473237"/>
                  <a:gd name="csY2" fmla="*/ 1016 h 601686"/>
                  <a:gd name="csX3" fmla="*/ 3931 w 473237"/>
                  <a:gd name="csY3" fmla="*/ 1016 h 601686"/>
                  <a:gd name="csX4" fmla="*/ 1966 w 473237"/>
                  <a:gd name="csY4" fmla="*/ 47389 h 601686"/>
                  <a:gd name="csX5" fmla="*/ 41648 w 473237"/>
                  <a:gd name="csY5" fmla="*/ 3629 h 601686"/>
                  <a:gd name="csX6" fmla="*/ 1966 w 473237"/>
                  <a:gd name="csY6" fmla="*/ 47389 h 601686"/>
                  <a:gd name="csX7" fmla="*/ 41648 w 473237"/>
                  <a:gd name="csY7" fmla="*/ 3629 h 601686"/>
                  <a:gd name="csX8" fmla="*/ 1 w 473237"/>
                  <a:gd name="csY8" fmla="*/ 93835 h 601686"/>
                  <a:gd name="csX9" fmla="*/ 84278 w 473237"/>
                  <a:gd name="csY9" fmla="*/ 726 h 601686"/>
                  <a:gd name="csX10" fmla="*/ 1 w 473237"/>
                  <a:gd name="csY10" fmla="*/ 93835 h 601686"/>
                  <a:gd name="csX11" fmla="*/ 84278 w 473237"/>
                  <a:gd name="csY11" fmla="*/ 726 h 601686"/>
                  <a:gd name="csX12" fmla="*/ 2948 w 473237"/>
                  <a:gd name="csY12" fmla="*/ 134765 h 601686"/>
                  <a:gd name="csX13" fmla="*/ 121995 w 473237"/>
                  <a:gd name="csY13" fmla="*/ 3339 h 601686"/>
                  <a:gd name="csX14" fmla="*/ 2948 w 473237"/>
                  <a:gd name="csY14" fmla="*/ 134765 h 601686"/>
                  <a:gd name="csX15" fmla="*/ 121995 w 473237"/>
                  <a:gd name="csY15" fmla="*/ 3339 h 601686"/>
                  <a:gd name="csX16" fmla="*/ 983 w 473237"/>
                  <a:gd name="csY16" fmla="*/ 181210 h 601686"/>
                  <a:gd name="csX17" fmla="*/ 164625 w 473237"/>
                  <a:gd name="csY17" fmla="*/ 508 h 601686"/>
                  <a:gd name="csX18" fmla="*/ 983 w 473237"/>
                  <a:gd name="csY18" fmla="*/ 181210 h 601686"/>
                  <a:gd name="csX19" fmla="*/ 164625 w 473237"/>
                  <a:gd name="csY19" fmla="*/ 508 h 601686"/>
                  <a:gd name="csX20" fmla="*/ 4007 w 473237"/>
                  <a:gd name="csY20" fmla="*/ 222213 h 601686"/>
                  <a:gd name="csX21" fmla="*/ 202342 w 473237"/>
                  <a:gd name="csY21" fmla="*/ 3121 h 601686"/>
                  <a:gd name="csX22" fmla="*/ 4007 w 473237"/>
                  <a:gd name="csY22" fmla="*/ 222213 h 601686"/>
                  <a:gd name="csX23" fmla="*/ 202342 w 473237"/>
                  <a:gd name="csY23" fmla="*/ 3121 h 601686"/>
                  <a:gd name="csX24" fmla="*/ 2041 w 473237"/>
                  <a:gd name="csY24" fmla="*/ 268586 h 601686"/>
                  <a:gd name="csX25" fmla="*/ 244972 w 473237"/>
                  <a:gd name="csY25" fmla="*/ 218 h 601686"/>
                  <a:gd name="csX26" fmla="*/ 2041 w 473237"/>
                  <a:gd name="csY26" fmla="*/ 268586 h 601686"/>
                  <a:gd name="csX27" fmla="*/ 244972 w 473237"/>
                  <a:gd name="csY27" fmla="*/ 218 h 601686"/>
                  <a:gd name="csX28" fmla="*/ 76 w 473237"/>
                  <a:gd name="csY28" fmla="*/ 315031 h 601686"/>
                  <a:gd name="csX29" fmla="*/ 282688 w 473237"/>
                  <a:gd name="csY29" fmla="*/ 2831 h 601686"/>
                  <a:gd name="csX30" fmla="*/ 76 w 473237"/>
                  <a:gd name="csY30" fmla="*/ 315031 h 601686"/>
                  <a:gd name="csX31" fmla="*/ 282688 w 473237"/>
                  <a:gd name="csY31" fmla="*/ 2831 h 601686"/>
                  <a:gd name="csX32" fmla="*/ 3024 w 473237"/>
                  <a:gd name="csY32" fmla="*/ 355961 h 601686"/>
                  <a:gd name="csX33" fmla="*/ 325318 w 473237"/>
                  <a:gd name="csY33" fmla="*/ 1 h 601686"/>
                  <a:gd name="csX34" fmla="*/ 3024 w 473237"/>
                  <a:gd name="csY34" fmla="*/ 355961 h 601686"/>
                  <a:gd name="csX35" fmla="*/ 325318 w 473237"/>
                  <a:gd name="csY35" fmla="*/ 1 h 601686"/>
                  <a:gd name="csX36" fmla="*/ 1059 w 473237"/>
                  <a:gd name="csY36" fmla="*/ 402407 h 601686"/>
                  <a:gd name="csX37" fmla="*/ 363035 w 473237"/>
                  <a:gd name="csY37" fmla="*/ 2613 h 601686"/>
                  <a:gd name="csX38" fmla="*/ 1059 w 473237"/>
                  <a:gd name="csY38" fmla="*/ 402407 h 601686"/>
                  <a:gd name="csX39" fmla="*/ 363035 w 473237"/>
                  <a:gd name="csY39" fmla="*/ 2613 h 601686"/>
                  <a:gd name="csX40" fmla="*/ 4007 w 473237"/>
                  <a:gd name="csY40" fmla="*/ 443409 h 601686"/>
                  <a:gd name="csX41" fmla="*/ 400752 w 473237"/>
                  <a:gd name="csY41" fmla="*/ 5226 h 601686"/>
                  <a:gd name="csX42" fmla="*/ 4007 w 473237"/>
                  <a:gd name="csY42" fmla="*/ 443409 h 601686"/>
                  <a:gd name="csX43" fmla="*/ 400752 w 473237"/>
                  <a:gd name="csY43" fmla="*/ 5226 h 601686"/>
                  <a:gd name="csX44" fmla="*/ 2041 w 473237"/>
                  <a:gd name="csY44" fmla="*/ 489782 h 601686"/>
                  <a:gd name="csX45" fmla="*/ 443382 w 473237"/>
                  <a:gd name="csY45" fmla="*/ 2323 h 601686"/>
                  <a:gd name="csX46" fmla="*/ 2041 w 473237"/>
                  <a:gd name="csY46" fmla="*/ 489782 h 601686"/>
                  <a:gd name="csX47" fmla="*/ 443382 w 473237"/>
                  <a:gd name="csY47" fmla="*/ 2323 h 601686"/>
                  <a:gd name="csX48" fmla="*/ 76 w 473237"/>
                  <a:gd name="csY48" fmla="*/ 536228 h 601686"/>
                  <a:gd name="csX49" fmla="*/ 471197 w 473237"/>
                  <a:gd name="csY49" fmla="*/ 15894 h 601686"/>
                  <a:gd name="csX50" fmla="*/ 76 w 473237"/>
                  <a:gd name="csY50" fmla="*/ 536228 h 601686"/>
                  <a:gd name="csX51" fmla="*/ 471197 w 473237"/>
                  <a:gd name="csY51" fmla="*/ 15894 h 601686"/>
                  <a:gd name="csX52" fmla="*/ 3024 w 473237"/>
                  <a:gd name="csY52" fmla="*/ 577158 h 601686"/>
                  <a:gd name="csX53" fmla="*/ 469156 w 473237"/>
                  <a:gd name="csY53" fmla="*/ 62339 h 601686"/>
                  <a:gd name="csX54" fmla="*/ 3024 w 473237"/>
                  <a:gd name="csY54" fmla="*/ 577158 h 601686"/>
                  <a:gd name="csX55" fmla="*/ 469156 w 473237"/>
                  <a:gd name="csY55" fmla="*/ 62339 h 601686"/>
                  <a:gd name="csX56" fmla="*/ 20938 w 473237"/>
                  <a:gd name="csY56" fmla="*/ 601687 h 601686"/>
                  <a:gd name="csX57" fmla="*/ 472180 w 473237"/>
                  <a:gd name="csY57" fmla="*/ 103269 h 601686"/>
                  <a:gd name="csX58" fmla="*/ 20938 w 473237"/>
                  <a:gd name="csY58" fmla="*/ 601687 h 601686"/>
                  <a:gd name="csX59" fmla="*/ 472180 w 473237"/>
                  <a:gd name="csY59" fmla="*/ 103269 h 601686"/>
                  <a:gd name="csX60" fmla="*/ 63568 w 473237"/>
                  <a:gd name="csY60" fmla="*/ 598857 h 601686"/>
                  <a:gd name="csX61" fmla="*/ 470215 w 473237"/>
                  <a:gd name="csY61" fmla="*/ 149714 h 601686"/>
                  <a:gd name="csX62" fmla="*/ 63568 w 473237"/>
                  <a:gd name="csY62" fmla="*/ 598857 h 601686"/>
                  <a:gd name="csX63" fmla="*/ 470215 w 473237"/>
                  <a:gd name="csY63" fmla="*/ 149714 h 601686"/>
                  <a:gd name="csX64" fmla="*/ 101285 w 473237"/>
                  <a:gd name="csY64" fmla="*/ 601469 h 601686"/>
                  <a:gd name="csX65" fmla="*/ 473163 w 473237"/>
                  <a:gd name="csY65" fmla="*/ 190717 h 601686"/>
                  <a:gd name="csX66" fmla="*/ 101285 w 473237"/>
                  <a:gd name="csY66" fmla="*/ 601469 h 601686"/>
                  <a:gd name="csX67" fmla="*/ 473163 w 473237"/>
                  <a:gd name="csY67" fmla="*/ 190717 h 601686"/>
                  <a:gd name="csX68" fmla="*/ 143914 w 473237"/>
                  <a:gd name="csY68" fmla="*/ 598566 h 601686"/>
                  <a:gd name="csX69" fmla="*/ 471197 w 473237"/>
                  <a:gd name="csY69" fmla="*/ 237090 h 601686"/>
                  <a:gd name="csX70" fmla="*/ 143914 w 473237"/>
                  <a:gd name="csY70" fmla="*/ 598566 h 601686"/>
                  <a:gd name="csX71" fmla="*/ 471197 w 473237"/>
                  <a:gd name="csY71" fmla="*/ 237090 h 601686"/>
                  <a:gd name="csX72" fmla="*/ 181631 w 473237"/>
                  <a:gd name="csY72" fmla="*/ 601179 h 601686"/>
                  <a:gd name="csX73" fmla="*/ 469232 w 473237"/>
                  <a:gd name="csY73" fmla="*/ 283535 h 601686"/>
                  <a:gd name="csX74" fmla="*/ 181631 w 473237"/>
                  <a:gd name="csY74" fmla="*/ 601179 h 601686"/>
                  <a:gd name="csX75" fmla="*/ 469232 w 473237"/>
                  <a:gd name="csY75" fmla="*/ 283535 h 601686"/>
                  <a:gd name="csX76" fmla="*/ 224261 w 473237"/>
                  <a:gd name="csY76" fmla="*/ 598349 h 601686"/>
                  <a:gd name="csX77" fmla="*/ 472180 w 473237"/>
                  <a:gd name="csY77" fmla="*/ 324466 h 601686"/>
                  <a:gd name="csX78" fmla="*/ 224261 w 473237"/>
                  <a:gd name="csY78" fmla="*/ 598349 h 601686"/>
                  <a:gd name="csX79" fmla="*/ 472180 w 473237"/>
                  <a:gd name="csY79" fmla="*/ 324466 h 601686"/>
                  <a:gd name="csX80" fmla="*/ 261978 w 473237"/>
                  <a:gd name="csY80" fmla="*/ 600961 h 601686"/>
                  <a:gd name="csX81" fmla="*/ 470215 w 473237"/>
                  <a:gd name="csY81" fmla="*/ 370911 h 601686"/>
                  <a:gd name="csX82" fmla="*/ 261978 w 473237"/>
                  <a:gd name="csY82" fmla="*/ 600961 h 601686"/>
                  <a:gd name="csX83" fmla="*/ 470215 w 473237"/>
                  <a:gd name="csY83" fmla="*/ 370911 h 601686"/>
                  <a:gd name="csX84" fmla="*/ 304608 w 473237"/>
                  <a:gd name="csY84" fmla="*/ 598058 h 601686"/>
                  <a:gd name="csX85" fmla="*/ 473238 w 473237"/>
                  <a:gd name="csY85" fmla="*/ 411841 h 601686"/>
                  <a:gd name="csX86" fmla="*/ 304608 w 473237"/>
                  <a:gd name="csY86" fmla="*/ 598058 h 601686"/>
                  <a:gd name="csX87" fmla="*/ 473238 w 473237"/>
                  <a:gd name="csY87" fmla="*/ 411841 h 601686"/>
                  <a:gd name="csX88" fmla="*/ 342325 w 473237"/>
                  <a:gd name="csY88" fmla="*/ 600671 h 601686"/>
                  <a:gd name="csX89" fmla="*/ 471273 w 473237"/>
                  <a:gd name="csY89" fmla="*/ 458287 h 601686"/>
                  <a:gd name="csX90" fmla="*/ 342325 w 473237"/>
                  <a:gd name="csY90" fmla="*/ 600671 h 601686"/>
                  <a:gd name="csX91" fmla="*/ 471273 w 473237"/>
                  <a:gd name="csY91" fmla="*/ 458287 h 601686"/>
                  <a:gd name="csX92" fmla="*/ 384955 w 473237"/>
                  <a:gd name="csY92" fmla="*/ 597841 h 601686"/>
                  <a:gd name="csX93" fmla="*/ 469232 w 473237"/>
                  <a:gd name="csY93" fmla="*/ 504732 h 601686"/>
                  <a:gd name="csX94" fmla="*/ 384955 w 473237"/>
                  <a:gd name="csY94" fmla="*/ 597841 h 601686"/>
                  <a:gd name="csX95" fmla="*/ 469232 w 473237"/>
                  <a:gd name="csY95" fmla="*/ 504732 h 601686"/>
                  <a:gd name="csX96" fmla="*/ 422671 w 473237"/>
                  <a:gd name="csY96" fmla="*/ 600453 h 601686"/>
                  <a:gd name="csX97" fmla="*/ 472255 w 473237"/>
                  <a:gd name="csY97" fmla="*/ 545662 h 601686"/>
                  <a:gd name="csX98" fmla="*/ 422671 w 473237"/>
                  <a:gd name="csY98" fmla="*/ 600453 h 601686"/>
                  <a:gd name="csX99" fmla="*/ 472255 w 473237"/>
                  <a:gd name="csY99" fmla="*/ 545662 h 6016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</a:cxnLst>
                <a:rect l="l" t="t" r="r" b="b"/>
                <a:pathLst>
                  <a:path w="473237" h="601686">
                    <a:moveTo>
                      <a:pt x="3931" y="1016"/>
                    </a:moveTo>
                    <a:cubicBezTo>
                      <a:pt x="3931" y="1016"/>
                      <a:pt x="3931" y="1016"/>
                      <a:pt x="3931" y="1016"/>
                    </a:cubicBezTo>
                    <a:moveTo>
                      <a:pt x="3931" y="1016"/>
                    </a:moveTo>
                    <a:cubicBezTo>
                      <a:pt x="3931" y="1016"/>
                      <a:pt x="3931" y="1016"/>
                      <a:pt x="3931" y="1016"/>
                    </a:cubicBezTo>
                    <a:moveTo>
                      <a:pt x="1966" y="47389"/>
                    </a:moveTo>
                    <a:cubicBezTo>
                      <a:pt x="11036" y="32948"/>
                      <a:pt x="29403" y="24167"/>
                      <a:pt x="41648" y="3629"/>
                    </a:cubicBezTo>
                    <a:moveTo>
                      <a:pt x="1966" y="47389"/>
                    </a:moveTo>
                    <a:cubicBezTo>
                      <a:pt x="15647" y="31061"/>
                      <a:pt x="29252" y="17998"/>
                      <a:pt x="41648" y="3629"/>
                    </a:cubicBezTo>
                    <a:moveTo>
                      <a:pt x="1" y="93835"/>
                    </a:moveTo>
                    <a:cubicBezTo>
                      <a:pt x="6954" y="70322"/>
                      <a:pt x="45125" y="42092"/>
                      <a:pt x="84278" y="726"/>
                    </a:cubicBezTo>
                    <a:moveTo>
                      <a:pt x="1" y="93835"/>
                    </a:moveTo>
                    <a:cubicBezTo>
                      <a:pt x="18443" y="73370"/>
                      <a:pt x="53590" y="45793"/>
                      <a:pt x="84278" y="726"/>
                    </a:cubicBezTo>
                    <a:moveTo>
                      <a:pt x="2948" y="134765"/>
                    </a:moveTo>
                    <a:cubicBezTo>
                      <a:pt x="38624" y="111760"/>
                      <a:pt x="57067" y="74821"/>
                      <a:pt x="121995" y="3339"/>
                    </a:cubicBezTo>
                    <a:moveTo>
                      <a:pt x="2948" y="134765"/>
                    </a:moveTo>
                    <a:cubicBezTo>
                      <a:pt x="32048" y="101745"/>
                      <a:pt x="63114" y="62121"/>
                      <a:pt x="121995" y="3339"/>
                    </a:cubicBezTo>
                    <a:moveTo>
                      <a:pt x="983" y="181210"/>
                    </a:moveTo>
                    <a:cubicBezTo>
                      <a:pt x="49282" y="139119"/>
                      <a:pt x="60468" y="103124"/>
                      <a:pt x="164625" y="508"/>
                    </a:cubicBezTo>
                    <a:moveTo>
                      <a:pt x="983" y="181210"/>
                    </a:moveTo>
                    <a:cubicBezTo>
                      <a:pt x="50794" y="129395"/>
                      <a:pt x="91232" y="93254"/>
                      <a:pt x="164625" y="508"/>
                    </a:cubicBezTo>
                    <a:moveTo>
                      <a:pt x="4007" y="222213"/>
                    </a:moveTo>
                    <a:cubicBezTo>
                      <a:pt x="60393" y="147828"/>
                      <a:pt x="138321" y="67346"/>
                      <a:pt x="202342" y="3121"/>
                    </a:cubicBezTo>
                    <a:moveTo>
                      <a:pt x="4007" y="222213"/>
                    </a:moveTo>
                    <a:cubicBezTo>
                      <a:pt x="74149" y="152980"/>
                      <a:pt x="132955" y="79103"/>
                      <a:pt x="202342" y="3121"/>
                    </a:cubicBezTo>
                    <a:moveTo>
                      <a:pt x="2041" y="268586"/>
                    </a:moveTo>
                    <a:cubicBezTo>
                      <a:pt x="67271" y="218149"/>
                      <a:pt x="110128" y="145941"/>
                      <a:pt x="244972" y="218"/>
                    </a:cubicBezTo>
                    <a:moveTo>
                      <a:pt x="2041" y="268586"/>
                    </a:moveTo>
                    <a:cubicBezTo>
                      <a:pt x="83597" y="190282"/>
                      <a:pt x="152229" y="97609"/>
                      <a:pt x="244972" y="218"/>
                    </a:cubicBezTo>
                    <a:moveTo>
                      <a:pt x="76" y="315031"/>
                    </a:moveTo>
                    <a:cubicBezTo>
                      <a:pt x="53590" y="242678"/>
                      <a:pt x="133559" y="178888"/>
                      <a:pt x="282688" y="2831"/>
                    </a:cubicBezTo>
                    <a:moveTo>
                      <a:pt x="76" y="315031"/>
                    </a:moveTo>
                    <a:cubicBezTo>
                      <a:pt x="86545" y="222503"/>
                      <a:pt x="171351" y="124532"/>
                      <a:pt x="282688" y="2831"/>
                    </a:cubicBezTo>
                    <a:moveTo>
                      <a:pt x="3024" y="355961"/>
                    </a:moveTo>
                    <a:cubicBezTo>
                      <a:pt x="77777" y="266191"/>
                      <a:pt x="165229" y="173736"/>
                      <a:pt x="325318" y="1"/>
                    </a:cubicBezTo>
                    <a:moveTo>
                      <a:pt x="3024" y="355961"/>
                    </a:moveTo>
                    <a:cubicBezTo>
                      <a:pt x="71806" y="275408"/>
                      <a:pt x="136431" y="213577"/>
                      <a:pt x="325318" y="1"/>
                    </a:cubicBezTo>
                    <a:moveTo>
                      <a:pt x="1059" y="402407"/>
                    </a:moveTo>
                    <a:cubicBezTo>
                      <a:pt x="85941" y="287890"/>
                      <a:pt x="195237" y="212198"/>
                      <a:pt x="363035" y="2613"/>
                    </a:cubicBezTo>
                    <a:moveTo>
                      <a:pt x="1059" y="402407"/>
                    </a:moveTo>
                    <a:cubicBezTo>
                      <a:pt x="120105" y="261764"/>
                      <a:pt x="258123" y="117783"/>
                      <a:pt x="363035" y="2613"/>
                    </a:cubicBezTo>
                    <a:moveTo>
                      <a:pt x="4007" y="443409"/>
                    </a:moveTo>
                    <a:cubicBezTo>
                      <a:pt x="154647" y="279326"/>
                      <a:pt x="303625" y="116550"/>
                      <a:pt x="400752" y="5226"/>
                    </a:cubicBezTo>
                    <a:moveTo>
                      <a:pt x="4007" y="443409"/>
                    </a:moveTo>
                    <a:cubicBezTo>
                      <a:pt x="106726" y="332811"/>
                      <a:pt x="225773" y="201385"/>
                      <a:pt x="400752" y="5226"/>
                    </a:cubicBezTo>
                    <a:moveTo>
                      <a:pt x="2041" y="489782"/>
                    </a:moveTo>
                    <a:cubicBezTo>
                      <a:pt x="110959" y="357340"/>
                      <a:pt x="227587" y="233897"/>
                      <a:pt x="443382" y="2323"/>
                    </a:cubicBezTo>
                    <a:moveTo>
                      <a:pt x="2041" y="489782"/>
                    </a:moveTo>
                    <a:cubicBezTo>
                      <a:pt x="156839" y="304001"/>
                      <a:pt x="315795" y="138248"/>
                      <a:pt x="443382" y="2323"/>
                    </a:cubicBezTo>
                    <a:moveTo>
                      <a:pt x="76" y="536228"/>
                    </a:moveTo>
                    <a:cubicBezTo>
                      <a:pt x="132803" y="373088"/>
                      <a:pt x="280723" y="211545"/>
                      <a:pt x="471197" y="15894"/>
                    </a:cubicBezTo>
                    <a:moveTo>
                      <a:pt x="76" y="536228"/>
                    </a:moveTo>
                    <a:cubicBezTo>
                      <a:pt x="184352" y="345511"/>
                      <a:pt x="364774" y="140135"/>
                      <a:pt x="471197" y="15894"/>
                    </a:cubicBezTo>
                    <a:moveTo>
                      <a:pt x="3024" y="577158"/>
                    </a:moveTo>
                    <a:cubicBezTo>
                      <a:pt x="179061" y="387385"/>
                      <a:pt x="363413" y="181283"/>
                      <a:pt x="469156" y="62339"/>
                    </a:cubicBezTo>
                    <a:moveTo>
                      <a:pt x="3024" y="577158"/>
                    </a:moveTo>
                    <a:cubicBezTo>
                      <a:pt x="177776" y="381144"/>
                      <a:pt x="365454" y="180339"/>
                      <a:pt x="469156" y="62339"/>
                    </a:cubicBezTo>
                    <a:moveTo>
                      <a:pt x="20938" y="601687"/>
                    </a:moveTo>
                    <a:cubicBezTo>
                      <a:pt x="118895" y="495806"/>
                      <a:pt x="203324" y="403205"/>
                      <a:pt x="472180" y="103269"/>
                    </a:cubicBezTo>
                    <a:moveTo>
                      <a:pt x="20938" y="601687"/>
                    </a:moveTo>
                    <a:cubicBezTo>
                      <a:pt x="192364" y="414816"/>
                      <a:pt x="349127" y="236727"/>
                      <a:pt x="472180" y="103269"/>
                    </a:cubicBezTo>
                    <a:moveTo>
                      <a:pt x="63568" y="598857"/>
                    </a:moveTo>
                    <a:cubicBezTo>
                      <a:pt x="166136" y="479114"/>
                      <a:pt x="281857" y="373233"/>
                      <a:pt x="470215" y="149714"/>
                    </a:cubicBezTo>
                    <a:moveTo>
                      <a:pt x="63568" y="598857"/>
                    </a:moveTo>
                    <a:cubicBezTo>
                      <a:pt x="160316" y="499507"/>
                      <a:pt x="239907" y="402987"/>
                      <a:pt x="470215" y="149714"/>
                    </a:cubicBezTo>
                    <a:moveTo>
                      <a:pt x="101285" y="601469"/>
                    </a:moveTo>
                    <a:cubicBezTo>
                      <a:pt x="203249" y="480058"/>
                      <a:pt x="308311" y="366992"/>
                      <a:pt x="473163" y="190717"/>
                    </a:cubicBezTo>
                    <a:moveTo>
                      <a:pt x="101285" y="601469"/>
                    </a:moveTo>
                    <a:cubicBezTo>
                      <a:pt x="245879" y="435209"/>
                      <a:pt x="407026" y="264885"/>
                      <a:pt x="473163" y="190717"/>
                    </a:cubicBezTo>
                    <a:moveTo>
                      <a:pt x="143914" y="598566"/>
                    </a:moveTo>
                    <a:cubicBezTo>
                      <a:pt x="250489" y="500087"/>
                      <a:pt x="323580" y="402842"/>
                      <a:pt x="471197" y="237090"/>
                    </a:cubicBezTo>
                    <a:moveTo>
                      <a:pt x="143914" y="598566"/>
                    </a:moveTo>
                    <a:cubicBezTo>
                      <a:pt x="212697" y="520044"/>
                      <a:pt x="286619" y="440579"/>
                      <a:pt x="471197" y="237090"/>
                    </a:cubicBezTo>
                    <a:moveTo>
                      <a:pt x="181631" y="601179"/>
                    </a:moveTo>
                    <a:cubicBezTo>
                      <a:pt x="239076" y="531511"/>
                      <a:pt x="298032" y="471495"/>
                      <a:pt x="469232" y="283535"/>
                    </a:cubicBezTo>
                    <a:moveTo>
                      <a:pt x="181631" y="601179"/>
                    </a:moveTo>
                    <a:cubicBezTo>
                      <a:pt x="299317" y="469608"/>
                      <a:pt x="403473" y="345947"/>
                      <a:pt x="469232" y="283535"/>
                    </a:cubicBezTo>
                    <a:moveTo>
                      <a:pt x="224261" y="598349"/>
                    </a:moveTo>
                    <a:cubicBezTo>
                      <a:pt x="313452" y="515327"/>
                      <a:pt x="376943" y="423598"/>
                      <a:pt x="472180" y="324466"/>
                    </a:cubicBezTo>
                    <a:moveTo>
                      <a:pt x="224261" y="598349"/>
                    </a:moveTo>
                    <a:cubicBezTo>
                      <a:pt x="292968" y="516706"/>
                      <a:pt x="375204" y="445369"/>
                      <a:pt x="472180" y="324466"/>
                    </a:cubicBezTo>
                    <a:moveTo>
                      <a:pt x="261978" y="600961"/>
                    </a:moveTo>
                    <a:cubicBezTo>
                      <a:pt x="318213" y="521931"/>
                      <a:pt x="373315" y="468592"/>
                      <a:pt x="470215" y="370911"/>
                    </a:cubicBezTo>
                    <a:moveTo>
                      <a:pt x="261978" y="600961"/>
                    </a:moveTo>
                    <a:cubicBezTo>
                      <a:pt x="312922" y="553209"/>
                      <a:pt x="357744" y="489637"/>
                      <a:pt x="470215" y="370911"/>
                    </a:cubicBezTo>
                    <a:moveTo>
                      <a:pt x="304608" y="598058"/>
                    </a:moveTo>
                    <a:cubicBezTo>
                      <a:pt x="373466" y="523891"/>
                      <a:pt x="442929" y="454513"/>
                      <a:pt x="473238" y="411841"/>
                    </a:cubicBezTo>
                    <a:moveTo>
                      <a:pt x="304608" y="598058"/>
                    </a:moveTo>
                    <a:cubicBezTo>
                      <a:pt x="348145" y="546605"/>
                      <a:pt x="395461" y="506256"/>
                      <a:pt x="473238" y="411841"/>
                    </a:cubicBezTo>
                    <a:moveTo>
                      <a:pt x="342325" y="600671"/>
                    </a:moveTo>
                    <a:cubicBezTo>
                      <a:pt x="374297" y="564313"/>
                      <a:pt x="432271" y="515327"/>
                      <a:pt x="471273" y="458287"/>
                    </a:cubicBezTo>
                    <a:moveTo>
                      <a:pt x="342325" y="600671"/>
                    </a:moveTo>
                    <a:cubicBezTo>
                      <a:pt x="393874" y="547549"/>
                      <a:pt x="435068" y="503281"/>
                      <a:pt x="471273" y="458287"/>
                    </a:cubicBezTo>
                    <a:moveTo>
                      <a:pt x="384955" y="597841"/>
                    </a:moveTo>
                    <a:cubicBezTo>
                      <a:pt x="420858" y="552556"/>
                      <a:pt x="455702" y="517359"/>
                      <a:pt x="469232" y="504732"/>
                    </a:cubicBezTo>
                    <a:moveTo>
                      <a:pt x="384955" y="597841"/>
                    </a:moveTo>
                    <a:cubicBezTo>
                      <a:pt x="416549" y="560176"/>
                      <a:pt x="437713" y="533325"/>
                      <a:pt x="469232" y="504732"/>
                    </a:cubicBezTo>
                    <a:moveTo>
                      <a:pt x="422671" y="600453"/>
                    </a:moveTo>
                    <a:cubicBezTo>
                      <a:pt x="437260" y="581875"/>
                      <a:pt x="442929" y="568812"/>
                      <a:pt x="472255" y="545662"/>
                    </a:cubicBezTo>
                    <a:moveTo>
                      <a:pt x="422671" y="600453"/>
                    </a:moveTo>
                    <a:cubicBezTo>
                      <a:pt x="437864" y="581222"/>
                      <a:pt x="456080" y="566200"/>
                      <a:pt x="472255" y="545662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96" name="شكل حر: شكل 547">
                <a:extLst>
                  <a:ext uri="{FF2B5EF4-FFF2-40B4-BE49-F238E27FC236}">
                    <a16:creationId xmlns:a16="http://schemas.microsoft.com/office/drawing/2014/main" id="{58BE1515-619E-92CC-398C-0D9647E8DF63}"/>
                  </a:ext>
                </a:extLst>
              </p:cNvPr>
              <p:cNvSpPr/>
              <p:nvPr/>
            </p:nvSpPr>
            <p:spPr>
              <a:xfrm>
                <a:off x="7652841" y="1816073"/>
                <a:ext cx="456064" cy="595190"/>
              </a:xfrm>
              <a:custGeom>
                <a:avLst/>
                <a:gdLst>
                  <a:gd name="csX0" fmla="*/ 208 w 456064"/>
                  <a:gd name="csY0" fmla="*/ 10451 h 595190"/>
                  <a:gd name="csX1" fmla="*/ 453718 w 456064"/>
                  <a:gd name="csY1" fmla="*/ 10451 h 595190"/>
                  <a:gd name="csX2" fmla="*/ 208 w 456064"/>
                  <a:gd name="csY2" fmla="*/ 10451 h 595190"/>
                  <a:gd name="csX3" fmla="*/ 453718 w 456064"/>
                  <a:gd name="csY3" fmla="*/ 10451 h 595190"/>
                  <a:gd name="csX4" fmla="*/ 453718 w 456064"/>
                  <a:gd name="csY4" fmla="*/ 10451 h 595190"/>
                  <a:gd name="csX5" fmla="*/ 453718 w 456064"/>
                  <a:gd name="csY5" fmla="*/ 591020 h 595190"/>
                  <a:gd name="csX6" fmla="*/ 453718 w 456064"/>
                  <a:gd name="csY6" fmla="*/ 10451 h 595190"/>
                  <a:gd name="csX7" fmla="*/ 453718 w 456064"/>
                  <a:gd name="csY7" fmla="*/ 591020 h 595190"/>
                  <a:gd name="csX8" fmla="*/ 453718 w 456064"/>
                  <a:gd name="csY8" fmla="*/ 591020 h 595190"/>
                  <a:gd name="csX9" fmla="*/ 208 w 456064"/>
                  <a:gd name="csY9" fmla="*/ 591020 h 595190"/>
                  <a:gd name="csX10" fmla="*/ 453718 w 456064"/>
                  <a:gd name="csY10" fmla="*/ 591020 h 595190"/>
                  <a:gd name="csX11" fmla="*/ 208 w 456064"/>
                  <a:gd name="csY11" fmla="*/ 591020 h 595190"/>
                  <a:gd name="csX12" fmla="*/ 208 w 456064"/>
                  <a:gd name="csY12" fmla="*/ 591020 h 595190"/>
                  <a:gd name="csX13" fmla="*/ 208 w 456064"/>
                  <a:gd name="csY13" fmla="*/ 10451 h 595190"/>
                  <a:gd name="csX14" fmla="*/ 208 w 456064"/>
                  <a:gd name="csY14" fmla="*/ 591020 h 595190"/>
                  <a:gd name="csX15" fmla="*/ 208 w 456064"/>
                  <a:gd name="csY15" fmla="*/ 10451 h 595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6064" h="595190">
                    <a:moveTo>
                      <a:pt x="208" y="10451"/>
                    </a:moveTo>
                    <a:cubicBezTo>
                      <a:pt x="157425" y="-3700"/>
                      <a:pt x="281762" y="-3265"/>
                      <a:pt x="453718" y="10451"/>
                    </a:cubicBezTo>
                    <a:moveTo>
                      <a:pt x="208" y="10451"/>
                    </a:moveTo>
                    <a:cubicBezTo>
                      <a:pt x="105045" y="13354"/>
                      <a:pt x="225603" y="6460"/>
                      <a:pt x="453718" y="10451"/>
                    </a:cubicBezTo>
                    <a:moveTo>
                      <a:pt x="453718" y="10451"/>
                    </a:moveTo>
                    <a:cubicBezTo>
                      <a:pt x="452056" y="158496"/>
                      <a:pt x="456968" y="337602"/>
                      <a:pt x="453718" y="591020"/>
                    </a:cubicBezTo>
                    <a:moveTo>
                      <a:pt x="453718" y="10451"/>
                    </a:moveTo>
                    <a:cubicBezTo>
                      <a:pt x="450846" y="201531"/>
                      <a:pt x="460218" y="401174"/>
                      <a:pt x="453718" y="591020"/>
                    </a:cubicBezTo>
                    <a:moveTo>
                      <a:pt x="453718" y="591020"/>
                    </a:moveTo>
                    <a:cubicBezTo>
                      <a:pt x="311316" y="590512"/>
                      <a:pt x="176321" y="598132"/>
                      <a:pt x="208" y="591020"/>
                    </a:cubicBezTo>
                    <a:moveTo>
                      <a:pt x="453718" y="591020"/>
                    </a:moveTo>
                    <a:cubicBezTo>
                      <a:pt x="312526" y="599293"/>
                      <a:pt x="161356" y="593052"/>
                      <a:pt x="208" y="591020"/>
                    </a:cubicBezTo>
                    <a:moveTo>
                      <a:pt x="208" y="591020"/>
                    </a:moveTo>
                    <a:cubicBezTo>
                      <a:pt x="14191" y="406907"/>
                      <a:pt x="-1983" y="240356"/>
                      <a:pt x="208" y="10451"/>
                    </a:cubicBezTo>
                    <a:moveTo>
                      <a:pt x="208" y="591020"/>
                    </a:moveTo>
                    <a:cubicBezTo>
                      <a:pt x="5575" y="429912"/>
                      <a:pt x="7238" y="250879"/>
                      <a:pt x="208" y="10451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193" name="صورة 548">
              <a:extLst>
                <a:ext uri="{FF2B5EF4-FFF2-40B4-BE49-F238E27FC236}">
                  <a16:creationId xmlns:a16="http://schemas.microsoft.com/office/drawing/2014/main" id="{11BB5DCA-07FB-04C0-460D-3A30326C5A30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7656828" y="2066008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197" name="!!رسم 9">
            <a:extLst>
              <a:ext uri="{FF2B5EF4-FFF2-40B4-BE49-F238E27FC236}">
                <a16:creationId xmlns:a16="http://schemas.microsoft.com/office/drawing/2014/main" id="{BC4AC370-C5AC-44F3-11A5-7CAE160E818C}"/>
              </a:ext>
            </a:extLst>
          </p:cNvPr>
          <p:cNvGrpSpPr/>
          <p:nvPr/>
        </p:nvGrpSpPr>
        <p:grpSpPr>
          <a:xfrm>
            <a:off x="5570111" y="1813398"/>
            <a:ext cx="462615" cy="587818"/>
            <a:chOff x="8292991" y="1824208"/>
            <a:chExt cx="462615" cy="587818"/>
          </a:xfrm>
          <a:noFill/>
        </p:grpSpPr>
        <p:sp>
          <p:nvSpPr>
            <p:cNvPr id="2198" name="مستطيل 550">
              <a:extLst>
                <a:ext uri="{FF2B5EF4-FFF2-40B4-BE49-F238E27FC236}">
                  <a16:creationId xmlns:a16="http://schemas.microsoft.com/office/drawing/2014/main" id="{E6E820D4-00D6-4A0E-EA71-3DD1615B0E5B}"/>
                </a:ext>
              </a:extLst>
            </p:cNvPr>
            <p:cNvSpPr/>
            <p:nvPr/>
          </p:nvSpPr>
          <p:spPr>
            <a:xfrm>
              <a:off x="8295521" y="1826524"/>
              <a:ext cx="453509" cy="580568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99" name="شكل حر: شكل 551">
              <a:extLst>
                <a:ext uri="{FF2B5EF4-FFF2-40B4-BE49-F238E27FC236}">
                  <a16:creationId xmlns:a16="http://schemas.microsoft.com/office/drawing/2014/main" id="{BBF9EC66-1694-61EB-6FC5-36F1EBAE88B7}"/>
                </a:ext>
              </a:extLst>
            </p:cNvPr>
            <p:cNvSpPr/>
            <p:nvPr/>
          </p:nvSpPr>
          <p:spPr>
            <a:xfrm>
              <a:off x="8293254" y="1824927"/>
              <a:ext cx="462353" cy="587099"/>
            </a:xfrm>
            <a:custGeom>
              <a:avLst/>
              <a:gdLst>
                <a:gd name="csX0" fmla="*/ 1 w 462353"/>
                <a:gd name="csY0" fmla="*/ 4064 h 587099"/>
                <a:gd name="csX1" fmla="*/ 1 w 462353"/>
                <a:gd name="csY1" fmla="*/ 4064 h 587099"/>
                <a:gd name="csX2" fmla="*/ 1 w 462353"/>
                <a:gd name="csY2" fmla="*/ 4064 h 587099"/>
                <a:gd name="csX3" fmla="*/ 1 w 462353"/>
                <a:gd name="csY3" fmla="*/ 4064 h 587099"/>
                <a:gd name="csX4" fmla="*/ 3024 w 462353"/>
                <a:gd name="csY4" fmla="*/ 45067 h 587099"/>
                <a:gd name="csX5" fmla="*/ 42631 w 462353"/>
                <a:gd name="csY5" fmla="*/ 1234 h 587099"/>
                <a:gd name="csX6" fmla="*/ 3024 w 462353"/>
                <a:gd name="csY6" fmla="*/ 45067 h 587099"/>
                <a:gd name="csX7" fmla="*/ 42631 w 462353"/>
                <a:gd name="csY7" fmla="*/ 1234 h 587099"/>
                <a:gd name="csX8" fmla="*/ 983 w 462353"/>
                <a:gd name="csY8" fmla="*/ 91440 h 587099"/>
                <a:gd name="csX9" fmla="*/ 80347 w 462353"/>
                <a:gd name="csY9" fmla="*/ 3847 h 587099"/>
                <a:gd name="csX10" fmla="*/ 983 w 462353"/>
                <a:gd name="csY10" fmla="*/ 91440 h 587099"/>
                <a:gd name="csX11" fmla="*/ 80347 w 462353"/>
                <a:gd name="csY11" fmla="*/ 3847 h 587099"/>
                <a:gd name="csX12" fmla="*/ 4006 w 462353"/>
                <a:gd name="csY12" fmla="*/ 132443 h 587099"/>
                <a:gd name="csX13" fmla="*/ 122977 w 462353"/>
                <a:gd name="csY13" fmla="*/ 944 h 587099"/>
                <a:gd name="csX14" fmla="*/ 4006 w 462353"/>
                <a:gd name="csY14" fmla="*/ 132443 h 587099"/>
                <a:gd name="csX15" fmla="*/ 122977 w 462353"/>
                <a:gd name="csY15" fmla="*/ 944 h 587099"/>
                <a:gd name="csX16" fmla="*/ 2041 w 462353"/>
                <a:gd name="csY16" fmla="*/ 178888 h 587099"/>
                <a:gd name="csX17" fmla="*/ 160694 w 462353"/>
                <a:gd name="csY17" fmla="*/ 3557 h 587099"/>
                <a:gd name="csX18" fmla="*/ 2041 w 462353"/>
                <a:gd name="csY18" fmla="*/ 178888 h 587099"/>
                <a:gd name="csX19" fmla="*/ 160694 w 462353"/>
                <a:gd name="csY19" fmla="*/ 3557 h 587099"/>
                <a:gd name="csX20" fmla="*/ 76 w 462353"/>
                <a:gd name="csY20" fmla="*/ 225261 h 587099"/>
                <a:gd name="csX21" fmla="*/ 203324 w 462353"/>
                <a:gd name="csY21" fmla="*/ 726 h 587099"/>
                <a:gd name="csX22" fmla="*/ 76 w 462353"/>
                <a:gd name="csY22" fmla="*/ 225261 h 587099"/>
                <a:gd name="csX23" fmla="*/ 203324 w 462353"/>
                <a:gd name="csY23" fmla="*/ 726 h 587099"/>
                <a:gd name="csX24" fmla="*/ 3024 w 462353"/>
                <a:gd name="csY24" fmla="*/ 266264 h 587099"/>
                <a:gd name="csX25" fmla="*/ 241041 w 462353"/>
                <a:gd name="csY25" fmla="*/ 3339 h 587099"/>
                <a:gd name="csX26" fmla="*/ 3024 w 462353"/>
                <a:gd name="csY26" fmla="*/ 266264 h 587099"/>
                <a:gd name="csX27" fmla="*/ 241041 w 462353"/>
                <a:gd name="csY27" fmla="*/ 3339 h 587099"/>
                <a:gd name="csX28" fmla="*/ 1059 w 462353"/>
                <a:gd name="csY28" fmla="*/ 312637 h 587099"/>
                <a:gd name="csX29" fmla="*/ 283671 w 462353"/>
                <a:gd name="csY29" fmla="*/ 509 h 587099"/>
                <a:gd name="csX30" fmla="*/ 1059 w 462353"/>
                <a:gd name="csY30" fmla="*/ 312637 h 587099"/>
                <a:gd name="csX31" fmla="*/ 283671 w 462353"/>
                <a:gd name="csY31" fmla="*/ 509 h 587099"/>
                <a:gd name="csX32" fmla="*/ 4006 w 462353"/>
                <a:gd name="csY32" fmla="*/ 353639 h 587099"/>
                <a:gd name="csX33" fmla="*/ 321387 w 462353"/>
                <a:gd name="csY33" fmla="*/ 3121 h 587099"/>
                <a:gd name="csX34" fmla="*/ 4006 w 462353"/>
                <a:gd name="csY34" fmla="*/ 353639 h 587099"/>
                <a:gd name="csX35" fmla="*/ 321387 w 462353"/>
                <a:gd name="csY35" fmla="*/ 3121 h 587099"/>
                <a:gd name="csX36" fmla="*/ 2041 w 462353"/>
                <a:gd name="csY36" fmla="*/ 400012 h 587099"/>
                <a:gd name="csX37" fmla="*/ 364017 w 462353"/>
                <a:gd name="csY37" fmla="*/ 218 h 587099"/>
                <a:gd name="csX38" fmla="*/ 2041 w 462353"/>
                <a:gd name="csY38" fmla="*/ 400012 h 587099"/>
                <a:gd name="csX39" fmla="*/ 364017 w 462353"/>
                <a:gd name="csY39" fmla="*/ 218 h 587099"/>
                <a:gd name="csX40" fmla="*/ 76 w 462353"/>
                <a:gd name="csY40" fmla="*/ 446458 h 587099"/>
                <a:gd name="csX41" fmla="*/ 401734 w 462353"/>
                <a:gd name="csY41" fmla="*/ 2831 h 587099"/>
                <a:gd name="csX42" fmla="*/ 76 w 462353"/>
                <a:gd name="csY42" fmla="*/ 446458 h 587099"/>
                <a:gd name="csX43" fmla="*/ 401734 w 462353"/>
                <a:gd name="csY43" fmla="*/ 2831 h 587099"/>
                <a:gd name="csX44" fmla="*/ 3099 w 462353"/>
                <a:gd name="csY44" fmla="*/ 487460 h 587099"/>
                <a:gd name="csX45" fmla="*/ 444364 w 462353"/>
                <a:gd name="csY45" fmla="*/ 1 h 587099"/>
                <a:gd name="csX46" fmla="*/ 3099 w 462353"/>
                <a:gd name="csY46" fmla="*/ 487460 h 587099"/>
                <a:gd name="csX47" fmla="*/ 444364 w 462353"/>
                <a:gd name="csY47" fmla="*/ 1 h 587099"/>
                <a:gd name="csX48" fmla="*/ 1059 w 462353"/>
                <a:gd name="csY48" fmla="*/ 533833 h 587099"/>
                <a:gd name="csX49" fmla="*/ 462278 w 462353"/>
                <a:gd name="csY49" fmla="*/ 24530 h 587099"/>
                <a:gd name="csX50" fmla="*/ 1059 w 462353"/>
                <a:gd name="csY50" fmla="*/ 533833 h 587099"/>
                <a:gd name="csX51" fmla="*/ 462278 w 462353"/>
                <a:gd name="csY51" fmla="*/ 24530 h 587099"/>
                <a:gd name="csX52" fmla="*/ 4082 w 462353"/>
                <a:gd name="csY52" fmla="*/ 574836 h 587099"/>
                <a:gd name="csX53" fmla="*/ 460313 w 462353"/>
                <a:gd name="csY53" fmla="*/ 70902 h 587099"/>
                <a:gd name="csX54" fmla="*/ 4082 w 462353"/>
                <a:gd name="csY54" fmla="*/ 574836 h 587099"/>
                <a:gd name="csX55" fmla="*/ 460313 w 462353"/>
                <a:gd name="csY55" fmla="*/ 70902 h 587099"/>
                <a:gd name="csX56" fmla="*/ 36810 w 462353"/>
                <a:gd name="csY56" fmla="*/ 582891 h 587099"/>
                <a:gd name="csX57" fmla="*/ 458272 w 462353"/>
                <a:gd name="csY57" fmla="*/ 117348 h 587099"/>
                <a:gd name="csX58" fmla="*/ 36810 w 462353"/>
                <a:gd name="csY58" fmla="*/ 582891 h 587099"/>
                <a:gd name="csX59" fmla="*/ 458272 w 462353"/>
                <a:gd name="csY59" fmla="*/ 117348 h 587099"/>
                <a:gd name="csX60" fmla="*/ 74527 w 462353"/>
                <a:gd name="csY60" fmla="*/ 585504 h 587099"/>
                <a:gd name="csX61" fmla="*/ 461295 w 462353"/>
                <a:gd name="csY61" fmla="*/ 158278 h 587099"/>
                <a:gd name="csX62" fmla="*/ 74527 w 462353"/>
                <a:gd name="csY62" fmla="*/ 585504 h 587099"/>
                <a:gd name="csX63" fmla="*/ 461295 w 462353"/>
                <a:gd name="csY63" fmla="*/ 158278 h 587099"/>
                <a:gd name="csX64" fmla="*/ 117157 w 462353"/>
                <a:gd name="csY64" fmla="*/ 582673 h 587099"/>
                <a:gd name="csX65" fmla="*/ 459330 w 462353"/>
                <a:gd name="csY65" fmla="*/ 204723 h 587099"/>
                <a:gd name="csX66" fmla="*/ 117157 w 462353"/>
                <a:gd name="csY66" fmla="*/ 582673 h 587099"/>
                <a:gd name="csX67" fmla="*/ 459330 w 462353"/>
                <a:gd name="csY67" fmla="*/ 204723 h 587099"/>
                <a:gd name="csX68" fmla="*/ 154874 w 462353"/>
                <a:gd name="csY68" fmla="*/ 585286 h 587099"/>
                <a:gd name="csX69" fmla="*/ 462278 w 462353"/>
                <a:gd name="csY69" fmla="*/ 245653 h 587099"/>
                <a:gd name="csX70" fmla="*/ 154874 w 462353"/>
                <a:gd name="csY70" fmla="*/ 585286 h 587099"/>
                <a:gd name="csX71" fmla="*/ 462278 w 462353"/>
                <a:gd name="csY71" fmla="*/ 245653 h 587099"/>
                <a:gd name="csX72" fmla="*/ 197504 w 462353"/>
                <a:gd name="csY72" fmla="*/ 582383 h 587099"/>
                <a:gd name="csX73" fmla="*/ 460313 w 462353"/>
                <a:gd name="csY73" fmla="*/ 292099 h 587099"/>
                <a:gd name="csX74" fmla="*/ 197504 w 462353"/>
                <a:gd name="csY74" fmla="*/ 582383 h 587099"/>
                <a:gd name="csX75" fmla="*/ 460313 w 462353"/>
                <a:gd name="csY75" fmla="*/ 292099 h 587099"/>
                <a:gd name="csX76" fmla="*/ 235221 w 462353"/>
                <a:gd name="csY76" fmla="*/ 584996 h 587099"/>
                <a:gd name="csX77" fmla="*/ 458348 w 462353"/>
                <a:gd name="csY77" fmla="*/ 338544 h 587099"/>
                <a:gd name="csX78" fmla="*/ 235221 w 462353"/>
                <a:gd name="csY78" fmla="*/ 584996 h 587099"/>
                <a:gd name="csX79" fmla="*/ 458348 w 462353"/>
                <a:gd name="csY79" fmla="*/ 338544 h 587099"/>
                <a:gd name="csX80" fmla="*/ 277851 w 462353"/>
                <a:gd name="csY80" fmla="*/ 582165 h 587099"/>
                <a:gd name="csX81" fmla="*/ 461295 w 462353"/>
                <a:gd name="csY81" fmla="*/ 379475 h 587099"/>
                <a:gd name="csX82" fmla="*/ 277851 w 462353"/>
                <a:gd name="csY82" fmla="*/ 582165 h 587099"/>
                <a:gd name="csX83" fmla="*/ 461295 w 462353"/>
                <a:gd name="csY83" fmla="*/ 379475 h 587099"/>
                <a:gd name="csX84" fmla="*/ 315568 w 462353"/>
                <a:gd name="csY84" fmla="*/ 584778 h 587099"/>
                <a:gd name="csX85" fmla="*/ 459330 w 462353"/>
                <a:gd name="csY85" fmla="*/ 425920 h 587099"/>
                <a:gd name="csX86" fmla="*/ 315568 w 462353"/>
                <a:gd name="csY86" fmla="*/ 584778 h 587099"/>
                <a:gd name="csX87" fmla="*/ 459330 w 462353"/>
                <a:gd name="csY87" fmla="*/ 425920 h 587099"/>
                <a:gd name="csX88" fmla="*/ 358198 w 462353"/>
                <a:gd name="csY88" fmla="*/ 581875 h 587099"/>
                <a:gd name="csX89" fmla="*/ 462354 w 462353"/>
                <a:gd name="csY89" fmla="*/ 466850 h 587099"/>
                <a:gd name="csX90" fmla="*/ 358198 w 462353"/>
                <a:gd name="csY90" fmla="*/ 581875 h 587099"/>
                <a:gd name="csX91" fmla="*/ 462354 w 462353"/>
                <a:gd name="csY91" fmla="*/ 466850 h 587099"/>
                <a:gd name="csX92" fmla="*/ 395915 w 462353"/>
                <a:gd name="csY92" fmla="*/ 584488 h 587099"/>
                <a:gd name="csX93" fmla="*/ 460388 w 462353"/>
                <a:gd name="csY93" fmla="*/ 513295 h 587099"/>
                <a:gd name="csX94" fmla="*/ 395915 w 462353"/>
                <a:gd name="csY94" fmla="*/ 584488 h 587099"/>
                <a:gd name="csX95" fmla="*/ 460388 w 462353"/>
                <a:gd name="csY95" fmla="*/ 513295 h 587099"/>
                <a:gd name="csX96" fmla="*/ 433556 w 462353"/>
                <a:gd name="csY96" fmla="*/ 587100 h 587099"/>
                <a:gd name="csX97" fmla="*/ 458348 w 462353"/>
                <a:gd name="csY97" fmla="*/ 559741 h 587099"/>
                <a:gd name="csX98" fmla="*/ 433556 w 462353"/>
                <a:gd name="csY98" fmla="*/ 587100 h 587099"/>
                <a:gd name="csX99" fmla="*/ 458348 w 462353"/>
                <a:gd name="csY99" fmla="*/ 559741 h 5870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</a:cxnLst>
              <a:rect l="l" t="t" r="r" b="b"/>
              <a:pathLst>
                <a:path w="462353" h="587099">
                  <a:moveTo>
                    <a:pt x="1" y="4064"/>
                  </a:moveTo>
                  <a:cubicBezTo>
                    <a:pt x="1" y="4064"/>
                    <a:pt x="1" y="4064"/>
                    <a:pt x="1" y="4064"/>
                  </a:cubicBezTo>
                  <a:moveTo>
                    <a:pt x="1" y="4064"/>
                  </a:moveTo>
                  <a:cubicBezTo>
                    <a:pt x="1" y="4064"/>
                    <a:pt x="1" y="4064"/>
                    <a:pt x="1" y="4064"/>
                  </a:cubicBezTo>
                  <a:moveTo>
                    <a:pt x="3024" y="45067"/>
                  </a:moveTo>
                  <a:cubicBezTo>
                    <a:pt x="17007" y="28594"/>
                    <a:pt x="29781" y="23368"/>
                    <a:pt x="42631" y="1234"/>
                  </a:cubicBezTo>
                  <a:moveTo>
                    <a:pt x="3024" y="45067"/>
                  </a:moveTo>
                  <a:cubicBezTo>
                    <a:pt x="15042" y="31351"/>
                    <a:pt x="28118" y="21409"/>
                    <a:pt x="42631" y="1234"/>
                  </a:cubicBezTo>
                  <a:moveTo>
                    <a:pt x="983" y="91440"/>
                  </a:moveTo>
                  <a:cubicBezTo>
                    <a:pt x="11263" y="76708"/>
                    <a:pt x="39758" y="39915"/>
                    <a:pt x="80347" y="3847"/>
                  </a:cubicBezTo>
                  <a:moveTo>
                    <a:pt x="983" y="91440"/>
                  </a:moveTo>
                  <a:cubicBezTo>
                    <a:pt x="37869" y="52542"/>
                    <a:pt x="63945" y="26852"/>
                    <a:pt x="80347" y="3847"/>
                  </a:cubicBezTo>
                  <a:moveTo>
                    <a:pt x="4006" y="132443"/>
                  </a:moveTo>
                  <a:cubicBezTo>
                    <a:pt x="41194" y="105591"/>
                    <a:pt x="44898" y="87521"/>
                    <a:pt x="122977" y="944"/>
                  </a:cubicBezTo>
                  <a:moveTo>
                    <a:pt x="4006" y="132443"/>
                  </a:moveTo>
                  <a:cubicBezTo>
                    <a:pt x="40892" y="90206"/>
                    <a:pt x="84731" y="54284"/>
                    <a:pt x="122977" y="944"/>
                  </a:cubicBezTo>
                  <a:moveTo>
                    <a:pt x="2041" y="178888"/>
                  </a:moveTo>
                  <a:cubicBezTo>
                    <a:pt x="51247" y="117928"/>
                    <a:pt x="100377" y="47607"/>
                    <a:pt x="160694" y="3557"/>
                  </a:cubicBezTo>
                  <a:moveTo>
                    <a:pt x="2041" y="178888"/>
                  </a:moveTo>
                  <a:cubicBezTo>
                    <a:pt x="33560" y="136071"/>
                    <a:pt x="80650" y="99423"/>
                    <a:pt x="160694" y="3557"/>
                  </a:cubicBezTo>
                  <a:moveTo>
                    <a:pt x="76" y="225261"/>
                  </a:moveTo>
                  <a:cubicBezTo>
                    <a:pt x="68783" y="166478"/>
                    <a:pt x="136885" y="77724"/>
                    <a:pt x="203324" y="726"/>
                  </a:cubicBezTo>
                  <a:moveTo>
                    <a:pt x="76" y="225261"/>
                  </a:moveTo>
                  <a:cubicBezTo>
                    <a:pt x="78080" y="138901"/>
                    <a:pt x="158729" y="56969"/>
                    <a:pt x="203324" y="726"/>
                  </a:cubicBezTo>
                  <a:moveTo>
                    <a:pt x="3024" y="266264"/>
                  </a:moveTo>
                  <a:cubicBezTo>
                    <a:pt x="84580" y="157044"/>
                    <a:pt x="176340" y="63645"/>
                    <a:pt x="241041" y="3339"/>
                  </a:cubicBezTo>
                  <a:moveTo>
                    <a:pt x="3024" y="266264"/>
                  </a:moveTo>
                  <a:cubicBezTo>
                    <a:pt x="53515" y="210021"/>
                    <a:pt x="107936" y="159584"/>
                    <a:pt x="241041" y="3339"/>
                  </a:cubicBezTo>
                  <a:moveTo>
                    <a:pt x="1059" y="312637"/>
                  </a:moveTo>
                  <a:cubicBezTo>
                    <a:pt x="94557" y="201675"/>
                    <a:pt x="175736" y="124968"/>
                    <a:pt x="283671" y="509"/>
                  </a:cubicBezTo>
                  <a:moveTo>
                    <a:pt x="1059" y="312637"/>
                  </a:moveTo>
                  <a:cubicBezTo>
                    <a:pt x="63643" y="228527"/>
                    <a:pt x="132954" y="161108"/>
                    <a:pt x="283671" y="509"/>
                  </a:cubicBezTo>
                  <a:moveTo>
                    <a:pt x="4006" y="353639"/>
                  </a:moveTo>
                  <a:cubicBezTo>
                    <a:pt x="88284" y="253564"/>
                    <a:pt x="196144" y="140208"/>
                    <a:pt x="321387" y="3121"/>
                  </a:cubicBezTo>
                  <a:moveTo>
                    <a:pt x="4006" y="353639"/>
                  </a:moveTo>
                  <a:cubicBezTo>
                    <a:pt x="91761" y="267134"/>
                    <a:pt x="178003" y="162197"/>
                    <a:pt x="321387" y="3121"/>
                  </a:cubicBezTo>
                  <a:moveTo>
                    <a:pt x="2041" y="400012"/>
                  </a:moveTo>
                  <a:cubicBezTo>
                    <a:pt x="149432" y="231212"/>
                    <a:pt x="284049" y="68725"/>
                    <a:pt x="364017" y="218"/>
                  </a:cubicBezTo>
                  <a:moveTo>
                    <a:pt x="2041" y="400012"/>
                  </a:moveTo>
                  <a:cubicBezTo>
                    <a:pt x="126152" y="258644"/>
                    <a:pt x="260466" y="115751"/>
                    <a:pt x="364017" y="218"/>
                  </a:cubicBezTo>
                  <a:moveTo>
                    <a:pt x="76" y="446458"/>
                  </a:moveTo>
                  <a:cubicBezTo>
                    <a:pt x="87377" y="344640"/>
                    <a:pt x="185637" y="242460"/>
                    <a:pt x="401734" y="2831"/>
                  </a:cubicBezTo>
                  <a:moveTo>
                    <a:pt x="76" y="446458"/>
                  </a:moveTo>
                  <a:cubicBezTo>
                    <a:pt x="123280" y="312274"/>
                    <a:pt x="251245" y="170833"/>
                    <a:pt x="401734" y="2831"/>
                  </a:cubicBezTo>
                  <a:moveTo>
                    <a:pt x="3099" y="487460"/>
                  </a:moveTo>
                  <a:cubicBezTo>
                    <a:pt x="178986" y="303420"/>
                    <a:pt x="335900" y="94778"/>
                    <a:pt x="444364" y="1"/>
                  </a:cubicBezTo>
                  <a:moveTo>
                    <a:pt x="3099" y="487460"/>
                  </a:moveTo>
                  <a:cubicBezTo>
                    <a:pt x="128192" y="348487"/>
                    <a:pt x="262960" y="206755"/>
                    <a:pt x="444364" y="1"/>
                  </a:cubicBezTo>
                  <a:moveTo>
                    <a:pt x="1059" y="533833"/>
                  </a:moveTo>
                  <a:cubicBezTo>
                    <a:pt x="145955" y="373016"/>
                    <a:pt x="293270" y="196233"/>
                    <a:pt x="462278" y="24530"/>
                  </a:cubicBezTo>
                  <a:moveTo>
                    <a:pt x="1059" y="533833"/>
                  </a:moveTo>
                  <a:cubicBezTo>
                    <a:pt x="170293" y="335859"/>
                    <a:pt x="354343" y="140135"/>
                    <a:pt x="462278" y="24530"/>
                  </a:cubicBezTo>
                  <a:moveTo>
                    <a:pt x="4082" y="574836"/>
                  </a:moveTo>
                  <a:cubicBezTo>
                    <a:pt x="81934" y="480203"/>
                    <a:pt x="175282" y="360243"/>
                    <a:pt x="460313" y="70902"/>
                  </a:cubicBezTo>
                  <a:moveTo>
                    <a:pt x="4082" y="574836"/>
                  </a:moveTo>
                  <a:cubicBezTo>
                    <a:pt x="144972" y="417937"/>
                    <a:pt x="288962" y="256394"/>
                    <a:pt x="460313" y="70902"/>
                  </a:cubicBezTo>
                  <a:moveTo>
                    <a:pt x="36810" y="582891"/>
                  </a:moveTo>
                  <a:cubicBezTo>
                    <a:pt x="137943" y="478099"/>
                    <a:pt x="217383" y="361404"/>
                    <a:pt x="458272" y="117348"/>
                  </a:cubicBezTo>
                  <a:moveTo>
                    <a:pt x="36810" y="582891"/>
                  </a:moveTo>
                  <a:cubicBezTo>
                    <a:pt x="198713" y="399722"/>
                    <a:pt x="353133" y="225842"/>
                    <a:pt x="458272" y="117348"/>
                  </a:cubicBezTo>
                  <a:moveTo>
                    <a:pt x="74527" y="585504"/>
                  </a:moveTo>
                  <a:cubicBezTo>
                    <a:pt x="212621" y="425339"/>
                    <a:pt x="331365" y="300590"/>
                    <a:pt x="461295" y="158278"/>
                  </a:cubicBezTo>
                  <a:moveTo>
                    <a:pt x="74527" y="585504"/>
                  </a:moveTo>
                  <a:cubicBezTo>
                    <a:pt x="187224" y="465399"/>
                    <a:pt x="298108" y="336004"/>
                    <a:pt x="461295" y="158278"/>
                  </a:cubicBezTo>
                  <a:moveTo>
                    <a:pt x="117157" y="582673"/>
                  </a:moveTo>
                  <a:cubicBezTo>
                    <a:pt x="241797" y="471059"/>
                    <a:pt x="339528" y="332303"/>
                    <a:pt x="459330" y="204723"/>
                  </a:cubicBezTo>
                  <a:moveTo>
                    <a:pt x="117157" y="582673"/>
                  </a:moveTo>
                  <a:cubicBezTo>
                    <a:pt x="216173" y="483904"/>
                    <a:pt x="301963" y="387022"/>
                    <a:pt x="459330" y="204723"/>
                  </a:cubicBezTo>
                  <a:moveTo>
                    <a:pt x="154874" y="585286"/>
                  </a:moveTo>
                  <a:cubicBezTo>
                    <a:pt x="220330" y="524471"/>
                    <a:pt x="302945" y="422001"/>
                    <a:pt x="462278" y="245653"/>
                  </a:cubicBezTo>
                  <a:moveTo>
                    <a:pt x="154874" y="585286"/>
                  </a:moveTo>
                  <a:cubicBezTo>
                    <a:pt x="266060" y="477663"/>
                    <a:pt x="371727" y="354002"/>
                    <a:pt x="462278" y="245653"/>
                  </a:cubicBezTo>
                  <a:moveTo>
                    <a:pt x="197504" y="582383"/>
                  </a:moveTo>
                  <a:cubicBezTo>
                    <a:pt x="281630" y="487823"/>
                    <a:pt x="358576" y="382958"/>
                    <a:pt x="460313" y="292099"/>
                  </a:cubicBezTo>
                  <a:moveTo>
                    <a:pt x="197504" y="582383"/>
                  </a:moveTo>
                  <a:cubicBezTo>
                    <a:pt x="277624" y="505676"/>
                    <a:pt x="350488" y="420840"/>
                    <a:pt x="460313" y="292099"/>
                  </a:cubicBezTo>
                  <a:moveTo>
                    <a:pt x="235221" y="584996"/>
                  </a:moveTo>
                  <a:cubicBezTo>
                    <a:pt x="288433" y="513658"/>
                    <a:pt x="359331" y="444208"/>
                    <a:pt x="458348" y="338544"/>
                  </a:cubicBezTo>
                  <a:moveTo>
                    <a:pt x="235221" y="584996"/>
                  </a:moveTo>
                  <a:cubicBezTo>
                    <a:pt x="317306" y="505821"/>
                    <a:pt x="388356" y="420985"/>
                    <a:pt x="458348" y="338544"/>
                  </a:cubicBezTo>
                  <a:moveTo>
                    <a:pt x="277851" y="582165"/>
                  </a:moveTo>
                  <a:cubicBezTo>
                    <a:pt x="351924" y="505821"/>
                    <a:pt x="415869" y="410898"/>
                    <a:pt x="461295" y="379475"/>
                  </a:cubicBezTo>
                  <a:moveTo>
                    <a:pt x="277851" y="582165"/>
                  </a:moveTo>
                  <a:cubicBezTo>
                    <a:pt x="341266" y="509885"/>
                    <a:pt x="411939" y="434411"/>
                    <a:pt x="461295" y="379475"/>
                  </a:cubicBezTo>
                  <a:moveTo>
                    <a:pt x="315568" y="584778"/>
                  </a:moveTo>
                  <a:cubicBezTo>
                    <a:pt x="379361" y="519319"/>
                    <a:pt x="412089" y="464310"/>
                    <a:pt x="459330" y="425920"/>
                  </a:cubicBezTo>
                  <a:moveTo>
                    <a:pt x="315568" y="584778"/>
                  </a:moveTo>
                  <a:cubicBezTo>
                    <a:pt x="361221" y="545082"/>
                    <a:pt x="399996" y="499797"/>
                    <a:pt x="459330" y="425920"/>
                  </a:cubicBezTo>
                  <a:moveTo>
                    <a:pt x="358198" y="581875"/>
                  </a:moveTo>
                  <a:cubicBezTo>
                    <a:pt x="392211" y="524326"/>
                    <a:pt x="430154" y="498273"/>
                    <a:pt x="462354" y="466850"/>
                  </a:cubicBezTo>
                  <a:moveTo>
                    <a:pt x="358198" y="581875"/>
                  </a:moveTo>
                  <a:cubicBezTo>
                    <a:pt x="380495" y="557128"/>
                    <a:pt x="411182" y="525487"/>
                    <a:pt x="462354" y="466850"/>
                  </a:cubicBezTo>
                  <a:moveTo>
                    <a:pt x="395915" y="584488"/>
                  </a:moveTo>
                  <a:cubicBezTo>
                    <a:pt x="410729" y="561410"/>
                    <a:pt x="434538" y="540437"/>
                    <a:pt x="460388" y="513295"/>
                  </a:cubicBezTo>
                  <a:moveTo>
                    <a:pt x="395915" y="584488"/>
                  </a:moveTo>
                  <a:cubicBezTo>
                    <a:pt x="409066" y="561628"/>
                    <a:pt x="430079" y="549291"/>
                    <a:pt x="460388" y="513295"/>
                  </a:cubicBezTo>
                  <a:moveTo>
                    <a:pt x="433556" y="587100"/>
                  </a:moveTo>
                  <a:cubicBezTo>
                    <a:pt x="440359" y="575634"/>
                    <a:pt x="450487" y="568667"/>
                    <a:pt x="458348" y="559741"/>
                  </a:cubicBezTo>
                  <a:moveTo>
                    <a:pt x="433556" y="587100"/>
                  </a:moveTo>
                  <a:cubicBezTo>
                    <a:pt x="442248" y="579771"/>
                    <a:pt x="448144" y="571643"/>
                    <a:pt x="458348" y="559741"/>
                  </a:cubicBezTo>
                </a:path>
              </a:pathLst>
            </a:custGeom>
            <a:noFill/>
            <a:ln w="3775" cap="rnd">
              <a:solidFill>
                <a:srgbClr val="DAE8F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0" name="شكل حر: شكل 552">
              <a:extLst>
                <a:ext uri="{FF2B5EF4-FFF2-40B4-BE49-F238E27FC236}">
                  <a16:creationId xmlns:a16="http://schemas.microsoft.com/office/drawing/2014/main" id="{904029DB-2A81-1962-1830-174976A8AC10}"/>
                </a:ext>
              </a:extLst>
            </p:cNvPr>
            <p:cNvSpPr/>
            <p:nvPr/>
          </p:nvSpPr>
          <p:spPr>
            <a:xfrm>
              <a:off x="8292991" y="1824208"/>
              <a:ext cx="462055" cy="582883"/>
            </a:xfrm>
            <a:custGeom>
              <a:avLst/>
              <a:gdLst>
                <a:gd name="csX0" fmla="*/ 2530 w 462055"/>
                <a:gd name="csY0" fmla="*/ 2316 h 582883"/>
                <a:gd name="csX1" fmla="*/ 456040 w 462055"/>
                <a:gd name="csY1" fmla="*/ 2316 h 582883"/>
                <a:gd name="csX2" fmla="*/ 2530 w 462055"/>
                <a:gd name="csY2" fmla="*/ 2316 h 582883"/>
                <a:gd name="csX3" fmla="*/ 456040 w 462055"/>
                <a:gd name="csY3" fmla="*/ 2316 h 582883"/>
                <a:gd name="csX4" fmla="*/ 456040 w 462055"/>
                <a:gd name="csY4" fmla="*/ 2316 h 582883"/>
                <a:gd name="csX5" fmla="*/ 456040 w 462055"/>
                <a:gd name="csY5" fmla="*/ 582884 h 582883"/>
                <a:gd name="csX6" fmla="*/ 456040 w 462055"/>
                <a:gd name="csY6" fmla="*/ 2316 h 582883"/>
                <a:gd name="csX7" fmla="*/ 456040 w 462055"/>
                <a:gd name="csY7" fmla="*/ 582884 h 582883"/>
                <a:gd name="csX8" fmla="*/ 456040 w 462055"/>
                <a:gd name="csY8" fmla="*/ 582884 h 582883"/>
                <a:gd name="csX9" fmla="*/ 2530 w 462055"/>
                <a:gd name="csY9" fmla="*/ 582884 h 582883"/>
                <a:gd name="csX10" fmla="*/ 456040 w 462055"/>
                <a:gd name="csY10" fmla="*/ 582884 h 582883"/>
                <a:gd name="csX11" fmla="*/ 2530 w 462055"/>
                <a:gd name="csY11" fmla="*/ 582884 h 582883"/>
                <a:gd name="csX12" fmla="*/ 2530 w 462055"/>
                <a:gd name="csY12" fmla="*/ 582884 h 582883"/>
                <a:gd name="csX13" fmla="*/ 2530 w 462055"/>
                <a:gd name="csY13" fmla="*/ 2316 h 582883"/>
                <a:gd name="csX14" fmla="*/ 2530 w 462055"/>
                <a:gd name="csY14" fmla="*/ 582884 h 582883"/>
                <a:gd name="csX15" fmla="*/ 2530 w 462055"/>
                <a:gd name="csY15" fmla="*/ 2316 h 582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62055" h="582883">
                  <a:moveTo>
                    <a:pt x="2530" y="2316"/>
                  </a:moveTo>
                  <a:cubicBezTo>
                    <a:pt x="151130" y="13202"/>
                    <a:pt x="296783" y="15016"/>
                    <a:pt x="456040" y="2316"/>
                  </a:cubicBezTo>
                  <a:moveTo>
                    <a:pt x="2530" y="2316"/>
                  </a:moveTo>
                  <a:cubicBezTo>
                    <a:pt x="149090" y="-1675"/>
                    <a:pt x="283933" y="284"/>
                    <a:pt x="456040" y="2316"/>
                  </a:cubicBezTo>
                  <a:moveTo>
                    <a:pt x="456040" y="2316"/>
                  </a:moveTo>
                  <a:cubicBezTo>
                    <a:pt x="447121" y="186574"/>
                    <a:pt x="443418" y="347319"/>
                    <a:pt x="456040" y="582884"/>
                  </a:cubicBezTo>
                  <a:moveTo>
                    <a:pt x="456040" y="2316"/>
                  </a:moveTo>
                  <a:cubicBezTo>
                    <a:pt x="463523" y="177358"/>
                    <a:pt x="464581" y="361035"/>
                    <a:pt x="456040" y="582884"/>
                  </a:cubicBezTo>
                  <a:moveTo>
                    <a:pt x="456040" y="582884"/>
                  </a:moveTo>
                  <a:cubicBezTo>
                    <a:pt x="356721" y="582667"/>
                    <a:pt x="223919" y="572071"/>
                    <a:pt x="2530" y="582884"/>
                  </a:cubicBezTo>
                  <a:moveTo>
                    <a:pt x="456040" y="582884"/>
                  </a:moveTo>
                  <a:cubicBezTo>
                    <a:pt x="290585" y="578530"/>
                    <a:pt x="128606" y="578748"/>
                    <a:pt x="2530" y="582884"/>
                  </a:cubicBezTo>
                  <a:moveTo>
                    <a:pt x="2530" y="582884"/>
                  </a:moveTo>
                  <a:cubicBezTo>
                    <a:pt x="9258" y="433025"/>
                    <a:pt x="-2911" y="314081"/>
                    <a:pt x="2530" y="2316"/>
                  </a:cubicBezTo>
                  <a:moveTo>
                    <a:pt x="2530" y="582884"/>
                  </a:moveTo>
                  <a:cubicBezTo>
                    <a:pt x="7217" y="449281"/>
                    <a:pt x="-5028" y="297317"/>
                    <a:pt x="2530" y="2316"/>
                  </a:cubicBezTo>
                </a:path>
              </a:pathLst>
            </a:custGeom>
            <a:noFill/>
            <a:ln w="7550" cap="rnd">
              <a:solidFill>
                <a:srgbClr val="6C8EB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01" name="!!رسم 9">
            <a:extLst>
              <a:ext uri="{FF2B5EF4-FFF2-40B4-BE49-F238E27FC236}">
                <a16:creationId xmlns:a16="http://schemas.microsoft.com/office/drawing/2014/main" id="{76471156-92B0-1D3F-E9A5-885CC34A5704}"/>
              </a:ext>
            </a:extLst>
          </p:cNvPr>
          <p:cNvGrpSpPr/>
          <p:nvPr/>
        </p:nvGrpSpPr>
        <p:grpSpPr>
          <a:xfrm>
            <a:off x="5682039" y="1813246"/>
            <a:ext cx="474722" cy="601976"/>
            <a:chOff x="8404919" y="1824056"/>
            <a:chExt cx="474722" cy="601976"/>
          </a:xfrm>
          <a:noFill/>
        </p:grpSpPr>
        <p:sp>
          <p:nvSpPr>
            <p:cNvPr id="2202" name="مستطيل 554">
              <a:extLst>
                <a:ext uri="{FF2B5EF4-FFF2-40B4-BE49-F238E27FC236}">
                  <a16:creationId xmlns:a16="http://schemas.microsoft.com/office/drawing/2014/main" id="{3BF5DA87-A447-3DEE-9BD1-C10A09329AF7}"/>
                </a:ext>
              </a:extLst>
            </p:cNvPr>
            <p:cNvSpPr/>
            <p:nvPr/>
          </p:nvSpPr>
          <p:spPr>
            <a:xfrm>
              <a:off x="8408899" y="1826524"/>
              <a:ext cx="453509" cy="580568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3" name="شكل حر: شكل 555">
              <a:extLst>
                <a:ext uri="{FF2B5EF4-FFF2-40B4-BE49-F238E27FC236}">
                  <a16:creationId xmlns:a16="http://schemas.microsoft.com/office/drawing/2014/main" id="{D528B28D-0CF9-8362-CD84-AAEA81BF60A3}"/>
                </a:ext>
              </a:extLst>
            </p:cNvPr>
            <p:cNvSpPr/>
            <p:nvPr/>
          </p:nvSpPr>
          <p:spPr>
            <a:xfrm>
              <a:off x="8406480" y="1824056"/>
              <a:ext cx="473162" cy="601976"/>
            </a:xfrm>
            <a:custGeom>
              <a:avLst/>
              <a:gdLst>
                <a:gd name="csX0" fmla="*/ 983 w 473162"/>
                <a:gd name="csY0" fmla="*/ 4064 h 601976"/>
                <a:gd name="csX1" fmla="*/ 983 w 473162"/>
                <a:gd name="csY1" fmla="*/ 4064 h 601976"/>
                <a:gd name="csX2" fmla="*/ 983 w 473162"/>
                <a:gd name="csY2" fmla="*/ 4064 h 601976"/>
                <a:gd name="csX3" fmla="*/ 983 w 473162"/>
                <a:gd name="csY3" fmla="*/ 4064 h 601976"/>
                <a:gd name="csX4" fmla="*/ 3931 w 473162"/>
                <a:gd name="csY4" fmla="*/ 45067 h 601976"/>
                <a:gd name="csX5" fmla="*/ 43613 w 473162"/>
                <a:gd name="csY5" fmla="*/ 1234 h 601976"/>
                <a:gd name="csX6" fmla="*/ 3931 w 473162"/>
                <a:gd name="csY6" fmla="*/ 45067 h 601976"/>
                <a:gd name="csX7" fmla="*/ 43613 w 473162"/>
                <a:gd name="csY7" fmla="*/ 1234 h 601976"/>
                <a:gd name="csX8" fmla="*/ 1966 w 473162"/>
                <a:gd name="csY8" fmla="*/ 91440 h 601976"/>
                <a:gd name="csX9" fmla="*/ 81330 w 473162"/>
                <a:gd name="csY9" fmla="*/ 3847 h 601976"/>
                <a:gd name="csX10" fmla="*/ 1966 w 473162"/>
                <a:gd name="csY10" fmla="*/ 91440 h 601976"/>
                <a:gd name="csX11" fmla="*/ 81330 w 473162"/>
                <a:gd name="csY11" fmla="*/ 3847 h 601976"/>
                <a:gd name="csX12" fmla="*/ 1 w 473162"/>
                <a:gd name="csY12" fmla="*/ 137885 h 601976"/>
                <a:gd name="csX13" fmla="*/ 123960 w 473162"/>
                <a:gd name="csY13" fmla="*/ 944 h 601976"/>
                <a:gd name="csX14" fmla="*/ 1 w 473162"/>
                <a:gd name="csY14" fmla="*/ 137885 h 601976"/>
                <a:gd name="csX15" fmla="*/ 123960 w 473162"/>
                <a:gd name="csY15" fmla="*/ 944 h 601976"/>
                <a:gd name="csX16" fmla="*/ 2948 w 473162"/>
                <a:gd name="csY16" fmla="*/ 178888 h 601976"/>
                <a:gd name="csX17" fmla="*/ 161677 w 473162"/>
                <a:gd name="csY17" fmla="*/ 3556 h 601976"/>
                <a:gd name="csX18" fmla="*/ 2948 w 473162"/>
                <a:gd name="csY18" fmla="*/ 178888 h 601976"/>
                <a:gd name="csX19" fmla="*/ 161677 w 473162"/>
                <a:gd name="csY19" fmla="*/ 3556 h 601976"/>
                <a:gd name="csX20" fmla="*/ 983 w 473162"/>
                <a:gd name="csY20" fmla="*/ 225261 h 601976"/>
                <a:gd name="csX21" fmla="*/ 204307 w 473162"/>
                <a:gd name="csY21" fmla="*/ 726 h 601976"/>
                <a:gd name="csX22" fmla="*/ 983 w 473162"/>
                <a:gd name="csY22" fmla="*/ 225261 h 601976"/>
                <a:gd name="csX23" fmla="*/ 204307 w 473162"/>
                <a:gd name="csY23" fmla="*/ 726 h 601976"/>
                <a:gd name="csX24" fmla="*/ 4007 w 473162"/>
                <a:gd name="csY24" fmla="*/ 266264 h 601976"/>
                <a:gd name="csX25" fmla="*/ 242024 w 473162"/>
                <a:gd name="csY25" fmla="*/ 3339 h 601976"/>
                <a:gd name="csX26" fmla="*/ 4007 w 473162"/>
                <a:gd name="csY26" fmla="*/ 266264 h 601976"/>
                <a:gd name="csX27" fmla="*/ 242024 w 473162"/>
                <a:gd name="csY27" fmla="*/ 3339 h 601976"/>
                <a:gd name="csX28" fmla="*/ 1966 w 473162"/>
                <a:gd name="csY28" fmla="*/ 312637 h 601976"/>
                <a:gd name="csX29" fmla="*/ 284654 w 473162"/>
                <a:gd name="csY29" fmla="*/ 508 h 601976"/>
                <a:gd name="csX30" fmla="*/ 1966 w 473162"/>
                <a:gd name="csY30" fmla="*/ 312637 h 601976"/>
                <a:gd name="csX31" fmla="*/ 284654 w 473162"/>
                <a:gd name="csY31" fmla="*/ 508 h 601976"/>
                <a:gd name="csX32" fmla="*/ 1 w 473162"/>
                <a:gd name="csY32" fmla="*/ 359082 h 601976"/>
                <a:gd name="csX33" fmla="*/ 322371 w 473162"/>
                <a:gd name="csY33" fmla="*/ 3121 h 601976"/>
                <a:gd name="csX34" fmla="*/ 1 w 473162"/>
                <a:gd name="csY34" fmla="*/ 359082 h 601976"/>
                <a:gd name="csX35" fmla="*/ 322371 w 473162"/>
                <a:gd name="csY35" fmla="*/ 3121 h 601976"/>
                <a:gd name="csX36" fmla="*/ 3024 w 473162"/>
                <a:gd name="csY36" fmla="*/ 400012 h 601976"/>
                <a:gd name="csX37" fmla="*/ 365000 w 473162"/>
                <a:gd name="csY37" fmla="*/ 218 h 601976"/>
                <a:gd name="csX38" fmla="*/ 3024 w 473162"/>
                <a:gd name="csY38" fmla="*/ 400012 h 601976"/>
                <a:gd name="csX39" fmla="*/ 365000 w 473162"/>
                <a:gd name="csY39" fmla="*/ 218 h 601976"/>
                <a:gd name="csX40" fmla="*/ 1059 w 473162"/>
                <a:gd name="csY40" fmla="*/ 446457 h 601976"/>
                <a:gd name="csX41" fmla="*/ 402717 w 473162"/>
                <a:gd name="csY41" fmla="*/ 2831 h 601976"/>
                <a:gd name="csX42" fmla="*/ 1059 w 473162"/>
                <a:gd name="csY42" fmla="*/ 446457 h 601976"/>
                <a:gd name="csX43" fmla="*/ 402717 w 473162"/>
                <a:gd name="csY43" fmla="*/ 2831 h 601976"/>
                <a:gd name="csX44" fmla="*/ 4007 w 473162"/>
                <a:gd name="csY44" fmla="*/ 487460 h 601976"/>
                <a:gd name="csX45" fmla="*/ 445347 w 473162"/>
                <a:gd name="csY45" fmla="*/ 1 h 601976"/>
                <a:gd name="csX46" fmla="*/ 4007 w 473162"/>
                <a:gd name="csY46" fmla="*/ 487460 h 601976"/>
                <a:gd name="csX47" fmla="*/ 445347 w 473162"/>
                <a:gd name="csY47" fmla="*/ 1 h 601976"/>
                <a:gd name="csX48" fmla="*/ 2041 w 473162"/>
                <a:gd name="csY48" fmla="*/ 533833 h 601976"/>
                <a:gd name="csX49" fmla="*/ 473087 w 473162"/>
                <a:gd name="csY49" fmla="*/ 13571 h 601976"/>
                <a:gd name="csX50" fmla="*/ 2041 w 473162"/>
                <a:gd name="csY50" fmla="*/ 533833 h 601976"/>
                <a:gd name="csX51" fmla="*/ 473087 w 473162"/>
                <a:gd name="csY51" fmla="*/ 13571 h 601976"/>
                <a:gd name="csX52" fmla="*/ 76 w 473162"/>
                <a:gd name="csY52" fmla="*/ 580278 h 601976"/>
                <a:gd name="csX53" fmla="*/ 471122 w 473162"/>
                <a:gd name="csY53" fmla="*/ 59944 h 601976"/>
                <a:gd name="csX54" fmla="*/ 76 w 473162"/>
                <a:gd name="csY54" fmla="*/ 580278 h 601976"/>
                <a:gd name="csX55" fmla="*/ 471122 w 473162"/>
                <a:gd name="csY55" fmla="*/ 59944 h 601976"/>
                <a:gd name="csX56" fmla="*/ 22903 w 473162"/>
                <a:gd name="csY56" fmla="*/ 599365 h 601976"/>
                <a:gd name="csX57" fmla="*/ 469156 w 473162"/>
                <a:gd name="csY57" fmla="*/ 106390 h 601976"/>
                <a:gd name="csX58" fmla="*/ 22903 w 473162"/>
                <a:gd name="csY58" fmla="*/ 599365 h 601976"/>
                <a:gd name="csX59" fmla="*/ 469156 w 473162"/>
                <a:gd name="csY59" fmla="*/ 106390 h 601976"/>
                <a:gd name="csX60" fmla="*/ 60544 w 473162"/>
                <a:gd name="csY60" fmla="*/ 601977 h 601976"/>
                <a:gd name="csX61" fmla="*/ 472180 w 473162"/>
                <a:gd name="csY61" fmla="*/ 147320 h 601976"/>
                <a:gd name="csX62" fmla="*/ 60544 w 473162"/>
                <a:gd name="csY62" fmla="*/ 601977 h 601976"/>
                <a:gd name="csX63" fmla="*/ 472180 w 473162"/>
                <a:gd name="csY63" fmla="*/ 147320 h 601976"/>
                <a:gd name="csX64" fmla="*/ 103250 w 473162"/>
                <a:gd name="csY64" fmla="*/ 599074 h 601976"/>
                <a:gd name="csX65" fmla="*/ 470139 w 473162"/>
                <a:gd name="csY65" fmla="*/ 193765 h 601976"/>
                <a:gd name="csX66" fmla="*/ 103250 w 473162"/>
                <a:gd name="csY66" fmla="*/ 599074 h 601976"/>
                <a:gd name="csX67" fmla="*/ 470139 w 473162"/>
                <a:gd name="csY67" fmla="*/ 193765 h 601976"/>
                <a:gd name="csX68" fmla="*/ 140891 w 473162"/>
                <a:gd name="csY68" fmla="*/ 601687 h 601976"/>
                <a:gd name="csX69" fmla="*/ 473163 w 473162"/>
                <a:gd name="csY69" fmla="*/ 234768 h 601976"/>
                <a:gd name="csX70" fmla="*/ 140891 w 473162"/>
                <a:gd name="csY70" fmla="*/ 601687 h 601976"/>
                <a:gd name="csX71" fmla="*/ 473163 w 473162"/>
                <a:gd name="csY71" fmla="*/ 234768 h 601976"/>
                <a:gd name="csX72" fmla="*/ 183596 w 473162"/>
                <a:gd name="csY72" fmla="*/ 598857 h 601976"/>
                <a:gd name="csX73" fmla="*/ 471197 w 473162"/>
                <a:gd name="csY73" fmla="*/ 281141 h 601976"/>
                <a:gd name="csX74" fmla="*/ 183596 w 473162"/>
                <a:gd name="csY74" fmla="*/ 598857 h 601976"/>
                <a:gd name="csX75" fmla="*/ 471197 w 473162"/>
                <a:gd name="csY75" fmla="*/ 281141 h 601976"/>
                <a:gd name="csX76" fmla="*/ 221238 w 473162"/>
                <a:gd name="csY76" fmla="*/ 601469 h 601976"/>
                <a:gd name="csX77" fmla="*/ 469232 w 473162"/>
                <a:gd name="csY77" fmla="*/ 327586 h 601976"/>
                <a:gd name="csX78" fmla="*/ 221238 w 473162"/>
                <a:gd name="csY78" fmla="*/ 601469 h 601976"/>
                <a:gd name="csX79" fmla="*/ 469232 w 473162"/>
                <a:gd name="csY79" fmla="*/ 327586 h 601976"/>
                <a:gd name="csX80" fmla="*/ 263943 w 473162"/>
                <a:gd name="csY80" fmla="*/ 598566 h 601976"/>
                <a:gd name="csX81" fmla="*/ 472180 w 473162"/>
                <a:gd name="csY81" fmla="*/ 368516 h 601976"/>
                <a:gd name="csX82" fmla="*/ 263943 w 473162"/>
                <a:gd name="csY82" fmla="*/ 598566 h 601976"/>
                <a:gd name="csX83" fmla="*/ 472180 w 473162"/>
                <a:gd name="csY83" fmla="*/ 368516 h 601976"/>
                <a:gd name="csX84" fmla="*/ 301585 w 473162"/>
                <a:gd name="csY84" fmla="*/ 601179 h 601976"/>
                <a:gd name="csX85" fmla="*/ 470215 w 473162"/>
                <a:gd name="csY85" fmla="*/ 414962 h 601976"/>
                <a:gd name="csX86" fmla="*/ 301585 w 473162"/>
                <a:gd name="csY86" fmla="*/ 601179 h 601976"/>
                <a:gd name="csX87" fmla="*/ 470215 w 473162"/>
                <a:gd name="csY87" fmla="*/ 414962 h 601976"/>
                <a:gd name="csX88" fmla="*/ 344290 w 473162"/>
                <a:gd name="csY88" fmla="*/ 598349 h 601976"/>
                <a:gd name="csX89" fmla="*/ 473163 w 473162"/>
                <a:gd name="csY89" fmla="*/ 455892 h 601976"/>
                <a:gd name="csX90" fmla="*/ 344290 w 473162"/>
                <a:gd name="csY90" fmla="*/ 598349 h 601976"/>
                <a:gd name="csX91" fmla="*/ 473163 w 473162"/>
                <a:gd name="csY91" fmla="*/ 455892 h 601976"/>
                <a:gd name="csX92" fmla="*/ 381932 w 473162"/>
                <a:gd name="csY92" fmla="*/ 600961 h 601976"/>
                <a:gd name="csX93" fmla="*/ 471197 w 473162"/>
                <a:gd name="csY93" fmla="*/ 502337 h 601976"/>
                <a:gd name="csX94" fmla="*/ 381932 w 473162"/>
                <a:gd name="csY94" fmla="*/ 600961 h 601976"/>
                <a:gd name="csX95" fmla="*/ 471197 w 473162"/>
                <a:gd name="csY95" fmla="*/ 502337 h 601976"/>
                <a:gd name="csX96" fmla="*/ 424637 w 473162"/>
                <a:gd name="csY96" fmla="*/ 598058 h 601976"/>
                <a:gd name="csX97" fmla="*/ 469232 w 473162"/>
                <a:gd name="csY97" fmla="*/ 548783 h 601976"/>
                <a:gd name="csX98" fmla="*/ 424637 w 473162"/>
                <a:gd name="csY98" fmla="*/ 598058 h 601976"/>
                <a:gd name="csX99" fmla="*/ 469232 w 473162"/>
                <a:gd name="csY99" fmla="*/ 548783 h 6019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</a:cxnLst>
              <a:rect l="l" t="t" r="r" b="b"/>
              <a:pathLst>
                <a:path w="473162" h="601976">
                  <a:moveTo>
                    <a:pt x="983" y="4064"/>
                  </a:moveTo>
                  <a:cubicBezTo>
                    <a:pt x="983" y="4064"/>
                    <a:pt x="983" y="4064"/>
                    <a:pt x="983" y="4064"/>
                  </a:cubicBezTo>
                  <a:moveTo>
                    <a:pt x="983" y="4064"/>
                  </a:moveTo>
                  <a:cubicBezTo>
                    <a:pt x="983" y="4064"/>
                    <a:pt x="983" y="4064"/>
                    <a:pt x="983" y="4064"/>
                  </a:cubicBezTo>
                  <a:moveTo>
                    <a:pt x="3931" y="45067"/>
                  </a:moveTo>
                  <a:cubicBezTo>
                    <a:pt x="10885" y="37447"/>
                    <a:pt x="17990" y="24239"/>
                    <a:pt x="43613" y="1234"/>
                  </a:cubicBezTo>
                  <a:moveTo>
                    <a:pt x="3931" y="45067"/>
                  </a:moveTo>
                  <a:cubicBezTo>
                    <a:pt x="14286" y="33238"/>
                    <a:pt x="20862" y="20611"/>
                    <a:pt x="43613" y="1234"/>
                  </a:cubicBezTo>
                  <a:moveTo>
                    <a:pt x="1966" y="91440"/>
                  </a:moveTo>
                  <a:cubicBezTo>
                    <a:pt x="15949" y="60888"/>
                    <a:pt x="37037" y="37084"/>
                    <a:pt x="81330" y="3847"/>
                  </a:cubicBezTo>
                  <a:moveTo>
                    <a:pt x="1966" y="91440"/>
                  </a:moveTo>
                  <a:cubicBezTo>
                    <a:pt x="30386" y="60525"/>
                    <a:pt x="45578" y="41003"/>
                    <a:pt x="81330" y="3847"/>
                  </a:cubicBezTo>
                  <a:moveTo>
                    <a:pt x="1" y="137885"/>
                  </a:moveTo>
                  <a:cubicBezTo>
                    <a:pt x="31217" y="79176"/>
                    <a:pt x="75888" y="51889"/>
                    <a:pt x="123960" y="944"/>
                  </a:cubicBezTo>
                  <a:moveTo>
                    <a:pt x="1" y="137885"/>
                  </a:moveTo>
                  <a:cubicBezTo>
                    <a:pt x="46485" y="99278"/>
                    <a:pt x="89644" y="50728"/>
                    <a:pt x="123960" y="944"/>
                  </a:cubicBezTo>
                  <a:moveTo>
                    <a:pt x="2948" y="178888"/>
                  </a:moveTo>
                  <a:cubicBezTo>
                    <a:pt x="52683" y="135999"/>
                    <a:pt x="78911" y="94270"/>
                    <a:pt x="161677" y="3556"/>
                  </a:cubicBezTo>
                  <a:moveTo>
                    <a:pt x="2948" y="178888"/>
                  </a:moveTo>
                  <a:cubicBezTo>
                    <a:pt x="64399" y="108712"/>
                    <a:pt x="121012" y="35052"/>
                    <a:pt x="161677" y="3556"/>
                  </a:cubicBezTo>
                  <a:moveTo>
                    <a:pt x="983" y="225261"/>
                  </a:moveTo>
                  <a:cubicBezTo>
                    <a:pt x="50265" y="150948"/>
                    <a:pt x="137187" y="84691"/>
                    <a:pt x="204307" y="726"/>
                  </a:cubicBezTo>
                  <a:moveTo>
                    <a:pt x="983" y="225261"/>
                  </a:moveTo>
                  <a:cubicBezTo>
                    <a:pt x="44596" y="168438"/>
                    <a:pt x="89644" y="125113"/>
                    <a:pt x="204307" y="726"/>
                  </a:cubicBezTo>
                  <a:moveTo>
                    <a:pt x="4007" y="266264"/>
                  </a:moveTo>
                  <a:cubicBezTo>
                    <a:pt x="91005" y="183242"/>
                    <a:pt x="154950" y="91005"/>
                    <a:pt x="242024" y="3339"/>
                  </a:cubicBezTo>
                  <a:moveTo>
                    <a:pt x="4007" y="266264"/>
                  </a:moveTo>
                  <a:cubicBezTo>
                    <a:pt x="87679" y="173300"/>
                    <a:pt x="161753" y="96302"/>
                    <a:pt x="242024" y="3339"/>
                  </a:cubicBezTo>
                  <a:moveTo>
                    <a:pt x="1966" y="312637"/>
                  </a:moveTo>
                  <a:cubicBezTo>
                    <a:pt x="111715" y="197539"/>
                    <a:pt x="224261" y="78885"/>
                    <a:pt x="284654" y="508"/>
                  </a:cubicBezTo>
                  <a:moveTo>
                    <a:pt x="1966" y="312637"/>
                  </a:moveTo>
                  <a:cubicBezTo>
                    <a:pt x="112244" y="188975"/>
                    <a:pt x="222674" y="60597"/>
                    <a:pt x="284654" y="508"/>
                  </a:cubicBezTo>
                  <a:moveTo>
                    <a:pt x="1" y="359082"/>
                  </a:moveTo>
                  <a:cubicBezTo>
                    <a:pt x="126983" y="216262"/>
                    <a:pt x="228192" y="78595"/>
                    <a:pt x="322371" y="3121"/>
                  </a:cubicBezTo>
                  <a:moveTo>
                    <a:pt x="1" y="359082"/>
                  </a:moveTo>
                  <a:cubicBezTo>
                    <a:pt x="102116" y="243041"/>
                    <a:pt x="212545" y="121194"/>
                    <a:pt x="322371" y="3121"/>
                  </a:cubicBezTo>
                  <a:moveTo>
                    <a:pt x="3024" y="400012"/>
                  </a:moveTo>
                  <a:cubicBezTo>
                    <a:pt x="132199" y="256902"/>
                    <a:pt x="249960" y="116550"/>
                    <a:pt x="365000" y="218"/>
                  </a:cubicBezTo>
                  <a:moveTo>
                    <a:pt x="3024" y="400012"/>
                  </a:moveTo>
                  <a:cubicBezTo>
                    <a:pt x="132048" y="257845"/>
                    <a:pt x="262810" y="116042"/>
                    <a:pt x="365000" y="218"/>
                  </a:cubicBezTo>
                  <a:moveTo>
                    <a:pt x="1059" y="446457"/>
                  </a:moveTo>
                  <a:cubicBezTo>
                    <a:pt x="133710" y="320256"/>
                    <a:pt x="259786" y="162922"/>
                    <a:pt x="402717" y="2831"/>
                  </a:cubicBezTo>
                  <a:moveTo>
                    <a:pt x="1059" y="446457"/>
                  </a:moveTo>
                  <a:cubicBezTo>
                    <a:pt x="143385" y="290212"/>
                    <a:pt x="278909" y="125548"/>
                    <a:pt x="402717" y="2831"/>
                  </a:cubicBezTo>
                  <a:moveTo>
                    <a:pt x="4007" y="487460"/>
                  </a:moveTo>
                  <a:cubicBezTo>
                    <a:pt x="138624" y="340794"/>
                    <a:pt x="307934" y="173590"/>
                    <a:pt x="445347" y="1"/>
                  </a:cubicBezTo>
                  <a:moveTo>
                    <a:pt x="4007" y="487460"/>
                  </a:moveTo>
                  <a:cubicBezTo>
                    <a:pt x="89266" y="380853"/>
                    <a:pt x="184730" y="277512"/>
                    <a:pt x="445347" y="1"/>
                  </a:cubicBezTo>
                  <a:moveTo>
                    <a:pt x="2041" y="533833"/>
                  </a:moveTo>
                  <a:cubicBezTo>
                    <a:pt x="176038" y="377297"/>
                    <a:pt x="328946" y="207409"/>
                    <a:pt x="473087" y="13571"/>
                  </a:cubicBezTo>
                  <a:moveTo>
                    <a:pt x="2041" y="533833"/>
                  </a:moveTo>
                  <a:cubicBezTo>
                    <a:pt x="189794" y="334698"/>
                    <a:pt x="385182" y="125476"/>
                    <a:pt x="473087" y="13571"/>
                  </a:cubicBezTo>
                  <a:moveTo>
                    <a:pt x="76" y="580278"/>
                  </a:moveTo>
                  <a:cubicBezTo>
                    <a:pt x="108238" y="481001"/>
                    <a:pt x="178683" y="367573"/>
                    <a:pt x="471122" y="59944"/>
                  </a:cubicBezTo>
                  <a:moveTo>
                    <a:pt x="76" y="580278"/>
                  </a:moveTo>
                  <a:cubicBezTo>
                    <a:pt x="114738" y="454150"/>
                    <a:pt x="237640" y="323595"/>
                    <a:pt x="471122" y="59944"/>
                  </a:cubicBezTo>
                  <a:moveTo>
                    <a:pt x="22903" y="599365"/>
                  </a:moveTo>
                  <a:cubicBezTo>
                    <a:pt x="139681" y="461117"/>
                    <a:pt x="256838" y="335642"/>
                    <a:pt x="469156" y="106390"/>
                  </a:cubicBezTo>
                  <a:moveTo>
                    <a:pt x="22903" y="599365"/>
                  </a:moveTo>
                  <a:cubicBezTo>
                    <a:pt x="201208" y="405165"/>
                    <a:pt x="373768" y="227366"/>
                    <a:pt x="469156" y="106390"/>
                  </a:cubicBezTo>
                  <a:moveTo>
                    <a:pt x="60544" y="601977"/>
                  </a:moveTo>
                  <a:cubicBezTo>
                    <a:pt x="158502" y="503716"/>
                    <a:pt x="243913" y="404657"/>
                    <a:pt x="472180" y="147320"/>
                  </a:cubicBezTo>
                  <a:moveTo>
                    <a:pt x="60544" y="601977"/>
                  </a:moveTo>
                  <a:cubicBezTo>
                    <a:pt x="208766" y="431508"/>
                    <a:pt x="364547" y="268731"/>
                    <a:pt x="472180" y="147320"/>
                  </a:cubicBezTo>
                  <a:moveTo>
                    <a:pt x="103250" y="599074"/>
                  </a:moveTo>
                  <a:cubicBezTo>
                    <a:pt x="238093" y="448562"/>
                    <a:pt x="376792" y="293187"/>
                    <a:pt x="470139" y="193765"/>
                  </a:cubicBezTo>
                  <a:moveTo>
                    <a:pt x="103250" y="599074"/>
                  </a:moveTo>
                  <a:cubicBezTo>
                    <a:pt x="230157" y="463004"/>
                    <a:pt x="344517" y="327151"/>
                    <a:pt x="470139" y="193765"/>
                  </a:cubicBezTo>
                  <a:moveTo>
                    <a:pt x="140891" y="601687"/>
                  </a:moveTo>
                  <a:cubicBezTo>
                    <a:pt x="272333" y="459230"/>
                    <a:pt x="410578" y="325336"/>
                    <a:pt x="473163" y="234768"/>
                  </a:cubicBezTo>
                  <a:moveTo>
                    <a:pt x="140891" y="601687"/>
                  </a:moveTo>
                  <a:cubicBezTo>
                    <a:pt x="221464" y="515037"/>
                    <a:pt x="308161" y="417647"/>
                    <a:pt x="473163" y="234768"/>
                  </a:cubicBezTo>
                  <a:moveTo>
                    <a:pt x="183596" y="598857"/>
                  </a:moveTo>
                  <a:cubicBezTo>
                    <a:pt x="259710" y="524399"/>
                    <a:pt x="344139" y="419751"/>
                    <a:pt x="471197" y="281141"/>
                  </a:cubicBezTo>
                  <a:moveTo>
                    <a:pt x="183596" y="598857"/>
                  </a:moveTo>
                  <a:cubicBezTo>
                    <a:pt x="297352" y="478461"/>
                    <a:pt x="395310" y="368008"/>
                    <a:pt x="471197" y="281141"/>
                  </a:cubicBezTo>
                  <a:moveTo>
                    <a:pt x="221238" y="601469"/>
                  </a:moveTo>
                  <a:cubicBezTo>
                    <a:pt x="282008" y="556257"/>
                    <a:pt x="313300" y="494427"/>
                    <a:pt x="469232" y="327586"/>
                  </a:cubicBezTo>
                  <a:moveTo>
                    <a:pt x="221238" y="601469"/>
                  </a:moveTo>
                  <a:cubicBezTo>
                    <a:pt x="324033" y="491379"/>
                    <a:pt x="416096" y="388836"/>
                    <a:pt x="469232" y="327586"/>
                  </a:cubicBezTo>
                  <a:moveTo>
                    <a:pt x="263943" y="598566"/>
                  </a:moveTo>
                  <a:cubicBezTo>
                    <a:pt x="333406" y="524471"/>
                    <a:pt x="383670" y="470914"/>
                    <a:pt x="472180" y="368516"/>
                  </a:cubicBezTo>
                  <a:moveTo>
                    <a:pt x="263943" y="598566"/>
                  </a:moveTo>
                  <a:cubicBezTo>
                    <a:pt x="320027" y="539276"/>
                    <a:pt x="377472" y="478461"/>
                    <a:pt x="472180" y="368516"/>
                  </a:cubicBezTo>
                  <a:moveTo>
                    <a:pt x="301585" y="601179"/>
                  </a:moveTo>
                  <a:cubicBezTo>
                    <a:pt x="349581" y="563224"/>
                    <a:pt x="361372" y="538478"/>
                    <a:pt x="470215" y="414962"/>
                  </a:cubicBezTo>
                  <a:moveTo>
                    <a:pt x="301585" y="601179"/>
                  </a:moveTo>
                  <a:cubicBezTo>
                    <a:pt x="347540" y="546751"/>
                    <a:pt x="391153" y="496241"/>
                    <a:pt x="470215" y="414962"/>
                  </a:cubicBezTo>
                  <a:moveTo>
                    <a:pt x="344290" y="598349"/>
                  </a:moveTo>
                  <a:cubicBezTo>
                    <a:pt x="374373" y="557564"/>
                    <a:pt x="416247" y="503353"/>
                    <a:pt x="473163" y="455892"/>
                  </a:cubicBezTo>
                  <a:moveTo>
                    <a:pt x="344290" y="598349"/>
                  </a:moveTo>
                  <a:cubicBezTo>
                    <a:pt x="393571" y="544719"/>
                    <a:pt x="437184" y="497475"/>
                    <a:pt x="473163" y="455892"/>
                  </a:cubicBezTo>
                  <a:moveTo>
                    <a:pt x="381932" y="600961"/>
                  </a:moveTo>
                  <a:cubicBezTo>
                    <a:pt x="414357" y="584850"/>
                    <a:pt x="416020" y="564023"/>
                    <a:pt x="471197" y="502337"/>
                  </a:cubicBezTo>
                  <a:moveTo>
                    <a:pt x="381932" y="600961"/>
                  </a:moveTo>
                  <a:cubicBezTo>
                    <a:pt x="416398" y="559523"/>
                    <a:pt x="456383" y="520843"/>
                    <a:pt x="471197" y="502337"/>
                  </a:cubicBezTo>
                  <a:moveTo>
                    <a:pt x="424637" y="598058"/>
                  </a:moveTo>
                  <a:cubicBezTo>
                    <a:pt x="435748" y="573529"/>
                    <a:pt x="453510" y="560104"/>
                    <a:pt x="469232" y="548783"/>
                  </a:cubicBezTo>
                  <a:moveTo>
                    <a:pt x="424637" y="598058"/>
                  </a:moveTo>
                  <a:cubicBezTo>
                    <a:pt x="435219" y="581367"/>
                    <a:pt x="447010" y="572223"/>
                    <a:pt x="469232" y="548783"/>
                  </a:cubicBezTo>
                </a:path>
              </a:pathLst>
            </a:custGeom>
            <a:noFill/>
            <a:ln w="3775" cap="rnd">
              <a:solidFill>
                <a:srgbClr val="DAE8F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04" name="شكل حر: شكل 556">
              <a:extLst>
                <a:ext uri="{FF2B5EF4-FFF2-40B4-BE49-F238E27FC236}">
                  <a16:creationId xmlns:a16="http://schemas.microsoft.com/office/drawing/2014/main" id="{B32BF89B-E241-4E16-964E-9C74D88DCFC6}"/>
                </a:ext>
              </a:extLst>
            </p:cNvPr>
            <p:cNvSpPr/>
            <p:nvPr/>
          </p:nvSpPr>
          <p:spPr>
            <a:xfrm>
              <a:off x="8404919" y="1825123"/>
              <a:ext cx="462824" cy="588636"/>
            </a:xfrm>
            <a:custGeom>
              <a:avLst/>
              <a:gdLst>
                <a:gd name="csX0" fmla="*/ 3980 w 462824"/>
                <a:gd name="csY0" fmla="*/ 1401 h 588636"/>
                <a:gd name="csX1" fmla="*/ 457490 w 462824"/>
                <a:gd name="csY1" fmla="*/ 1401 h 588636"/>
                <a:gd name="csX2" fmla="*/ 3980 w 462824"/>
                <a:gd name="csY2" fmla="*/ 1401 h 588636"/>
                <a:gd name="csX3" fmla="*/ 457490 w 462824"/>
                <a:gd name="csY3" fmla="*/ 1401 h 588636"/>
                <a:gd name="csX4" fmla="*/ 457490 w 462824"/>
                <a:gd name="csY4" fmla="*/ 1401 h 588636"/>
                <a:gd name="csX5" fmla="*/ 457490 w 462824"/>
                <a:gd name="csY5" fmla="*/ 581969 h 588636"/>
                <a:gd name="csX6" fmla="*/ 457490 w 462824"/>
                <a:gd name="csY6" fmla="*/ 1401 h 588636"/>
                <a:gd name="csX7" fmla="*/ 457490 w 462824"/>
                <a:gd name="csY7" fmla="*/ 581969 h 588636"/>
                <a:gd name="csX8" fmla="*/ 457490 w 462824"/>
                <a:gd name="csY8" fmla="*/ 581969 h 588636"/>
                <a:gd name="csX9" fmla="*/ 3980 w 462824"/>
                <a:gd name="csY9" fmla="*/ 581969 h 588636"/>
                <a:gd name="csX10" fmla="*/ 457490 w 462824"/>
                <a:gd name="csY10" fmla="*/ 581969 h 588636"/>
                <a:gd name="csX11" fmla="*/ 3980 w 462824"/>
                <a:gd name="csY11" fmla="*/ 581969 h 588636"/>
                <a:gd name="csX12" fmla="*/ 3980 w 462824"/>
                <a:gd name="csY12" fmla="*/ 581969 h 588636"/>
                <a:gd name="csX13" fmla="*/ 3980 w 462824"/>
                <a:gd name="csY13" fmla="*/ 1401 h 588636"/>
                <a:gd name="csX14" fmla="*/ 3980 w 462824"/>
                <a:gd name="csY14" fmla="*/ 581969 h 588636"/>
                <a:gd name="csX15" fmla="*/ 3980 w 462824"/>
                <a:gd name="csY15" fmla="*/ 1401 h 588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62824" h="588636">
                  <a:moveTo>
                    <a:pt x="3980" y="1401"/>
                  </a:moveTo>
                  <a:cubicBezTo>
                    <a:pt x="143963" y="-486"/>
                    <a:pt x="280696" y="2780"/>
                    <a:pt x="457490" y="1401"/>
                  </a:cubicBezTo>
                  <a:moveTo>
                    <a:pt x="3980" y="1401"/>
                  </a:moveTo>
                  <a:cubicBezTo>
                    <a:pt x="177070" y="-3679"/>
                    <a:pt x="356508" y="7134"/>
                    <a:pt x="457490" y="1401"/>
                  </a:cubicBezTo>
                  <a:moveTo>
                    <a:pt x="457490" y="1401"/>
                  </a:moveTo>
                  <a:cubicBezTo>
                    <a:pt x="453408" y="192771"/>
                    <a:pt x="471322" y="393284"/>
                    <a:pt x="457490" y="581969"/>
                  </a:cubicBezTo>
                  <a:moveTo>
                    <a:pt x="457490" y="1401"/>
                  </a:moveTo>
                  <a:cubicBezTo>
                    <a:pt x="460210" y="160404"/>
                    <a:pt x="467996" y="328188"/>
                    <a:pt x="457490" y="581969"/>
                  </a:cubicBezTo>
                  <a:moveTo>
                    <a:pt x="457490" y="581969"/>
                  </a:moveTo>
                  <a:cubicBezTo>
                    <a:pt x="371020" y="590678"/>
                    <a:pt x="270644" y="591041"/>
                    <a:pt x="3980" y="581969"/>
                  </a:cubicBezTo>
                  <a:moveTo>
                    <a:pt x="457490" y="581969"/>
                  </a:moveTo>
                  <a:cubicBezTo>
                    <a:pt x="358398" y="579502"/>
                    <a:pt x="276313" y="586178"/>
                    <a:pt x="3980" y="581969"/>
                  </a:cubicBezTo>
                  <a:moveTo>
                    <a:pt x="3980" y="581969"/>
                  </a:moveTo>
                  <a:cubicBezTo>
                    <a:pt x="-8567" y="350322"/>
                    <a:pt x="13428" y="133698"/>
                    <a:pt x="3980" y="1401"/>
                  </a:cubicBezTo>
                  <a:moveTo>
                    <a:pt x="3980" y="581969"/>
                  </a:moveTo>
                  <a:cubicBezTo>
                    <a:pt x="4962" y="359829"/>
                    <a:pt x="9119" y="133262"/>
                    <a:pt x="3980" y="1401"/>
                  </a:cubicBezTo>
                </a:path>
              </a:pathLst>
            </a:custGeom>
            <a:noFill/>
            <a:ln w="7550" cap="rnd">
              <a:solidFill>
                <a:srgbClr val="6C8EB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05" name="!!رسم 9">
            <a:extLst>
              <a:ext uri="{FF2B5EF4-FFF2-40B4-BE49-F238E27FC236}">
                <a16:creationId xmlns:a16="http://schemas.microsoft.com/office/drawing/2014/main" id="{8E05244D-0F5F-A628-19D9-0EDB08F6115B}"/>
              </a:ext>
            </a:extLst>
          </p:cNvPr>
          <p:cNvGrpSpPr/>
          <p:nvPr/>
        </p:nvGrpSpPr>
        <p:grpSpPr>
          <a:xfrm>
            <a:off x="5797734" y="1812732"/>
            <a:ext cx="464782" cy="588049"/>
            <a:chOff x="8520614" y="1823542"/>
            <a:chExt cx="464782" cy="588049"/>
          </a:xfrm>
          <a:noFill/>
        </p:grpSpPr>
        <p:grpSp>
          <p:nvGrpSpPr>
            <p:cNvPr id="2206" name="رسم 9">
              <a:extLst>
                <a:ext uri="{FF2B5EF4-FFF2-40B4-BE49-F238E27FC236}">
                  <a16:creationId xmlns:a16="http://schemas.microsoft.com/office/drawing/2014/main" id="{D4401919-A0D1-C320-170D-6347404AB784}"/>
                </a:ext>
              </a:extLst>
            </p:cNvPr>
            <p:cNvGrpSpPr/>
            <p:nvPr/>
          </p:nvGrpSpPr>
          <p:grpSpPr>
            <a:xfrm>
              <a:off x="8520614" y="1823542"/>
              <a:ext cx="464782" cy="588049"/>
              <a:chOff x="8520614" y="1823542"/>
              <a:chExt cx="464782" cy="588049"/>
            </a:xfrm>
            <a:noFill/>
          </p:grpSpPr>
          <p:sp>
            <p:nvSpPr>
              <p:cNvPr id="2208" name="مستطيل 559">
                <a:extLst>
                  <a:ext uri="{FF2B5EF4-FFF2-40B4-BE49-F238E27FC236}">
                    <a16:creationId xmlns:a16="http://schemas.microsoft.com/office/drawing/2014/main" id="{FAD7C289-07B5-2F59-4E79-512E94C0E17B}"/>
                  </a:ext>
                </a:extLst>
              </p:cNvPr>
              <p:cNvSpPr/>
              <p:nvPr/>
            </p:nvSpPr>
            <p:spPr>
              <a:xfrm>
                <a:off x="8522276" y="1826524"/>
                <a:ext cx="453509" cy="58056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9" name="شكل حر: شكل 560">
                <a:extLst>
                  <a:ext uri="{FF2B5EF4-FFF2-40B4-BE49-F238E27FC236}">
                    <a16:creationId xmlns:a16="http://schemas.microsoft.com/office/drawing/2014/main" id="{52763B9F-B6BD-944F-406E-04A0C1DC50DE}"/>
                  </a:ext>
                </a:extLst>
              </p:cNvPr>
              <p:cNvSpPr/>
              <p:nvPr/>
            </p:nvSpPr>
            <p:spPr>
              <a:xfrm>
                <a:off x="8520614" y="1823911"/>
                <a:ext cx="461294" cy="587680"/>
              </a:xfrm>
              <a:custGeom>
                <a:avLst/>
                <a:gdLst>
                  <a:gd name="csX0" fmla="*/ 983 w 461294"/>
                  <a:gd name="csY0" fmla="*/ 3339 h 587680"/>
                  <a:gd name="csX1" fmla="*/ 983 w 461294"/>
                  <a:gd name="csY1" fmla="*/ 3339 h 587680"/>
                  <a:gd name="csX2" fmla="*/ 983 w 461294"/>
                  <a:gd name="csY2" fmla="*/ 3339 h 587680"/>
                  <a:gd name="csX3" fmla="*/ 983 w 461294"/>
                  <a:gd name="csY3" fmla="*/ 3339 h 587680"/>
                  <a:gd name="csX4" fmla="*/ 3931 w 461294"/>
                  <a:gd name="csY4" fmla="*/ 44341 h 587680"/>
                  <a:gd name="csX5" fmla="*/ 43613 w 461294"/>
                  <a:gd name="csY5" fmla="*/ 509 h 587680"/>
                  <a:gd name="csX6" fmla="*/ 3931 w 461294"/>
                  <a:gd name="csY6" fmla="*/ 44341 h 587680"/>
                  <a:gd name="csX7" fmla="*/ 43613 w 461294"/>
                  <a:gd name="csY7" fmla="*/ 509 h 587680"/>
                  <a:gd name="csX8" fmla="*/ 1965 w 461294"/>
                  <a:gd name="csY8" fmla="*/ 90714 h 587680"/>
                  <a:gd name="csX9" fmla="*/ 81330 w 461294"/>
                  <a:gd name="csY9" fmla="*/ 3121 h 587680"/>
                  <a:gd name="csX10" fmla="*/ 1965 w 461294"/>
                  <a:gd name="csY10" fmla="*/ 90714 h 587680"/>
                  <a:gd name="csX11" fmla="*/ 81330 w 461294"/>
                  <a:gd name="csY11" fmla="*/ 3121 h 587680"/>
                  <a:gd name="csX12" fmla="*/ 1 w 461294"/>
                  <a:gd name="csY12" fmla="*/ 137160 h 587680"/>
                  <a:gd name="csX13" fmla="*/ 123960 w 461294"/>
                  <a:gd name="csY13" fmla="*/ 218 h 587680"/>
                  <a:gd name="csX14" fmla="*/ 1 w 461294"/>
                  <a:gd name="csY14" fmla="*/ 137160 h 587680"/>
                  <a:gd name="csX15" fmla="*/ 123960 w 461294"/>
                  <a:gd name="csY15" fmla="*/ 218 h 587680"/>
                  <a:gd name="csX16" fmla="*/ 3024 w 461294"/>
                  <a:gd name="csY16" fmla="*/ 178162 h 587680"/>
                  <a:gd name="csX17" fmla="*/ 161676 w 461294"/>
                  <a:gd name="csY17" fmla="*/ 2831 h 587680"/>
                  <a:gd name="csX18" fmla="*/ 3024 w 461294"/>
                  <a:gd name="csY18" fmla="*/ 178162 h 587680"/>
                  <a:gd name="csX19" fmla="*/ 161676 w 461294"/>
                  <a:gd name="csY19" fmla="*/ 2831 h 587680"/>
                  <a:gd name="csX20" fmla="*/ 983 w 461294"/>
                  <a:gd name="csY20" fmla="*/ 224535 h 587680"/>
                  <a:gd name="csX21" fmla="*/ 204306 w 461294"/>
                  <a:gd name="csY21" fmla="*/ 1 h 587680"/>
                  <a:gd name="csX22" fmla="*/ 983 w 461294"/>
                  <a:gd name="csY22" fmla="*/ 224535 h 587680"/>
                  <a:gd name="csX23" fmla="*/ 204306 w 461294"/>
                  <a:gd name="csY23" fmla="*/ 1 h 587680"/>
                  <a:gd name="csX24" fmla="*/ 4006 w 461294"/>
                  <a:gd name="csY24" fmla="*/ 265538 h 587680"/>
                  <a:gd name="csX25" fmla="*/ 242023 w 461294"/>
                  <a:gd name="csY25" fmla="*/ 2613 h 587680"/>
                  <a:gd name="csX26" fmla="*/ 4006 w 461294"/>
                  <a:gd name="csY26" fmla="*/ 265538 h 587680"/>
                  <a:gd name="csX27" fmla="*/ 242023 w 461294"/>
                  <a:gd name="csY27" fmla="*/ 2613 h 587680"/>
                  <a:gd name="csX28" fmla="*/ 2041 w 461294"/>
                  <a:gd name="csY28" fmla="*/ 311911 h 587680"/>
                  <a:gd name="csX29" fmla="*/ 279740 w 461294"/>
                  <a:gd name="csY29" fmla="*/ 5226 h 587680"/>
                  <a:gd name="csX30" fmla="*/ 2041 w 461294"/>
                  <a:gd name="csY30" fmla="*/ 311911 h 587680"/>
                  <a:gd name="csX31" fmla="*/ 279740 w 461294"/>
                  <a:gd name="csY31" fmla="*/ 5226 h 587680"/>
                  <a:gd name="csX32" fmla="*/ 76 w 461294"/>
                  <a:gd name="csY32" fmla="*/ 358356 h 587680"/>
                  <a:gd name="csX33" fmla="*/ 322370 w 461294"/>
                  <a:gd name="csY33" fmla="*/ 2395 h 587680"/>
                  <a:gd name="csX34" fmla="*/ 76 w 461294"/>
                  <a:gd name="csY34" fmla="*/ 358356 h 587680"/>
                  <a:gd name="csX35" fmla="*/ 322370 w 461294"/>
                  <a:gd name="csY35" fmla="*/ 2395 h 587680"/>
                  <a:gd name="csX36" fmla="*/ 3024 w 461294"/>
                  <a:gd name="csY36" fmla="*/ 399286 h 587680"/>
                  <a:gd name="csX37" fmla="*/ 360087 w 461294"/>
                  <a:gd name="csY37" fmla="*/ 5008 h 587680"/>
                  <a:gd name="csX38" fmla="*/ 3024 w 461294"/>
                  <a:gd name="csY38" fmla="*/ 399286 h 587680"/>
                  <a:gd name="csX39" fmla="*/ 360087 w 461294"/>
                  <a:gd name="csY39" fmla="*/ 5008 h 587680"/>
                  <a:gd name="csX40" fmla="*/ 1058 w 461294"/>
                  <a:gd name="csY40" fmla="*/ 445732 h 587680"/>
                  <a:gd name="csX41" fmla="*/ 402717 w 461294"/>
                  <a:gd name="csY41" fmla="*/ 2105 h 587680"/>
                  <a:gd name="csX42" fmla="*/ 1058 w 461294"/>
                  <a:gd name="csY42" fmla="*/ 445732 h 587680"/>
                  <a:gd name="csX43" fmla="*/ 402717 w 461294"/>
                  <a:gd name="csY43" fmla="*/ 2105 h 587680"/>
                  <a:gd name="csX44" fmla="*/ 4006 w 461294"/>
                  <a:gd name="csY44" fmla="*/ 486734 h 587680"/>
                  <a:gd name="csX45" fmla="*/ 440434 w 461294"/>
                  <a:gd name="csY45" fmla="*/ 4718 h 587680"/>
                  <a:gd name="csX46" fmla="*/ 4006 w 461294"/>
                  <a:gd name="csY46" fmla="*/ 486734 h 587680"/>
                  <a:gd name="csX47" fmla="*/ 440434 w 461294"/>
                  <a:gd name="csY47" fmla="*/ 4718 h 587680"/>
                  <a:gd name="csX48" fmla="*/ 2041 w 461294"/>
                  <a:gd name="csY48" fmla="*/ 533107 h 587680"/>
                  <a:gd name="csX49" fmla="*/ 458272 w 461294"/>
                  <a:gd name="csY49" fmla="*/ 29247 h 587680"/>
                  <a:gd name="csX50" fmla="*/ 2041 w 461294"/>
                  <a:gd name="csY50" fmla="*/ 533107 h 587680"/>
                  <a:gd name="csX51" fmla="*/ 458272 w 461294"/>
                  <a:gd name="csY51" fmla="*/ 29247 h 587680"/>
                  <a:gd name="csX52" fmla="*/ 76 w 461294"/>
                  <a:gd name="csY52" fmla="*/ 579553 h 587680"/>
                  <a:gd name="csX53" fmla="*/ 461220 w 461294"/>
                  <a:gd name="csY53" fmla="*/ 70177 h 587680"/>
                  <a:gd name="csX54" fmla="*/ 76 w 461294"/>
                  <a:gd name="csY54" fmla="*/ 579553 h 587680"/>
                  <a:gd name="csX55" fmla="*/ 461220 w 461294"/>
                  <a:gd name="csY55" fmla="*/ 70177 h 587680"/>
                  <a:gd name="csX56" fmla="*/ 32804 w 461294"/>
                  <a:gd name="csY56" fmla="*/ 587681 h 587680"/>
                  <a:gd name="csX57" fmla="*/ 459254 w 461294"/>
                  <a:gd name="csY57" fmla="*/ 116622 h 587680"/>
                  <a:gd name="csX58" fmla="*/ 32804 w 461294"/>
                  <a:gd name="csY58" fmla="*/ 587681 h 587680"/>
                  <a:gd name="csX59" fmla="*/ 459254 w 461294"/>
                  <a:gd name="csY59" fmla="*/ 116622 h 587680"/>
                  <a:gd name="csX60" fmla="*/ 75510 w 461294"/>
                  <a:gd name="csY60" fmla="*/ 584778 h 587680"/>
                  <a:gd name="csX61" fmla="*/ 457290 w 461294"/>
                  <a:gd name="csY61" fmla="*/ 163068 h 587680"/>
                  <a:gd name="csX62" fmla="*/ 75510 w 461294"/>
                  <a:gd name="csY62" fmla="*/ 584778 h 587680"/>
                  <a:gd name="csX63" fmla="*/ 457290 w 461294"/>
                  <a:gd name="csY63" fmla="*/ 163068 h 587680"/>
                  <a:gd name="csX64" fmla="*/ 113151 w 461294"/>
                  <a:gd name="csY64" fmla="*/ 587390 h 587680"/>
                  <a:gd name="csX65" fmla="*/ 460313 w 461294"/>
                  <a:gd name="csY65" fmla="*/ 203998 h 587680"/>
                  <a:gd name="csX66" fmla="*/ 113151 w 461294"/>
                  <a:gd name="csY66" fmla="*/ 587390 h 587680"/>
                  <a:gd name="csX67" fmla="*/ 460313 w 461294"/>
                  <a:gd name="csY67" fmla="*/ 203998 h 587680"/>
                  <a:gd name="csX68" fmla="*/ 155857 w 461294"/>
                  <a:gd name="csY68" fmla="*/ 584560 h 587680"/>
                  <a:gd name="csX69" fmla="*/ 458347 w 461294"/>
                  <a:gd name="csY69" fmla="*/ 250443 h 587680"/>
                  <a:gd name="csX70" fmla="*/ 155857 w 461294"/>
                  <a:gd name="csY70" fmla="*/ 584560 h 587680"/>
                  <a:gd name="csX71" fmla="*/ 458347 w 461294"/>
                  <a:gd name="csY71" fmla="*/ 250443 h 587680"/>
                  <a:gd name="csX72" fmla="*/ 193498 w 461294"/>
                  <a:gd name="csY72" fmla="*/ 587173 h 587680"/>
                  <a:gd name="csX73" fmla="*/ 461295 w 461294"/>
                  <a:gd name="csY73" fmla="*/ 291373 h 587680"/>
                  <a:gd name="csX74" fmla="*/ 193498 w 461294"/>
                  <a:gd name="csY74" fmla="*/ 587173 h 587680"/>
                  <a:gd name="csX75" fmla="*/ 461295 w 461294"/>
                  <a:gd name="csY75" fmla="*/ 291373 h 587680"/>
                  <a:gd name="csX76" fmla="*/ 236204 w 461294"/>
                  <a:gd name="csY76" fmla="*/ 584270 h 587680"/>
                  <a:gd name="csX77" fmla="*/ 459330 w 461294"/>
                  <a:gd name="csY77" fmla="*/ 337819 h 587680"/>
                  <a:gd name="csX78" fmla="*/ 236204 w 461294"/>
                  <a:gd name="csY78" fmla="*/ 584270 h 587680"/>
                  <a:gd name="csX79" fmla="*/ 459330 w 461294"/>
                  <a:gd name="csY79" fmla="*/ 337819 h 587680"/>
                  <a:gd name="csX80" fmla="*/ 273845 w 461294"/>
                  <a:gd name="csY80" fmla="*/ 586882 h 587680"/>
                  <a:gd name="csX81" fmla="*/ 457365 w 461294"/>
                  <a:gd name="csY81" fmla="*/ 384264 h 587680"/>
                  <a:gd name="csX82" fmla="*/ 273845 w 461294"/>
                  <a:gd name="csY82" fmla="*/ 586882 h 587680"/>
                  <a:gd name="csX83" fmla="*/ 457365 w 461294"/>
                  <a:gd name="csY83" fmla="*/ 384264 h 587680"/>
                  <a:gd name="csX84" fmla="*/ 316550 w 461294"/>
                  <a:gd name="csY84" fmla="*/ 584052 h 587680"/>
                  <a:gd name="csX85" fmla="*/ 460313 w 461294"/>
                  <a:gd name="csY85" fmla="*/ 425194 h 587680"/>
                  <a:gd name="csX86" fmla="*/ 316550 w 461294"/>
                  <a:gd name="csY86" fmla="*/ 584052 h 587680"/>
                  <a:gd name="csX87" fmla="*/ 460313 w 461294"/>
                  <a:gd name="csY87" fmla="*/ 425194 h 587680"/>
                  <a:gd name="csX88" fmla="*/ 354192 w 461294"/>
                  <a:gd name="csY88" fmla="*/ 586665 h 587680"/>
                  <a:gd name="csX89" fmla="*/ 458347 w 461294"/>
                  <a:gd name="csY89" fmla="*/ 471640 h 587680"/>
                  <a:gd name="csX90" fmla="*/ 354192 w 461294"/>
                  <a:gd name="csY90" fmla="*/ 586665 h 587680"/>
                  <a:gd name="csX91" fmla="*/ 458347 w 461294"/>
                  <a:gd name="csY91" fmla="*/ 471640 h 587680"/>
                  <a:gd name="csX92" fmla="*/ 396897 w 461294"/>
                  <a:gd name="csY92" fmla="*/ 583762 h 587680"/>
                  <a:gd name="csX93" fmla="*/ 461295 w 461294"/>
                  <a:gd name="csY93" fmla="*/ 512570 h 587680"/>
                  <a:gd name="csX94" fmla="*/ 396897 w 461294"/>
                  <a:gd name="csY94" fmla="*/ 583762 h 587680"/>
                  <a:gd name="csX95" fmla="*/ 461295 w 461294"/>
                  <a:gd name="csY95" fmla="*/ 512570 h 587680"/>
                  <a:gd name="csX96" fmla="*/ 434538 w 461294"/>
                  <a:gd name="csY96" fmla="*/ 586375 h 587680"/>
                  <a:gd name="csX97" fmla="*/ 459330 w 461294"/>
                  <a:gd name="csY97" fmla="*/ 559015 h 587680"/>
                  <a:gd name="csX98" fmla="*/ 434538 w 461294"/>
                  <a:gd name="csY98" fmla="*/ 586375 h 587680"/>
                  <a:gd name="csX99" fmla="*/ 459330 w 461294"/>
                  <a:gd name="csY99" fmla="*/ 559015 h 587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</a:cxnLst>
                <a:rect l="l" t="t" r="r" b="b"/>
                <a:pathLst>
                  <a:path w="461294" h="587680">
                    <a:moveTo>
                      <a:pt x="983" y="3339"/>
                    </a:moveTo>
                    <a:cubicBezTo>
                      <a:pt x="983" y="3339"/>
                      <a:pt x="983" y="3339"/>
                      <a:pt x="983" y="3339"/>
                    </a:cubicBezTo>
                    <a:moveTo>
                      <a:pt x="983" y="3339"/>
                    </a:moveTo>
                    <a:cubicBezTo>
                      <a:pt x="983" y="3339"/>
                      <a:pt x="983" y="3339"/>
                      <a:pt x="983" y="3339"/>
                    </a:cubicBezTo>
                    <a:moveTo>
                      <a:pt x="3931" y="44341"/>
                    </a:moveTo>
                    <a:cubicBezTo>
                      <a:pt x="24792" y="25908"/>
                      <a:pt x="34165" y="7548"/>
                      <a:pt x="43613" y="509"/>
                    </a:cubicBezTo>
                    <a:moveTo>
                      <a:pt x="3931" y="44341"/>
                    </a:moveTo>
                    <a:cubicBezTo>
                      <a:pt x="13530" y="35125"/>
                      <a:pt x="19652" y="25691"/>
                      <a:pt x="43613" y="509"/>
                    </a:cubicBezTo>
                    <a:moveTo>
                      <a:pt x="1965" y="90714"/>
                    </a:moveTo>
                    <a:cubicBezTo>
                      <a:pt x="19652" y="67564"/>
                      <a:pt x="33409" y="33528"/>
                      <a:pt x="81330" y="3121"/>
                    </a:cubicBezTo>
                    <a:moveTo>
                      <a:pt x="1965" y="90714"/>
                    </a:moveTo>
                    <a:cubicBezTo>
                      <a:pt x="23734" y="69306"/>
                      <a:pt x="40211" y="55880"/>
                      <a:pt x="81330" y="3121"/>
                    </a:cubicBezTo>
                    <a:moveTo>
                      <a:pt x="1" y="137160"/>
                    </a:moveTo>
                    <a:cubicBezTo>
                      <a:pt x="29705" y="104140"/>
                      <a:pt x="59259" y="67056"/>
                      <a:pt x="123960" y="218"/>
                    </a:cubicBezTo>
                    <a:moveTo>
                      <a:pt x="1" y="137160"/>
                    </a:moveTo>
                    <a:cubicBezTo>
                      <a:pt x="51625" y="86868"/>
                      <a:pt x="92667" y="27287"/>
                      <a:pt x="123960" y="218"/>
                    </a:cubicBezTo>
                    <a:moveTo>
                      <a:pt x="3024" y="178162"/>
                    </a:moveTo>
                    <a:cubicBezTo>
                      <a:pt x="51096" y="118291"/>
                      <a:pt x="116401" y="41076"/>
                      <a:pt x="161676" y="2831"/>
                    </a:cubicBezTo>
                    <a:moveTo>
                      <a:pt x="3024" y="178162"/>
                    </a:moveTo>
                    <a:cubicBezTo>
                      <a:pt x="62660" y="118727"/>
                      <a:pt x="112093" y="57694"/>
                      <a:pt x="161676" y="2831"/>
                    </a:cubicBezTo>
                    <a:moveTo>
                      <a:pt x="983" y="224535"/>
                    </a:moveTo>
                    <a:cubicBezTo>
                      <a:pt x="61073" y="163721"/>
                      <a:pt x="106424" y="90932"/>
                      <a:pt x="204306" y="1"/>
                    </a:cubicBezTo>
                    <a:moveTo>
                      <a:pt x="983" y="224535"/>
                    </a:moveTo>
                    <a:cubicBezTo>
                      <a:pt x="50869" y="170760"/>
                      <a:pt x="116099" y="106680"/>
                      <a:pt x="204306" y="1"/>
                    </a:cubicBezTo>
                    <a:moveTo>
                      <a:pt x="4006" y="265538"/>
                    </a:moveTo>
                    <a:cubicBezTo>
                      <a:pt x="66364" y="204143"/>
                      <a:pt x="132652" y="113139"/>
                      <a:pt x="242023" y="2613"/>
                    </a:cubicBezTo>
                    <a:moveTo>
                      <a:pt x="4006" y="265538"/>
                    </a:moveTo>
                    <a:cubicBezTo>
                      <a:pt x="58125" y="207481"/>
                      <a:pt x="119425" y="142022"/>
                      <a:pt x="242023" y="2613"/>
                    </a:cubicBezTo>
                    <a:moveTo>
                      <a:pt x="2041" y="311911"/>
                    </a:moveTo>
                    <a:cubicBezTo>
                      <a:pt x="63643" y="227438"/>
                      <a:pt x="149809" y="159802"/>
                      <a:pt x="279740" y="5226"/>
                    </a:cubicBezTo>
                    <a:moveTo>
                      <a:pt x="2041" y="311911"/>
                    </a:moveTo>
                    <a:cubicBezTo>
                      <a:pt x="93196" y="213069"/>
                      <a:pt x="186393" y="102471"/>
                      <a:pt x="279740" y="5226"/>
                    </a:cubicBezTo>
                    <a:moveTo>
                      <a:pt x="76" y="358356"/>
                    </a:moveTo>
                    <a:cubicBezTo>
                      <a:pt x="73545" y="280996"/>
                      <a:pt x="162433" y="191878"/>
                      <a:pt x="322370" y="2395"/>
                    </a:cubicBezTo>
                    <a:moveTo>
                      <a:pt x="76" y="358356"/>
                    </a:moveTo>
                    <a:cubicBezTo>
                      <a:pt x="65683" y="285422"/>
                      <a:pt x="134617" y="219238"/>
                      <a:pt x="322370" y="2395"/>
                    </a:cubicBezTo>
                    <a:moveTo>
                      <a:pt x="3024" y="399286"/>
                    </a:moveTo>
                    <a:cubicBezTo>
                      <a:pt x="120861" y="283463"/>
                      <a:pt x="220255" y="166914"/>
                      <a:pt x="360087" y="5008"/>
                    </a:cubicBezTo>
                    <a:moveTo>
                      <a:pt x="3024" y="399286"/>
                    </a:moveTo>
                    <a:cubicBezTo>
                      <a:pt x="135222" y="258353"/>
                      <a:pt x="260617" y="119598"/>
                      <a:pt x="360087" y="5008"/>
                    </a:cubicBezTo>
                    <a:moveTo>
                      <a:pt x="1058" y="445732"/>
                    </a:moveTo>
                    <a:cubicBezTo>
                      <a:pt x="148903" y="266046"/>
                      <a:pt x="302794" y="111760"/>
                      <a:pt x="402717" y="2105"/>
                    </a:cubicBezTo>
                    <a:moveTo>
                      <a:pt x="1058" y="445732"/>
                    </a:moveTo>
                    <a:cubicBezTo>
                      <a:pt x="162583" y="267352"/>
                      <a:pt x="320783" y="94053"/>
                      <a:pt x="402717" y="2105"/>
                    </a:cubicBezTo>
                    <a:moveTo>
                      <a:pt x="4006" y="486734"/>
                    </a:moveTo>
                    <a:cubicBezTo>
                      <a:pt x="116175" y="349938"/>
                      <a:pt x="236052" y="225479"/>
                      <a:pt x="440434" y="4718"/>
                    </a:cubicBezTo>
                    <a:moveTo>
                      <a:pt x="4006" y="486734"/>
                    </a:moveTo>
                    <a:cubicBezTo>
                      <a:pt x="146182" y="331287"/>
                      <a:pt x="304079" y="170760"/>
                      <a:pt x="440434" y="4718"/>
                    </a:cubicBezTo>
                    <a:moveTo>
                      <a:pt x="2041" y="533107"/>
                    </a:moveTo>
                    <a:cubicBezTo>
                      <a:pt x="156008" y="351897"/>
                      <a:pt x="306346" y="198047"/>
                      <a:pt x="458272" y="29247"/>
                    </a:cubicBezTo>
                    <a:moveTo>
                      <a:pt x="2041" y="533107"/>
                    </a:moveTo>
                    <a:cubicBezTo>
                      <a:pt x="96522" y="429766"/>
                      <a:pt x="187073" y="333319"/>
                      <a:pt x="458272" y="29247"/>
                    </a:cubicBezTo>
                    <a:moveTo>
                      <a:pt x="76" y="579553"/>
                    </a:moveTo>
                    <a:cubicBezTo>
                      <a:pt x="103325" y="481509"/>
                      <a:pt x="206196" y="351317"/>
                      <a:pt x="461220" y="70177"/>
                    </a:cubicBezTo>
                    <a:moveTo>
                      <a:pt x="76" y="579553"/>
                    </a:moveTo>
                    <a:cubicBezTo>
                      <a:pt x="174224" y="375120"/>
                      <a:pt x="346633" y="180848"/>
                      <a:pt x="461220" y="70177"/>
                    </a:cubicBezTo>
                    <a:moveTo>
                      <a:pt x="32804" y="587681"/>
                    </a:moveTo>
                    <a:cubicBezTo>
                      <a:pt x="164171" y="457706"/>
                      <a:pt x="277321" y="307049"/>
                      <a:pt x="459254" y="116622"/>
                    </a:cubicBezTo>
                    <a:moveTo>
                      <a:pt x="32804" y="587681"/>
                    </a:moveTo>
                    <a:cubicBezTo>
                      <a:pt x="195236" y="407705"/>
                      <a:pt x="368779" y="215899"/>
                      <a:pt x="459254" y="116622"/>
                    </a:cubicBezTo>
                    <a:moveTo>
                      <a:pt x="75510" y="584778"/>
                    </a:moveTo>
                    <a:cubicBezTo>
                      <a:pt x="206725" y="448707"/>
                      <a:pt x="323277" y="304073"/>
                      <a:pt x="457290" y="163068"/>
                    </a:cubicBezTo>
                    <a:moveTo>
                      <a:pt x="75510" y="584778"/>
                    </a:moveTo>
                    <a:cubicBezTo>
                      <a:pt x="171654" y="485501"/>
                      <a:pt x="260315" y="381797"/>
                      <a:pt x="457290" y="163068"/>
                    </a:cubicBezTo>
                    <a:moveTo>
                      <a:pt x="113151" y="587390"/>
                    </a:moveTo>
                    <a:cubicBezTo>
                      <a:pt x="201888" y="493338"/>
                      <a:pt x="295008" y="416994"/>
                      <a:pt x="460313" y="203998"/>
                    </a:cubicBezTo>
                    <a:moveTo>
                      <a:pt x="113151" y="587390"/>
                    </a:moveTo>
                    <a:cubicBezTo>
                      <a:pt x="192213" y="506982"/>
                      <a:pt x="266059" y="425049"/>
                      <a:pt x="460313" y="203998"/>
                    </a:cubicBezTo>
                    <a:moveTo>
                      <a:pt x="155857" y="584560"/>
                    </a:moveTo>
                    <a:cubicBezTo>
                      <a:pt x="270670" y="486154"/>
                      <a:pt x="352302" y="353276"/>
                      <a:pt x="458347" y="250443"/>
                    </a:cubicBezTo>
                    <a:moveTo>
                      <a:pt x="155857" y="584560"/>
                    </a:moveTo>
                    <a:cubicBezTo>
                      <a:pt x="267798" y="466850"/>
                      <a:pt x="382460" y="329400"/>
                      <a:pt x="458347" y="250443"/>
                    </a:cubicBezTo>
                    <a:moveTo>
                      <a:pt x="193498" y="587173"/>
                    </a:moveTo>
                    <a:cubicBezTo>
                      <a:pt x="296671" y="452989"/>
                      <a:pt x="399542" y="360969"/>
                      <a:pt x="461295" y="291373"/>
                    </a:cubicBezTo>
                    <a:moveTo>
                      <a:pt x="193498" y="587173"/>
                    </a:moveTo>
                    <a:cubicBezTo>
                      <a:pt x="265228" y="519391"/>
                      <a:pt x="318969" y="445442"/>
                      <a:pt x="461295" y="291373"/>
                    </a:cubicBezTo>
                    <a:moveTo>
                      <a:pt x="236204" y="584270"/>
                    </a:moveTo>
                    <a:cubicBezTo>
                      <a:pt x="314282" y="497910"/>
                      <a:pt x="400752" y="405600"/>
                      <a:pt x="459330" y="337819"/>
                    </a:cubicBezTo>
                    <a:moveTo>
                      <a:pt x="236204" y="584270"/>
                    </a:moveTo>
                    <a:cubicBezTo>
                      <a:pt x="289717" y="514529"/>
                      <a:pt x="353360" y="450957"/>
                      <a:pt x="459330" y="337819"/>
                    </a:cubicBezTo>
                    <a:moveTo>
                      <a:pt x="273845" y="586882"/>
                    </a:moveTo>
                    <a:cubicBezTo>
                      <a:pt x="330987" y="515327"/>
                      <a:pt x="420253" y="420187"/>
                      <a:pt x="457365" y="384264"/>
                    </a:cubicBezTo>
                    <a:moveTo>
                      <a:pt x="273845" y="586882"/>
                    </a:moveTo>
                    <a:cubicBezTo>
                      <a:pt x="346104" y="504151"/>
                      <a:pt x="413450" y="432451"/>
                      <a:pt x="457365" y="384264"/>
                    </a:cubicBezTo>
                    <a:moveTo>
                      <a:pt x="316550" y="584052"/>
                    </a:moveTo>
                    <a:cubicBezTo>
                      <a:pt x="336958" y="549871"/>
                      <a:pt x="376943" y="505676"/>
                      <a:pt x="460313" y="425194"/>
                    </a:cubicBezTo>
                    <a:moveTo>
                      <a:pt x="316550" y="584052"/>
                    </a:moveTo>
                    <a:cubicBezTo>
                      <a:pt x="363866" y="544791"/>
                      <a:pt x="398484" y="489928"/>
                      <a:pt x="460313" y="425194"/>
                    </a:cubicBezTo>
                    <a:moveTo>
                      <a:pt x="354192" y="586665"/>
                    </a:moveTo>
                    <a:cubicBezTo>
                      <a:pt x="386466" y="555967"/>
                      <a:pt x="438393" y="495733"/>
                      <a:pt x="458347" y="471640"/>
                    </a:cubicBezTo>
                    <a:moveTo>
                      <a:pt x="354192" y="586665"/>
                    </a:moveTo>
                    <a:cubicBezTo>
                      <a:pt x="376489" y="549944"/>
                      <a:pt x="408839" y="516126"/>
                      <a:pt x="458347" y="471640"/>
                    </a:cubicBezTo>
                    <a:moveTo>
                      <a:pt x="396897" y="583762"/>
                    </a:moveTo>
                    <a:cubicBezTo>
                      <a:pt x="420631" y="550524"/>
                      <a:pt x="431742" y="527229"/>
                      <a:pt x="461295" y="512570"/>
                    </a:cubicBezTo>
                    <a:moveTo>
                      <a:pt x="396897" y="583762"/>
                    </a:moveTo>
                    <a:cubicBezTo>
                      <a:pt x="420555" y="561047"/>
                      <a:pt x="434614" y="541308"/>
                      <a:pt x="461295" y="512570"/>
                    </a:cubicBezTo>
                    <a:moveTo>
                      <a:pt x="434538" y="586375"/>
                    </a:moveTo>
                    <a:cubicBezTo>
                      <a:pt x="442777" y="576069"/>
                      <a:pt x="447387" y="573675"/>
                      <a:pt x="459330" y="559015"/>
                    </a:cubicBezTo>
                    <a:moveTo>
                      <a:pt x="434538" y="586375"/>
                    </a:moveTo>
                    <a:cubicBezTo>
                      <a:pt x="441492" y="579335"/>
                      <a:pt x="448673" y="573675"/>
                      <a:pt x="459330" y="559015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10" name="شكل حر: شكل 561">
                <a:extLst>
                  <a:ext uri="{FF2B5EF4-FFF2-40B4-BE49-F238E27FC236}">
                    <a16:creationId xmlns:a16="http://schemas.microsoft.com/office/drawing/2014/main" id="{26F442C7-FDCF-5E13-911C-8AEA0DD55E8A}"/>
                  </a:ext>
                </a:extLst>
              </p:cNvPr>
              <p:cNvSpPr/>
              <p:nvPr/>
            </p:nvSpPr>
            <p:spPr>
              <a:xfrm>
                <a:off x="8522276" y="1823542"/>
                <a:ext cx="463119" cy="583549"/>
              </a:xfrm>
              <a:custGeom>
                <a:avLst/>
                <a:gdLst>
                  <a:gd name="csX0" fmla="*/ 1 w 463119"/>
                  <a:gd name="csY0" fmla="*/ 2982 h 583549"/>
                  <a:gd name="csX1" fmla="*/ 453510 w 463119"/>
                  <a:gd name="csY1" fmla="*/ 2982 h 583549"/>
                  <a:gd name="csX2" fmla="*/ 1 w 463119"/>
                  <a:gd name="csY2" fmla="*/ 2982 h 583549"/>
                  <a:gd name="csX3" fmla="*/ 453510 w 463119"/>
                  <a:gd name="csY3" fmla="*/ 2982 h 583549"/>
                  <a:gd name="csX4" fmla="*/ 453510 w 463119"/>
                  <a:gd name="csY4" fmla="*/ 2982 h 583549"/>
                  <a:gd name="csX5" fmla="*/ 453510 w 463119"/>
                  <a:gd name="csY5" fmla="*/ 583550 h 583549"/>
                  <a:gd name="csX6" fmla="*/ 453510 w 463119"/>
                  <a:gd name="csY6" fmla="*/ 2982 h 583549"/>
                  <a:gd name="csX7" fmla="*/ 453510 w 463119"/>
                  <a:gd name="csY7" fmla="*/ 583550 h 583549"/>
                  <a:gd name="csX8" fmla="*/ 453510 w 463119"/>
                  <a:gd name="csY8" fmla="*/ 583550 h 583549"/>
                  <a:gd name="csX9" fmla="*/ 1 w 463119"/>
                  <a:gd name="csY9" fmla="*/ 583550 h 583549"/>
                  <a:gd name="csX10" fmla="*/ 453510 w 463119"/>
                  <a:gd name="csY10" fmla="*/ 583550 h 583549"/>
                  <a:gd name="csX11" fmla="*/ 1 w 463119"/>
                  <a:gd name="csY11" fmla="*/ 583550 h 583549"/>
                  <a:gd name="csX12" fmla="*/ 1 w 463119"/>
                  <a:gd name="csY12" fmla="*/ 583550 h 583549"/>
                  <a:gd name="csX13" fmla="*/ 1 w 463119"/>
                  <a:gd name="csY13" fmla="*/ 2982 h 583549"/>
                  <a:gd name="csX14" fmla="*/ 1 w 463119"/>
                  <a:gd name="csY14" fmla="*/ 583550 h 583549"/>
                  <a:gd name="csX15" fmla="*/ 1 w 463119"/>
                  <a:gd name="csY15" fmla="*/ 2982 h 5835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63119" h="583549">
                    <a:moveTo>
                      <a:pt x="1" y="2982"/>
                    </a:moveTo>
                    <a:cubicBezTo>
                      <a:pt x="131292" y="-2969"/>
                      <a:pt x="289415" y="1748"/>
                      <a:pt x="453510" y="2982"/>
                    </a:cubicBezTo>
                    <a:moveTo>
                      <a:pt x="1" y="2982"/>
                    </a:moveTo>
                    <a:cubicBezTo>
                      <a:pt x="124111" y="-3186"/>
                      <a:pt x="242250" y="1966"/>
                      <a:pt x="453510" y="2982"/>
                    </a:cubicBezTo>
                    <a:moveTo>
                      <a:pt x="453510" y="2982"/>
                    </a:moveTo>
                    <a:cubicBezTo>
                      <a:pt x="442097" y="230492"/>
                      <a:pt x="451469" y="441747"/>
                      <a:pt x="453510" y="583550"/>
                    </a:cubicBezTo>
                    <a:moveTo>
                      <a:pt x="453510" y="2982"/>
                    </a:moveTo>
                    <a:cubicBezTo>
                      <a:pt x="466586" y="160461"/>
                      <a:pt x="466057" y="312280"/>
                      <a:pt x="453510" y="583550"/>
                    </a:cubicBezTo>
                    <a:moveTo>
                      <a:pt x="453510" y="583550"/>
                    </a:moveTo>
                    <a:cubicBezTo>
                      <a:pt x="289189" y="572229"/>
                      <a:pt x="100226" y="583478"/>
                      <a:pt x="1" y="583550"/>
                    </a:cubicBezTo>
                    <a:moveTo>
                      <a:pt x="453510" y="583550"/>
                    </a:moveTo>
                    <a:cubicBezTo>
                      <a:pt x="345273" y="582970"/>
                      <a:pt x="237262" y="581591"/>
                      <a:pt x="1" y="583550"/>
                    </a:cubicBezTo>
                    <a:moveTo>
                      <a:pt x="1" y="583550"/>
                    </a:moveTo>
                    <a:cubicBezTo>
                      <a:pt x="10431" y="386157"/>
                      <a:pt x="6199" y="217139"/>
                      <a:pt x="1" y="2982"/>
                    </a:cubicBezTo>
                    <a:moveTo>
                      <a:pt x="1" y="583550"/>
                    </a:moveTo>
                    <a:cubicBezTo>
                      <a:pt x="303" y="388915"/>
                      <a:pt x="5745" y="189345"/>
                      <a:pt x="1" y="2982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207" name="صورة 562">
              <a:extLst>
                <a:ext uri="{FF2B5EF4-FFF2-40B4-BE49-F238E27FC236}">
                  <a16:creationId xmlns:a16="http://schemas.microsoft.com/office/drawing/2014/main" id="{F66CB627-56F4-0744-FFD2-A38BA44D5CEF}"/>
                </a:ext>
              </a:extLst>
            </p:cNvPr>
            <p:cNvPicPr>
              <a:picLocks noChangeAspect="1"/>
            </p:cNvPicPr>
            <p:nvPr/>
          </p:nvPicPr>
          <p:blipFill>
            <a:blip r:embed="rId71"/>
            <a:stretch>
              <a:fillRect/>
            </a:stretch>
          </p:blipFill>
          <p:spPr>
            <a:xfrm>
              <a:off x="8526055" y="2066008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2247" name="!!Rectangle 2246">
            <a:extLst>
              <a:ext uri="{FF2B5EF4-FFF2-40B4-BE49-F238E27FC236}">
                <a16:creationId xmlns:a16="http://schemas.microsoft.com/office/drawing/2014/main" id="{F58FECEC-B03D-3747-77C4-C0476BFD0A7C}"/>
              </a:ext>
            </a:extLst>
          </p:cNvPr>
          <p:cNvSpPr/>
          <p:nvPr/>
        </p:nvSpPr>
        <p:spPr>
          <a:xfrm>
            <a:off x="7527385" y="1695651"/>
            <a:ext cx="1675685" cy="134373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49" name="!!Straight Arrow Connector 2248">
            <a:extLst>
              <a:ext uri="{FF2B5EF4-FFF2-40B4-BE49-F238E27FC236}">
                <a16:creationId xmlns:a16="http://schemas.microsoft.com/office/drawing/2014/main" id="{5E9D323C-23EE-26D5-63EA-53FB14FB53F1}"/>
              </a:ext>
            </a:extLst>
          </p:cNvPr>
          <p:cNvCxnSpPr>
            <a:cxnSpLocks/>
            <a:endCxn id="1703" idx="1"/>
          </p:cNvCxnSpPr>
          <p:nvPr/>
        </p:nvCxnSpPr>
        <p:spPr>
          <a:xfrm flipV="1">
            <a:off x="5207000" y="4791127"/>
            <a:ext cx="781359" cy="39953"/>
          </a:xfrm>
          <a:prstGeom prst="straightConnector1">
            <a:avLst/>
          </a:prstGeom>
          <a:ln w="12700">
            <a:solidFill>
              <a:srgbClr val="066EBD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0" name="!!TextBox 2249">
            <a:extLst>
              <a:ext uri="{FF2B5EF4-FFF2-40B4-BE49-F238E27FC236}">
                <a16:creationId xmlns:a16="http://schemas.microsoft.com/office/drawing/2014/main" id="{BF6DAAE0-B18C-2381-B380-5BA62F8B1FA0}"/>
              </a:ext>
            </a:extLst>
          </p:cNvPr>
          <p:cNvSpPr txBox="1"/>
          <p:nvPr/>
        </p:nvSpPr>
        <p:spPr>
          <a:xfrm>
            <a:off x="5116009" y="4601552"/>
            <a:ext cx="370392" cy="1873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1200">
                <a:solidFill>
                  <a:srgbClr val="066EBD"/>
                </a:solidFill>
              </a:rPr>
              <a:t>Data</a:t>
            </a:r>
          </a:p>
        </p:txBody>
      </p:sp>
      <p:sp>
        <p:nvSpPr>
          <p:cNvPr id="2266" name="!!59p">
            <a:extLst>
              <a:ext uri="{FF2B5EF4-FFF2-40B4-BE49-F238E27FC236}">
                <a16:creationId xmlns:a16="http://schemas.microsoft.com/office/drawing/2014/main" id="{9DD26C56-7415-F26C-07EC-DB55FDDA650F}"/>
              </a:ext>
            </a:extLst>
          </p:cNvPr>
          <p:cNvSpPr/>
          <p:nvPr/>
        </p:nvSpPr>
        <p:spPr>
          <a:xfrm>
            <a:off x="7565961" y="1705039"/>
            <a:ext cx="1603693" cy="1334347"/>
          </a:xfrm>
          <a:custGeom>
            <a:avLst/>
            <a:gdLst>
              <a:gd name="csX0" fmla="*/ 3931 w 628942"/>
              <a:gd name="csY0" fmla="*/ 218 h 523309"/>
              <a:gd name="csX1" fmla="*/ 3931 w 628942"/>
              <a:gd name="csY1" fmla="*/ 218 h 523309"/>
              <a:gd name="csX2" fmla="*/ 3931 w 628942"/>
              <a:gd name="csY2" fmla="*/ 218 h 523309"/>
              <a:gd name="csX3" fmla="*/ 3931 w 628942"/>
              <a:gd name="csY3" fmla="*/ 218 h 523309"/>
              <a:gd name="csX4" fmla="*/ 1966 w 628942"/>
              <a:gd name="csY4" fmla="*/ 46664 h 523309"/>
              <a:gd name="csX5" fmla="*/ 41648 w 628942"/>
              <a:gd name="csY5" fmla="*/ 2831 h 523309"/>
              <a:gd name="csX6" fmla="*/ 1966 w 628942"/>
              <a:gd name="csY6" fmla="*/ 46664 h 523309"/>
              <a:gd name="csX7" fmla="*/ 41648 w 628942"/>
              <a:gd name="csY7" fmla="*/ 2831 h 523309"/>
              <a:gd name="csX8" fmla="*/ 1 w 628942"/>
              <a:gd name="csY8" fmla="*/ 93109 h 523309"/>
              <a:gd name="csX9" fmla="*/ 84277 w 628942"/>
              <a:gd name="csY9" fmla="*/ 1 h 523309"/>
              <a:gd name="csX10" fmla="*/ 1 w 628942"/>
              <a:gd name="csY10" fmla="*/ 93109 h 523309"/>
              <a:gd name="csX11" fmla="*/ 84277 w 628942"/>
              <a:gd name="csY11" fmla="*/ 1 h 523309"/>
              <a:gd name="csX12" fmla="*/ 2948 w 628942"/>
              <a:gd name="csY12" fmla="*/ 134039 h 523309"/>
              <a:gd name="csX13" fmla="*/ 121994 w 628942"/>
              <a:gd name="csY13" fmla="*/ 2613 h 523309"/>
              <a:gd name="csX14" fmla="*/ 2948 w 628942"/>
              <a:gd name="csY14" fmla="*/ 134039 h 523309"/>
              <a:gd name="csX15" fmla="*/ 121994 w 628942"/>
              <a:gd name="csY15" fmla="*/ 2613 h 523309"/>
              <a:gd name="csX16" fmla="*/ 983 w 628942"/>
              <a:gd name="csY16" fmla="*/ 180485 h 523309"/>
              <a:gd name="csX17" fmla="*/ 159712 w 628942"/>
              <a:gd name="csY17" fmla="*/ 5225 h 523309"/>
              <a:gd name="csX18" fmla="*/ 983 w 628942"/>
              <a:gd name="csY18" fmla="*/ 180485 h 523309"/>
              <a:gd name="csX19" fmla="*/ 159712 w 628942"/>
              <a:gd name="csY19" fmla="*/ 5225 h 523309"/>
              <a:gd name="csX20" fmla="*/ 4006 w 628942"/>
              <a:gd name="csY20" fmla="*/ 221415 h 523309"/>
              <a:gd name="csX21" fmla="*/ 202341 w 628942"/>
              <a:gd name="csY21" fmla="*/ 2395 h 523309"/>
              <a:gd name="csX22" fmla="*/ 4006 w 628942"/>
              <a:gd name="csY22" fmla="*/ 221415 h 523309"/>
              <a:gd name="csX23" fmla="*/ 202341 w 628942"/>
              <a:gd name="csY23" fmla="*/ 2395 h 523309"/>
              <a:gd name="csX24" fmla="*/ 1966 w 628942"/>
              <a:gd name="csY24" fmla="*/ 267860 h 523309"/>
              <a:gd name="csX25" fmla="*/ 240058 w 628942"/>
              <a:gd name="csY25" fmla="*/ 5008 h 523309"/>
              <a:gd name="csX26" fmla="*/ 1966 w 628942"/>
              <a:gd name="csY26" fmla="*/ 267860 h 523309"/>
              <a:gd name="csX27" fmla="*/ 240058 w 628942"/>
              <a:gd name="csY27" fmla="*/ 5008 h 523309"/>
              <a:gd name="csX28" fmla="*/ 1 w 628942"/>
              <a:gd name="csY28" fmla="*/ 314306 h 523309"/>
              <a:gd name="csX29" fmla="*/ 282688 w 628942"/>
              <a:gd name="csY29" fmla="*/ 2105 h 523309"/>
              <a:gd name="csX30" fmla="*/ 1 w 628942"/>
              <a:gd name="csY30" fmla="*/ 314306 h 523309"/>
              <a:gd name="csX31" fmla="*/ 282688 w 628942"/>
              <a:gd name="csY31" fmla="*/ 2105 h 523309"/>
              <a:gd name="csX32" fmla="*/ 3024 w 628942"/>
              <a:gd name="csY32" fmla="*/ 355236 h 523309"/>
              <a:gd name="csX33" fmla="*/ 320405 w 628942"/>
              <a:gd name="csY33" fmla="*/ 4718 h 523309"/>
              <a:gd name="csX34" fmla="*/ 3024 w 628942"/>
              <a:gd name="csY34" fmla="*/ 355236 h 523309"/>
              <a:gd name="csX35" fmla="*/ 320405 w 628942"/>
              <a:gd name="csY35" fmla="*/ 4718 h 523309"/>
              <a:gd name="csX36" fmla="*/ 1058 w 628942"/>
              <a:gd name="csY36" fmla="*/ 401681 h 523309"/>
              <a:gd name="csX37" fmla="*/ 363035 w 628942"/>
              <a:gd name="csY37" fmla="*/ 1887 h 523309"/>
              <a:gd name="csX38" fmla="*/ 1058 w 628942"/>
              <a:gd name="csY38" fmla="*/ 401681 h 523309"/>
              <a:gd name="csX39" fmla="*/ 363035 w 628942"/>
              <a:gd name="csY39" fmla="*/ 1887 h 523309"/>
              <a:gd name="csX40" fmla="*/ 4006 w 628942"/>
              <a:gd name="csY40" fmla="*/ 442611 h 523309"/>
              <a:gd name="csX41" fmla="*/ 400752 w 628942"/>
              <a:gd name="csY41" fmla="*/ 4500 h 523309"/>
              <a:gd name="csX42" fmla="*/ 4006 w 628942"/>
              <a:gd name="csY42" fmla="*/ 442611 h 523309"/>
              <a:gd name="csX43" fmla="*/ 400752 w 628942"/>
              <a:gd name="csY43" fmla="*/ 4500 h 523309"/>
              <a:gd name="csX44" fmla="*/ 2041 w 628942"/>
              <a:gd name="csY44" fmla="*/ 489057 h 523309"/>
              <a:gd name="csX45" fmla="*/ 443382 w 628942"/>
              <a:gd name="csY45" fmla="*/ 1597 h 523309"/>
              <a:gd name="csX46" fmla="*/ 2041 w 628942"/>
              <a:gd name="csY46" fmla="*/ 489057 h 523309"/>
              <a:gd name="csX47" fmla="*/ 443382 w 628942"/>
              <a:gd name="csY47" fmla="*/ 1597 h 523309"/>
              <a:gd name="csX48" fmla="*/ 14966 w 628942"/>
              <a:gd name="csY48" fmla="*/ 519101 h 523309"/>
              <a:gd name="csX49" fmla="*/ 481099 w 628942"/>
              <a:gd name="csY49" fmla="*/ 4210 h 523309"/>
              <a:gd name="csX50" fmla="*/ 14966 w 628942"/>
              <a:gd name="csY50" fmla="*/ 519101 h 523309"/>
              <a:gd name="csX51" fmla="*/ 481099 w 628942"/>
              <a:gd name="csY51" fmla="*/ 4210 h 523309"/>
              <a:gd name="csX52" fmla="*/ 52607 w 628942"/>
              <a:gd name="csY52" fmla="*/ 521714 h 523309"/>
              <a:gd name="csX53" fmla="*/ 523729 w 628942"/>
              <a:gd name="csY53" fmla="*/ 1379 h 523309"/>
              <a:gd name="csX54" fmla="*/ 52607 w 628942"/>
              <a:gd name="csY54" fmla="*/ 521714 h 523309"/>
              <a:gd name="csX55" fmla="*/ 523729 w 628942"/>
              <a:gd name="csY55" fmla="*/ 1379 h 523309"/>
              <a:gd name="csX56" fmla="*/ 95313 w 628942"/>
              <a:gd name="csY56" fmla="*/ 518811 h 523309"/>
              <a:gd name="csX57" fmla="*/ 561445 w 628942"/>
              <a:gd name="csY57" fmla="*/ 3992 h 523309"/>
              <a:gd name="csX58" fmla="*/ 95313 w 628942"/>
              <a:gd name="csY58" fmla="*/ 518811 h 523309"/>
              <a:gd name="csX59" fmla="*/ 561445 w 628942"/>
              <a:gd name="csY59" fmla="*/ 3992 h 523309"/>
              <a:gd name="csX60" fmla="*/ 132954 w 628942"/>
              <a:gd name="csY60" fmla="*/ 521423 h 523309"/>
              <a:gd name="csX61" fmla="*/ 604075 w 628942"/>
              <a:gd name="csY61" fmla="*/ 1089 h 523309"/>
              <a:gd name="csX62" fmla="*/ 132954 w 628942"/>
              <a:gd name="csY62" fmla="*/ 521423 h 523309"/>
              <a:gd name="csX63" fmla="*/ 604075 w 628942"/>
              <a:gd name="csY63" fmla="*/ 1089 h 523309"/>
              <a:gd name="csX64" fmla="*/ 175660 w 628942"/>
              <a:gd name="csY64" fmla="*/ 518593 h 523309"/>
              <a:gd name="csX65" fmla="*/ 626902 w 628942"/>
              <a:gd name="csY65" fmla="*/ 20175 h 523309"/>
              <a:gd name="csX66" fmla="*/ 175660 w 628942"/>
              <a:gd name="csY66" fmla="*/ 518593 h 523309"/>
              <a:gd name="csX67" fmla="*/ 626902 w 628942"/>
              <a:gd name="csY67" fmla="*/ 20175 h 523309"/>
              <a:gd name="csX68" fmla="*/ 213301 w 628942"/>
              <a:gd name="csY68" fmla="*/ 521206 h 523309"/>
              <a:gd name="csX69" fmla="*/ 624937 w 628942"/>
              <a:gd name="csY69" fmla="*/ 66621 h 523309"/>
              <a:gd name="csX70" fmla="*/ 213301 w 628942"/>
              <a:gd name="csY70" fmla="*/ 521206 h 523309"/>
              <a:gd name="csX71" fmla="*/ 624937 w 628942"/>
              <a:gd name="csY71" fmla="*/ 66621 h 523309"/>
              <a:gd name="csX72" fmla="*/ 256007 w 628942"/>
              <a:gd name="csY72" fmla="*/ 518303 h 523309"/>
              <a:gd name="csX73" fmla="*/ 627885 w 628942"/>
              <a:gd name="csY73" fmla="*/ 107551 h 523309"/>
              <a:gd name="csX74" fmla="*/ 256007 w 628942"/>
              <a:gd name="csY74" fmla="*/ 518303 h 523309"/>
              <a:gd name="csX75" fmla="*/ 627885 w 628942"/>
              <a:gd name="csY75" fmla="*/ 107551 h 523309"/>
              <a:gd name="csX76" fmla="*/ 293648 w 628942"/>
              <a:gd name="csY76" fmla="*/ 520915 h 523309"/>
              <a:gd name="csX77" fmla="*/ 625920 w 628942"/>
              <a:gd name="csY77" fmla="*/ 153996 h 523309"/>
              <a:gd name="csX78" fmla="*/ 293648 w 628942"/>
              <a:gd name="csY78" fmla="*/ 520915 h 523309"/>
              <a:gd name="csX79" fmla="*/ 625920 w 628942"/>
              <a:gd name="csY79" fmla="*/ 153996 h 523309"/>
              <a:gd name="csX80" fmla="*/ 336354 w 628942"/>
              <a:gd name="csY80" fmla="*/ 518085 h 523309"/>
              <a:gd name="csX81" fmla="*/ 628867 w 628942"/>
              <a:gd name="csY81" fmla="*/ 194926 h 523309"/>
              <a:gd name="csX82" fmla="*/ 336354 w 628942"/>
              <a:gd name="csY82" fmla="*/ 518085 h 523309"/>
              <a:gd name="csX83" fmla="*/ 628867 w 628942"/>
              <a:gd name="csY83" fmla="*/ 194926 h 523309"/>
              <a:gd name="csX84" fmla="*/ 373995 w 628942"/>
              <a:gd name="csY84" fmla="*/ 520698 h 523309"/>
              <a:gd name="csX85" fmla="*/ 626902 w 628942"/>
              <a:gd name="csY85" fmla="*/ 241372 h 523309"/>
              <a:gd name="csX86" fmla="*/ 373995 w 628942"/>
              <a:gd name="csY86" fmla="*/ 520698 h 523309"/>
              <a:gd name="csX87" fmla="*/ 626902 w 628942"/>
              <a:gd name="csY87" fmla="*/ 241372 h 523309"/>
              <a:gd name="csX88" fmla="*/ 411712 w 628942"/>
              <a:gd name="csY88" fmla="*/ 523310 h 523309"/>
              <a:gd name="csX89" fmla="*/ 624937 w 628942"/>
              <a:gd name="csY89" fmla="*/ 287745 h 523309"/>
              <a:gd name="csX90" fmla="*/ 411712 w 628942"/>
              <a:gd name="csY90" fmla="*/ 523310 h 523309"/>
              <a:gd name="csX91" fmla="*/ 624937 w 628942"/>
              <a:gd name="csY91" fmla="*/ 287745 h 523309"/>
              <a:gd name="csX92" fmla="*/ 454342 w 628942"/>
              <a:gd name="csY92" fmla="*/ 520408 h 523309"/>
              <a:gd name="csX93" fmla="*/ 627960 w 628942"/>
              <a:gd name="csY93" fmla="*/ 328747 h 523309"/>
              <a:gd name="csX94" fmla="*/ 454342 w 628942"/>
              <a:gd name="csY94" fmla="*/ 520408 h 523309"/>
              <a:gd name="csX95" fmla="*/ 627960 w 628942"/>
              <a:gd name="csY95" fmla="*/ 328747 h 523309"/>
              <a:gd name="csX96" fmla="*/ 492058 w 628942"/>
              <a:gd name="csY96" fmla="*/ 523020 h 523309"/>
              <a:gd name="csX97" fmla="*/ 625920 w 628942"/>
              <a:gd name="csY97" fmla="*/ 375193 h 523309"/>
              <a:gd name="csX98" fmla="*/ 492058 w 628942"/>
              <a:gd name="csY98" fmla="*/ 523020 h 523309"/>
              <a:gd name="csX99" fmla="*/ 625920 w 628942"/>
              <a:gd name="csY99" fmla="*/ 375193 h 523309"/>
              <a:gd name="csX100" fmla="*/ 534688 w 628942"/>
              <a:gd name="csY100" fmla="*/ 520190 h 523309"/>
              <a:gd name="csX101" fmla="*/ 628943 w 628942"/>
              <a:gd name="csY101" fmla="*/ 416123 h 523309"/>
              <a:gd name="csX102" fmla="*/ 534688 w 628942"/>
              <a:gd name="csY102" fmla="*/ 520190 h 523309"/>
              <a:gd name="csX103" fmla="*/ 628943 w 628942"/>
              <a:gd name="csY103" fmla="*/ 416123 h 523309"/>
              <a:gd name="csX104" fmla="*/ 572405 w 628942"/>
              <a:gd name="csY104" fmla="*/ 522802 h 523309"/>
              <a:gd name="csX105" fmla="*/ 626977 w 628942"/>
              <a:gd name="csY105" fmla="*/ 462568 h 523309"/>
              <a:gd name="csX106" fmla="*/ 572405 w 628942"/>
              <a:gd name="csY106" fmla="*/ 522802 h 523309"/>
              <a:gd name="csX107" fmla="*/ 626977 w 628942"/>
              <a:gd name="csY107" fmla="*/ 462568 h 523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628942" h="523309"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1966" y="46664"/>
                </a:moveTo>
                <a:cubicBezTo>
                  <a:pt x="15042" y="28231"/>
                  <a:pt x="24868" y="24457"/>
                  <a:pt x="41648" y="2831"/>
                </a:cubicBezTo>
                <a:moveTo>
                  <a:pt x="1966" y="46664"/>
                </a:moveTo>
                <a:cubicBezTo>
                  <a:pt x="16024" y="31351"/>
                  <a:pt x="26984" y="19087"/>
                  <a:pt x="41648" y="2831"/>
                </a:cubicBezTo>
                <a:moveTo>
                  <a:pt x="1" y="93109"/>
                </a:moveTo>
                <a:cubicBezTo>
                  <a:pt x="21013" y="71483"/>
                  <a:pt x="51323" y="38246"/>
                  <a:pt x="84277" y="1"/>
                </a:cubicBezTo>
                <a:moveTo>
                  <a:pt x="1" y="93109"/>
                </a:moveTo>
                <a:cubicBezTo>
                  <a:pt x="15873" y="70685"/>
                  <a:pt x="41270" y="50655"/>
                  <a:pt x="84277" y="1"/>
                </a:cubicBezTo>
                <a:moveTo>
                  <a:pt x="2948" y="134039"/>
                </a:moveTo>
                <a:cubicBezTo>
                  <a:pt x="22978" y="90352"/>
                  <a:pt x="77929" y="70322"/>
                  <a:pt x="121994" y="2613"/>
                </a:cubicBezTo>
                <a:moveTo>
                  <a:pt x="2948" y="134039"/>
                </a:moveTo>
                <a:cubicBezTo>
                  <a:pt x="39153" y="96520"/>
                  <a:pt x="55404" y="68508"/>
                  <a:pt x="121994" y="2613"/>
                </a:cubicBezTo>
                <a:moveTo>
                  <a:pt x="983" y="180485"/>
                </a:moveTo>
                <a:cubicBezTo>
                  <a:pt x="41043" y="114808"/>
                  <a:pt x="101511" y="79901"/>
                  <a:pt x="159712" y="5225"/>
                </a:cubicBezTo>
                <a:moveTo>
                  <a:pt x="983" y="180485"/>
                </a:moveTo>
                <a:cubicBezTo>
                  <a:pt x="40438" y="136942"/>
                  <a:pt x="77399" y="98117"/>
                  <a:pt x="159712" y="5225"/>
                </a:cubicBezTo>
                <a:moveTo>
                  <a:pt x="4006" y="221415"/>
                </a:moveTo>
                <a:cubicBezTo>
                  <a:pt x="60393" y="171849"/>
                  <a:pt x="82690" y="131064"/>
                  <a:pt x="202341" y="2395"/>
                </a:cubicBezTo>
                <a:moveTo>
                  <a:pt x="4006" y="221415"/>
                </a:moveTo>
                <a:cubicBezTo>
                  <a:pt x="73696" y="143691"/>
                  <a:pt x="155932" y="61396"/>
                  <a:pt x="202341" y="2395"/>
                </a:cubicBezTo>
                <a:moveTo>
                  <a:pt x="1966" y="267860"/>
                </a:moveTo>
                <a:cubicBezTo>
                  <a:pt x="77097" y="182734"/>
                  <a:pt x="141193" y="108494"/>
                  <a:pt x="240058" y="5008"/>
                </a:cubicBezTo>
                <a:moveTo>
                  <a:pt x="1966" y="267860"/>
                </a:moveTo>
                <a:cubicBezTo>
                  <a:pt x="56614" y="201675"/>
                  <a:pt x="117308" y="143981"/>
                  <a:pt x="240058" y="5008"/>
                </a:cubicBezTo>
                <a:moveTo>
                  <a:pt x="1" y="314306"/>
                </a:moveTo>
                <a:cubicBezTo>
                  <a:pt x="70974" y="242968"/>
                  <a:pt x="129478" y="173736"/>
                  <a:pt x="282688" y="2105"/>
                </a:cubicBezTo>
                <a:moveTo>
                  <a:pt x="1" y="314306"/>
                </a:moveTo>
                <a:cubicBezTo>
                  <a:pt x="71579" y="243476"/>
                  <a:pt x="129553" y="175477"/>
                  <a:pt x="282688" y="2105"/>
                </a:cubicBezTo>
                <a:moveTo>
                  <a:pt x="3024" y="355236"/>
                </a:moveTo>
                <a:cubicBezTo>
                  <a:pt x="96447" y="267570"/>
                  <a:pt x="178532" y="147682"/>
                  <a:pt x="320405" y="4718"/>
                </a:cubicBezTo>
                <a:moveTo>
                  <a:pt x="3024" y="355236"/>
                </a:moveTo>
                <a:cubicBezTo>
                  <a:pt x="132425" y="216262"/>
                  <a:pt x="252227" y="77216"/>
                  <a:pt x="320405" y="4718"/>
                </a:cubicBezTo>
                <a:moveTo>
                  <a:pt x="1058" y="401681"/>
                </a:moveTo>
                <a:cubicBezTo>
                  <a:pt x="147618" y="265393"/>
                  <a:pt x="262960" y="97173"/>
                  <a:pt x="363035" y="1887"/>
                </a:cubicBezTo>
                <a:moveTo>
                  <a:pt x="1058" y="401681"/>
                </a:moveTo>
                <a:cubicBezTo>
                  <a:pt x="127890" y="265102"/>
                  <a:pt x="255629" y="136869"/>
                  <a:pt x="363035" y="1887"/>
                </a:cubicBezTo>
                <a:moveTo>
                  <a:pt x="4006" y="442611"/>
                </a:moveTo>
                <a:cubicBezTo>
                  <a:pt x="114058" y="321273"/>
                  <a:pt x="211411" y="209586"/>
                  <a:pt x="400752" y="4500"/>
                </a:cubicBezTo>
                <a:moveTo>
                  <a:pt x="4006" y="442611"/>
                </a:moveTo>
                <a:cubicBezTo>
                  <a:pt x="96749" y="327586"/>
                  <a:pt x="209068" y="213650"/>
                  <a:pt x="400752" y="4500"/>
                </a:cubicBezTo>
                <a:moveTo>
                  <a:pt x="2041" y="489057"/>
                </a:moveTo>
                <a:cubicBezTo>
                  <a:pt x="111488" y="361694"/>
                  <a:pt x="210429" y="264667"/>
                  <a:pt x="443382" y="1597"/>
                </a:cubicBezTo>
                <a:moveTo>
                  <a:pt x="2041" y="489057"/>
                </a:moveTo>
                <a:cubicBezTo>
                  <a:pt x="164246" y="309661"/>
                  <a:pt x="324562" y="120976"/>
                  <a:pt x="443382" y="1597"/>
                </a:cubicBezTo>
                <a:moveTo>
                  <a:pt x="14966" y="519101"/>
                </a:moveTo>
                <a:cubicBezTo>
                  <a:pt x="121994" y="399867"/>
                  <a:pt x="215720" y="292970"/>
                  <a:pt x="481099" y="4210"/>
                </a:cubicBezTo>
                <a:moveTo>
                  <a:pt x="14966" y="519101"/>
                </a:moveTo>
                <a:cubicBezTo>
                  <a:pt x="204760" y="315322"/>
                  <a:pt x="377245" y="126782"/>
                  <a:pt x="481099" y="4210"/>
                </a:cubicBezTo>
                <a:moveTo>
                  <a:pt x="52607" y="521714"/>
                </a:moveTo>
                <a:cubicBezTo>
                  <a:pt x="144065" y="421348"/>
                  <a:pt x="239529" y="303057"/>
                  <a:pt x="523729" y="1379"/>
                </a:cubicBezTo>
                <a:moveTo>
                  <a:pt x="52607" y="521714"/>
                </a:moveTo>
                <a:cubicBezTo>
                  <a:pt x="226377" y="323014"/>
                  <a:pt x="415113" y="122936"/>
                  <a:pt x="523729" y="1379"/>
                </a:cubicBezTo>
                <a:moveTo>
                  <a:pt x="95313" y="518811"/>
                </a:moveTo>
                <a:cubicBezTo>
                  <a:pt x="224412" y="370548"/>
                  <a:pt x="373617" y="222431"/>
                  <a:pt x="561445" y="3992"/>
                </a:cubicBezTo>
                <a:moveTo>
                  <a:pt x="95313" y="518811"/>
                </a:moveTo>
                <a:cubicBezTo>
                  <a:pt x="192440" y="414599"/>
                  <a:pt x="292439" y="320039"/>
                  <a:pt x="561445" y="3992"/>
                </a:cubicBezTo>
                <a:moveTo>
                  <a:pt x="132954" y="521423"/>
                </a:moveTo>
                <a:cubicBezTo>
                  <a:pt x="235070" y="418082"/>
                  <a:pt x="326376" y="302404"/>
                  <a:pt x="604075" y="1089"/>
                </a:cubicBezTo>
                <a:moveTo>
                  <a:pt x="132954" y="521423"/>
                </a:moveTo>
                <a:cubicBezTo>
                  <a:pt x="292892" y="336730"/>
                  <a:pt x="467040" y="148336"/>
                  <a:pt x="604075" y="1089"/>
                </a:cubicBezTo>
                <a:moveTo>
                  <a:pt x="175660" y="518593"/>
                </a:moveTo>
                <a:cubicBezTo>
                  <a:pt x="339830" y="348269"/>
                  <a:pt x="482081" y="194346"/>
                  <a:pt x="626902" y="20175"/>
                </a:cubicBezTo>
                <a:moveTo>
                  <a:pt x="175660" y="518593"/>
                </a:moveTo>
                <a:cubicBezTo>
                  <a:pt x="287148" y="378168"/>
                  <a:pt x="416776" y="244638"/>
                  <a:pt x="626902" y="20175"/>
                </a:cubicBezTo>
                <a:moveTo>
                  <a:pt x="213301" y="521206"/>
                </a:moveTo>
                <a:cubicBezTo>
                  <a:pt x="347842" y="365613"/>
                  <a:pt x="479814" y="210529"/>
                  <a:pt x="624937" y="66621"/>
                </a:cubicBezTo>
                <a:moveTo>
                  <a:pt x="213301" y="521206"/>
                </a:moveTo>
                <a:cubicBezTo>
                  <a:pt x="337790" y="396093"/>
                  <a:pt x="460237" y="260385"/>
                  <a:pt x="624937" y="66621"/>
                </a:cubicBezTo>
                <a:moveTo>
                  <a:pt x="256007" y="518303"/>
                </a:moveTo>
                <a:cubicBezTo>
                  <a:pt x="366738" y="394497"/>
                  <a:pt x="477924" y="249354"/>
                  <a:pt x="627885" y="107551"/>
                </a:cubicBezTo>
                <a:moveTo>
                  <a:pt x="256007" y="518303"/>
                </a:moveTo>
                <a:cubicBezTo>
                  <a:pt x="341040" y="420985"/>
                  <a:pt x="426526" y="332594"/>
                  <a:pt x="627885" y="107551"/>
                </a:cubicBezTo>
                <a:moveTo>
                  <a:pt x="293648" y="520915"/>
                </a:moveTo>
                <a:cubicBezTo>
                  <a:pt x="357064" y="433903"/>
                  <a:pt x="453661" y="347253"/>
                  <a:pt x="625920" y="153996"/>
                </a:cubicBezTo>
                <a:moveTo>
                  <a:pt x="293648" y="520915"/>
                </a:moveTo>
                <a:cubicBezTo>
                  <a:pt x="392135" y="418880"/>
                  <a:pt x="491000" y="298848"/>
                  <a:pt x="625920" y="153996"/>
                </a:cubicBezTo>
                <a:moveTo>
                  <a:pt x="336354" y="518085"/>
                </a:moveTo>
                <a:cubicBezTo>
                  <a:pt x="424788" y="427589"/>
                  <a:pt x="519496" y="332666"/>
                  <a:pt x="628867" y="194926"/>
                </a:cubicBezTo>
                <a:moveTo>
                  <a:pt x="336354" y="518085"/>
                </a:moveTo>
                <a:cubicBezTo>
                  <a:pt x="413223" y="419679"/>
                  <a:pt x="498408" y="341737"/>
                  <a:pt x="628867" y="194926"/>
                </a:cubicBezTo>
                <a:moveTo>
                  <a:pt x="373995" y="520698"/>
                </a:moveTo>
                <a:cubicBezTo>
                  <a:pt x="444364" y="429694"/>
                  <a:pt x="528944" y="324829"/>
                  <a:pt x="626902" y="241372"/>
                </a:cubicBezTo>
                <a:moveTo>
                  <a:pt x="373995" y="520698"/>
                </a:moveTo>
                <a:cubicBezTo>
                  <a:pt x="450335" y="435499"/>
                  <a:pt x="531287" y="342609"/>
                  <a:pt x="626902" y="241372"/>
                </a:cubicBezTo>
                <a:moveTo>
                  <a:pt x="411712" y="523310"/>
                </a:moveTo>
                <a:cubicBezTo>
                  <a:pt x="453283" y="456037"/>
                  <a:pt x="504832" y="417211"/>
                  <a:pt x="624937" y="287745"/>
                </a:cubicBezTo>
                <a:moveTo>
                  <a:pt x="411712" y="523310"/>
                </a:moveTo>
                <a:cubicBezTo>
                  <a:pt x="472255" y="457125"/>
                  <a:pt x="542398" y="383030"/>
                  <a:pt x="624937" y="287745"/>
                </a:cubicBezTo>
                <a:moveTo>
                  <a:pt x="454342" y="520408"/>
                </a:moveTo>
                <a:cubicBezTo>
                  <a:pt x="531211" y="437604"/>
                  <a:pt x="577243" y="388764"/>
                  <a:pt x="627960" y="328747"/>
                </a:cubicBezTo>
                <a:moveTo>
                  <a:pt x="454342" y="520408"/>
                </a:moveTo>
                <a:cubicBezTo>
                  <a:pt x="505437" y="458287"/>
                  <a:pt x="577394" y="393480"/>
                  <a:pt x="627960" y="328747"/>
                </a:cubicBezTo>
                <a:moveTo>
                  <a:pt x="492058" y="523020"/>
                </a:moveTo>
                <a:cubicBezTo>
                  <a:pt x="523351" y="490944"/>
                  <a:pt x="553282" y="450086"/>
                  <a:pt x="625920" y="375193"/>
                </a:cubicBezTo>
                <a:moveTo>
                  <a:pt x="492058" y="523020"/>
                </a:moveTo>
                <a:cubicBezTo>
                  <a:pt x="542398" y="463874"/>
                  <a:pt x="592057" y="414018"/>
                  <a:pt x="625920" y="375193"/>
                </a:cubicBezTo>
                <a:moveTo>
                  <a:pt x="534688" y="520190"/>
                </a:moveTo>
                <a:cubicBezTo>
                  <a:pt x="553282" y="498056"/>
                  <a:pt x="604907" y="463947"/>
                  <a:pt x="628943" y="416123"/>
                </a:cubicBezTo>
                <a:moveTo>
                  <a:pt x="534688" y="520190"/>
                </a:moveTo>
                <a:cubicBezTo>
                  <a:pt x="565754" y="492903"/>
                  <a:pt x="584726" y="461625"/>
                  <a:pt x="628943" y="416123"/>
                </a:cubicBezTo>
                <a:moveTo>
                  <a:pt x="572405" y="522802"/>
                </a:moveTo>
                <a:cubicBezTo>
                  <a:pt x="595081" y="503136"/>
                  <a:pt x="613750" y="468011"/>
                  <a:pt x="626977" y="462568"/>
                </a:cubicBezTo>
                <a:moveTo>
                  <a:pt x="572405" y="522802"/>
                </a:moveTo>
                <a:cubicBezTo>
                  <a:pt x="587976" y="505675"/>
                  <a:pt x="604907" y="486952"/>
                  <a:pt x="626977" y="462568"/>
                </a:cubicBezTo>
              </a:path>
            </a:pathLst>
          </a:custGeom>
          <a:noFill/>
          <a:ln w="3775" cap="rnd">
            <a:solidFill>
              <a:srgbClr val="FFE6C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2267" name="!!61p">
            <a:extLst>
              <a:ext uri="{FF2B5EF4-FFF2-40B4-BE49-F238E27FC236}">
                <a16:creationId xmlns:a16="http://schemas.microsoft.com/office/drawing/2014/main" id="{7C55B578-89F1-5CC5-FCB1-DBFDED5954A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85062" y="3326768"/>
            <a:ext cx="1503281" cy="314572"/>
          </a:xfrm>
          <a:custGeom>
            <a:avLst/>
            <a:gdLst>
              <a:gd name="csX0" fmla="*/ 0 w 589562"/>
              <a:gd name="csY0" fmla="*/ 0 h 123370"/>
              <a:gd name="csX1" fmla="*/ 589563 w 589562"/>
              <a:gd name="csY1" fmla="*/ 0 h 123370"/>
              <a:gd name="csX2" fmla="*/ 589563 w 589562"/>
              <a:gd name="csY2" fmla="*/ 123371 h 123370"/>
              <a:gd name="csX3" fmla="*/ 0 w 58956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9562" h="123370">
                <a:moveTo>
                  <a:pt x="0" y="0"/>
                </a:moveTo>
                <a:lnTo>
                  <a:pt x="589563" y="0"/>
                </a:lnTo>
                <a:lnTo>
                  <a:pt x="589563" y="123371"/>
                </a:lnTo>
                <a:lnTo>
                  <a:pt x="0" y="123371"/>
                </a:lnTo>
                <a:close/>
              </a:path>
            </a:pathLst>
          </a:custGeom>
        </p:spPr>
      </p:pic>
      <p:grpSp>
        <p:nvGrpSpPr>
          <p:cNvPr id="2268" name="!!رسم 9">
            <a:extLst>
              <a:ext uri="{FF2B5EF4-FFF2-40B4-BE49-F238E27FC236}">
                <a16:creationId xmlns:a16="http://schemas.microsoft.com/office/drawing/2014/main" id="{7FA52581-FE09-0A9A-815F-0155F2BAAF92}"/>
              </a:ext>
            </a:extLst>
          </p:cNvPr>
          <p:cNvGrpSpPr/>
          <p:nvPr/>
        </p:nvGrpSpPr>
        <p:grpSpPr>
          <a:xfrm>
            <a:off x="7565961" y="3039386"/>
            <a:ext cx="857889" cy="499869"/>
            <a:chOff x="7728634" y="5608345"/>
            <a:chExt cx="857889" cy="499869"/>
          </a:xfrm>
        </p:grpSpPr>
        <p:grpSp>
          <p:nvGrpSpPr>
            <p:cNvPr id="2269" name="رسم 9">
              <a:extLst>
                <a:ext uri="{FF2B5EF4-FFF2-40B4-BE49-F238E27FC236}">
                  <a16:creationId xmlns:a16="http://schemas.microsoft.com/office/drawing/2014/main" id="{BDEE2979-FFA8-09E9-3077-CA23D894AA1D}"/>
                </a:ext>
              </a:extLst>
            </p:cNvPr>
            <p:cNvGrpSpPr/>
            <p:nvPr/>
          </p:nvGrpSpPr>
          <p:grpSpPr>
            <a:xfrm>
              <a:off x="7728634" y="5608345"/>
              <a:ext cx="857889" cy="499869"/>
              <a:chOff x="7728634" y="5608345"/>
              <a:chExt cx="857889" cy="499869"/>
            </a:xfrm>
          </p:grpSpPr>
          <p:sp>
            <p:nvSpPr>
              <p:cNvPr id="2271" name="شكل حر: شكل 357">
                <a:extLst>
                  <a:ext uri="{FF2B5EF4-FFF2-40B4-BE49-F238E27FC236}">
                    <a16:creationId xmlns:a16="http://schemas.microsoft.com/office/drawing/2014/main" id="{B78E6828-E890-628B-B7D8-29F306ECE263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1 w 831434"/>
                  <a:gd name="csY2" fmla="*/ 171486 h 461769"/>
                  <a:gd name="csX3" fmla="*/ 1 w 831434"/>
                  <a:gd name="csY3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lnTo>
                      <a:pt x="831435" y="171486"/>
                    </a:lnTo>
                    <a:lnTo>
                      <a:pt x="1" y="171486"/>
                    </a:lnTo>
                    <a:lnTo>
                      <a:pt x="1" y="4617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" name="شكل حر: شكل 358">
                <a:extLst>
                  <a:ext uri="{FF2B5EF4-FFF2-40B4-BE49-F238E27FC236}">
                    <a16:creationId xmlns:a16="http://schemas.microsoft.com/office/drawing/2014/main" id="{B08722D6-40D0-3F1F-6B30-9E05AAEBB355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" name="شكل حر: شكل 359">
                <a:extLst>
                  <a:ext uri="{FF2B5EF4-FFF2-40B4-BE49-F238E27FC236}">
                    <a16:creationId xmlns:a16="http://schemas.microsoft.com/office/drawing/2014/main" id="{46A4C13F-1552-61F2-1901-8F0A796FA374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831435 w 831434"/>
                  <a:gd name="csY2" fmla="*/ 1 h 461769"/>
                  <a:gd name="csX3" fmla="*/ 831435 w 831434"/>
                  <a:gd name="csY3" fmla="*/ 171486 h 461769"/>
                  <a:gd name="csX4" fmla="*/ 831435 w 831434"/>
                  <a:gd name="csY4" fmla="*/ 171486 h 461769"/>
                  <a:gd name="csX5" fmla="*/ 1 w 831434"/>
                  <a:gd name="csY5" fmla="*/ 171486 h 461769"/>
                  <a:gd name="csX6" fmla="*/ 831435 w 831434"/>
                  <a:gd name="csY6" fmla="*/ 171486 h 461769"/>
                  <a:gd name="csX7" fmla="*/ 1 w 831434"/>
                  <a:gd name="csY7" fmla="*/ 171486 h 461769"/>
                  <a:gd name="csX8" fmla="*/ 1 w 831434"/>
                  <a:gd name="csY8" fmla="*/ 171486 h 461769"/>
                  <a:gd name="csX9" fmla="*/ 1 w 831434"/>
                  <a:gd name="csY9" fmla="*/ 461770 h 461769"/>
                  <a:gd name="csX10" fmla="*/ 1 w 831434"/>
                  <a:gd name="csY10" fmla="*/ 171486 h 461769"/>
                  <a:gd name="csX11" fmla="*/ 1 w 831434"/>
                  <a:gd name="csY11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cubicBezTo>
                      <a:pt x="817906" y="60597"/>
                      <a:pt x="825237" y="123807"/>
                      <a:pt x="831435" y="171486"/>
                    </a:cubicBezTo>
                    <a:moveTo>
                      <a:pt x="831435" y="1"/>
                    </a:moveTo>
                    <a:cubicBezTo>
                      <a:pt x="826975" y="39479"/>
                      <a:pt x="824028" y="69741"/>
                      <a:pt x="831435" y="171486"/>
                    </a:cubicBezTo>
                    <a:moveTo>
                      <a:pt x="831435" y="171486"/>
                    </a:moveTo>
                    <a:cubicBezTo>
                      <a:pt x="548445" y="178162"/>
                      <a:pt x="278380" y="161616"/>
                      <a:pt x="1" y="171486"/>
                    </a:cubicBezTo>
                    <a:moveTo>
                      <a:pt x="831435" y="171486"/>
                    </a:moveTo>
                    <a:cubicBezTo>
                      <a:pt x="600296" y="170542"/>
                      <a:pt x="364622" y="181283"/>
                      <a:pt x="1" y="171486"/>
                    </a:cubicBezTo>
                    <a:moveTo>
                      <a:pt x="1" y="171486"/>
                    </a:moveTo>
                    <a:cubicBezTo>
                      <a:pt x="3628" y="271997"/>
                      <a:pt x="1512" y="362856"/>
                      <a:pt x="1" y="461770"/>
                    </a:cubicBezTo>
                    <a:moveTo>
                      <a:pt x="1" y="171486"/>
                    </a:moveTo>
                    <a:cubicBezTo>
                      <a:pt x="4762" y="237453"/>
                      <a:pt x="5821" y="312201"/>
                      <a:pt x="1" y="4617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" name="شكل حر: شكل 360">
                <a:extLst>
                  <a:ext uri="{FF2B5EF4-FFF2-40B4-BE49-F238E27FC236}">
                    <a16:creationId xmlns:a16="http://schemas.microsoft.com/office/drawing/2014/main" id="{A071DAD3-9C07-8E5F-B81A-02DA391B13F9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867"/>
              </a:xfrm>
              <a:custGeom>
                <a:avLst/>
                <a:gdLst>
                  <a:gd name="csX0" fmla="*/ 26455 w 52909"/>
                  <a:gd name="csY0" fmla="*/ 1 h 50867"/>
                  <a:gd name="csX1" fmla="*/ 52910 w 52909"/>
                  <a:gd name="csY1" fmla="*/ 50800 h 50867"/>
                  <a:gd name="csX2" fmla="*/ 26455 w 52909"/>
                  <a:gd name="csY2" fmla="*/ 38100 h 50867"/>
                  <a:gd name="csX3" fmla="*/ 1 w 52909"/>
                  <a:gd name="csY3" fmla="*/ 50800 h 50867"/>
                  <a:gd name="csX4" fmla="*/ 26455 w 52909"/>
                  <a:gd name="csY4" fmla="*/ 1 h 50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867">
                    <a:moveTo>
                      <a:pt x="26455" y="1"/>
                    </a:moveTo>
                    <a:cubicBezTo>
                      <a:pt x="34089" y="25110"/>
                      <a:pt x="43235" y="25255"/>
                      <a:pt x="52910" y="50800"/>
                    </a:cubicBezTo>
                    <a:cubicBezTo>
                      <a:pt x="38851" y="46373"/>
                      <a:pt x="33107" y="44922"/>
                      <a:pt x="26455" y="38100"/>
                    </a:cubicBezTo>
                    <a:cubicBezTo>
                      <a:pt x="17234" y="42672"/>
                      <a:pt x="10583" y="51744"/>
                      <a:pt x="1" y="50800"/>
                    </a:cubicBezTo>
                    <a:cubicBezTo>
                      <a:pt x="8995" y="45503"/>
                      <a:pt x="10053" y="26489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" name="شكل حر: شكل 361">
                <a:extLst>
                  <a:ext uri="{FF2B5EF4-FFF2-40B4-BE49-F238E27FC236}">
                    <a16:creationId xmlns:a16="http://schemas.microsoft.com/office/drawing/2014/main" id="{FB3726C6-ABF1-4963-F952-010E6F1B8B67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554" y="18433"/>
                      <a:pt x="40892" y="37955"/>
                      <a:pt x="52910" y="50800"/>
                    </a:cubicBezTo>
                    <a:moveTo>
                      <a:pt x="26455" y="1"/>
                    </a:moveTo>
                    <a:cubicBezTo>
                      <a:pt x="30234" y="12265"/>
                      <a:pt x="34543" y="20756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7172"/>
                      <a:pt x="35374" y="39697"/>
                      <a:pt x="26455" y="38100"/>
                    </a:cubicBezTo>
                    <a:moveTo>
                      <a:pt x="52910" y="50800"/>
                    </a:moveTo>
                    <a:cubicBezTo>
                      <a:pt x="46334" y="46591"/>
                      <a:pt x="38851" y="45067"/>
                      <a:pt x="26455" y="38100"/>
                    </a:cubicBezTo>
                    <a:moveTo>
                      <a:pt x="26455" y="38100"/>
                    </a:moveTo>
                    <a:cubicBezTo>
                      <a:pt x="17990" y="42454"/>
                      <a:pt x="8390" y="44922"/>
                      <a:pt x="1" y="50800"/>
                    </a:cubicBezTo>
                    <a:moveTo>
                      <a:pt x="26455" y="38100"/>
                    </a:moveTo>
                    <a:cubicBezTo>
                      <a:pt x="21240" y="40423"/>
                      <a:pt x="15193" y="44632"/>
                      <a:pt x="1" y="50800"/>
                    </a:cubicBezTo>
                    <a:moveTo>
                      <a:pt x="1" y="50800"/>
                    </a:moveTo>
                    <a:cubicBezTo>
                      <a:pt x="3553" y="36213"/>
                      <a:pt x="22676" y="11757"/>
                      <a:pt x="26455" y="1"/>
                    </a:cubicBezTo>
                    <a:moveTo>
                      <a:pt x="1" y="50800"/>
                    </a:moveTo>
                    <a:cubicBezTo>
                      <a:pt x="8768" y="37883"/>
                      <a:pt x="17763" y="2162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270" name="صورة 362">
              <a:extLst>
                <a:ext uri="{FF2B5EF4-FFF2-40B4-BE49-F238E27FC236}">
                  <a16:creationId xmlns:a16="http://schemas.microsoft.com/office/drawing/2014/main" id="{8AA39B8D-BE9D-46BA-9384-8B3F5DB7E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849570" y="5767131"/>
              <a:ext cx="582004" cy="123370"/>
            </a:xfrm>
            <a:custGeom>
              <a:avLst/>
              <a:gdLst>
                <a:gd name="csX0" fmla="*/ 0 w 582004"/>
                <a:gd name="csY0" fmla="*/ 0 h 123370"/>
                <a:gd name="csX1" fmla="*/ 582004 w 582004"/>
                <a:gd name="csY1" fmla="*/ 0 h 123370"/>
                <a:gd name="csX2" fmla="*/ 582004 w 582004"/>
                <a:gd name="csY2" fmla="*/ 123371 h 123370"/>
                <a:gd name="csX3" fmla="*/ 0 w 582004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2004" h="123370">
                  <a:moveTo>
                    <a:pt x="0" y="0"/>
                  </a:moveTo>
                  <a:lnTo>
                    <a:pt x="582004" y="0"/>
                  </a:lnTo>
                  <a:lnTo>
                    <a:pt x="582004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2276" name="!!Rectangle 2275">
            <a:extLst>
              <a:ext uri="{FF2B5EF4-FFF2-40B4-BE49-F238E27FC236}">
                <a16:creationId xmlns:a16="http://schemas.microsoft.com/office/drawing/2014/main" id="{A85D62A3-26AE-BDF5-A739-9C687B2D82C0}"/>
              </a:ext>
            </a:extLst>
          </p:cNvPr>
          <p:cNvSpPr/>
          <p:nvPr/>
        </p:nvSpPr>
        <p:spPr>
          <a:xfrm>
            <a:off x="7708137" y="2758519"/>
            <a:ext cx="1369853" cy="280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66EBD"/>
                </a:solidFill>
              </a:rPr>
              <a:t>decoder</a:t>
            </a:r>
          </a:p>
        </p:txBody>
      </p:sp>
      <p:sp>
        <p:nvSpPr>
          <p:cNvPr id="2277" name="!!Rectangle 2276">
            <a:extLst>
              <a:ext uri="{FF2B5EF4-FFF2-40B4-BE49-F238E27FC236}">
                <a16:creationId xmlns:a16="http://schemas.microsoft.com/office/drawing/2014/main" id="{FB9C84B3-0C3F-2103-245E-43BC3A1B0941}"/>
              </a:ext>
            </a:extLst>
          </p:cNvPr>
          <p:cNvSpPr/>
          <p:nvPr/>
        </p:nvSpPr>
        <p:spPr>
          <a:xfrm>
            <a:off x="7565961" y="1993657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8" name="!!Rectangle 2277">
            <a:extLst>
              <a:ext uri="{FF2B5EF4-FFF2-40B4-BE49-F238E27FC236}">
                <a16:creationId xmlns:a16="http://schemas.microsoft.com/office/drawing/2014/main" id="{76B11DE3-0490-AEEA-1C39-BD1D7B4AD065}"/>
              </a:ext>
            </a:extLst>
          </p:cNvPr>
          <p:cNvSpPr/>
          <p:nvPr/>
        </p:nvSpPr>
        <p:spPr>
          <a:xfrm>
            <a:off x="7902646" y="1993657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9" name="!!Rectangle 2278">
            <a:extLst>
              <a:ext uri="{FF2B5EF4-FFF2-40B4-BE49-F238E27FC236}">
                <a16:creationId xmlns:a16="http://schemas.microsoft.com/office/drawing/2014/main" id="{D941DCE3-F1EE-84C1-128A-C019344C1DFC}"/>
              </a:ext>
            </a:extLst>
          </p:cNvPr>
          <p:cNvSpPr/>
          <p:nvPr/>
        </p:nvSpPr>
        <p:spPr>
          <a:xfrm>
            <a:off x="8867791" y="1993657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0" name="!!Oval 2279">
            <a:extLst>
              <a:ext uri="{FF2B5EF4-FFF2-40B4-BE49-F238E27FC236}">
                <a16:creationId xmlns:a16="http://schemas.microsoft.com/office/drawing/2014/main" id="{D936A2BE-3660-99C8-9652-7D6383F3836A}"/>
              </a:ext>
            </a:extLst>
          </p:cNvPr>
          <p:cNvSpPr/>
          <p:nvPr/>
        </p:nvSpPr>
        <p:spPr>
          <a:xfrm>
            <a:off x="8310605" y="20632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1" name="!!Oval 2280">
            <a:extLst>
              <a:ext uri="{FF2B5EF4-FFF2-40B4-BE49-F238E27FC236}">
                <a16:creationId xmlns:a16="http://schemas.microsoft.com/office/drawing/2014/main" id="{5F72A217-FEAC-FD6F-737B-0095626D83EE}"/>
              </a:ext>
            </a:extLst>
          </p:cNvPr>
          <p:cNvSpPr/>
          <p:nvPr/>
        </p:nvSpPr>
        <p:spPr>
          <a:xfrm>
            <a:off x="8488088" y="20632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2" name="!!Oval 2281">
            <a:extLst>
              <a:ext uri="{FF2B5EF4-FFF2-40B4-BE49-F238E27FC236}">
                <a16:creationId xmlns:a16="http://schemas.microsoft.com/office/drawing/2014/main" id="{E2F85D8D-2C5A-D840-CF8D-D6413DB7FBD9}"/>
              </a:ext>
            </a:extLst>
          </p:cNvPr>
          <p:cNvSpPr/>
          <p:nvPr/>
        </p:nvSpPr>
        <p:spPr>
          <a:xfrm>
            <a:off x="8665572" y="20632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6" name="!!Straight Arrow Connector 2285">
            <a:extLst>
              <a:ext uri="{FF2B5EF4-FFF2-40B4-BE49-F238E27FC236}">
                <a16:creationId xmlns:a16="http://schemas.microsoft.com/office/drawing/2014/main" id="{CC4DE560-AE52-8ECA-517C-525058E627EA}"/>
              </a:ext>
            </a:extLst>
          </p:cNvPr>
          <p:cNvCxnSpPr>
            <a:cxnSpLocks/>
          </p:cNvCxnSpPr>
          <p:nvPr/>
        </p:nvCxnSpPr>
        <p:spPr>
          <a:xfrm flipV="1">
            <a:off x="8021073" y="2231779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7" name="!!Straight Arrow Connector 2286">
            <a:extLst>
              <a:ext uri="{FF2B5EF4-FFF2-40B4-BE49-F238E27FC236}">
                <a16:creationId xmlns:a16="http://schemas.microsoft.com/office/drawing/2014/main" id="{1AF6B5D1-3E1C-DFDF-2C4D-61863CF19231}"/>
              </a:ext>
            </a:extLst>
          </p:cNvPr>
          <p:cNvCxnSpPr>
            <a:cxnSpLocks/>
          </p:cNvCxnSpPr>
          <p:nvPr/>
        </p:nvCxnSpPr>
        <p:spPr>
          <a:xfrm flipV="1">
            <a:off x="8998410" y="2231779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8" name="!!Oval 2287">
            <a:extLst>
              <a:ext uri="{FF2B5EF4-FFF2-40B4-BE49-F238E27FC236}">
                <a16:creationId xmlns:a16="http://schemas.microsoft.com/office/drawing/2014/main" id="{6B402D85-17A8-4DF8-EF47-C855BCD66D4D}"/>
              </a:ext>
            </a:extLst>
          </p:cNvPr>
          <p:cNvSpPr/>
          <p:nvPr/>
        </p:nvSpPr>
        <p:spPr>
          <a:xfrm>
            <a:off x="8330306" y="259003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9" name="!!Oval 2288">
            <a:extLst>
              <a:ext uri="{FF2B5EF4-FFF2-40B4-BE49-F238E27FC236}">
                <a16:creationId xmlns:a16="http://schemas.microsoft.com/office/drawing/2014/main" id="{341B86D8-3978-98C0-CA61-6E03E6AF2DFB}"/>
              </a:ext>
            </a:extLst>
          </p:cNvPr>
          <p:cNvSpPr/>
          <p:nvPr/>
        </p:nvSpPr>
        <p:spPr>
          <a:xfrm>
            <a:off x="8507789" y="259003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0" name="!!Oval 2289">
            <a:extLst>
              <a:ext uri="{FF2B5EF4-FFF2-40B4-BE49-F238E27FC236}">
                <a16:creationId xmlns:a16="http://schemas.microsoft.com/office/drawing/2014/main" id="{5F352EFD-6E6A-49EF-7DF8-EAEECBBC9206}"/>
              </a:ext>
            </a:extLst>
          </p:cNvPr>
          <p:cNvSpPr/>
          <p:nvPr/>
        </p:nvSpPr>
        <p:spPr>
          <a:xfrm>
            <a:off x="8685273" y="259003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2" name="!!Rectangle 2291">
            <a:extLst>
              <a:ext uri="{FF2B5EF4-FFF2-40B4-BE49-F238E27FC236}">
                <a16:creationId xmlns:a16="http://schemas.microsoft.com/office/drawing/2014/main" id="{07DFB7A3-67D4-703F-15A4-646351B16326}"/>
              </a:ext>
            </a:extLst>
          </p:cNvPr>
          <p:cNvSpPr/>
          <p:nvPr/>
        </p:nvSpPr>
        <p:spPr>
          <a:xfrm>
            <a:off x="5531045" y="5073939"/>
            <a:ext cx="628942" cy="521057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4" name="!!TextBox 2293">
            <a:extLst>
              <a:ext uri="{FF2B5EF4-FFF2-40B4-BE49-F238E27FC236}">
                <a16:creationId xmlns:a16="http://schemas.microsoft.com/office/drawing/2014/main" id="{F7D964D7-92B3-F8FF-F6BD-466131912F16}"/>
              </a:ext>
            </a:extLst>
          </p:cNvPr>
          <p:cNvSpPr txBox="1"/>
          <p:nvPr/>
        </p:nvSpPr>
        <p:spPr>
          <a:xfrm>
            <a:off x="7583031" y="2039762"/>
            <a:ext cx="647995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FFT0</a:t>
            </a:r>
          </a:p>
        </p:txBody>
      </p:sp>
      <p:sp>
        <p:nvSpPr>
          <p:cNvPr id="2295" name="!!TextBox 2294">
            <a:extLst>
              <a:ext uri="{FF2B5EF4-FFF2-40B4-BE49-F238E27FC236}">
                <a16:creationId xmlns:a16="http://schemas.microsoft.com/office/drawing/2014/main" id="{29140222-4856-466A-F60D-F0726FC8FA12}"/>
              </a:ext>
            </a:extLst>
          </p:cNvPr>
          <p:cNvSpPr txBox="1"/>
          <p:nvPr/>
        </p:nvSpPr>
        <p:spPr>
          <a:xfrm>
            <a:off x="7927521" y="2039762"/>
            <a:ext cx="327694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FFT1</a:t>
            </a:r>
          </a:p>
        </p:txBody>
      </p:sp>
      <p:sp>
        <p:nvSpPr>
          <p:cNvPr id="2296" name="!!TextBox 2295">
            <a:extLst>
              <a:ext uri="{FF2B5EF4-FFF2-40B4-BE49-F238E27FC236}">
                <a16:creationId xmlns:a16="http://schemas.microsoft.com/office/drawing/2014/main" id="{F7F5CA21-5686-2115-A213-2F661C87CED6}"/>
              </a:ext>
            </a:extLst>
          </p:cNvPr>
          <p:cNvSpPr txBox="1"/>
          <p:nvPr/>
        </p:nvSpPr>
        <p:spPr>
          <a:xfrm>
            <a:off x="8889015" y="2039762"/>
            <a:ext cx="849668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FFT8</a:t>
            </a:r>
          </a:p>
        </p:txBody>
      </p:sp>
      <p:cxnSp>
        <p:nvCxnSpPr>
          <p:cNvPr id="8" name="!!Straight Arrow Connector 7">
            <a:extLst>
              <a:ext uri="{FF2B5EF4-FFF2-40B4-BE49-F238E27FC236}">
                <a16:creationId xmlns:a16="http://schemas.microsoft.com/office/drawing/2014/main" id="{3BE54F34-E3A7-FF71-9720-4931837BE68D}"/>
              </a:ext>
            </a:extLst>
          </p:cNvPr>
          <p:cNvCxnSpPr/>
          <p:nvPr/>
        </p:nvCxnSpPr>
        <p:spPr>
          <a:xfrm flipV="1">
            <a:off x="8049831" y="1705039"/>
            <a:ext cx="0" cy="2886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!!Straight Arrow Connector 8">
            <a:extLst>
              <a:ext uri="{FF2B5EF4-FFF2-40B4-BE49-F238E27FC236}">
                <a16:creationId xmlns:a16="http://schemas.microsoft.com/office/drawing/2014/main" id="{BE13E631-ADA4-3582-4DBB-EAEDB40BFD9C}"/>
              </a:ext>
            </a:extLst>
          </p:cNvPr>
          <p:cNvCxnSpPr/>
          <p:nvPr/>
        </p:nvCxnSpPr>
        <p:spPr>
          <a:xfrm flipV="1">
            <a:off x="8998410" y="1705039"/>
            <a:ext cx="0" cy="2886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Straight Arrow Connector 9">
            <a:extLst>
              <a:ext uri="{FF2B5EF4-FFF2-40B4-BE49-F238E27FC236}">
                <a16:creationId xmlns:a16="http://schemas.microsoft.com/office/drawing/2014/main" id="{B61569D8-AB1A-93EA-8AC7-4E1456A71918}"/>
              </a:ext>
            </a:extLst>
          </p:cNvPr>
          <p:cNvCxnSpPr>
            <a:cxnSpLocks/>
          </p:cNvCxnSpPr>
          <p:nvPr/>
        </p:nvCxnSpPr>
        <p:spPr>
          <a:xfrm flipV="1">
            <a:off x="8330306" y="1226619"/>
            <a:ext cx="0" cy="46903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!!Rectangle 15">
            <a:extLst>
              <a:ext uri="{FF2B5EF4-FFF2-40B4-BE49-F238E27FC236}">
                <a16:creationId xmlns:a16="http://schemas.microsoft.com/office/drawing/2014/main" id="{B8755B1F-8670-2310-96C8-C45395F25C99}"/>
              </a:ext>
            </a:extLst>
          </p:cNvPr>
          <p:cNvSpPr/>
          <p:nvPr/>
        </p:nvSpPr>
        <p:spPr>
          <a:xfrm>
            <a:off x="8287349" y="4559702"/>
            <a:ext cx="1675685" cy="134373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59p">
            <a:extLst>
              <a:ext uri="{FF2B5EF4-FFF2-40B4-BE49-F238E27FC236}">
                <a16:creationId xmlns:a16="http://schemas.microsoft.com/office/drawing/2014/main" id="{53E99211-BC27-C891-206A-E613CEB197C7}"/>
              </a:ext>
            </a:extLst>
          </p:cNvPr>
          <p:cNvSpPr/>
          <p:nvPr/>
        </p:nvSpPr>
        <p:spPr>
          <a:xfrm>
            <a:off x="8325925" y="4569090"/>
            <a:ext cx="1603693" cy="1334347"/>
          </a:xfrm>
          <a:custGeom>
            <a:avLst/>
            <a:gdLst>
              <a:gd name="csX0" fmla="*/ 3931 w 628942"/>
              <a:gd name="csY0" fmla="*/ 218 h 523309"/>
              <a:gd name="csX1" fmla="*/ 3931 w 628942"/>
              <a:gd name="csY1" fmla="*/ 218 h 523309"/>
              <a:gd name="csX2" fmla="*/ 3931 w 628942"/>
              <a:gd name="csY2" fmla="*/ 218 h 523309"/>
              <a:gd name="csX3" fmla="*/ 3931 w 628942"/>
              <a:gd name="csY3" fmla="*/ 218 h 523309"/>
              <a:gd name="csX4" fmla="*/ 1966 w 628942"/>
              <a:gd name="csY4" fmla="*/ 46664 h 523309"/>
              <a:gd name="csX5" fmla="*/ 41648 w 628942"/>
              <a:gd name="csY5" fmla="*/ 2831 h 523309"/>
              <a:gd name="csX6" fmla="*/ 1966 w 628942"/>
              <a:gd name="csY6" fmla="*/ 46664 h 523309"/>
              <a:gd name="csX7" fmla="*/ 41648 w 628942"/>
              <a:gd name="csY7" fmla="*/ 2831 h 523309"/>
              <a:gd name="csX8" fmla="*/ 1 w 628942"/>
              <a:gd name="csY8" fmla="*/ 93109 h 523309"/>
              <a:gd name="csX9" fmla="*/ 84277 w 628942"/>
              <a:gd name="csY9" fmla="*/ 1 h 523309"/>
              <a:gd name="csX10" fmla="*/ 1 w 628942"/>
              <a:gd name="csY10" fmla="*/ 93109 h 523309"/>
              <a:gd name="csX11" fmla="*/ 84277 w 628942"/>
              <a:gd name="csY11" fmla="*/ 1 h 523309"/>
              <a:gd name="csX12" fmla="*/ 2948 w 628942"/>
              <a:gd name="csY12" fmla="*/ 134039 h 523309"/>
              <a:gd name="csX13" fmla="*/ 121994 w 628942"/>
              <a:gd name="csY13" fmla="*/ 2613 h 523309"/>
              <a:gd name="csX14" fmla="*/ 2948 w 628942"/>
              <a:gd name="csY14" fmla="*/ 134039 h 523309"/>
              <a:gd name="csX15" fmla="*/ 121994 w 628942"/>
              <a:gd name="csY15" fmla="*/ 2613 h 523309"/>
              <a:gd name="csX16" fmla="*/ 983 w 628942"/>
              <a:gd name="csY16" fmla="*/ 180485 h 523309"/>
              <a:gd name="csX17" fmla="*/ 159712 w 628942"/>
              <a:gd name="csY17" fmla="*/ 5225 h 523309"/>
              <a:gd name="csX18" fmla="*/ 983 w 628942"/>
              <a:gd name="csY18" fmla="*/ 180485 h 523309"/>
              <a:gd name="csX19" fmla="*/ 159712 w 628942"/>
              <a:gd name="csY19" fmla="*/ 5225 h 523309"/>
              <a:gd name="csX20" fmla="*/ 4006 w 628942"/>
              <a:gd name="csY20" fmla="*/ 221415 h 523309"/>
              <a:gd name="csX21" fmla="*/ 202341 w 628942"/>
              <a:gd name="csY21" fmla="*/ 2395 h 523309"/>
              <a:gd name="csX22" fmla="*/ 4006 w 628942"/>
              <a:gd name="csY22" fmla="*/ 221415 h 523309"/>
              <a:gd name="csX23" fmla="*/ 202341 w 628942"/>
              <a:gd name="csY23" fmla="*/ 2395 h 523309"/>
              <a:gd name="csX24" fmla="*/ 1966 w 628942"/>
              <a:gd name="csY24" fmla="*/ 267860 h 523309"/>
              <a:gd name="csX25" fmla="*/ 240058 w 628942"/>
              <a:gd name="csY25" fmla="*/ 5008 h 523309"/>
              <a:gd name="csX26" fmla="*/ 1966 w 628942"/>
              <a:gd name="csY26" fmla="*/ 267860 h 523309"/>
              <a:gd name="csX27" fmla="*/ 240058 w 628942"/>
              <a:gd name="csY27" fmla="*/ 5008 h 523309"/>
              <a:gd name="csX28" fmla="*/ 1 w 628942"/>
              <a:gd name="csY28" fmla="*/ 314306 h 523309"/>
              <a:gd name="csX29" fmla="*/ 282688 w 628942"/>
              <a:gd name="csY29" fmla="*/ 2105 h 523309"/>
              <a:gd name="csX30" fmla="*/ 1 w 628942"/>
              <a:gd name="csY30" fmla="*/ 314306 h 523309"/>
              <a:gd name="csX31" fmla="*/ 282688 w 628942"/>
              <a:gd name="csY31" fmla="*/ 2105 h 523309"/>
              <a:gd name="csX32" fmla="*/ 3024 w 628942"/>
              <a:gd name="csY32" fmla="*/ 355236 h 523309"/>
              <a:gd name="csX33" fmla="*/ 320405 w 628942"/>
              <a:gd name="csY33" fmla="*/ 4718 h 523309"/>
              <a:gd name="csX34" fmla="*/ 3024 w 628942"/>
              <a:gd name="csY34" fmla="*/ 355236 h 523309"/>
              <a:gd name="csX35" fmla="*/ 320405 w 628942"/>
              <a:gd name="csY35" fmla="*/ 4718 h 523309"/>
              <a:gd name="csX36" fmla="*/ 1058 w 628942"/>
              <a:gd name="csY36" fmla="*/ 401681 h 523309"/>
              <a:gd name="csX37" fmla="*/ 363035 w 628942"/>
              <a:gd name="csY37" fmla="*/ 1887 h 523309"/>
              <a:gd name="csX38" fmla="*/ 1058 w 628942"/>
              <a:gd name="csY38" fmla="*/ 401681 h 523309"/>
              <a:gd name="csX39" fmla="*/ 363035 w 628942"/>
              <a:gd name="csY39" fmla="*/ 1887 h 523309"/>
              <a:gd name="csX40" fmla="*/ 4006 w 628942"/>
              <a:gd name="csY40" fmla="*/ 442611 h 523309"/>
              <a:gd name="csX41" fmla="*/ 400752 w 628942"/>
              <a:gd name="csY41" fmla="*/ 4500 h 523309"/>
              <a:gd name="csX42" fmla="*/ 4006 w 628942"/>
              <a:gd name="csY42" fmla="*/ 442611 h 523309"/>
              <a:gd name="csX43" fmla="*/ 400752 w 628942"/>
              <a:gd name="csY43" fmla="*/ 4500 h 523309"/>
              <a:gd name="csX44" fmla="*/ 2041 w 628942"/>
              <a:gd name="csY44" fmla="*/ 489057 h 523309"/>
              <a:gd name="csX45" fmla="*/ 443382 w 628942"/>
              <a:gd name="csY45" fmla="*/ 1597 h 523309"/>
              <a:gd name="csX46" fmla="*/ 2041 w 628942"/>
              <a:gd name="csY46" fmla="*/ 489057 h 523309"/>
              <a:gd name="csX47" fmla="*/ 443382 w 628942"/>
              <a:gd name="csY47" fmla="*/ 1597 h 523309"/>
              <a:gd name="csX48" fmla="*/ 14966 w 628942"/>
              <a:gd name="csY48" fmla="*/ 519101 h 523309"/>
              <a:gd name="csX49" fmla="*/ 481099 w 628942"/>
              <a:gd name="csY49" fmla="*/ 4210 h 523309"/>
              <a:gd name="csX50" fmla="*/ 14966 w 628942"/>
              <a:gd name="csY50" fmla="*/ 519101 h 523309"/>
              <a:gd name="csX51" fmla="*/ 481099 w 628942"/>
              <a:gd name="csY51" fmla="*/ 4210 h 523309"/>
              <a:gd name="csX52" fmla="*/ 52607 w 628942"/>
              <a:gd name="csY52" fmla="*/ 521714 h 523309"/>
              <a:gd name="csX53" fmla="*/ 523729 w 628942"/>
              <a:gd name="csY53" fmla="*/ 1379 h 523309"/>
              <a:gd name="csX54" fmla="*/ 52607 w 628942"/>
              <a:gd name="csY54" fmla="*/ 521714 h 523309"/>
              <a:gd name="csX55" fmla="*/ 523729 w 628942"/>
              <a:gd name="csY55" fmla="*/ 1379 h 523309"/>
              <a:gd name="csX56" fmla="*/ 95313 w 628942"/>
              <a:gd name="csY56" fmla="*/ 518811 h 523309"/>
              <a:gd name="csX57" fmla="*/ 561445 w 628942"/>
              <a:gd name="csY57" fmla="*/ 3992 h 523309"/>
              <a:gd name="csX58" fmla="*/ 95313 w 628942"/>
              <a:gd name="csY58" fmla="*/ 518811 h 523309"/>
              <a:gd name="csX59" fmla="*/ 561445 w 628942"/>
              <a:gd name="csY59" fmla="*/ 3992 h 523309"/>
              <a:gd name="csX60" fmla="*/ 132954 w 628942"/>
              <a:gd name="csY60" fmla="*/ 521423 h 523309"/>
              <a:gd name="csX61" fmla="*/ 604075 w 628942"/>
              <a:gd name="csY61" fmla="*/ 1089 h 523309"/>
              <a:gd name="csX62" fmla="*/ 132954 w 628942"/>
              <a:gd name="csY62" fmla="*/ 521423 h 523309"/>
              <a:gd name="csX63" fmla="*/ 604075 w 628942"/>
              <a:gd name="csY63" fmla="*/ 1089 h 523309"/>
              <a:gd name="csX64" fmla="*/ 175660 w 628942"/>
              <a:gd name="csY64" fmla="*/ 518593 h 523309"/>
              <a:gd name="csX65" fmla="*/ 626902 w 628942"/>
              <a:gd name="csY65" fmla="*/ 20175 h 523309"/>
              <a:gd name="csX66" fmla="*/ 175660 w 628942"/>
              <a:gd name="csY66" fmla="*/ 518593 h 523309"/>
              <a:gd name="csX67" fmla="*/ 626902 w 628942"/>
              <a:gd name="csY67" fmla="*/ 20175 h 523309"/>
              <a:gd name="csX68" fmla="*/ 213301 w 628942"/>
              <a:gd name="csY68" fmla="*/ 521206 h 523309"/>
              <a:gd name="csX69" fmla="*/ 624937 w 628942"/>
              <a:gd name="csY69" fmla="*/ 66621 h 523309"/>
              <a:gd name="csX70" fmla="*/ 213301 w 628942"/>
              <a:gd name="csY70" fmla="*/ 521206 h 523309"/>
              <a:gd name="csX71" fmla="*/ 624937 w 628942"/>
              <a:gd name="csY71" fmla="*/ 66621 h 523309"/>
              <a:gd name="csX72" fmla="*/ 256007 w 628942"/>
              <a:gd name="csY72" fmla="*/ 518303 h 523309"/>
              <a:gd name="csX73" fmla="*/ 627885 w 628942"/>
              <a:gd name="csY73" fmla="*/ 107551 h 523309"/>
              <a:gd name="csX74" fmla="*/ 256007 w 628942"/>
              <a:gd name="csY74" fmla="*/ 518303 h 523309"/>
              <a:gd name="csX75" fmla="*/ 627885 w 628942"/>
              <a:gd name="csY75" fmla="*/ 107551 h 523309"/>
              <a:gd name="csX76" fmla="*/ 293648 w 628942"/>
              <a:gd name="csY76" fmla="*/ 520915 h 523309"/>
              <a:gd name="csX77" fmla="*/ 625920 w 628942"/>
              <a:gd name="csY77" fmla="*/ 153996 h 523309"/>
              <a:gd name="csX78" fmla="*/ 293648 w 628942"/>
              <a:gd name="csY78" fmla="*/ 520915 h 523309"/>
              <a:gd name="csX79" fmla="*/ 625920 w 628942"/>
              <a:gd name="csY79" fmla="*/ 153996 h 523309"/>
              <a:gd name="csX80" fmla="*/ 336354 w 628942"/>
              <a:gd name="csY80" fmla="*/ 518085 h 523309"/>
              <a:gd name="csX81" fmla="*/ 628867 w 628942"/>
              <a:gd name="csY81" fmla="*/ 194926 h 523309"/>
              <a:gd name="csX82" fmla="*/ 336354 w 628942"/>
              <a:gd name="csY82" fmla="*/ 518085 h 523309"/>
              <a:gd name="csX83" fmla="*/ 628867 w 628942"/>
              <a:gd name="csY83" fmla="*/ 194926 h 523309"/>
              <a:gd name="csX84" fmla="*/ 373995 w 628942"/>
              <a:gd name="csY84" fmla="*/ 520698 h 523309"/>
              <a:gd name="csX85" fmla="*/ 626902 w 628942"/>
              <a:gd name="csY85" fmla="*/ 241372 h 523309"/>
              <a:gd name="csX86" fmla="*/ 373995 w 628942"/>
              <a:gd name="csY86" fmla="*/ 520698 h 523309"/>
              <a:gd name="csX87" fmla="*/ 626902 w 628942"/>
              <a:gd name="csY87" fmla="*/ 241372 h 523309"/>
              <a:gd name="csX88" fmla="*/ 411712 w 628942"/>
              <a:gd name="csY88" fmla="*/ 523310 h 523309"/>
              <a:gd name="csX89" fmla="*/ 624937 w 628942"/>
              <a:gd name="csY89" fmla="*/ 287745 h 523309"/>
              <a:gd name="csX90" fmla="*/ 411712 w 628942"/>
              <a:gd name="csY90" fmla="*/ 523310 h 523309"/>
              <a:gd name="csX91" fmla="*/ 624937 w 628942"/>
              <a:gd name="csY91" fmla="*/ 287745 h 523309"/>
              <a:gd name="csX92" fmla="*/ 454342 w 628942"/>
              <a:gd name="csY92" fmla="*/ 520408 h 523309"/>
              <a:gd name="csX93" fmla="*/ 627960 w 628942"/>
              <a:gd name="csY93" fmla="*/ 328747 h 523309"/>
              <a:gd name="csX94" fmla="*/ 454342 w 628942"/>
              <a:gd name="csY94" fmla="*/ 520408 h 523309"/>
              <a:gd name="csX95" fmla="*/ 627960 w 628942"/>
              <a:gd name="csY95" fmla="*/ 328747 h 523309"/>
              <a:gd name="csX96" fmla="*/ 492058 w 628942"/>
              <a:gd name="csY96" fmla="*/ 523020 h 523309"/>
              <a:gd name="csX97" fmla="*/ 625920 w 628942"/>
              <a:gd name="csY97" fmla="*/ 375193 h 523309"/>
              <a:gd name="csX98" fmla="*/ 492058 w 628942"/>
              <a:gd name="csY98" fmla="*/ 523020 h 523309"/>
              <a:gd name="csX99" fmla="*/ 625920 w 628942"/>
              <a:gd name="csY99" fmla="*/ 375193 h 523309"/>
              <a:gd name="csX100" fmla="*/ 534688 w 628942"/>
              <a:gd name="csY100" fmla="*/ 520190 h 523309"/>
              <a:gd name="csX101" fmla="*/ 628943 w 628942"/>
              <a:gd name="csY101" fmla="*/ 416123 h 523309"/>
              <a:gd name="csX102" fmla="*/ 534688 w 628942"/>
              <a:gd name="csY102" fmla="*/ 520190 h 523309"/>
              <a:gd name="csX103" fmla="*/ 628943 w 628942"/>
              <a:gd name="csY103" fmla="*/ 416123 h 523309"/>
              <a:gd name="csX104" fmla="*/ 572405 w 628942"/>
              <a:gd name="csY104" fmla="*/ 522802 h 523309"/>
              <a:gd name="csX105" fmla="*/ 626977 w 628942"/>
              <a:gd name="csY105" fmla="*/ 462568 h 523309"/>
              <a:gd name="csX106" fmla="*/ 572405 w 628942"/>
              <a:gd name="csY106" fmla="*/ 522802 h 523309"/>
              <a:gd name="csX107" fmla="*/ 626977 w 628942"/>
              <a:gd name="csY107" fmla="*/ 462568 h 523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628942" h="523309"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1966" y="46664"/>
                </a:moveTo>
                <a:cubicBezTo>
                  <a:pt x="15042" y="28231"/>
                  <a:pt x="24868" y="24457"/>
                  <a:pt x="41648" y="2831"/>
                </a:cubicBezTo>
                <a:moveTo>
                  <a:pt x="1966" y="46664"/>
                </a:moveTo>
                <a:cubicBezTo>
                  <a:pt x="16024" y="31351"/>
                  <a:pt x="26984" y="19087"/>
                  <a:pt x="41648" y="2831"/>
                </a:cubicBezTo>
                <a:moveTo>
                  <a:pt x="1" y="93109"/>
                </a:moveTo>
                <a:cubicBezTo>
                  <a:pt x="21013" y="71483"/>
                  <a:pt x="51323" y="38246"/>
                  <a:pt x="84277" y="1"/>
                </a:cubicBezTo>
                <a:moveTo>
                  <a:pt x="1" y="93109"/>
                </a:moveTo>
                <a:cubicBezTo>
                  <a:pt x="15873" y="70685"/>
                  <a:pt x="41270" y="50655"/>
                  <a:pt x="84277" y="1"/>
                </a:cubicBezTo>
                <a:moveTo>
                  <a:pt x="2948" y="134039"/>
                </a:moveTo>
                <a:cubicBezTo>
                  <a:pt x="22978" y="90352"/>
                  <a:pt x="77929" y="70322"/>
                  <a:pt x="121994" y="2613"/>
                </a:cubicBezTo>
                <a:moveTo>
                  <a:pt x="2948" y="134039"/>
                </a:moveTo>
                <a:cubicBezTo>
                  <a:pt x="39153" y="96520"/>
                  <a:pt x="55404" y="68508"/>
                  <a:pt x="121994" y="2613"/>
                </a:cubicBezTo>
                <a:moveTo>
                  <a:pt x="983" y="180485"/>
                </a:moveTo>
                <a:cubicBezTo>
                  <a:pt x="41043" y="114808"/>
                  <a:pt x="101511" y="79901"/>
                  <a:pt x="159712" y="5225"/>
                </a:cubicBezTo>
                <a:moveTo>
                  <a:pt x="983" y="180485"/>
                </a:moveTo>
                <a:cubicBezTo>
                  <a:pt x="40438" y="136942"/>
                  <a:pt x="77399" y="98117"/>
                  <a:pt x="159712" y="5225"/>
                </a:cubicBezTo>
                <a:moveTo>
                  <a:pt x="4006" y="221415"/>
                </a:moveTo>
                <a:cubicBezTo>
                  <a:pt x="60393" y="171849"/>
                  <a:pt x="82690" y="131064"/>
                  <a:pt x="202341" y="2395"/>
                </a:cubicBezTo>
                <a:moveTo>
                  <a:pt x="4006" y="221415"/>
                </a:moveTo>
                <a:cubicBezTo>
                  <a:pt x="73696" y="143691"/>
                  <a:pt x="155932" y="61396"/>
                  <a:pt x="202341" y="2395"/>
                </a:cubicBezTo>
                <a:moveTo>
                  <a:pt x="1966" y="267860"/>
                </a:moveTo>
                <a:cubicBezTo>
                  <a:pt x="77097" y="182734"/>
                  <a:pt x="141193" y="108494"/>
                  <a:pt x="240058" y="5008"/>
                </a:cubicBezTo>
                <a:moveTo>
                  <a:pt x="1966" y="267860"/>
                </a:moveTo>
                <a:cubicBezTo>
                  <a:pt x="56614" y="201675"/>
                  <a:pt x="117308" y="143981"/>
                  <a:pt x="240058" y="5008"/>
                </a:cubicBezTo>
                <a:moveTo>
                  <a:pt x="1" y="314306"/>
                </a:moveTo>
                <a:cubicBezTo>
                  <a:pt x="70974" y="242968"/>
                  <a:pt x="129478" y="173736"/>
                  <a:pt x="282688" y="2105"/>
                </a:cubicBezTo>
                <a:moveTo>
                  <a:pt x="1" y="314306"/>
                </a:moveTo>
                <a:cubicBezTo>
                  <a:pt x="71579" y="243476"/>
                  <a:pt x="129553" y="175477"/>
                  <a:pt x="282688" y="2105"/>
                </a:cubicBezTo>
                <a:moveTo>
                  <a:pt x="3024" y="355236"/>
                </a:moveTo>
                <a:cubicBezTo>
                  <a:pt x="96447" y="267570"/>
                  <a:pt x="178532" y="147682"/>
                  <a:pt x="320405" y="4718"/>
                </a:cubicBezTo>
                <a:moveTo>
                  <a:pt x="3024" y="355236"/>
                </a:moveTo>
                <a:cubicBezTo>
                  <a:pt x="132425" y="216262"/>
                  <a:pt x="252227" y="77216"/>
                  <a:pt x="320405" y="4718"/>
                </a:cubicBezTo>
                <a:moveTo>
                  <a:pt x="1058" y="401681"/>
                </a:moveTo>
                <a:cubicBezTo>
                  <a:pt x="147618" y="265393"/>
                  <a:pt x="262960" y="97173"/>
                  <a:pt x="363035" y="1887"/>
                </a:cubicBezTo>
                <a:moveTo>
                  <a:pt x="1058" y="401681"/>
                </a:moveTo>
                <a:cubicBezTo>
                  <a:pt x="127890" y="265102"/>
                  <a:pt x="255629" y="136869"/>
                  <a:pt x="363035" y="1887"/>
                </a:cubicBezTo>
                <a:moveTo>
                  <a:pt x="4006" y="442611"/>
                </a:moveTo>
                <a:cubicBezTo>
                  <a:pt x="114058" y="321273"/>
                  <a:pt x="211411" y="209586"/>
                  <a:pt x="400752" y="4500"/>
                </a:cubicBezTo>
                <a:moveTo>
                  <a:pt x="4006" y="442611"/>
                </a:moveTo>
                <a:cubicBezTo>
                  <a:pt x="96749" y="327586"/>
                  <a:pt x="209068" y="213650"/>
                  <a:pt x="400752" y="4500"/>
                </a:cubicBezTo>
                <a:moveTo>
                  <a:pt x="2041" y="489057"/>
                </a:moveTo>
                <a:cubicBezTo>
                  <a:pt x="111488" y="361694"/>
                  <a:pt x="210429" y="264667"/>
                  <a:pt x="443382" y="1597"/>
                </a:cubicBezTo>
                <a:moveTo>
                  <a:pt x="2041" y="489057"/>
                </a:moveTo>
                <a:cubicBezTo>
                  <a:pt x="164246" y="309661"/>
                  <a:pt x="324562" y="120976"/>
                  <a:pt x="443382" y="1597"/>
                </a:cubicBezTo>
                <a:moveTo>
                  <a:pt x="14966" y="519101"/>
                </a:moveTo>
                <a:cubicBezTo>
                  <a:pt x="121994" y="399867"/>
                  <a:pt x="215720" y="292970"/>
                  <a:pt x="481099" y="4210"/>
                </a:cubicBezTo>
                <a:moveTo>
                  <a:pt x="14966" y="519101"/>
                </a:moveTo>
                <a:cubicBezTo>
                  <a:pt x="204760" y="315322"/>
                  <a:pt x="377245" y="126782"/>
                  <a:pt x="481099" y="4210"/>
                </a:cubicBezTo>
                <a:moveTo>
                  <a:pt x="52607" y="521714"/>
                </a:moveTo>
                <a:cubicBezTo>
                  <a:pt x="144065" y="421348"/>
                  <a:pt x="239529" y="303057"/>
                  <a:pt x="523729" y="1379"/>
                </a:cubicBezTo>
                <a:moveTo>
                  <a:pt x="52607" y="521714"/>
                </a:moveTo>
                <a:cubicBezTo>
                  <a:pt x="226377" y="323014"/>
                  <a:pt x="415113" y="122936"/>
                  <a:pt x="523729" y="1379"/>
                </a:cubicBezTo>
                <a:moveTo>
                  <a:pt x="95313" y="518811"/>
                </a:moveTo>
                <a:cubicBezTo>
                  <a:pt x="224412" y="370548"/>
                  <a:pt x="373617" y="222431"/>
                  <a:pt x="561445" y="3992"/>
                </a:cubicBezTo>
                <a:moveTo>
                  <a:pt x="95313" y="518811"/>
                </a:moveTo>
                <a:cubicBezTo>
                  <a:pt x="192440" y="414599"/>
                  <a:pt x="292439" y="320039"/>
                  <a:pt x="561445" y="3992"/>
                </a:cubicBezTo>
                <a:moveTo>
                  <a:pt x="132954" y="521423"/>
                </a:moveTo>
                <a:cubicBezTo>
                  <a:pt x="235070" y="418082"/>
                  <a:pt x="326376" y="302404"/>
                  <a:pt x="604075" y="1089"/>
                </a:cubicBezTo>
                <a:moveTo>
                  <a:pt x="132954" y="521423"/>
                </a:moveTo>
                <a:cubicBezTo>
                  <a:pt x="292892" y="336730"/>
                  <a:pt x="467040" y="148336"/>
                  <a:pt x="604075" y="1089"/>
                </a:cubicBezTo>
                <a:moveTo>
                  <a:pt x="175660" y="518593"/>
                </a:moveTo>
                <a:cubicBezTo>
                  <a:pt x="339830" y="348269"/>
                  <a:pt x="482081" y="194346"/>
                  <a:pt x="626902" y="20175"/>
                </a:cubicBezTo>
                <a:moveTo>
                  <a:pt x="175660" y="518593"/>
                </a:moveTo>
                <a:cubicBezTo>
                  <a:pt x="287148" y="378168"/>
                  <a:pt x="416776" y="244638"/>
                  <a:pt x="626902" y="20175"/>
                </a:cubicBezTo>
                <a:moveTo>
                  <a:pt x="213301" y="521206"/>
                </a:moveTo>
                <a:cubicBezTo>
                  <a:pt x="347842" y="365613"/>
                  <a:pt x="479814" y="210529"/>
                  <a:pt x="624937" y="66621"/>
                </a:cubicBezTo>
                <a:moveTo>
                  <a:pt x="213301" y="521206"/>
                </a:moveTo>
                <a:cubicBezTo>
                  <a:pt x="337790" y="396093"/>
                  <a:pt x="460237" y="260385"/>
                  <a:pt x="624937" y="66621"/>
                </a:cubicBezTo>
                <a:moveTo>
                  <a:pt x="256007" y="518303"/>
                </a:moveTo>
                <a:cubicBezTo>
                  <a:pt x="366738" y="394497"/>
                  <a:pt x="477924" y="249354"/>
                  <a:pt x="627885" y="107551"/>
                </a:cubicBezTo>
                <a:moveTo>
                  <a:pt x="256007" y="518303"/>
                </a:moveTo>
                <a:cubicBezTo>
                  <a:pt x="341040" y="420985"/>
                  <a:pt x="426526" y="332594"/>
                  <a:pt x="627885" y="107551"/>
                </a:cubicBezTo>
                <a:moveTo>
                  <a:pt x="293648" y="520915"/>
                </a:moveTo>
                <a:cubicBezTo>
                  <a:pt x="357064" y="433903"/>
                  <a:pt x="453661" y="347253"/>
                  <a:pt x="625920" y="153996"/>
                </a:cubicBezTo>
                <a:moveTo>
                  <a:pt x="293648" y="520915"/>
                </a:moveTo>
                <a:cubicBezTo>
                  <a:pt x="392135" y="418880"/>
                  <a:pt x="491000" y="298848"/>
                  <a:pt x="625920" y="153996"/>
                </a:cubicBezTo>
                <a:moveTo>
                  <a:pt x="336354" y="518085"/>
                </a:moveTo>
                <a:cubicBezTo>
                  <a:pt x="424788" y="427589"/>
                  <a:pt x="519496" y="332666"/>
                  <a:pt x="628867" y="194926"/>
                </a:cubicBezTo>
                <a:moveTo>
                  <a:pt x="336354" y="518085"/>
                </a:moveTo>
                <a:cubicBezTo>
                  <a:pt x="413223" y="419679"/>
                  <a:pt x="498408" y="341737"/>
                  <a:pt x="628867" y="194926"/>
                </a:cubicBezTo>
                <a:moveTo>
                  <a:pt x="373995" y="520698"/>
                </a:moveTo>
                <a:cubicBezTo>
                  <a:pt x="444364" y="429694"/>
                  <a:pt x="528944" y="324829"/>
                  <a:pt x="626902" y="241372"/>
                </a:cubicBezTo>
                <a:moveTo>
                  <a:pt x="373995" y="520698"/>
                </a:moveTo>
                <a:cubicBezTo>
                  <a:pt x="450335" y="435499"/>
                  <a:pt x="531287" y="342609"/>
                  <a:pt x="626902" y="241372"/>
                </a:cubicBezTo>
                <a:moveTo>
                  <a:pt x="411712" y="523310"/>
                </a:moveTo>
                <a:cubicBezTo>
                  <a:pt x="453283" y="456037"/>
                  <a:pt x="504832" y="417211"/>
                  <a:pt x="624937" y="287745"/>
                </a:cubicBezTo>
                <a:moveTo>
                  <a:pt x="411712" y="523310"/>
                </a:moveTo>
                <a:cubicBezTo>
                  <a:pt x="472255" y="457125"/>
                  <a:pt x="542398" y="383030"/>
                  <a:pt x="624937" y="287745"/>
                </a:cubicBezTo>
                <a:moveTo>
                  <a:pt x="454342" y="520408"/>
                </a:moveTo>
                <a:cubicBezTo>
                  <a:pt x="531211" y="437604"/>
                  <a:pt x="577243" y="388764"/>
                  <a:pt x="627960" y="328747"/>
                </a:cubicBezTo>
                <a:moveTo>
                  <a:pt x="454342" y="520408"/>
                </a:moveTo>
                <a:cubicBezTo>
                  <a:pt x="505437" y="458287"/>
                  <a:pt x="577394" y="393480"/>
                  <a:pt x="627960" y="328747"/>
                </a:cubicBezTo>
                <a:moveTo>
                  <a:pt x="492058" y="523020"/>
                </a:moveTo>
                <a:cubicBezTo>
                  <a:pt x="523351" y="490944"/>
                  <a:pt x="553282" y="450086"/>
                  <a:pt x="625920" y="375193"/>
                </a:cubicBezTo>
                <a:moveTo>
                  <a:pt x="492058" y="523020"/>
                </a:moveTo>
                <a:cubicBezTo>
                  <a:pt x="542398" y="463874"/>
                  <a:pt x="592057" y="414018"/>
                  <a:pt x="625920" y="375193"/>
                </a:cubicBezTo>
                <a:moveTo>
                  <a:pt x="534688" y="520190"/>
                </a:moveTo>
                <a:cubicBezTo>
                  <a:pt x="553282" y="498056"/>
                  <a:pt x="604907" y="463947"/>
                  <a:pt x="628943" y="416123"/>
                </a:cubicBezTo>
                <a:moveTo>
                  <a:pt x="534688" y="520190"/>
                </a:moveTo>
                <a:cubicBezTo>
                  <a:pt x="565754" y="492903"/>
                  <a:pt x="584726" y="461625"/>
                  <a:pt x="628943" y="416123"/>
                </a:cubicBezTo>
                <a:moveTo>
                  <a:pt x="572405" y="522802"/>
                </a:moveTo>
                <a:cubicBezTo>
                  <a:pt x="595081" y="503136"/>
                  <a:pt x="613750" y="468011"/>
                  <a:pt x="626977" y="462568"/>
                </a:cubicBezTo>
                <a:moveTo>
                  <a:pt x="572405" y="522802"/>
                </a:moveTo>
                <a:cubicBezTo>
                  <a:pt x="587976" y="505675"/>
                  <a:pt x="604907" y="486952"/>
                  <a:pt x="626977" y="462568"/>
                </a:cubicBezTo>
              </a:path>
            </a:pathLst>
          </a:custGeom>
          <a:noFill/>
          <a:ln w="3775" cap="rnd">
            <a:solidFill>
              <a:srgbClr val="FFE6C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18" name="!!61p">
            <a:extLst>
              <a:ext uri="{FF2B5EF4-FFF2-40B4-BE49-F238E27FC236}">
                <a16:creationId xmlns:a16="http://schemas.microsoft.com/office/drawing/2014/main" id="{EC618DEC-CF77-668E-3B14-38FB9D7BE05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18928" y="6312319"/>
            <a:ext cx="1503281" cy="314572"/>
          </a:xfrm>
          <a:custGeom>
            <a:avLst/>
            <a:gdLst>
              <a:gd name="csX0" fmla="*/ 0 w 589562"/>
              <a:gd name="csY0" fmla="*/ 0 h 123370"/>
              <a:gd name="csX1" fmla="*/ 589563 w 589562"/>
              <a:gd name="csY1" fmla="*/ 0 h 123370"/>
              <a:gd name="csX2" fmla="*/ 589563 w 589562"/>
              <a:gd name="csY2" fmla="*/ 123371 h 123370"/>
              <a:gd name="csX3" fmla="*/ 0 w 58956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9562" h="123370">
                <a:moveTo>
                  <a:pt x="0" y="0"/>
                </a:moveTo>
                <a:lnTo>
                  <a:pt x="589563" y="0"/>
                </a:lnTo>
                <a:lnTo>
                  <a:pt x="589563" y="123371"/>
                </a:lnTo>
                <a:lnTo>
                  <a:pt x="0" y="123371"/>
                </a:lnTo>
                <a:close/>
              </a:path>
            </a:pathLst>
          </a:custGeom>
        </p:spPr>
      </p:pic>
      <p:grpSp>
        <p:nvGrpSpPr>
          <p:cNvPr id="22" name="!!رسم 9">
            <a:extLst>
              <a:ext uri="{FF2B5EF4-FFF2-40B4-BE49-F238E27FC236}">
                <a16:creationId xmlns:a16="http://schemas.microsoft.com/office/drawing/2014/main" id="{64E55944-8038-DC88-C854-EC017F9C5154}"/>
              </a:ext>
            </a:extLst>
          </p:cNvPr>
          <p:cNvGrpSpPr/>
          <p:nvPr/>
        </p:nvGrpSpPr>
        <p:grpSpPr>
          <a:xfrm>
            <a:off x="8325925" y="5903437"/>
            <a:ext cx="857889" cy="499869"/>
            <a:chOff x="7728634" y="5608345"/>
            <a:chExt cx="857889" cy="499869"/>
          </a:xfrm>
        </p:grpSpPr>
        <p:grpSp>
          <p:nvGrpSpPr>
            <p:cNvPr id="24" name="رسم 9">
              <a:extLst>
                <a:ext uri="{FF2B5EF4-FFF2-40B4-BE49-F238E27FC236}">
                  <a16:creationId xmlns:a16="http://schemas.microsoft.com/office/drawing/2014/main" id="{1F5543BA-5189-A4FE-EE53-0F10DA8C9C23}"/>
                </a:ext>
              </a:extLst>
            </p:cNvPr>
            <p:cNvGrpSpPr/>
            <p:nvPr/>
          </p:nvGrpSpPr>
          <p:grpSpPr>
            <a:xfrm>
              <a:off x="7728634" y="5608345"/>
              <a:ext cx="857889" cy="499869"/>
              <a:chOff x="7728634" y="5608345"/>
              <a:chExt cx="857889" cy="499869"/>
            </a:xfrm>
          </p:grpSpPr>
          <p:sp>
            <p:nvSpPr>
              <p:cNvPr id="26" name="شكل حر: شكل 357">
                <a:extLst>
                  <a:ext uri="{FF2B5EF4-FFF2-40B4-BE49-F238E27FC236}">
                    <a16:creationId xmlns:a16="http://schemas.microsoft.com/office/drawing/2014/main" id="{14DFEAED-C67D-2AC8-0D07-E720704225EC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1 w 831434"/>
                  <a:gd name="csY2" fmla="*/ 171486 h 461769"/>
                  <a:gd name="csX3" fmla="*/ 1 w 831434"/>
                  <a:gd name="csY3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lnTo>
                      <a:pt x="831435" y="171486"/>
                    </a:lnTo>
                    <a:lnTo>
                      <a:pt x="1" y="171486"/>
                    </a:lnTo>
                    <a:lnTo>
                      <a:pt x="1" y="4617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شكل حر: شكل 358">
                <a:extLst>
                  <a:ext uri="{FF2B5EF4-FFF2-40B4-BE49-F238E27FC236}">
                    <a16:creationId xmlns:a16="http://schemas.microsoft.com/office/drawing/2014/main" id="{5EFDDED4-CE3E-D910-F0FD-F37E75EE4067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شكل حر: شكل 359">
                <a:extLst>
                  <a:ext uri="{FF2B5EF4-FFF2-40B4-BE49-F238E27FC236}">
                    <a16:creationId xmlns:a16="http://schemas.microsoft.com/office/drawing/2014/main" id="{99A633AE-B75F-CBEA-C80B-00747872ADE6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831435 w 831434"/>
                  <a:gd name="csY2" fmla="*/ 1 h 461769"/>
                  <a:gd name="csX3" fmla="*/ 831435 w 831434"/>
                  <a:gd name="csY3" fmla="*/ 171486 h 461769"/>
                  <a:gd name="csX4" fmla="*/ 831435 w 831434"/>
                  <a:gd name="csY4" fmla="*/ 171486 h 461769"/>
                  <a:gd name="csX5" fmla="*/ 1 w 831434"/>
                  <a:gd name="csY5" fmla="*/ 171486 h 461769"/>
                  <a:gd name="csX6" fmla="*/ 831435 w 831434"/>
                  <a:gd name="csY6" fmla="*/ 171486 h 461769"/>
                  <a:gd name="csX7" fmla="*/ 1 w 831434"/>
                  <a:gd name="csY7" fmla="*/ 171486 h 461769"/>
                  <a:gd name="csX8" fmla="*/ 1 w 831434"/>
                  <a:gd name="csY8" fmla="*/ 171486 h 461769"/>
                  <a:gd name="csX9" fmla="*/ 1 w 831434"/>
                  <a:gd name="csY9" fmla="*/ 461770 h 461769"/>
                  <a:gd name="csX10" fmla="*/ 1 w 831434"/>
                  <a:gd name="csY10" fmla="*/ 171486 h 461769"/>
                  <a:gd name="csX11" fmla="*/ 1 w 831434"/>
                  <a:gd name="csY11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cubicBezTo>
                      <a:pt x="817906" y="60597"/>
                      <a:pt x="825237" y="123807"/>
                      <a:pt x="831435" y="171486"/>
                    </a:cubicBezTo>
                    <a:moveTo>
                      <a:pt x="831435" y="1"/>
                    </a:moveTo>
                    <a:cubicBezTo>
                      <a:pt x="826975" y="39479"/>
                      <a:pt x="824028" y="69741"/>
                      <a:pt x="831435" y="171486"/>
                    </a:cubicBezTo>
                    <a:moveTo>
                      <a:pt x="831435" y="171486"/>
                    </a:moveTo>
                    <a:cubicBezTo>
                      <a:pt x="548445" y="178162"/>
                      <a:pt x="278380" y="161616"/>
                      <a:pt x="1" y="171486"/>
                    </a:cubicBezTo>
                    <a:moveTo>
                      <a:pt x="831435" y="171486"/>
                    </a:moveTo>
                    <a:cubicBezTo>
                      <a:pt x="600296" y="170542"/>
                      <a:pt x="364622" y="181283"/>
                      <a:pt x="1" y="171486"/>
                    </a:cubicBezTo>
                    <a:moveTo>
                      <a:pt x="1" y="171486"/>
                    </a:moveTo>
                    <a:cubicBezTo>
                      <a:pt x="3628" y="271997"/>
                      <a:pt x="1512" y="362856"/>
                      <a:pt x="1" y="461770"/>
                    </a:cubicBezTo>
                    <a:moveTo>
                      <a:pt x="1" y="171486"/>
                    </a:moveTo>
                    <a:cubicBezTo>
                      <a:pt x="4762" y="237453"/>
                      <a:pt x="5821" y="312201"/>
                      <a:pt x="1" y="4617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شكل حر: شكل 360">
                <a:extLst>
                  <a:ext uri="{FF2B5EF4-FFF2-40B4-BE49-F238E27FC236}">
                    <a16:creationId xmlns:a16="http://schemas.microsoft.com/office/drawing/2014/main" id="{FD782F15-8281-D6CA-E6E5-04E0C05C37DB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867"/>
              </a:xfrm>
              <a:custGeom>
                <a:avLst/>
                <a:gdLst>
                  <a:gd name="csX0" fmla="*/ 26455 w 52909"/>
                  <a:gd name="csY0" fmla="*/ 1 h 50867"/>
                  <a:gd name="csX1" fmla="*/ 52910 w 52909"/>
                  <a:gd name="csY1" fmla="*/ 50800 h 50867"/>
                  <a:gd name="csX2" fmla="*/ 26455 w 52909"/>
                  <a:gd name="csY2" fmla="*/ 38100 h 50867"/>
                  <a:gd name="csX3" fmla="*/ 1 w 52909"/>
                  <a:gd name="csY3" fmla="*/ 50800 h 50867"/>
                  <a:gd name="csX4" fmla="*/ 26455 w 52909"/>
                  <a:gd name="csY4" fmla="*/ 1 h 50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867">
                    <a:moveTo>
                      <a:pt x="26455" y="1"/>
                    </a:moveTo>
                    <a:cubicBezTo>
                      <a:pt x="34089" y="25110"/>
                      <a:pt x="43235" y="25255"/>
                      <a:pt x="52910" y="50800"/>
                    </a:cubicBezTo>
                    <a:cubicBezTo>
                      <a:pt x="38851" y="46373"/>
                      <a:pt x="33107" y="44922"/>
                      <a:pt x="26455" y="38100"/>
                    </a:cubicBezTo>
                    <a:cubicBezTo>
                      <a:pt x="17234" y="42672"/>
                      <a:pt x="10583" y="51744"/>
                      <a:pt x="1" y="50800"/>
                    </a:cubicBezTo>
                    <a:cubicBezTo>
                      <a:pt x="8995" y="45503"/>
                      <a:pt x="10053" y="26489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شكل حر: شكل 361">
                <a:extLst>
                  <a:ext uri="{FF2B5EF4-FFF2-40B4-BE49-F238E27FC236}">
                    <a16:creationId xmlns:a16="http://schemas.microsoft.com/office/drawing/2014/main" id="{470A50F0-F97E-C7F2-019E-606F7C97AF41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554" y="18433"/>
                      <a:pt x="40892" y="37955"/>
                      <a:pt x="52910" y="50800"/>
                    </a:cubicBezTo>
                    <a:moveTo>
                      <a:pt x="26455" y="1"/>
                    </a:moveTo>
                    <a:cubicBezTo>
                      <a:pt x="30234" y="12265"/>
                      <a:pt x="34543" y="20756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7172"/>
                      <a:pt x="35374" y="39697"/>
                      <a:pt x="26455" y="38100"/>
                    </a:cubicBezTo>
                    <a:moveTo>
                      <a:pt x="52910" y="50800"/>
                    </a:moveTo>
                    <a:cubicBezTo>
                      <a:pt x="46334" y="46591"/>
                      <a:pt x="38851" y="45067"/>
                      <a:pt x="26455" y="38100"/>
                    </a:cubicBezTo>
                    <a:moveTo>
                      <a:pt x="26455" y="38100"/>
                    </a:moveTo>
                    <a:cubicBezTo>
                      <a:pt x="17990" y="42454"/>
                      <a:pt x="8390" y="44922"/>
                      <a:pt x="1" y="50800"/>
                    </a:cubicBezTo>
                    <a:moveTo>
                      <a:pt x="26455" y="38100"/>
                    </a:moveTo>
                    <a:cubicBezTo>
                      <a:pt x="21240" y="40423"/>
                      <a:pt x="15193" y="44632"/>
                      <a:pt x="1" y="50800"/>
                    </a:cubicBezTo>
                    <a:moveTo>
                      <a:pt x="1" y="50800"/>
                    </a:moveTo>
                    <a:cubicBezTo>
                      <a:pt x="3553" y="36213"/>
                      <a:pt x="22676" y="11757"/>
                      <a:pt x="26455" y="1"/>
                    </a:cubicBezTo>
                    <a:moveTo>
                      <a:pt x="1" y="50800"/>
                    </a:moveTo>
                    <a:cubicBezTo>
                      <a:pt x="8768" y="37883"/>
                      <a:pt x="17763" y="2162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5" name="صورة 362">
              <a:extLst>
                <a:ext uri="{FF2B5EF4-FFF2-40B4-BE49-F238E27FC236}">
                  <a16:creationId xmlns:a16="http://schemas.microsoft.com/office/drawing/2014/main" id="{C8D5DA18-A5A4-8256-536F-907F160BA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7849570" y="5767131"/>
              <a:ext cx="582004" cy="123370"/>
            </a:xfrm>
            <a:custGeom>
              <a:avLst/>
              <a:gdLst>
                <a:gd name="csX0" fmla="*/ 0 w 582004"/>
                <a:gd name="csY0" fmla="*/ 0 h 123370"/>
                <a:gd name="csX1" fmla="*/ 582004 w 582004"/>
                <a:gd name="csY1" fmla="*/ 0 h 123370"/>
                <a:gd name="csX2" fmla="*/ 582004 w 582004"/>
                <a:gd name="csY2" fmla="*/ 123371 h 123370"/>
                <a:gd name="csX3" fmla="*/ 0 w 582004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2004" h="123370">
                  <a:moveTo>
                    <a:pt x="0" y="0"/>
                  </a:moveTo>
                  <a:lnTo>
                    <a:pt x="582004" y="0"/>
                  </a:lnTo>
                  <a:lnTo>
                    <a:pt x="582004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31" name="!!Rectangle 30">
            <a:extLst>
              <a:ext uri="{FF2B5EF4-FFF2-40B4-BE49-F238E27FC236}">
                <a16:creationId xmlns:a16="http://schemas.microsoft.com/office/drawing/2014/main" id="{051D7A99-4655-AEE5-4380-9E9A1081269B}"/>
              </a:ext>
            </a:extLst>
          </p:cNvPr>
          <p:cNvSpPr/>
          <p:nvPr/>
        </p:nvSpPr>
        <p:spPr>
          <a:xfrm>
            <a:off x="8468101" y="5622570"/>
            <a:ext cx="1369853" cy="280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66EBD"/>
                </a:solidFill>
              </a:rPr>
              <a:t>decoder</a:t>
            </a:r>
          </a:p>
        </p:txBody>
      </p:sp>
      <p:sp>
        <p:nvSpPr>
          <p:cNvPr id="32" name="!!Rectangle 31">
            <a:extLst>
              <a:ext uri="{FF2B5EF4-FFF2-40B4-BE49-F238E27FC236}">
                <a16:creationId xmlns:a16="http://schemas.microsoft.com/office/drawing/2014/main" id="{E8C5A821-998F-CE76-0B0B-F1354B98C314}"/>
              </a:ext>
            </a:extLst>
          </p:cNvPr>
          <p:cNvSpPr/>
          <p:nvPr/>
        </p:nvSpPr>
        <p:spPr>
          <a:xfrm>
            <a:off x="8325925" y="4857708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Rectangle 32">
            <a:extLst>
              <a:ext uri="{FF2B5EF4-FFF2-40B4-BE49-F238E27FC236}">
                <a16:creationId xmlns:a16="http://schemas.microsoft.com/office/drawing/2014/main" id="{BC494533-301E-080C-32EF-321C94EE1A62}"/>
              </a:ext>
            </a:extLst>
          </p:cNvPr>
          <p:cNvSpPr/>
          <p:nvPr/>
        </p:nvSpPr>
        <p:spPr>
          <a:xfrm>
            <a:off x="8662610" y="4857708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Rectangle 33">
            <a:extLst>
              <a:ext uri="{FF2B5EF4-FFF2-40B4-BE49-F238E27FC236}">
                <a16:creationId xmlns:a16="http://schemas.microsoft.com/office/drawing/2014/main" id="{5D10D477-1C5E-1A52-063B-23D22B252322}"/>
              </a:ext>
            </a:extLst>
          </p:cNvPr>
          <p:cNvSpPr/>
          <p:nvPr/>
        </p:nvSpPr>
        <p:spPr>
          <a:xfrm>
            <a:off x="9627755" y="4857708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Oval 34">
            <a:extLst>
              <a:ext uri="{FF2B5EF4-FFF2-40B4-BE49-F238E27FC236}">
                <a16:creationId xmlns:a16="http://schemas.microsoft.com/office/drawing/2014/main" id="{CA4C6E1A-E6EE-5CD6-DC47-37C767B01BB6}"/>
              </a:ext>
            </a:extLst>
          </p:cNvPr>
          <p:cNvSpPr/>
          <p:nvPr/>
        </p:nvSpPr>
        <p:spPr>
          <a:xfrm>
            <a:off x="9070569" y="492734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Oval 35">
            <a:extLst>
              <a:ext uri="{FF2B5EF4-FFF2-40B4-BE49-F238E27FC236}">
                <a16:creationId xmlns:a16="http://schemas.microsoft.com/office/drawing/2014/main" id="{48D1A736-015C-3593-4C98-C16128DDCF5C}"/>
              </a:ext>
            </a:extLst>
          </p:cNvPr>
          <p:cNvSpPr/>
          <p:nvPr/>
        </p:nvSpPr>
        <p:spPr>
          <a:xfrm>
            <a:off x="9248052" y="492734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Oval 36">
            <a:extLst>
              <a:ext uri="{FF2B5EF4-FFF2-40B4-BE49-F238E27FC236}">
                <a16:creationId xmlns:a16="http://schemas.microsoft.com/office/drawing/2014/main" id="{07AEAC88-0BA6-6D71-7F33-242F658FC2C7}"/>
              </a:ext>
            </a:extLst>
          </p:cNvPr>
          <p:cNvSpPr/>
          <p:nvPr/>
        </p:nvSpPr>
        <p:spPr>
          <a:xfrm>
            <a:off x="9425536" y="492734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!!Straight Arrow Connector 38">
            <a:extLst>
              <a:ext uri="{FF2B5EF4-FFF2-40B4-BE49-F238E27FC236}">
                <a16:creationId xmlns:a16="http://schemas.microsoft.com/office/drawing/2014/main" id="{EBBB9856-01AD-7900-6597-EB077F107C00}"/>
              </a:ext>
            </a:extLst>
          </p:cNvPr>
          <p:cNvCxnSpPr>
            <a:cxnSpLocks/>
          </p:cNvCxnSpPr>
          <p:nvPr/>
        </p:nvCxnSpPr>
        <p:spPr>
          <a:xfrm flipV="1">
            <a:off x="8781037" y="5095830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!!Straight Arrow Connector 39">
            <a:extLst>
              <a:ext uri="{FF2B5EF4-FFF2-40B4-BE49-F238E27FC236}">
                <a16:creationId xmlns:a16="http://schemas.microsoft.com/office/drawing/2014/main" id="{4B8C69E9-4F9B-C1C9-AFE4-2334CABC4D75}"/>
              </a:ext>
            </a:extLst>
          </p:cNvPr>
          <p:cNvCxnSpPr>
            <a:cxnSpLocks/>
          </p:cNvCxnSpPr>
          <p:nvPr/>
        </p:nvCxnSpPr>
        <p:spPr>
          <a:xfrm flipV="1">
            <a:off x="9758374" y="5095830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!!Oval 40">
            <a:extLst>
              <a:ext uri="{FF2B5EF4-FFF2-40B4-BE49-F238E27FC236}">
                <a16:creationId xmlns:a16="http://schemas.microsoft.com/office/drawing/2014/main" id="{335191BA-601B-CC45-231A-02DEA2D3596E}"/>
              </a:ext>
            </a:extLst>
          </p:cNvPr>
          <p:cNvSpPr/>
          <p:nvPr/>
        </p:nvSpPr>
        <p:spPr>
          <a:xfrm>
            <a:off x="9090270" y="545408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Oval 41">
            <a:extLst>
              <a:ext uri="{FF2B5EF4-FFF2-40B4-BE49-F238E27FC236}">
                <a16:creationId xmlns:a16="http://schemas.microsoft.com/office/drawing/2014/main" id="{1FD23CDB-4D1A-E395-7964-F56BE58B49EE}"/>
              </a:ext>
            </a:extLst>
          </p:cNvPr>
          <p:cNvSpPr/>
          <p:nvPr/>
        </p:nvSpPr>
        <p:spPr>
          <a:xfrm>
            <a:off x="9267753" y="545408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Oval 42">
            <a:extLst>
              <a:ext uri="{FF2B5EF4-FFF2-40B4-BE49-F238E27FC236}">
                <a16:creationId xmlns:a16="http://schemas.microsoft.com/office/drawing/2014/main" id="{C4E4FFC6-E19F-EB19-753E-00E4B0FAAEFA}"/>
              </a:ext>
            </a:extLst>
          </p:cNvPr>
          <p:cNvSpPr/>
          <p:nvPr/>
        </p:nvSpPr>
        <p:spPr>
          <a:xfrm>
            <a:off x="9445237" y="545408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TextBox 43">
            <a:extLst>
              <a:ext uri="{FF2B5EF4-FFF2-40B4-BE49-F238E27FC236}">
                <a16:creationId xmlns:a16="http://schemas.microsoft.com/office/drawing/2014/main" id="{3B9C8886-7F9F-6932-DA07-EDDD65ED1028}"/>
              </a:ext>
            </a:extLst>
          </p:cNvPr>
          <p:cNvSpPr txBox="1"/>
          <p:nvPr/>
        </p:nvSpPr>
        <p:spPr>
          <a:xfrm>
            <a:off x="8342995" y="4903813"/>
            <a:ext cx="647995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FFT0</a:t>
            </a:r>
          </a:p>
        </p:txBody>
      </p:sp>
      <p:sp>
        <p:nvSpPr>
          <p:cNvPr id="45" name="!!TextBox 44">
            <a:extLst>
              <a:ext uri="{FF2B5EF4-FFF2-40B4-BE49-F238E27FC236}">
                <a16:creationId xmlns:a16="http://schemas.microsoft.com/office/drawing/2014/main" id="{BE00C247-FB0B-E96E-F376-A054CB14AD67}"/>
              </a:ext>
            </a:extLst>
          </p:cNvPr>
          <p:cNvSpPr txBox="1"/>
          <p:nvPr/>
        </p:nvSpPr>
        <p:spPr>
          <a:xfrm>
            <a:off x="8687485" y="4903813"/>
            <a:ext cx="327694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FFT1</a:t>
            </a:r>
          </a:p>
        </p:txBody>
      </p:sp>
      <p:sp>
        <p:nvSpPr>
          <p:cNvPr id="46" name="!!TextBox 45">
            <a:extLst>
              <a:ext uri="{FF2B5EF4-FFF2-40B4-BE49-F238E27FC236}">
                <a16:creationId xmlns:a16="http://schemas.microsoft.com/office/drawing/2014/main" id="{139494CC-E8A4-197B-4C4C-EA3EA393B7FD}"/>
              </a:ext>
            </a:extLst>
          </p:cNvPr>
          <p:cNvSpPr txBox="1"/>
          <p:nvPr/>
        </p:nvSpPr>
        <p:spPr>
          <a:xfrm>
            <a:off x="9648979" y="4903813"/>
            <a:ext cx="849668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FFT8</a:t>
            </a:r>
          </a:p>
        </p:txBody>
      </p:sp>
      <p:sp>
        <p:nvSpPr>
          <p:cNvPr id="55" name="!!شكل حر: شكل 27">
            <a:extLst>
              <a:ext uri="{FF2B5EF4-FFF2-40B4-BE49-F238E27FC236}">
                <a16:creationId xmlns:a16="http://schemas.microsoft.com/office/drawing/2014/main" id="{59C8BD15-6667-B951-2982-8EDD96963063}"/>
              </a:ext>
            </a:extLst>
          </p:cNvPr>
          <p:cNvSpPr/>
          <p:nvPr/>
        </p:nvSpPr>
        <p:spPr>
          <a:xfrm>
            <a:off x="7114391" y="3852612"/>
            <a:ext cx="2726878" cy="443699"/>
          </a:xfrm>
          <a:custGeom>
            <a:avLst/>
            <a:gdLst>
              <a:gd name="csX0" fmla="*/ 2948 w 2726878"/>
              <a:gd name="csY0" fmla="*/ 1089 h 443699"/>
              <a:gd name="csX1" fmla="*/ 2948 w 2726878"/>
              <a:gd name="csY1" fmla="*/ 1089 h 443699"/>
              <a:gd name="csX2" fmla="*/ 2948 w 2726878"/>
              <a:gd name="csY2" fmla="*/ 1089 h 443699"/>
              <a:gd name="csX3" fmla="*/ 2948 w 2726878"/>
              <a:gd name="csY3" fmla="*/ 1089 h 443699"/>
              <a:gd name="csX4" fmla="*/ 983 w 2726878"/>
              <a:gd name="csY4" fmla="*/ 47534 h 443699"/>
              <a:gd name="csX5" fmla="*/ 40665 w 2726878"/>
              <a:gd name="csY5" fmla="*/ 3701 h 443699"/>
              <a:gd name="csX6" fmla="*/ 983 w 2726878"/>
              <a:gd name="csY6" fmla="*/ 47534 h 443699"/>
              <a:gd name="csX7" fmla="*/ 40665 w 2726878"/>
              <a:gd name="csY7" fmla="*/ 3701 h 443699"/>
              <a:gd name="csX8" fmla="*/ 3931 w 2726878"/>
              <a:gd name="csY8" fmla="*/ 88464 h 443699"/>
              <a:gd name="csX9" fmla="*/ 83295 w 2726878"/>
              <a:gd name="csY9" fmla="*/ 871 h 443699"/>
              <a:gd name="csX10" fmla="*/ 3931 w 2726878"/>
              <a:gd name="csY10" fmla="*/ 88464 h 443699"/>
              <a:gd name="csX11" fmla="*/ 83295 w 2726878"/>
              <a:gd name="csY11" fmla="*/ 871 h 443699"/>
              <a:gd name="csX12" fmla="*/ 1966 w 2726878"/>
              <a:gd name="csY12" fmla="*/ 134910 h 443699"/>
              <a:gd name="csX13" fmla="*/ 121012 w 2726878"/>
              <a:gd name="csY13" fmla="*/ 3484 h 443699"/>
              <a:gd name="csX14" fmla="*/ 1966 w 2726878"/>
              <a:gd name="csY14" fmla="*/ 134910 h 443699"/>
              <a:gd name="csX15" fmla="*/ 121012 w 2726878"/>
              <a:gd name="csY15" fmla="*/ 3484 h 443699"/>
              <a:gd name="csX16" fmla="*/ 1 w 2726878"/>
              <a:gd name="csY16" fmla="*/ 181355 h 443699"/>
              <a:gd name="csX17" fmla="*/ 163642 w 2726878"/>
              <a:gd name="csY17" fmla="*/ 581 h 443699"/>
              <a:gd name="csX18" fmla="*/ 1 w 2726878"/>
              <a:gd name="csY18" fmla="*/ 181355 h 443699"/>
              <a:gd name="csX19" fmla="*/ 163642 w 2726878"/>
              <a:gd name="csY19" fmla="*/ 581 h 443699"/>
              <a:gd name="csX20" fmla="*/ 3024 w 2726878"/>
              <a:gd name="csY20" fmla="*/ 222285 h 443699"/>
              <a:gd name="csX21" fmla="*/ 201359 w 2726878"/>
              <a:gd name="csY21" fmla="*/ 3193 h 443699"/>
              <a:gd name="csX22" fmla="*/ 3024 w 2726878"/>
              <a:gd name="csY22" fmla="*/ 222285 h 443699"/>
              <a:gd name="csX23" fmla="*/ 201359 w 2726878"/>
              <a:gd name="csY23" fmla="*/ 3193 h 443699"/>
              <a:gd name="csX24" fmla="*/ 983 w 2726878"/>
              <a:gd name="csY24" fmla="*/ 268731 h 443699"/>
              <a:gd name="csX25" fmla="*/ 243989 w 2726878"/>
              <a:gd name="csY25" fmla="*/ 363 h 443699"/>
              <a:gd name="csX26" fmla="*/ 983 w 2726878"/>
              <a:gd name="csY26" fmla="*/ 268731 h 443699"/>
              <a:gd name="csX27" fmla="*/ 243989 w 2726878"/>
              <a:gd name="csY27" fmla="*/ 363 h 443699"/>
              <a:gd name="csX28" fmla="*/ 4006 w 2726878"/>
              <a:gd name="csY28" fmla="*/ 309661 h 443699"/>
              <a:gd name="csX29" fmla="*/ 281706 w 2726878"/>
              <a:gd name="csY29" fmla="*/ 2976 h 443699"/>
              <a:gd name="csX30" fmla="*/ 4006 w 2726878"/>
              <a:gd name="csY30" fmla="*/ 309661 h 443699"/>
              <a:gd name="csX31" fmla="*/ 281706 w 2726878"/>
              <a:gd name="csY31" fmla="*/ 2976 h 443699"/>
              <a:gd name="csX32" fmla="*/ 2041 w 2726878"/>
              <a:gd name="csY32" fmla="*/ 356106 h 443699"/>
              <a:gd name="csX33" fmla="*/ 324336 w 2726878"/>
              <a:gd name="csY33" fmla="*/ 73 h 443699"/>
              <a:gd name="csX34" fmla="*/ 2041 w 2726878"/>
              <a:gd name="csY34" fmla="*/ 356106 h 443699"/>
              <a:gd name="csX35" fmla="*/ 324336 w 2726878"/>
              <a:gd name="csY35" fmla="*/ 73 h 443699"/>
              <a:gd name="csX36" fmla="*/ 76 w 2726878"/>
              <a:gd name="csY36" fmla="*/ 402552 h 443699"/>
              <a:gd name="csX37" fmla="*/ 362052 w 2726878"/>
              <a:gd name="csY37" fmla="*/ 2686 h 443699"/>
              <a:gd name="csX38" fmla="*/ 76 w 2726878"/>
              <a:gd name="csY38" fmla="*/ 402552 h 443699"/>
              <a:gd name="csX39" fmla="*/ 362052 w 2726878"/>
              <a:gd name="csY39" fmla="*/ 2686 h 443699"/>
              <a:gd name="csX40" fmla="*/ 3024 w 2726878"/>
              <a:gd name="csY40" fmla="*/ 443482 h 443699"/>
              <a:gd name="csX41" fmla="*/ 399694 w 2726878"/>
              <a:gd name="csY41" fmla="*/ 5298 h 443699"/>
              <a:gd name="csX42" fmla="*/ 3024 w 2726878"/>
              <a:gd name="csY42" fmla="*/ 443482 h 443699"/>
              <a:gd name="csX43" fmla="*/ 399694 w 2726878"/>
              <a:gd name="csY43" fmla="*/ 5298 h 443699"/>
              <a:gd name="csX44" fmla="*/ 45654 w 2726878"/>
              <a:gd name="csY44" fmla="*/ 440652 h 443699"/>
              <a:gd name="csX45" fmla="*/ 442399 w 2726878"/>
              <a:gd name="csY45" fmla="*/ 2468 h 443699"/>
              <a:gd name="csX46" fmla="*/ 45654 w 2726878"/>
              <a:gd name="csY46" fmla="*/ 440652 h 443699"/>
              <a:gd name="csX47" fmla="*/ 442399 w 2726878"/>
              <a:gd name="csY47" fmla="*/ 2468 h 443699"/>
              <a:gd name="csX48" fmla="*/ 83371 w 2726878"/>
              <a:gd name="csY48" fmla="*/ 443264 h 443699"/>
              <a:gd name="csX49" fmla="*/ 480040 w 2726878"/>
              <a:gd name="csY49" fmla="*/ 5080 h 443699"/>
              <a:gd name="csX50" fmla="*/ 83371 w 2726878"/>
              <a:gd name="csY50" fmla="*/ 443264 h 443699"/>
              <a:gd name="csX51" fmla="*/ 480040 w 2726878"/>
              <a:gd name="csY51" fmla="*/ 5080 h 443699"/>
              <a:gd name="csX52" fmla="*/ 126001 w 2726878"/>
              <a:gd name="csY52" fmla="*/ 440361 h 443699"/>
              <a:gd name="csX53" fmla="*/ 522746 w 2726878"/>
              <a:gd name="csY53" fmla="*/ 2250 h 443699"/>
              <a:gd name="csX54" fmla="*/ 126001 w 2726878"/>
              <a:gd name="csY54" fmla="*/ 440361 h 443699"/>
              <a:gd name="csX55" fmla="*/ 522746 w 2726878"/>
              <a:gd name="csY55" fmla="*/ 2250 h 443699"/>
              <a:gd name="csX56" fmla="*/ 163718 w 2726878"/>
              <a:gd name="csY56" fmla="*/ 442974 h 443699"/>
              <a:gd name="csX57" fmla="*/ 560463 w 2726878"/>
              <a:gd name="csY57" fmla="*/ 4863 h 443699"/>
              <a:gd name="csX58" fmla="*/ 163718 w 2726878"/>
              <a:gd name="csY58" fmla="*/ 442974 h 443699"/>
              <a:gd name="csX59" fmla="*/ 560463 w 2726878"/>
              <a:gd name="csY59" fmla="*/ 4863 h 443699"/>
              <a:gd name="csX60" fmla="*/ 206347 w 2726878"/>
              <a:gd name="csY60" fmla="*/ 440144 h 443699"/>
              <a:gd name="csX61" fmla="*/ 603093 w 2726878"/>
              <a:gd name="csY61" fmla="*/ 1960 h 443699"/>
              <a:gd name="csX62" fmla="*/ 206347 w 2726878"/>
              <a:gd name="csY62" fmla="*/ 440144 h 443699"/>
              <a:gd name="csX63" fmla="*/ 603093 w 2726878"/>
              <a:gd name="csY63" fmla="*/ 1960 h 443699"/>
              <a:gd name="csX64" fmla="*/ 244064 w 2726878"/>
              <a:gd name="csY64" fmla="*/ 442756 h 443699"/>
              <a:gd name="csX65" fmla="*/ 640810 w 2726878"/>
              <a:gd name="csY65" fmla="*/ 4572 h 443699"/>
              <a:gd name="csX66" fmla="*/ 244064 w 2726878"/>
              <a:gd name="csY66" fmla="*/ 442756 h 443699"/>
              <a:gd name="csX67" fmla="*/ 640810 w 2726878"/>
              <a:gd name="csY67" fmla="*/ 4572 h 443699"/>
              <a:gd name="csX68" fmla="*/ 286694 w 2726878"/>
              <a:gd name="csY68" fmla="*/ 439853 h 443699"/>
              <a:gd name="csX69" fmla="*/ 683440 w 2726878"/>
              <a:gd name="csY69" fmla="*/ 1742 h 443699"/>
              <a:gd name="csX70" fmla="*/ 286694 w 2726878"/>
              <a:gd name="csY70" fmla="*/ 439853 h 443699"/>
              <a:gd name="csX71" fmla="*/ 683440 w 2726878"/>
              <a:gd name="csY71" fmla="*/ 1742 h 443699"/>
              <a:gd name="csX72" fmla="*/ 324411 w 2726878"/>
              <a:gd name="csY72" fmla="*/ 442466 h 443699"/>
              <a:gd name="csX73" fmla="*/ 721157 w 2726878"/>
              <a:gd name="csY73" fmla="*/ 4355 h 443699"/>
              <a:gd name="csX74" fmla="*/ 324411 w 2726878"/>
              <a:gd name="csY74" fmla="*/ 442466 h 443699"/>
              <a:gd name="csX75" fmla="*/ 721157 w 2726878"/>
              <a:gd name="csY75" fmla="*/ 4355 h 443699"/>
              <a:gd name="csX76" fmla="*/ 367041 w 2726878"/>
              <a:gd name="csY76" fmla="*/ 439636 h 443699"/>
              <a:gd name="csX77" fmla="*/ 763787 w 2726878"/>
              <a:gd name="csY77" fmla="*/ 1452 h 443699"/>
              <a:gd name="csX78" fmla="*/ 367041 w 2726878"/>
              <a:gd name="csY78" fmla="*/ 439636 h 443699"/>
              <a:gd name="csX79" fmla="*/ 763787 w 2726878"/>
              <a:gd name="csY79" fmla="*/ 1452 h 443699"/>
              <a:gd name="csX80" fmla="*/ 404758 w 2726878"/>
              <a:gd name="csY80" fmla="*/ 442248 h 443699"/>
              <a:gd name="csX81" fmla="*/ 801503 w 2726878"/>
              <a:gd name="csY81" fmla="*/ 4064 h 443699"/>
              <a:gd name="csX82" fmla="*/ 404758 w 2726878"/>
              <a:gd name="csY82" fmla="*/ 442248 h 443699"/>
              <a:gd name="csX83" fmla="*/ 801503 w 2726878"/>
              <a:gd name="csY83" fmla="*/ 4064 h 443699"/>
              <a:gd name="csX84" fmla="*/ 447388 w 2726878"/>
              <a:gd name="csY84" fmla="*/ 439345 h 443699"/>
              <a:gd name="csX85" fmla="*/ 844133 w 2726878"/>
              <a:gd name="csY85" fmla="*/ 1234 h 443699"/>
              <a:gd name="csX86" fmla="*/ 447388 w 2726878"/>
              <a:gd name="csY86" fmla="*/ 439345 h 443699"/>
              <a:gd name="csX87" fmla="*/ 844133 w 2726878"/>
              <a:gd name="csY87" fmla="*/ 1234 h 443699"/>
              <a:gd name="csX88" fmla="*/ 485105 w 2726878"/>
              <a:gd name="csY88" fmla="*/ 441958 h 443699"/>
              <a:gd name="csX89" fmla="*/ 881850 w 2726878"/>
              <a:gd name="csY89" fmla="*/ 3847 h 443699"/>
              <a:gd name="csX90" fmla="*/ 485105 w 2726878"/>
              <a:gd name="csY90" fmla="*/ 441958 h 443699"/>
              <a:gd name="csX91" fmla="*/ 881850 w 2726878"/>
              <a:gd name="csY91" fmla="*/ 3847 h 443699"/>
              <a:gd name="csX92" fmla="*/ 527735 w 2726878"/>
              <a:gd name="csY92" fmla="*/ 439128 h 443699"/>
              <a:gd name="csX93" fmla="*/ 924480 w 2726878"/>
              <a:gd name="csY93" fmla="*/ 944 h 443699"/>
              <a:gd name="csX94" fmla="*/ 527735 w 2726878"/>
              <a:gd name="csY94" fmla="*/ 439128 h 443699"/>
              <a:gd name="csX95" fmla="*/ 924480 w 2726878"/>
              <a:gd name="csY95" fmla="*/ 944 h 443699"/>
              <a:gd name="csX96" fmla="*/ 565452 w 2726878"/>
              <a:gd name="csY96" fmla="*/ 441740 h 443699"/>
              <a:gd name="csX97" fmla="*/ 962197 w 2726878"/>
              <a:gd name="csY97" fmla="*/ 3556 h 443699"/>
              <a:gd name="csX98" fmla="*/ 565452 w 2726878"/>
              <a:gd name="csY98" fmla="*/ 441740 h 443699"/>
              <a:gd name="csX99" fmla="*/ 962197 w 2726878"/>
              <a:gd name="csY99" fmla="*/ 3556 h 443699"/>
              <a:gd name="csX100" fmla="*/ 608081 w 2726878"/>
              <a:gd name="csY100" fmla="*/ 438910 h 443699"/>
              <a:gd name="csX101" fmla="*/ 1004827 w 2726878"/>
              <a:gd name="csY101" fmla="*/ 726 h 443699"/>
              <a:gd name="csX102" fmla="*/ 608081 w 2726878"/>
              <a:gd name="csY102" fmla="*/ 438910 h 443699"/>
              <a:gd name="csX103" fmla="*/ 1004827 w 2726878"/>
              <a:gd name="csY103" fmla="*/ 726 h 443699"/>
              <a:gd name="csX104" fmla="*/ 645798 w 2726878"/>
              <a:gd name="csY104" fmla="*/ 441523 h 443699"/>
              <a:gd name="csX105" fmla="*/ 1042544 w 2726878"/>
              <a:gd name="csY105" fmla="*/ 3339 h 443699"/>
              <a:gd name="csX106" fmla="*/ 645798 w 2726878"/>
              <a:gd name="csY106" fmla="*/ 441523 h 443699"/>
              <a:gd name="csX107" fmla="*/ 1042544 w 2726878"/>
              <a:gd name="csY107" fmla="*/ 3339 h 443699"/>
              <a:gd name="csX108" fmla="*/ 688428 w 2726878"/>
              <a:gd name="csY108" fmla="*/ 438620 h 443699"/>
              <a:gd name="csX109" fmla="*/ 1085174 w 2726878"/>
              <a:gd name="csY109" fmla="*/ 436 h 443699"/>
              <a:gd name="csX110" fmla="*/ 688428 w 2726878"/>
              <a:gd name="csY110" fmla="*/ 438620 h 443699"/>
              <a:gd name="csX111" fmla="*/ 1085174 w 2726878"/>
              <a:gd name="csY111" fmla="*/ 436 h 443699"/>
              <a:gd name="csX112" fmla="*/ 726145 w 2726878"/>
              <a:gd name="csY112" fmla="*/ 441232 h 443699"/>
              <a:gd name="csX113" fmla="*/ 1122890 w 2726878"/>
              <a:gd name="csY113" fmla="*/ 3048 h 443699"/>
              <a:gd name="csX114" fmla="*/ 726145 w 2726878"/>
              <a:gd name="csY114" fmla="*/ 441232 h 443699"/>
              <a:gd name="csX115" fmla="*/ 1122890 w 2726878"/>
              <a:gd name="csY115" fmla="*/ 3048 h 443699"/>
              <a:gd name="csX116" fmla="*/ 768775 w 2726878"/>
              <a:gd name="csY116" fmla="*/ 438402 h 443699"/>
              <a:gd name="csX117" fmla="*/ 1165520 w 2726878"/>
              <a:gd name="csY117" fmla="*/ 218 h 443699"/>
              <a:gd name="csX118" fmla="*/ 768775 w 2726878"/>
              <a:gd name="csY118" fmla="*/ 438402 h 443699"/>
              <a:gd name="csX119" fmla="*/ 1165520 w 2726878"/>
              <a:gd name="csY119" fmla="*/ 218 h 443699"/>
              <a:gd name="csX120" fmla="*/ 806492 w 2726878"/>
              <a:gd name="csY120" fmla="*/ 441015 h 443699"/>
              <a:gd name="csX121" fmla="*/ 1203237 w 2726878"/>
              <a:gd name="csY121" fmla="*/ 2831 h 443699"/>
              <a:gd name="csX122" fmla="*/ 806492 w 2726878"/>
              <a:gd name="csY122" fmla="*/ 441015 h 443699"/>
              <a:gd name="csX123" fmla="*/ 1203237 w 2726878"/>
              <a:gd name="csY123" fmla="*/ 2831 h 443699"/>
              <a:gd name="csX124" fmla="*/ 844209 w 2726878"/>
              <a:gd name="csY124" fmla="*/ 443627 h 443699"/>
              <a:gd name="csX125" fmla="*/ 1245867 w 2726878"/>
              <a:gd name="csY125" fmla="*/ 1 h 443699"/>
              <a:gd name="csX126" fmla="*/ 844209 w 2726878"/>
              <a:gd name="csY126" fmla="*/ 443627 h 443699"/>
              <a:gd name="csX127" fmla="*/ 1245867 w 2726878"/>
              <a:gd name="csY127" fmla="*/ 1 h 443699"/>
              <a:gd name="csX128" fmla="*/ 886839 w 2726878"/>
              <a:gd name="csY128" fmla="*/ 440724 h 443699"/>
              <a:gd name="csX129" fmla="*/ 1283584 w 2726878"/>
              <a:gd name="csY129" fmla="*/ 2613 h 443699"/>
              <a:gd name="csX130" fmla="*/ 886839 w 2726878"/>
              <a:gd name="csY130" fmla="*/ 440724 h 443699"/>
              <a:gd name="csX131" fmla="*/ 1283584 w 2726878"/>
              <a:gd name="csY131" fmla="*/ 2613 h 443699"/>
              <a:gd name="csX132" fmla="*/ 924556 w 2726878"/>
              <a:gd name="csY132" fmla="*/ 443337 h 443699"/>
              <a:gd name="csX133" fmla="*/ 1321226 w 2726878"/>
              <a:gd name="csY133" fmla="*/ 5225 h 443699"/>
              <a:gd name="csX134" fmla="*/ 924556 w 2726878"/>
              <a:gd name="csY134" fmla="*/ 443337 h 443699"/>
              <a:gd name="csX135" fmla="*/ 1321226 w 2726878"/>
              <a:gd name="csY135" fmla="*/ 5225 h 443699"/>
              <a:gd name="csX136" fmla="*/ 967186 w 2726878"/>
              <a:gd name="csY136" fmla="*/ 440507 h 443699"/>
              <a:gd name="csX137" fmla="*/ 1363931 w 2726878"/>
              <a:gd name="csY137" fmla="*/ 2323 h 443699"/>
              <a:gd name="csX138" fmla="*/ 967186 w 2726878"/>
              <a:gd name="csY138" fmla="*/ 440507 h 443699"/>
              <a:gd name="csX139" fmla="*/ 1363931 w 2726878"/>
              <a:gd name="csY139" fmla="*/ 2323 h 443699"/>
              <a:gd name="csX140" fmla="*/ 1004902 w 2726878"/>
              <a:gd name="csY140" fmla="*/ 443119 h 443699"/>
              <a:gd name="csX141" fmla="*/ 1401572 w 2726878"/>
              <a:gd name="csY141" fmla="*/ 4935 h 443699"/>
              <a:gd name="csX142" fmla="*/ 1004902 w 2726878"/>
              <a:gd name="csY142" fmla="*/ 443119 h 443699"/>
              <a:gd name="csX143" fmla="*/ 1401572 w 2726878"/>
              <a:gd name="csY143" fmla="*/ 4935 h 443699"/>
              <a:gd name="csX144" fmla="*/ 1047532 w 2726878"/>
              <a:gd name="csY144" fmla="*/ 440216 h 443699"/>
              <a:gd name="csX145" fmla="*/ 1444278 w 2726878"/>
              <a:gd name="csY145" fmla="*/ 2105 h 443699"/>
              <a:gd name="csX146" fmla="*/ 1047532 w 2726878"/>
              <a:gd name="csY146" fmla="*/ 440216 h 443699"/>
              <a:gd name="csX147" fmla="*/ 1444278 w 2726878"/>
              <a:gd name="csY147" fmla="*/ 2105 h 443699"/>
              <a:gd name="csX148" fmla="*/ 1085249 w 2726878"/>
              <a:gd name="csY148" fmla="*/ 442829 h 443699"/>
              <a:gd name="csX149" fmla="*/ 1481919 w 2726878"/>
              <a:gd name="csY149" fmla="*/ 4718 h 443699"/>
              <a:gd name="csX150" fmla="*/ 1085249 w 2726878"/>
              <a:gd name="csY150" fmla="*/ 442829 h 443699"/>
              <a:gd name="csX151" fmla="*/ 1481919 w 2726878"/>
              <a:gd name="csY151" fmla="*/ 4718 h 443699"/>
              <a:gd name="csX152" fmla="*/ 1127879 w 2726878"/>
              <a:gd name="csY152" fmla="*/ 439999 h 443699"/>
              <a:gd name="csX153" fmla="*/ 1524625 w 2726878"/>
              <a:gd name="csY153" fmla="*/ 1815 h 443699"/>
              <a:gd name="csX154" fmla="*/ 1127879 w 2726878"/>
              <a:gd name="csY154" fmla="*/ 439999 h 443699"/>
              <a:gd name="csX155" fmla="*/ 1524625 w 2726878"/>
              <a:gd name="csY155" fmla="*/ 1815 h 443699"/>
              <a:gd name="csX156" fmla="*/ 1165596 w 2726878"/>
              <a:gd name="csY156" fmla="*/ 442611 h 443699"/>
              <a:gd name="csX157" fmla="*/ 1562266 w 2726878"/>
              <a:gd name="csY157" fmla="*/ 4427 h 443699"/>
              <a:gd name="csX158" fmla="*/ 1165596 w 2726878"/>
              <a:gd name="csY158" fmla="*/ 442611 h 443699"/>
              <a:gd name="csX159" fmla="*/ 1562266 w 2726878"/>
              <a:gd name="csY159" fmla="*/ 4427 h 443699"/>
              <a:gd name="csX160" fmla="*/ 1208226 w 2726878"/>
              <a:gd name="csY160" fmla="*/ 439708 h 443699"/>
              <a:gd name="csX161" fmla="*/ 1604972 w 2726878"/>
              <a:gd name="csY161" fmla="*/ 1597 h 443699"/>
              <a:gd name="csX162" fmla="*/ 1208226 w 2726878"/>
              <a:gd name="csY162" fmla="*/ 439708 h 443699"/>
              <a:gd name="csX163" fmla="*/ 1604972 w 2726878"/>
              <a:gd name="csY163" fmla="*/ 1597 h 443699"/>
              <a:gd name="csX164" fmla="*/ 1245943 w 2726878"/>
              <a:gd name="csY164" fmla="*/ 442321 h 443699"/>
              <a:gd name="csX165" fmla="*/ 1642613 w 2726878"/>
              <a:gd name="csY165" fmla="*/ 4210 h 443699"/>
              <a:gd name="csX166" fmla="*/ 1245943 w 2726878"/>
              <a:gd name="csY166" fmla="*/ 442321 h 443699"/>
              <a:gd name="csX167" fmla="*/ 1642613 w 2726878"/>
              <a:gd name="csY167" fmla="*/ 4210 h 443699"/>
              <a:gd name="csX168" fmla="*/ 1288573 w 2726878"/>
              <a:gd name="csY168" fmla="*/ 439491 h 443699"/>
              <a:gd name="csX169" fmla="*/ 1685318 w 2726878"/>
              <a:gd name="csY169" fmla="*/ 1307 h 443699"/>
              <a:gd name="csX170" fmla="*/ 1288573 w 2726878"/>
              <a:gd name="csY170" fmla="*/ 439491 h 443699"/>
              <a:gd name="csX171" fmla="*/ 1685318 w 2726878"/>
              <a:gd name="csY171" fmla="*/ 1307 h 443699"/>
              <a:gd name="csX172" fmla="*/ 1326290 w 2726878"/>
              <a:gd name="csY172" fmla="*/ 442103 h 443699"/>
              <a:gd name="csX173" fmla="*/ 1722960 w 2726878"/>
              <a:gd name="csY173" fmla="*/ 3919 h 443699"/>
              <a:gd name="csX174" fmla="*/ 1326290 w 2726878"/>
              <a:gd name="csY174" fmla="*/ 442103 h 443699"/>
              <a:gd name="csX175" fmla="*/ 1722960 w 2726878"/>
              <a:gd name="csY175" fmla="*/ 3919 h 443699"/>
              <a:gd name="csX176" fmla="*/ 1368920 w 2726878"/>
              <a:gd name="csY176" fmla="*/ 439273 h 443699"/>
              <a:gd name="csX177" fmla="*/ 1765665 w 2726878"/>
              <a:gd name="csY177" fmla="*/ 1089 h 443699"/>
              <a:gd name="csX178" fmla="*/ 1368920 w 2726878"/>
              <a:gd name="csY178" fmla="*/ 439273 h 443699"/>
              <a:gd name="csX179" fmla="*/ 1765665 w 2726878"/>
              <a:gd name="csY179" fmla="*/ 1089 h 443699"/>
              <a:gd name="csX180" fmla="*/ 1406637 w 2726878"/>
              <a:gd name="csY180" fmla="*/ 441885 h 443699"/>
              <a:gd name="csX181" fmla="*/ 1803306 w 2726878"/>
              <a:gd name="csY181" fmla="*/ 3701 h 443699"/>
              <a:gd name="csX182" fmla="*/ 1406637 w 2726878"/>
              <a:gd name="csY182" fmla="*/ 441885 h 443699"/>
              <a:gd name="csX183" fmla="*/ 1803306 w 2726878"/>
              <a:gd name="csY183" fmla="*/ 3701 h 443699"/>
              <a:gd name="csX184" fmla="*/ 1449267 w 2726878"/>
              <a:gd name="csY184" fmla="*/ 438983 h 443699"/>
              <a:gd name="csX185" fmla="*/ 1846012 w 2726878"/>
              <a:gd name="csY185" fmla="*/ 799 h 443699"/>
              <a:gd name="csX186" fmla="*/ 1449267 w 2726878"/>
              <a:gd name="csY186" fmla="*/ 438983 h 443699"/>
              <a:gd name="csX187" fmla="*/ 1846012 w 2726878"/>
              <a:gd name="csY187" fmla="*/ 799 h 443699"/>
              <a:gd name="csX188" fmla="*/ 1486984 w 2726878"/>
              <a:gd name="csY188" fmla="*/ 441595 h 443699"/>
              <a:gd name="csX189" fmla="*/ 1883653 w 2726878"/>
              <a:gd name="csY189" fmla="*/ 3411 h 443699"/>
              <a:gd name="csX190" fmla="*/ 1486984 w 2726878"/>
              <a:gd name="csY190" fmla="*/ 441595 h 443699"/>
              <a:gd name="csX191" fmla="*/ 1883653 w 2726878"/>
              <a:gd name="csY191" fmla="*/ 3411 h 443699"/>
              <a:gd name="csX192" fmla="*/ 1529613 w 2726878"/>
              <a:gd name="csY192" fmla="*/ 438765 h 443699"/>
              <a:gd name="csX193" fmla="*/ 1926359 w 2726878"/>
              <a:gd name="csY193" fmla="*/ 581 h 443699"/>
              <a:gd name="csX194" fmla="*/ 1529613 w 2726878"/>
              <a:gd name="csY194" fmla="*/ 438765 h 443699"/>
              <a:gd name="csX195" fmla="*/ 1926359 w 2726878"/>
              <a:gd name="csY195" fmla="*/ 581 h 443699"/>
              <a:gd name="csX196" fmla="*/ 1567330 w 2726878"/>
              <a:gd name="csY196" fmla="*/ 441377 h 443699"/>
              <a:gd name="csX197" fmla="*/ 1964000 w 2726878"/>
              <a:gd name="csY197" fmla="*/ 3193 h 443699"/>
              <a:gd name="csX198" fmla="*/ 1567330 w 2726878"/>
              <a:gd name="csY198" fmla="*/ 441377 h 443699"/>
              <a:gd name="csX199" fmla="*/ 1964000 w 2726878"/>
              <a:gd name="csY199" fmla="*/ 3193 h 443699"/>
              <a:gd name="csX200" fmla="*/ 1609960 w 2726878"/>
              <a:gd name="csY200" fmla="*/ 438475 h 443699"/>
              <a:gd name="csX201" fmla="*/ 2006706 w 2726878"/>
              <a:gd name="csY201" fmla="*/ 291 h 443699"/>
              <a:gd name="csX202" fmla="*/ 1609960 w 2726878"/>
              <a:gd name="csY202" fmla="*/ 438475 h 443699"/>
              <a:gd name="csX203" fmla="*/ 2006706 w 2726878"/>
              <a:gd name="csY203" fmla="*/ 291 h 443699"/>
              <a:gd name="csX204" fmla="*/ 1647677 w 2726878"/>
              <a:gd name="csY204" fmla="*/ 441087 h 443699"/>
              <a:gd name="csX205" fmla="*/ 2044347 w 2726878"/>
              <a:gd name="csY205" fmla="*/ 2903 h 443699"/>
              <a:gd name="csX206" fmla="*/ 1647677 w 2726878"/>
              <a:gd name="csY206" fmla="*/ 441087 h 443699"/>
              <a:gd name="csX207" fmla="*/ 2044347 w 2726878"/>
              <a:gd name="csY207" fmla="*/ 2903 h 443699"/>
              <a:gd name="csX208" fmla="*/ 1685394 w 2726878"/>
              <a:gd name="csY208" fmla="*/ 443700 h 443699"/>
              <a:gd name="csX209" fmla="*/ 2087052 w 2726878"/>
              <a:gd name="csY209" fmla="*/ 73 h 443699"/>
              <a:gd name="csX210" fmla="*/ 1685394 w 2726878"/>
              <a:gd name="csY210" fmla="*/ 443700 h 443699"/>
              <a:gd name="csX211" fmla="*/ 2087052 w 2726878"/>
              <a:gd name="csY211" fmla="*/ 73 h 443699"/>
              <a:gd name="csX212" fmla="*/ 1728024 w 2726878"/>
              <a:gd name="csY212" fmla="*/ 440870 h 443699"/>
              <a:gd name="csX213" fmla="*/ 2124694 w 2726878"/>
              <a:gd name="csY213" fmla="*/ 2686 h 443699"/>
              <a:gd name="csX214" fmla="*/ 1728024 w 2726878"/>
              <a:gd name="csY214" fmla="*/ 440870 h 443699"/>
              <a:gd name="csX215" fmla="*/ 2124694 w 2726878"/>
              <a:gd name="csY215" fmla="*/ 2686 h 443699"/>
              <a:gd name="csX216" fmla="*/ 1765741 w 2726878"/>
              <a:gd name="csY216" fmla="*/ 443482 h 443699"/>
              <a:gd name="csX217" fmla="*/ 2162411 w 2726878"/>
              <a:gd name="csY217" fmla="*/ 5298 h 443699"/>
              <a:gd name="csX218" fmla="*/ 1765741 w 2726878"/>
              <a:gd name="csY218" fmla="*/ 443482 h 443699"/>
              <a:gd name="csX219" fmla="*/ 2162411 w 2726878"/>
              <a:gd name="csY219" fmla="*/ 5298 h 443699"/>
              <a:gd name="csX220" fmla="*/ 1808370 w 2726878"/>
              <a:gd name="csY220" fmla="*/ 440579 h 443699"/>
              <a:gd name="csX221" fmla="*/ 2205041 w 2726878"/>
              <a:gd name="csY221" fmla="*/ 2468 h 443699"/>
              <a:gd name="csX222" fmla="*/ 1808370 w 2726878"/>
              <a:gd name="csY222" fmla="*/ 440579 h 443699"/>
              <a:gd name="csX223" fmla="*/ 2205041 w 2726878"/>
              <a:gd name="csY223" fmla="*/ 2468 h 443699"/>
              <a:gd name="csX224" fmla="*/ 1846088 w 2726878"/>
              <a:gd name="csY224" fmla="*/ 443192 h 443699"/>
              <a:gd name="csX225" fmla="*/ 2242758 w 2726878"/>
              <a:gd name="csY225" fmla="*/ 5080 h 443699"/>
              <a:gd name="csX226" fmla="*/ 1846088 w 2726878"/>
              <a:gd name="csY226" fmla="*/ 443192 h 443699"/>
              <a:gd name="csX227" fmla="*/ 2242758 w 2726878"/>
              <a:gd name="csY227" fmla="*/ 5080 h 443699"/>
              <a:gd name="csX228" fmla="*/ 1888717 w 2726878"/>
              <a:gd name="csY228" fmla="*/ 440361 h 443699"/>
              <a:gd name="csX229" fmla="*/ 2285388 w 2726878"/>
              <a:gd name="csY229" fmla="*/ 2178 h 443699"/>
              <a:gd name="csX230" fmla="*/ 1888717 w 2726878"/>
              <a:gd name="csY230" fmla="*/ 440361 h 443699"/>
              <a:gd name="csX231" fmla="*/ 2285388 w 2726878"/>
              <a:gd name="csY231" fmla="*/ 2178 h 443699"/>
              <a:gd name="csX232" fmla="*/ 1926434 w 2726878"/>
              <a:gd name="csY232" fmla="*/ 442974 h 443699"/>
              <a:gd name="csX233" fmla="*/ 2323104 w 2726878"/>
              <a:gd name="csY233" fmla="*/ 4790 h 443699"/>
              <a:gd name="csX234" fmla="*/ 1926434 w 2726878"/>
              <a:gd name="csY234" fmla="*/ 442974 h 443699"/>
              <a:gd name="csX235" fmla="*/ 2323104 w 2726878"/>
              <a:gd name="csY235" fmla="*/ 4790 h 443699"/>
              <a:gd name="csX236" fmla="*/ 1969064 w 2726878"/>
              <a:gd name="csY236" fmla="*/ 440071 h 443699"/>
              <a:gd name="csX237" fmla="*/ 2365734 w 2726878"/>
              <a:gd name="csY237" fmla="*/ 1960 h 443699"/>
              <a:gd name="csX238" fmla="*/ 1969064 w 2726878"/>
              <a:gd name="csY238" fmla="*/ 440071 h 443699"/>
              <a:gd name="csX239" fmla="*/ 2365734 w 2726878"/>
              <a:gd name="csY239" fmla="*/ 1960 h 443699"/>
              <a:gd name="csX240" fmla="*/ 2006781 w 2726878"/>
              <a:gd name="csY240" fmla="*/ 442684 h 443699"/>
              <a:gd name="csX241" fmla="*/ 2403451 w 2726878"/>
              <a:gd name="csY241" fmla="*/ 4572 h 443699"/>
              <a:gd name="csX242" fmla="*/ 2006781 w 2726878"/>
              <a:gd name="csY242" fmla="*/ 442684 h 443699"/>
              <a:gd name="csX243" fmla="*/ 2403451 w 2726878"/>
              <a:gd name="csY243" fmla="*/ 4572 h 443699"/>
              <a:gd name="csX244" fmla="*/ 2049411 w 2726878"/>
              <a:gd name="csY244" fmla="*/ 439853 h 443699"/>
              <a:gd name="csX245" fmla="*/ 2446081 w 2726878"/>
              <a:gd name="csY245" fmla="*/ 1669 h 443699"/>
              <a:gd name="csX246" fmla="*/ 2049411 w 2726878"/>
              <a:gd name="csY246" fmla="*/ 439853 h 443699"/>
              <a:gd name="csX247" fmla="*/ 2446081 w 2726878"/>
              <a:gd name="csY247" fmla="*/ 1669 h 443699"/>
              <a:gd name="csX248" fmla="*/ 2087128 w 2726878"/>
              <a:gd name="csY248" fmla="*/ 442466 h 443699"/>
              <a:gd name="csX249" fmla="*/ 2483798 w 2726878"/>
              <a:gd name="csY249" fmla="*/ 4282 h 443699"/>
              <a:gd name="csX250" fmla="*/ 2087128 w 2726878"/>
              <a:gd name="csY250" fmla="*/ 442466 h 443699"/>
              <a:gd name="csX251" fmla="*/ 2483798 w 2726878"/>
              <a:gd name="csY251" fmla="*/ 4282 h 443699"/>
              <a:gd name="csX252" fmla="*/ 2129758 w 2726878"/>
              <a:gd name="csY252" fmla="*/ 439563 h 443699"/>
              <a:gd name="csX253" fmla="*/ 2526428 w 2726878"/>
              <a:gd name="csY253" fmla="*/ 1452 h 443699"/>
              <a:gd name="csX254" fmla="*/ 2129758 w 2726878"/>
              <a:gd name="csY254" fmla="*/ 439563 h 443699"/>
              <a:gd name="csX255" fmla="*/ 2526428 w 2726878"/>
              <a:gd name="csY255" fmla="*/ 1452 h 443699"/>
              <a:gd name="csX256" fmla="*/ 2167475 w 2726878"/>
              <a:gd name="csY256" fmla="*/ 442176 h 443699"/>
              <a:gd name="csX257" fmla="*/ 2564145 w 2726878"/>
              <a:gd name="csY257" fmla="*/ 4064 h 443699"/>
              <a:gd name="csX258" fmla="*/ 2167475 w 2726878"/>
              <a:gd name="csY258" fmla="*/ 442176 h 443699"/>
              <a:gd name="csX259" fmla="*/ 2564145 w 2726878"/>
              <a:gd name="csY259" fmla="*/ 4064 h 443699"/>
              <a:gd name="csX260" fmla="*/ 2210105 w 2726878"/>
              <a:gd name="csY260" fmla="*/ 439345 h 443699"/>
              <a:gd name="csX261" fmla="*/ 2606774 w 2726878"/>
              <a:gd name="csY261" fmla="*/ 1161 h 443699"/>
              <a:gd name="csX262" fmla="*/ 2210105 w 2726878"/>
              <a:gd name="csY262" fmla="*/ 439345 h 443699"/>
              <a:gd name="csX263" fmla="*/ 2606774 w 2726878"/>
              <a:gd name="csY263" fmla="*/ 1161 h 443699"/>
              <a:gd name="csX264" fmla="*/ 2247822 w 2726878"/>
              <a:gd name="csY264" fmla="*/ 441958 h 443699"/>
              <a:gd name="csX265" fmla="*/ 2644491 w 2726878"/>
              <a:gd name="csY265" fmla="*/ 3774 h 443699"/>
              <a:gd name="csX266" fmla="*/ 2247822 w 2726878"/>
              <a:gd name="csY266" fmla="*/ 441958 h 443699"/>
              <a:gd name="csX267" fmla="*/ 2644491 w 2726878"/>
              <a:gd name="csY267" fmla="*/ 3774 h 443699"/>
              <a:gd name="csX268" fmla="*/ 2290452 w 2726878"/>
              <a:gd name="csY268" fmla="*/ 439128 h 443699"/>
              <a:gd name="csX269" fmla="*/ 2687121 w 2726878"/>
              <a:gd name="csY269" fmla="*/ 944 h 443699"/>
              <a:gd name="csX270" fmla="*/ 2290452 w 2726878"/>
              <a:gd name="csY270" fmla="*/ 439128 h 443699"/>
              <a:gd name="csX271" fmla="*/ 2687121 w 2726878"/>
              <a:gd name="csY271" fmla="*/ 944 h 443699"/>
              <a:gd name="csX272" fmla="*/ 2328168 w 2726878"/>
              <a:gd name="csY272" fmla="*/ 441740 h 443699"/>
              <a:gd name="csX273" fmla="*/ 2724838 w 2726878"/>
              <a:gd name="csY273" fmla="*/ 3556 h 443699"/>
              <a:gd name="csX274" fmla="*/ 2328168 w 2726878"/>
              <a:gd name="csY274" fmla="*/ 441740 h 443699"/>
              <a:gd name="csX275" fmla="*/ 2724838 w 2726878"/>
              <a:gd name="csY275" fmla="*/ 3556 h 443699"/>
              <a:gd name="csX276" fmla="*/ 2370798 w 2726878"/>
              <a:gd name="csY276" fmla="*/ 438837 h 443699"/>
              <a:gd name="csX277" fmla="*/ 2722873 w 2726878"/>
              <a:gd name="csY277" fmla="*/ 50002 h 443699"/>
              <a:gd name="csX278" fmla="*/ 2370798 w 2726878"/>
              <a:gd name="csY278" fmla="*/ 438837 h 443699"/>
              <a:gd name="csX279" fmla="*/ 2722873 w 2726878"/>
              <a:gd name="csY279" fmla="*/ 50002 h 443699"/>
              <a:gd name="csX280" fmla="*/ 2408515 w 2726878"/>
              <a:gd name="csY280" fmla="*/ 441450 h 443699"/>
              <a:gd name="csX281" fmla="*/ 2725821 w 2726878"/>
              <a:gd name="csY281" fmla="*/ 90932 h 443699"/>
              <a:gd name="csX282" fmla="*/ 2408515 w 2726878"/>
              <a:gd name="csY282" fmla="*/ 441450 h 443699"/>
              <a:gd name="csX283" fmla="*/ 2725821 w 2726878"/>
              <a:gd name="csY283" fmla="*/ 90932 h 443699"/>
              <a:gd name="csX284" fmla="*/ 2451145 w 2726878"/>
              <a:gd name="csY284" fmla="*/ 438620 h 443699"/>
              <a:gd name="csX285" fmla="*/ 2723856 w 2726878"/>
              <a:gd name="csY285" fmla="*/ 137377 h 443699"/>
              <a:gd name="csX286" fmla="*/ 2451145 w 2726878"/>
              <a:gd name="csY286" fmla="*/ 438620 h 443699"/>
              <a:gd name="csX287" fmla="*/ 2723856 w 2726878"/>
              <a:gd name="csY287" fmla="*/ 137377 h 443699"/>
              <a:gd name="csX288" fmla="*/ 2488862 w 2726878"/>
              <a:gd name="csY288" fmla="*/ 441232 h 443699"/>
              <a:gd name="csX289" fmla="*/ 2726879 w 2726878"/>
              <a:gd name="csY289" fmla="*/ 178307 h 443699"/>
              <a:gd name="csX290" fmla="*/ 2488862 w 2726878"/>
              <a:gd name="csY290" fmla="*/ 441232 h 443699"/>
              <a:gd name="csX291" fmla="*/ 2726879 w 2726878"/>
              <a:gd name="csY291" fmla="*/ 178307 h 443699"/>
              <a:gd name="csX292" fmla="*/ 2531492 w 2726878"/>
              <a:gd name="csY292" fmla="*/ 438330 h 443699"/>
              <a:gd name="csX293" fmla="*/ 2724914 w 2726878"/>
              <a:gd name="csY293" fmla="*/ 224753 h 443699"/>
              <a:gd name="csX294" fmla="*/ 2531492 w 2726878"/>
              <a:gd name="csY294" fmla="*/ 438330 h 443699"/>
              <a:gd name="csX295" fmla="*/ 2724914 w 2726878"/>
              <a:gd name="csY295" fmla="*/ 224753 h 443699"/>
              <a:gd name="csX296" fmla="*/ 2569209 w 2726878"/>
              <a:gd name="csY296" fmla="*/ 440942 h 443699"/>
              <a:gd name="csX297" fmla="*/ 2722873 w 2726878"/>
              <a:gd name="csY297" fmla="*/ 271198 h 443699"/>
              <a:gd name="csX298" fmla="*/ 2569209 w 2726878"/>
              <a:gd name="csY298" fmla="*/ 440942 h 443699"/>
              <a:gd name="csX299" fmla="*/ 2722873 w 2726878"/>
              <a:gd name="csY299" fmla="*/ 271198 h 443699"/>
              <a:gd name="csX300" fmla="*/ 2606850 w 2726878"/>
              <a:gd name="csY300" fmla="*/ 443555 h 443699"/>
              <a:gd name="csX301" fmla="*/ 2725896 w 2726878"/>
              <a:gd name="csY301" fmla="*/ 312128 h 443699"/>
              <a:gd name="csX302" fmla="*/ 2606850 w 2726878"/>
              <a:gd name="csY302" fmla="*/ 443555 h 443699"/>
              <a:gd name="csX303" fmla="*/ 2725896 w 2726878"/>
              <a:gd name="csY303" fmla="*/ 312128 h 443699"/>
              <a:gd name="csX304" fmla="*/ 2649556 w 2726878"/>
              <a:gd name="csY304" fmla="*/ 440724 h 443699"/>
              <a:gd name="csX305" fmla="*/ 2723931 w 2726878"/>
              <a:gd name="csY305" fmla="*/ 358574 h 443699"/>
              <a:gd name="csX306" fmla="*/ 2649556 w 2726878"/>
              <a:gd name="csY306" fmla="*/ 440724 h 443699"/>
              <a:gd name="csX307" fmla="*/ 2723931 w 2726878"/>
              <a:gd name="csY307" fmla="*/ 358574 h 443699"/>
              <a:gd name="csX308" fmla="*/ 2687197 w 2726878"/>
              <a:gd name="csY308" fmla="*/ 443337 h 443699"/>
              <a:gd name="csX309" fmla="*/ 2721966 w 2726878"/>
              <a:gd name="csY309" fmla="*/ 404947 h 443699"/>
              <a:gd name="csX310" fmla="*/ 2687197 w 2726878"/>
              <a:gd name="csY310" fmla="*/ 443337 h 443699"/>
              <a:gd name="csX311" fmla="*/ 2721966 w 2726878"/>
              <a:gd name="csY311" fmla="*/ 404947 h 44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</a:cxnLst>
            <a:rect l="l" t="t" r="r" b="b"/>
            <a:pathLst>
              <a:path w="2726878" h="443699">
                <a:moveTo>
                  <a:pt x="2948" y="1089"/>
                </a:moveTo>
                <a:cubicBezTo>
                  <a:pt x="2948" y="1089"/>
                  <a:pt x="2948" y="1089"/>
                  <a:pt x="2948" y="1089"/>
                </a:cubicBezTo>
                <a:moveTo>
                  <a:pt x="2948" y="1089"/>
                </a:moveTo>
                <a:cubicBezTo>
                  <a:pt x="2948" y="1089"/>
                  <a:pt x="2948" y="1089"/>
                  <a:pt x="2948" y="1089"/>
                </a:cubicBezTo>
                <a:moveTo>
                  <a:pt x="983" y="47534"/>
                </a:moveTo>
                <a:cubicBezTo>
                  <a:pt x="6652" y="31133"/>
                  <a:pt x="27135" y="26634"/>
                  <a:pt x="40665" y="3701"/>
                </a:cubicBezTo>
                <a:moveTo>
                  <a:pt x="983" y="47534"/>
                </a:moveTo>
                <a:cubicBezTo>
                  <a:pt x="12094" y="40858"/>
                  <a:pt x="17536" y="28593"/>
                  <a:pt x="40665" y="3701"/>
                </a:cubicBezTo>
                <a:moveTo>
                  <a:pt x="3931" y="88464"/>
                </a:moveTo>
                <a:cubicBezTo>
                  <a:pt x="35450" y="61976"/>
                  <a:pt x="49811" y="30771"/>
                  <a:pt x="83295" y="871"/>
                </a:cubicBezTo>
                <a:moveTo>
                  <a:pt x="3931" y="88464"/>
                </a:moveTo>
                <a:cubicBezTo>
                  <a:pt x="30159" y="56315"/>
                  <a:pt x="59637" y="23296"/>
                  <a:pt x="83295" y="871"/>
                </a:cubicBezTo>
                <a:moveTo>
                  <a:pt x="1966" y="134910"/>
                </a:moveTo>
                <a:cubicBezTo>
                  <a:pt x="33182" y="105229"/>
                  <a:pt x="73620" y="69161"/>
                  <a:pt x="121012" y="3484"/>
                </a:cubicBezTo>
                <a:moveTo>
                  <a:pt x="1966" y="134910"/>
                </a:moveTo>
                <a:cubicBezTo>
                  <a:pt x="39758" y="90569"/>
                  <a:pt x="92365" y="34254"/>
                  <a:pt x="121012" y="3484"/>
                </a:cubicBezTo>
                <a:moveTo>
                  <a:pt x="1" y="181355"/>
                </a:moveTo>
                <a:cubicBezTo>
                  <a:pt x="36961" y="126056"/>
                  <a:pt x="102796" y="72862"/>
                  <a:pt x="163642" y="581"/>
                </a:cubicBezTo>
                <a:moveTo>
                  <a:pt x="1" y="181355"/>
                </a:moveTo>
                <a:cubicBezTo>
                  <a:pt x="44671" y="129104"/>
                  <a:pt x="82464" y="93690"/>
                  <a:pt x="163642" y="581"/>
                </a:cubicBezTo>
                <a:moveTo>
                  <a:pt x="3024" y="222285"/>
                </a:moveTo>
                <a:cubicBezTo>
                  <a:pt x="67573" y="142457"/>
                  <a:pt x="135675" y="76781"/>
                  <a:pt x="201359" y="3193"/>
                </a:cubicBezTo>
                <a:moveTo>
                  <a:pt x="3024" y="222285"/>
                </a:moveTo>
                <a:cubicBezTo>
                  <a:pt x="71579" y="143764"/>
                  <a:pt x="152758" y="58275"/>
                  <a:pt x="201359" y="3193"/>
                </a:cubicBezTo>
                <a:moveTo>
                  <a:pt x="983" y="268731"/>
                </a:moveTo>
                <a:cubicBezTo>
                  <a:pt x="96296" y="182807"/>
                  <a:pt x="190399" y="65169"/>
                  <a:pt x="243989" y="363"/>
                </a:cubicBezTo>
                <a:moveTo>
                  <a:pt x="983" y="268731"/>
                </a:moveTo>
                <a:cubicBezTo>
                  <a:pt x="62358" y="199426"/>
                  <a:pt x="120634" y="135636"/>
                  <a:pt x="243989" y="363"/>
                </a:cubicBezTo>
                <a:moveTo>
                  <a:pt x="4006" y="309661"/>
                </a:moveTo>
                <a:cubicBezTo>
                  <a:pt x="117913" y="191080"/>
                  <a:pt x="205818" y="110381"/>
                  <a:pt x="281706" y="2976"/>
                </a:cubicBezTo>
                <a:moveTo>
                  <a:pt x="4006" y="309661"/>
                </a:moveTo>
                <a:cubicBezTo>
                  <a:pt x="66213" y="250153"/>
                  <a:pt x="119122" y="183387"/>
                  <a:pt x="281706" y="2976"/>
                </a:cubicBezTo>
                <a:moveTo>
                  <a:pt x="2041" y="356106"/>
                </a:moveTo>
                <a:cubicBezTo>
                  <a:pt x="84731" y="256612"/>
                  <a:pt x="143234" y="195870"/>
                  <a:pt x="324336" y="73"/>
                </a:cubicBezTo>
                <a:moveTo>
                  <a:pt x="2041" y="356106"/>
                </a:moveTo>
                <a:cubicBezTo>
                  <a:pt x="84580" y="267062"/>
                  <a:pt x="173619" y="165317"/>
                  <a:pt x="324336" y="73"/>
                </a:cubicBezTo>
                <a:moveTo>
                  <a:pt x="76" y="402552"/>
                </a:moveTo>
                <a:cubicBezTo>
                  <a:pt x="81405" y="329400"/>
                  <a:pt x="156461" y="224753"/>
                  <a:pt x="362052" y="2686"/>
                </a:cubicBezTo>
                <a:moveTo>
                  <a:pt x="76" y="402552"/>
                </a:moveTo>
                <a:cubicBezTo>
                  <a:pt x="81935" y="326207"/>
                  <a:pt x="147542" y="234477"/>
                  <a:pt x="362052" y="2686"/>
                </a:cubicBezTo>
                <a:moveTo>
                  <a:pt x="3024" y="443482"/>
                </a:moveTo>
                <a:cubicBezTo>
                  <a:pt x="113227" y="331142"/>
                  <a:pt x="244745" y="183097"/>
                  <a:pt x="399694" y="5298"/>
                </a:cubicBezTo>
                <a:moveTo>
                  <a:pt x="3024" y="443482"/>
                </a:moveTo>
                <a:cubicBezTo>
                  <a:pt x="104988" y="323377"/>
                  <a:pt x="209976" y="213359"/>
                  <a:pt x="399694" y="5298"/>
                </a:cubicBezTo>
                <a:moveTo>
                  <a:pt x="45654" y="440652"/>
                </a:moveTo>
                <a:cubicBezTo>
                  <a:pt x="129478" y="351172"/>
                  <a:pt x="240361" y="239703"/>
                  <a:pt x="442399" y="2468"/>
                </a:cubicBezTo>
                <a:moveTo>
                  <a:pt x="45654" y="440652"/>
                </a:moveTo>
                <a:cubicBezTo>
                  <a:pt x="181404" y="279109"/>
                  <a:pt x="328417" y="132733"/>
                  <a:pt x="442399" y="2468"/>
                </a:cubicBezTo>
                <a:moveTo>
                  <a:pt x="83371" y="443264"/>
                </a:moveTo>
                <a:cubicBezTo>
                  <a:pt x="187073" y="334625"/>
                  <a:pt x="300451" y="220689"/>
                  <a:pt x="480040" y="5080"/>
                </a:cubicBezTo>
                <a:moveTo>
                  <a:pt x="83371" y="443264"/>
                </a:moveTo>
                <a:cubicBezTo>
                  <a:pt x="240814" y="265320"/>
                  <a:pt x="405589" y="98407"/>
                  <a:pt x="480040" y="5080"/>
                </a:cubicBezTo>
                <a:moveTo>
                  <a:pt x="126001" y="440361"/>
                </a:moveTo>
                <a:cubicBezTo>
                  <a:pt x="205516" y="348632"/>
                  <a:pt x="291910" y="247758"/>
                  <a:pt x="522746" y="2250"/>
                </a:cubicBezTo>
                <a:moveTo>
                  <a:pt x="126001" y="440361"/>
                </a:moveTo>
                <a:cubicBezTo>
                  <a:pt x="279060" y="282011"/>
                  <a:pt x="422747" y="111034"/>
                  <a:pt x="522746" y="2250"/>
                </a:cubicBezTo>
                <a:moveTo>
                  <a:pt x="163718" y="442974"/>
                </a:moveTo>
                <a:cubicBezTo>
                  <a:pt x="318893" y="269674"/>
                  <a:pt x="455097" y="112848"/>
                  <a:pt x="560463" y="4863"/>
                </a:cubicBezTo>
                <a:moveTo>
                  <a:pt x="163718" y="442974"/>
                </a:moveTo>
                <a:cubicBezTo>
                  <a:pt x="294253" y="288833"/>
                  <a:pt x="444062" y="130991"/>
                  <a:pt x="560463" y="4863"/>
                </a:cubicBezTo>
                <a:moveTo>
                  <a:pt x="206347" y="440144"/>
                </a:moveTo>
                <a:cubicBezTo>
                  <a:pt x="293346" y="330271"/>
                  <a:pt x="401205" y="237453"/>
                  <a:pt x="603093" y="1960"/>
                </a:cubicBezTo>
                <a:moveTo>
                  <a:pt x="206347" y="440144"/>
                </a:moveTo>
                <a:cubicBezTo>
                  <a:pt x="308387" y="344132"/>
                  <a:pt x="400072" y="230341"/>
                  <a:pt x="603093" y="1960"/>
                </a:cubicBezTo>
                <a:moveTo>
                  <a:pt x="244064" y="442756"/>
                </a:moveTo>
                <a:cubicBezTo>
                  <a:pt x="345424" y="345076"/>
                  <a:pt x="450336" y="242388"/>
                  <a:pt x="640810" y="4572"/>
                </a:cubicBezTo>
                <a:moveTo>
                  <a:pt x="244064" y="442756"/>
                </a:moveTo>
                <a:cubicBezTo>
                  <a:pt x="389565" y="275698"/>
                  <a:pt x="544892" y="114590"/>
                  <a:pt x="640810" y="4572"/>
                </a:cubicBezTo>
                <a:moveTo>
                  <a:pt x="286694" y="439853"/>
                </a:moveTo>
                <a:cubicBezTo>
                  <a:pt x="382612" y="353857"/>
                  <a:pt x="474750" y="236437"/>
                  <a:pt x="683440" y="1742"/>
                </a:cubicBezTo>
                <a:moveTo>
                  <a:pt x="286694" y="439853"/>
                </a:moveTo>
                <a:cubicBezTo>
                  <a:pt x="407857" y="309734"/>
                  <a:pt x="516548" y="187887"/>
                  <a:pt x="683440" y="1742"/>
                </a:cubicBezTo>
                <a:moveTo>
                  <a:pt x="324411" y="442466"/>
                </a:moveTo>
                <a:cubicBezTo>
                  <a:pt x="447161" y="284914"/>
                  <a:pt x="605814" y="145288"/>
                  <a:pt x="721157" y="4355"/>
                </a:cubicBezTo>
                <a:moveTo>
                  <a:pt x="324411" y="442466"/>
                </a:moveTo>
                <a:cubicBezTo>
                  <a:pt x="423276" y="334771"/>
                  <a:pt x="527054" y="215827"/>
                  <a:pt x="721157" y="4355"/>
                </a:cubicBezTo>
                <a:moveTo>
                  <a:pt x="367041" y="439636"/>
                </a:moveTo>
                <a:cubicBezTo>
                  <a:pt x="461371" y="328167"/>
                  <a:pt x="566132" y="234550"/>
                  <a:pt x="763787" y="1452"/>
                </a:cubicBezTo>
                <a:moveTo>
                  <a:pt x="367041" y="439636"/>
                </a:moveTo>
                <a:cubicBezTo>
                  <a:pt x="488128" y="309081"/>
                  <a:pt x="593116" y="183024"/>
                  <a:pt x="763787" y="1452"/>
                </a:cubicBezTo>
                <a:moveTo>
                  <a:pt x="404758" y="442248"/>
                </a:moveTo>
                <a:cubicBezTo>
                  <a:pt x="538997" y="305452"/>
                  <a:pt x="656456" y="174098"/>
                  <a:pt x="801503" y="4064"/>
                </a:cubicBezTo>
                <a:moveTo>
                  <a:pt x="404758" y="442248"/>
                </a:moveTo>
                <a:cubicBezTo>
                  <a:pt x="533933" y="291010"/>
                  <a:pt x="670288" y="146231"/>
                  <a:pt x="801503" y="4064"/>
                </a:cubicBezTo>
                <a:moveTo>
                  <a:pt x="447388" y="439345"/>
                </a:moveTo>
                <a:cubicBezTo>
                  <a:pt x="586993" y="271779"/>
                  <a:pt x="725389" y="109438"/>
                  <a:pt x="844133" y="1234"/>
                </a:cubicBezTo>
                <a:moveTo>
                  <a:pt x="447388" y="439345"/>
                </a:moveTo>
                <a:cubicBezTo>
                  <a:pt x="595081" y="278673"/>
                  <a:pt x="735593" y="115606"/>
                  <a:pt x="844133" y="1234"/>
                </a:cubicBezTo>
                <a:moveTo>
                  <a:pt x="485105" y="441958"/>
                </a:moveTo>
                <a:cubicBezTo>
                  <a:pt x="584877" y="315104"/>
                  <a:pt x="703999" y="186581"/>
                  <a:pt x="881850" y="3847"/>
                </a:cubicBezTo>
                <a:moveTo>
                  <a:pt x="485105" y="441958"/>
                </a:moveTo>
                <a:cubicBezTo>
                  <a:pt x="595232" y="320982"/>
                  <a:pt x="707400" y="207046"/>
                  <a:pt x="881850" y="3847"/>
                </a:cubicBezTo>
                <a:moveTo>
                  <a:pt x="527735" y="439128"/>
                </a:moveTo>
                <a:cubicBezTo>
                  <a:pt x="681323" y="273521"/>
                  <a:pt x="826749" y="95939"/>
                  <a:pt x="924480" y="944"/>
                </a:cubicBezTo>
                <a:moveTo>
                  <a:pt x="527735" y="439128"/>
                </a:moveTo>
                <a:cubicBezTo>
                  <a:pt x="638315" y="310169"/>
                  <a:pt x="769984" y="184258"/>
                  <a:pt x="924480" y="944"/>
                </a:cubicBezTo>
                <a:moveTo>
                  <a:pt x="565452" y="441740"/>
                </a:moveTo>
                <a:cubicBezTo>
                  <a:pt x="715412" y="260240"/>
                  <a:pt x="863634" y="110526"/>
                  <a:pt x="962197" y="3556"/>
                </a:cubicBezTo>
                <a:moveTo>
                  <a:pt x="565452" y="441740"/>
                </a:moveTo>
                <a:cubicBezTo>
                  <a:pt x="698935" y="300445"/>
                  <a:pt x="822819" y="154939"/>
                  <a:pt x="962197" y="3556"/>
                </a:cubicBezTo>
                <a:moveTo>
                  <a:pt x="608081" y="438910"/>
                </a:moveTo>
                <a:cubicBezTo>
                  <a:pt x="738919" y="269166"/>
                  <a:pt x="884193" y="139845"/>
                  <a:pt x="1004827" y="726"/>
                </a:cubicBezTo>
                <a:moveTo>
                  <a:pt x="608081" y="438910"/>
                </a:moveTo>
                <a:cubicBezTo>
                  <a:pt x="762879" y="264304"/>
                  <a:pt x="926597" y="90714"/>
                  <a:pt x="1004827" y="726"/>
                </a:cubicBezTo>
                <a:moveTo>
                  <a:pt x="645798" y="441523"/>
                </a:moveTo>
                <a:cubicBezTo>
                  <a:pt x="793038" y="276496"/>
                  <a:pt x="922288" y="110236"/>
                  <a:pt x="1042544" y="3339"/>
                </a:cubicBezTo>
                <a:moveTo>
                  <a:pt x="645798" y="441523"/>
                </a:moveTo>
                <a:cubicBezTo>
                  <a:pt x="760385" y="327804"/>
                  <a:pt x="867111" y="206973"/>
                  <a:pt x="1042544" y="3339"/>
                </a:cubicBezTo>
                <a:moveTo>
                  <a:pt x="688428" y="438620"/>
                </a:moveTo>
                <a:cubicBezTo>
                  <a:pt x="788730" y="351027"/>
                  <a:pt x="864239" y="252620"/>
                  <a:pt x="1085174" y="436"/>
                </a:cubicBezTo>
                <a:moveTo>
                  <a:pt x="688428" y="438620"/>
                </a:moveTo>
                <a:cubicBezTo>
                  <a:pt x="785857" y="339415"/>
                  <a:pt x="865902" y="236292"/>
                  <a:pt x="1085174" y="436"/>
                </a:cubicBezTo>
                <a:moveTo>
                  <a:pt x="726145" y="441232"/>
                </a:moveTo>
                <a:cubicBezTo>
                  <a:pt x="802033" y="347398"/>
                  <a:pt x="896438" y="258498"/>
                  <a:pt x="1122890" y="3048"/>
                </a:cubicBezTo>
                <a:moveTo>
                  <a:pt x="726145" y="441232"/>
                </a:moveTo>
                <a:cubicBezTo>
                  <a:pt x="824406" y="338980"/>
                  <a:pt x="929317" y="217641"/>
                  <a:pt x="1122890" y="3048"/>
                </a:cubicBezTo>
                <a:moveTo>
                  <a:pt x="768775" y="438402"/>
                </a:moveTo>
                <a:cubicBezTo>
                  <a:pt x="918358" y="277439"/>
                  <a:pt x="1059324" y="120686"/>
                  <a:pt x="1165520" y="218"/>
                </a:cubicBezTo>
                <a:moveTo>
                  <a:pt x="768775" y="438402"/>
                </a:moveTo>
                <a:cubicBezTo>
                  <a:pt x="900368" y="292897"/>
                  <a:pt x="1027351" y="154939"/>
                  <a:pt x="1165520" y="218"/>
                </a:cubicBezTo>
                <a:moveTo>
                  <a:pt x="806492" y="441015"/>
                </a:moveTo>
                <a:cubicBezTo>
                  <a:pt x="951010" y="273738"/>
                  <a:pt x="1102861" y="142240"/>
                  <a:pt x="1203237" y="2831"/>
                </a:cubicBezTo>
                <a:moveTo>
                  <a:pt x="806492" y="441015"/>
                </a:moveTo>
                <a:cubicBezTo>
                  <a:pt x="942318" y="301678"/>
                  <a:pt x="1061062" y="165245"/>
                  <a:pt x="1203237" y="2831"/>
                </a:cubicBezTo>
                <a:moveTo>
                  <a:pt x="844209" y="443627"/>
                </a:moveTo>
                <a:cubicBezTo>
                  <a:pt x="980186" y="295074"/>
                  <a:pt x="1098854" y="176348"/>
                  <a:pt x="1245867" y="1"/>
                </a:cubicBezTo>
                <a:moveTo>
                  <a:pt x="844209" y="443627"/>
                </a:moveTo>
                <a:cubicBezTo>
                  <a:pt x="933550" y="331577"/>
                  <a:pt x="1043980" y="234695"/>
                  <a:pt x="1245867" y="1"/>
                </a:cubicBezTo>
                <a:moveTo>
                  <a:pt x="886839" y="440724"/>
                </a:moveTo>
                <a:cubicBezTo>
                  <a:pt x="1041259" y="266263"/>
                  <a:pt x="1222134" y="82804"/>
                  <a:pt x="1283584" y="2613"/>
                </a:cubicBezTo>
                <a:moveTo>
                  <a:pt x="886839" y="440724"/>
                </a:moveTo>
                <a:cubicBezTo>
                  <a:pt x="1023723" y="298630"/>
                  <a:pt x="1148514" y="147610"/>
                  <a:pt x="1283584" y="2613"/>
                </a:cubicBezTo>
                <a:moveTo>
                  <a:pt x="924556" y="443337"/>
                </a:moveTo>
                <a:cubicBezTo>
                  <a:pt x="1082982" y="283971"/>
                  <a:pt x="1227954" y="93907"/>
                  <a:pt x="1321226" y="5225"/>
                </a:cubicBezTo>
                <a:moveTo>
                  <a:pt x="924556" y="443337"/>
                </a:moveTo>
                <a:cubicBezTo>
                  <a:pt x="1037782" y="312419"/>
                  <a:pt x="1161968" y="180339"/>
                  <a:pt x="1321226" y="5225"/>
                </a:cubicBezTo>
                <a:moveTo>
                  <a:pt x="967186" y="440507"/>
                </a:moveTo>
                <a:cubicBezTo>
                  <a:pt x="1058039" y="323087"/>
                  <a:pt x="1145717" y="234623"/>
                  <a:pt x="1363931" y="2323"/>
                </a:cubicBezTo>
                <a:moveTo>
                  <a:pt x="967186" y="440507"/>
                </a:moveTo>
                <a:cubicBezTo>
                  <a:pt x="1048817" y="336222"/>
                  <a:pt x="1138839" y="248484"/>
                  <a:pt x="1363931" y="2323"/>
                </a:cubicBezTo>
                <a:moveTo>
                  <a:pt x="1004902" y="443119"/>
                </a:moveTo>
                <a:cubicBezTo>
                  <a:pt x="1110797" y="332085"/>
                  <a:pt x="1216767" y="207046"/>
                  <a:pt x="1401572" y="4935"/>
                </a:cubicBezTo>
                <a:moveTo>
                  <a:pt x="1004902" y="443119"/>
                </a:moveTo>
                <a:cubicBezTo>
                  <a:pt x="1111628" y="327949"/>
                  <a:pt x="1204144" y="227511"/>
                  <a:pt x="1401572" y="4935"/>
                </a:cubicBezTo>
                <a:moveTo>
                  <a:pt x="1047532" y="440216"/>
                </a:moveTo>
                <a:cubicBezTo>
                  <a:pt x="1185929" y="276859"/>
                  <a:pt x="1321679" y="152617"/>
                  <a:pt x="1444278" y="2105"/>
                </a:cubicBezTo>
                <a:moveTo>
                  <a:pt x="1047532" y="440216"/>
                </a:moveTo>
                <a:cubicBezTo>
                  <a:pt x="1200063" y="278963"/>
                  <a:pt x="1350704" y="108131"/>
                  <a:pt x="1444278" y="2105"/>
                </a:cubicBezTo>
                <a:moveTo>
                  <a:pt x="1085249" y="442829"/>
                </a:moveTo>
                <a:cubicBezTo>
                  <a:pt x="1169451" y="338834"/>
                  <a:pt x="1276706" y="211908"/>
                  <a:pt x="1481919" y="4718"/>
                </a:cubicBezTo>
                <a:moveTo>
                  <a:pt x="1085249" y="442829"/>
                </a:moveTo>
                <a:cubicBezTo>
                  <a:pt x="1164991" y="343769"/>
                  <a:pt x="1249117" y="254217"/>
                  <a:pt x="1481919" y="4718"/>
                </a:cubicBezTo>
                <a:moveTo>
                  <a:pt x="1127879" y="439999"/>
                </a:moveTo>
                <a:cubicBezTo>
                  <a:pt x="1217976" y="316047"/>
                  <a:pt x="1326516" y="232083"/>
                  <a:pt x="1524625" y="1815"/>
                </a:cubicBezTo>
                <a:moveTo>
                  <a:pt x="1127879" y="439999"/>
                </a:moveTo>
                <a:cubicBezTo>
                  <a:pt x="1203766" y="353131"/>
                  <a:pt x="1285020" y="257845"/>
                  <a:pt x="1524625" y="1815"/>
                </a:cubicBezTo>
                <a:moveTo>
                  <a:pt x="1165596" y="442611"/>
                </a:moveTo>
                <a:cubicBezTo>
                  <a:pt x="1296736" y="301315"/>
                  <a:pt x="1421829" y="158423"/>
                  <a:pt x="1562266" y="4427"/>
                </a:cubicBezTo>
                <a:moveTo>
                  <a:pt x="1165596" y="442611"/>
                </a:moveTo>
                <a:cubicBezTo>
                  <a:pt x="1297719" y="287672"/>
                  <a:pt x="1436795" y="139627"/>
                  <a:pt x="1562266" y="4427"/>
                </a:cubicBezTo>
                <a:moveTo>
                  <a:pt x="1208226" y="439708"/>
                </a:moveTo>
                <a:cubicBezTo>
                  <a:pt x="1304370" y="302985"/>
                  <a:pt x="1439969" y="194491"/>
                  <a:pt x="1604972" y="1597"/>
                </a:cubicBezTo>
                <a:moveTo>
                  <a:pt x="1208226" y="439708"/>
                </a:moveTo>
                <a:cubicBezTo>
                  <a:pt x="1354181" y="264377"/>
                  <a:pt x="1512833" y="99931"/>
                  <a:pt x="1604972" y="1597"/>
                </a:cubicBezTo>
                <a:moveTo>
                  <a:pt x="1245943" y="442321"/>
                </a:moveTo>
                <a:cubicBezTo>
                  <a:pt x="1399532" y="289269"/>
                  <a:pt x="1534375" y="121339"/>
                  <a:pt x="1642613" y="4210"/>
                </a:cubicBezTo>
                <a:moveTo>
                  <a:pt x="1245943" y="442321"/>
                </a:moveTo>
                <a:cubicBezTo>
                  <a:pt x="1385322" y="288906"/>
                  <a:pt x="1530142" y="137014"/>
                  <a:pt x="1642613" y="4210"/>
                </a:cubicBezTo>
                <a:moveTo>
                  <a:pt x="1288573" y="439491"/>
                </a:moveTo>
                <a:cubicBezTo>
                  <a:pt x="1392653" y="339996"/>
                  <a:pt x="1478518" y="252548"/>
                  <a:pt x="1685318" y="1307"/>
                </a:cubicBezTo>
                <a:moveTo>
                  <a:pt x="1288573" y="439491"/>
                </a:moveTo>
                <a:cubicBezTo>
                  <a:pt x="1385170" y="342608"/>
                  <a:pt x="1463855" y="234550"/>
                  <a:pt x="1685318" y="1307"/>
                </a:cubicBezTo>
                <a:moveTo>
                  <a:pt x="1326290" y="442103"/>
                </a:moveTo>
                <a:cubicBezTo>
                  <a:pt x="1440876" y="289922"/>
                  <a:pt x="1580331" y="146957"/>
                  <a:pt x="1722960" y="3919"/>
                </a:cubicBezTo>
                <a:moveTo>
                  <a:pt x="1326290" y="442103"/>
                </a:moveTo>
                <a:cubicBezTo>
                  <a:pt x="1484111" y="273521"/>
                  <a:pt x="1646921" y="88900"/>
                  <a:pt x="1722960" y="3919"/>
                </a:cubicBezTo>
                <a:moveTo>
                  <a:pt x="1368920" y="439273"/>
                </a:moveTo>
                <a:cubicBezTo>
                  <a:pt x="1471413" y="318877"/>
                  <a:pt x="1577610" y="207118"/>
                  <a:pt x="1765665" y="1089"/>
                </a:cubicBezTo>
                <a:moveTo>
                  <a:pt x="1368920" y="439273"/>
                </a:moveTo>
                <a:cubicBezTo>
                  <a:pt x="1498699" y="301606"/>
                  <a:pt x="1613815" y="167857"/>
                  <a:pt x="1765665" y="1089"/>
                </a:cubicBezTo>
                <a:moveTo>
                  <a:pt x="1406637" y="441885"/>
                </a:moveTo>
                <a:cubicBezTo>
                  <a:pt x="1483355" y="355091"/>
                  <a:pt x="1582750" y="239557"/>
                  <a:pt x="1803306" y="3701"/>
                </a:cubicBezTo>
                <a:moveTo>
                  <a:pt x="1406637" y="441885"/>
                </a:moveTo>
                <a:cubicBezTo>
                  <a:pt x="1550777" y="280633"/>
                  <a:pt x="1701872" y="108349"/>
                  <a:pt x="1803306" y="3701"/>
                </a:cubicBezTo>
                <a:moveTo>
                  <a:pt x="1449267" y="438983"/>
                </a:moveTo>
                <a:cubicBezTo>
                  <a:pt x="1542387" y="320692"/>
                  <a:pt x="1644049" y="211763"/>
                  <a:pt x="1846012" y="799"/>
                </a:cubicBezTo>
                <a:moveTo>
                  <a:pt x="1449267" y="438983"/>
                </a:moveTo>
                <a:cubicBezTo>
                  <a:pt x="1549643" y="326715"/>
                  <a:pt x="1653875" y="218439"/>
                  <a:pt x="1846012" y="799"/>
                </a:cubicBezTo>
                <a:moveTo>
                  <a:pt x="1486984" y="441595"/>
                </a:moveTo>
                <a:cubicBezTo>
                  <a:pt x="1625077" y="279617"/>
                  <a:pt x="1767706" y="141659"/>
                  <a:pt x="1883653" y="3411"/>
                </a:cubicBezTo>
                <a:moveTo>
                  <a:pt x="1486984" y="441595"/>
                </a:moveTo>
                <a:cubicBezTo>
                  <a:pt x="1588494" y="335859"/>
                  <a:pt x="1686603" y="219310"/>
                  <a:pt x="1883653" y="3411"/>
                </a:cubicBezTo>
                <a:moveTo>
                  <a:pt x="1529613" y="438765"/>
                </a:moveTo>
                <a:cubicBezTo>
                  <a:pt x="1690609" y="275262"/>
                  <a:pt x="1824848" y="96738"/>
                  <a:pt x="1926359" y="581"/>
                </a:cubicBezTo>
                <a:moveTo>
                  <a:pt x="1529613" y="438765"/>
                </a:moveTo>
                <a:cubicBezTo>
                  <a:pt x="1640799" y="300735"/>
                  <a:pt x="1772241" y="172502"/>
                  <a:pt x="1926359" y="581"/>
                </a:cubicBezTo>
                <a:moveTo>
                  <a:pt x="1567330" y="441377"/>
                </a:moveTo>
                <a:cubicBezTo>
                  <a:pt x="1685998" y="317426"/>
                  <a:pt x="1783655" y="183097"/>
                  <a:pt x="1964000" y="3193"/>
                </a:cubicBezTo>
                <a:moveTo>
                  <a:pt x="1567330" y="441377"/>
                </a:moveTo>
                <a:cubicBezTo>
                  <a:pt x="1699301" y="293550"/>
                  <a:pt x="1826058" y="154359"/>
                  <a:pt x="1964000" y="3193"/>
                </a:cubicBezTo>
                <a:moveTo>
                  <a:pt x="1609960" y="438475"/>
                </a:moveTo>
                <a:cubicBezTo>
                  <a:pt x="1774282" y="256612"/>
                  <a:pt x="1931121" y="87231"/>
                  <a:pt x="2006706" y="291"/>
                </a:cubicBezTo>
                <a:moveTo>
                  <a:pt x="1609960" y="438475"/>
                </a:moveTo>
                <a:cubicBezTo>
                  <a:pt x="1766270" y="264086"/>
                  <a:pt x="1924620" y="95286"/>
                  <a:pt x="2006706" y="291"/>
                </a:cubicBezTo>
                <a:moveTo>
                  <a:pt x="1647677" y="441087"/>
                </a:moveTo>
                <a:cubicBezTo>
                  <a:pt x="1759165" y="325409"/>
                  <a:pt x="1878438" y="174389"/>
                  <a:pt x="2044347" y="2903"/>
                </a:cubicBezTo>
                <a:moveTo>
                  <a:pt x="1647677" y="441087"/>
                </a:moveTo>
                <a:cubicBezTo>
                  <a:pt x="1793783" y="286511"/>
                  <a:pt x="1916155" y="141006"/>
                  <a:pt x="2044347" y="2903"/>
                </a:cubicBezTo>
                <a:moveTo>
                  <a:pt x="1685394" y="443700"/>
                </a:moveTo>
                <a:cubicBezTo>
                  <a:pt x="1831726" y="301098"/>
                  <a:pt x="1961052" y="139046"/>
                  <a:pt x="2087052" y="73"/>
                </a:cubicBezTo>
                <a:moveTo>
                  <a:pt x="1685394" y="443700"/>
                </a:moveTo>
                <a:cubicBezTo>
                  <a:pt x="1795370" y="325046"/>
                  <a:pt x="1890153" y="210239"/>
                  <a:pt x="2087052" y="73"/>
                </a:cubicBezTo>
                <a:moveTo>
                  <a:pt x="1728024" y="440870"/>
                </a:moveTo>
                <a:cubicBezTo>
                  <a:pt x="1829837" y="306976"/>
                  <a:pt x="1960523" y="199789"/>
                  <a:pt x="2124694" y="2686"/>
                </a:cubicBezTo>
                <a:moveTo>
                  <a:pt x="1728024" y="440870"/>
                </a:moveTo>
                <a:cubicBezTo>
                  <a:pt x="1878362" y="261909"/>
                  <a:pt x="2043440" y="100729"/>
                  <a:pt x="2124694" y="2686"/>
                </a:cubicBezTo>
                <a:moveTo>
                  <a:pt x="1765741" y="443482"/>
                </a:moveTo>
                <a:cubicBezTo>
                  <a:pt x="1929911" y="266771"/>
                  <a:pt x="2063772" y="112340"/>
                  <a:pt x="2162411" y="5298"/>
                </a:cubicBezTo>
                <a:moveTo>
                  <a:pt x="1765741" y="443482"/>
                </a:moveTo>
                <a:cubicBezTo>
                  <a:pt x="1904288" y="290720"/>
                  <a:pt x="2037771" y="128669"/>
                  <a:pt x="2162411" y="5298"/>
                </a:cubicBezTo>
                <a:moveTo>
                  <a:pt x="1808370" y="440579"/>
                </a:moveTo>
                <a:cubicBezTo>
                  <a:pt x="1909352" y="305524"/>
                  <a:pt x="2022351" y="204796"/>
                  <a:pt x="2205041" y="2468"/>
                </a:cubicBezTo>
                <a:moveTo>
                  <a:pt x="1808370" y="440579"/>
                </a:moveTo>
                <a:cubicBezTo>
                  <a:pt x="1898770" y="334771"/>
                  <a:pt x="1999903" y="222866"/>
                  <a:pt x="2205041" y="2468"/>
                </a:cubicBezTo>
                <a:moveTo>
                  <a:pt x="1846088" y="443192"/>
                </a:moveTo>
                <a:cubicBezTo>
                  <a:pt x="1957273" y="311330"/>
                  <a:pt x="2059388" y="217423"/>
                  <a:pt x="2242758" y="5080"/>
                </a:cubicBezTo>
                <a:moveTo>
                  <a:pt x="1846088" y="443192"/>
                </a:moveTo>
                <a:cubicBezTo>
                  <a:pt x="1966495" y="311983"/>
                  <a:pt x="2089622" y="180775"/>
                  <a:pt x="2242758" y="5080"/>
                </a:cubicBezTo>
                <a:moveTo>
                  <a:pt x="1888717" y="440361"/>
                </a:moveTo>
                <a:cubicBezTo>
                  <a:pt x="2026887" y="284987"/>
                  <a:pt x="2183045" y="123589"/>
                  <a:pt x="2285388" y="2178"/>
                </a:cubicBezTo>
                <a:moveTo>
                  <a:pt x="1888717" y="440361"/>
                </a:moveTo>
                <a:cubicBezTo>
                  <a:pt x="2034143" y="267425"/>
                  <a:pt x="2194686" y="106607"/>
                  <a:pt x="2285388" y="2178"/>
                </a:cubicBezTo>
                <a:moveTo>
                  <a:pt x="1926434" y="442974"/>
                </a:moveTo>
                <a:cubicBezTo>
                  <a:pt x="2089320" y="256539"/>
                  <a:pt x="2233763" y="91295"/>
                  <a:pt x="2323104" y="4790"/>
                </a:cubicBezTo>
                <a:moveTo>
                  <a:pt x="1926434" y="442974"/>
                </a:moveTo>
                <a:cubicBezTo>
                  <a:pt x="2021520" y="352478"/>
                  <a:pt x="2107385" y="256902"/>
                  <a:pt x="2323104" y="4790"/>
                </a:cubicBezTo>
                <a:moveTo>
                  <a:pt x="1969064" y="440071"/>
                </a:moveTo>
                <a:cubicBezTo>
                  <a:pt x="2069743" y="308718"/>
                  <a:pt x="2198087" y="189483"/>
                  <a:pt x="2365734" y="1960"/>
                </a:cubicBezTo>
                <a:moveTo>
                  <a:pt x="1969064" y="440071"/>
                </a:moveTo>
                <a:cubicBezTo>
                  <a:pt x="2107385" y="297396"/>
                  <a:pt x="2238903" y="145505"/>
                  <a:pt x="2365734" y="1960"/>
                </a:cubicBezTo>
                <a:moveTo>
                  <a:pt x="2006781" y="442684"/>
                </a:moveTo>
                <a:cubicBezTo>
                  <a:pt x="2122653" y="297396"/>
                  <a:pt x="2266869" y="153198"/>
                  <a:pt x="2403451" y="4572"/>
                </a:cubicBezTo>
                <a:moveTo>
                  <a:pt x="2006781" y="442684"/>
                </a:moveTo>
                <a:cubicBezTo>
                  <a:pt x="2104815" y="328312"/>
                  <a:pt x="2206250" y="217496"/>
                  <a:pt x="2403451" y="4572"/>
                </a:cubicBezTo>
                <a:moveTo>
                  <a:pt x="2049411" y="439853"/>
                </a:moveTo>
                <a:cubicBezTo>
                  <a:pt x="2144044" y="315249"/>
                  <a:pt x="2278736" y="200514"/>
                  <a:pt x="2446081" y="1669"/>
                </a:cubicBezTo>
                <a:moveTo>
                  <a:pt x="2049411" y="439853"/>
                </a:moveTo>
                <a:cubicBezTo>
                  <a:pt x="2134746" y="337674"/>
                  <a:pt x="2226658" y="244202"/>
                  <a:pt x="2446081" y="1669"/>
                </a:cubicBezTo>
                <a:moveTo>
                  <a:pt x="2087128" y="442466"/>
                </a:moveTo>
                <a:cubicBezTo>
                  <a:pt x="2239507" y="277367"/>
                  <a:pt x="2379415" y="109438"/>
                  <a:pt x="2483798" y="4282"/>
                </a:cubicBezTo>
                <a:moveTo>
                  <a:pt x="2087128" y="442466"/>
                </a:moveTo>
                <a:cubicBezTo>
                  <a:pt x="2188563" y="334117"/>
                  <a:pt x="2269288" y="236945"/>
                  <a:pt x="2483798" y="4282"/>
                </a:cubicBezTo>
                <a:moveTo>
                  <a:pt x="2129758" y="439563"/>
                </a:moveTo>
                <a:cubicBezTo>
                  <a:pt x="2232402" y="320982"/>
                  <a:pt x="2351675" y="203490"/>
                  <a:pt x="2526428" y="1452"/>
                </a:cubicBezTo>
                <a:moveTo>
                  <a:pt x="2129758" y="439563"/>
                </a:moveTo>
                <a:cubicBezTo>
                  <a:pt x="2279643" y="279617"/>
                  <a:pt x="2433156" y="107986"/>
                  <a:pt x="2526428" y="1452"/>
                </a:cubicBezTo>
                <a:moveTo>
                  <a:pt x="2167475" y="442176"/>
                </a:moveTo>
                <a:cubicBezTo>
                  <a:pt x="2290981" y="318877"/>
                  <a:pt x="2421743" y="181646"/>
                  <a:pt x="2564145" y="4064"/>
                </a:cubicBezTo>
                <a:moveTo>
                  <a:pt x="2167475" y="442176"/>
                </a:moveTo>
                <a:cubicBezTo>
                  <a:pt x="2316529" y="281213"/>
                  <a:pt x="2480926" y="106680"/>
                  <a:pt x="2564145" y="4064"/>
                </a:cubicBezTo>
                <a:moveTo>
                  <a:pt x="2210105" y="439345"/>
                </a:moveTo>
                <a:cubicBezTo>
                  <a:pt x="2277753" y="349938"/>
                  <a:pt x="2382136" y="262708"/>
                  <a:pt x="2606774" y="1161"/>
                </a:cubicBezTo>
                <a:moveTo>
                  <a:pt x="2210105" y="439345"/>
                </a:moveTo>
                <a:cubicBezTo>
                  <a:pt x="2306853" y="319313"/>
                  <a:pt x="2423934" y="210964"/>
                  <a:pt x="2606774" y="1161"/>
                </a:cubicBezTo>
                <a:moveTo>
                  <a:pt x="2247822" y="441958"/>
                </a:moveTo>
                <a:cubicBezTo>
                  <a:pt x="2367473" y="324103"/>
                  <a:pt x="2479490" y="184549"/>
                  <a:pt x="2644491" y="3774"/>
                </a:cubicBezTo>
                <a:moveTo>
                  <a:pt x="2247822" y="441958"/>
                </a:moveTo>
                <a:cubicBezTo>
                  <a:pt x="2331419" y="337746"/>
                  <a:pt x="2421743" y="243767"/>
                  <a:pt x="2644491" y="3774"/>
                </a:cubicBezTo>
                <a:moveTo>
                  <a:pt x="2290452" y="439128"/>
                </a:moveTo>
                <a:cubicBezTo>
                  <a:pt x="2366792" y="335133"/>
                  <a:pt x="2446610" y="259805"/>
                  <a:pt x="2687121" y="944"/>
                </a:cubicBezTo>
                <a:moveTo>
                  <a:pt x="2290452" y="439128"/>
                </a:moveTo>
                <a:cubicBezTo>
                  <a:pt x="2393852" y="323449"/>
                  <a:pt x="2494758" y="213287"/>
                  <a:pt x="2687121" y="944"/>
                </a:cubicBezTo>
                <a:moveTo>
                  <a:pt x="2328168" y="441740"/>
                </a:moveTo>
                <a:cubicBezTo>
                  <a:pt x="2413579" y="343624"/>
                  <a:pt x="2502241" y="259079"/>
                  <a:pt x="2724838" y="3556"/>
                </a:cubicBezTo>
                <a:moveTo>
                  <a:pt x="2328168" y="441740"/>
                </a:moveTo>
                <a:cubicBezTo>
                  <a:pt x="2440488" y="306613"/>
                  <a:pt x="2564901" y="179323"/>
                  <a:pt x="2724838" y="3556"/>
                </a:cubicBezTo>
                <a:moveTo>
                  <a:pt x="2370798" y="438837"/>
                </a:moveTo>
                <a:cubicBezTo>
                  <a:pt x="2511084" y="301315"/>
                  <a:pt x="2637538" y="139337"/>
                  <a:pt x="2722873" y="50002"/>
                </a:cubicBezTo>
                <a:moveTo>
                  <a:pt x="2370798" y="438837"/>
                </a:moveTo>
                <a:cubicBezTo>
                  <a:pt x="2435650" y="350083"/>
                  <a:pt x="2511915" y="265828"/>
                  <a:pt x="2722873" y="50002"/>
                </a:cubicBezTo>
                <a:moveTo>
                  <a:pt x="2408515" y="441450"/>
                </a:moveTo>
                <a:cubicBezTo>
                  <a:pt x="2460518" y="350736"/>
                  <a:pt x="2535801" y="301315"/>
                  <a:pt x="2725821" y="90932"/>
                </a:cubicBezTo>
                <a:moveTo>
                  <a:pt x="2408515" y="441450"/>
                </a:moveTo>
                <a:cubicBezTo>
                  <a:pt x="2470192" y="368226"/>
                  <a:pt x="2534818" y="296090"/>
                  <a:pt x="2725821" y="90932"/>
                </a:cubicBezTo>
                <a:moveTo>
                  <a:pt x="2451145" y="438620"/>
                </a:moveTo>
                <a:cubicBezTo>
                  <a:pt x="2543510" y="340866"/>
                  <a:pt x="2650916" y="204651"/>
                  <a:pt x="2723856" y="137377"/>
                </a:cubicBezTo>
                <a:moveTo>
                  <a:pt x="2451145" y="438620"/>
                </a:moveTo>
                <a:cubicBezTo>
                  <a:pt x="2527108" y="350954"/>
                  <a:pt x="2608438" y="261184"/>
                  <a:pt x="2723856" y="137377"/>
                </a:cubicBezTo>
                <a:moveTo>
                  <a:pt x="2488862" y="441232"/>
                </a:moveTo>
                <a:cubicBezTo>
                  <a:pt x="2564220" y="369750"/>
                  <a:pt x="2626427" y="290212"/>
                  <a:pt x="2726879" y="178307"/>
                </a:cubicBezTo>
                <a:moveTo>
                  <a:pt x="2488862" y="441232"/>
                </a:moveTo>
                <a:cubicBezTo>
                  <a:pt x="2569360" y="345366"/>
                  <a:pt x="2671702" y="238977"/>
                  <a:pt x="2726879" y="178307"/>
                </a:cubicBezTo>
                <a:moveTo>
                  <a:pt x="2531492" y="438330"/>
                </a:moveTo>
                <a:cubicBezTo>
                  <a:pt x="2570721" y="397182"/>
                  <a:pt x="2635270" y="322361"/>
                  <a:pt x="2724914" y="224753"/>
                </a:cubicBezTo>
                <a:moveTo>
                  <a:pt x="2531492" y="438330"/>
                </a:moveTo>
                <a:cubicBezTo>
                  <a:pt x="2608060" y="364815"/>
                  <a:pt x="2672458" y="292970"/>
                  <a:pt x="2724914" y="224753"/>
                </a:cubicBezTo>
                <a:moveTo>
                  <a:pt x="2569209" y="440942"/>
                </a:moveTo>
                <a:cubicBezTo>
                  <a:pt x="2612293" y="377660"/>
                  <a:pt x="2694982" y="319095"/>
                  <a:pt x="2722873" y="271198"/>
                </a:cubicBezTo>
                <a:moveTo>
                  <a:pt x="2569209" y="440942"/>
                </a:moveTo>
                <a:cubicBezTo>
                  <a:pt x="2621287" y="386223"/>
                  <a:pt x="2673970" y="324030"/>
                  <a:pt x="2722873" y="271198"/>
                </a:cubicBezTo>
                <a:moveTo>
                  <a:pt x="2606850" y="443555"/>
                </a:moveTo>
                <a:cubicBezTo>
                  <a:pt x="2650387" y="394569"/>
                  <a:pt x="2707152" y="351244"/>
                  <a:pt x="2725896" y="312128"/>
                </a:cubicBezTo>
                <a:moveTo>
                  <a:pt x="2606850" y="443555"/>
                </a:moveTo>
                <a:cubicBezTo>
                  <a:pt x="2653864" y="404802"/>
                  <a:pt x="2689389" y="349720"/>
                  <a:pt x="2725896" y="312128"/>
                </a:cubicBezTo>
                <a:moveTo>
                  <a:pt x="2649556" y="440724"/>
                </a:moveTo>
                <a:cubicBezTo>
                  <a:pt x="2668754" y="423090"/>
                  <a:pt x="2702994" y="393118"/>
                  <a:pt x="2723931" y="358574"/>
                </a:cubicBezTo>
                <a:moveTo>
                  <a:pt x="2649556" y="440724"/>
                </a:moveTo>
                <a:cubicBezTo>
                  <a:pt x="2674347" y="409446"/>
                  <a:pt x="2710250" y="381724"/>
                  <a:pt x="2723931" y="358574"/>
                </a:cubicBezTo>
                <a:moveTo>
                  <a:pt x="2687197" y="443337"/>
                </a:moveTo>
                <a:cubicBezTo>
                  <a:pt x="2699215" y="433540"/>
                  <a:pt x="2709570" y="421493"/>
                  <a:pt x="2721966" y="404947"/>
                </a:cubicBezTo>
                <a:moveTo>
                  <a:pt x="2687197" y="443337"/>
                </a:moveTo>
                <a:cubicBezTo>
                  <a:pt x="2700424" y="431871"/>
                  <a:pt x="2710175" y="419969"/>
                  <a:pt x="2721966" y="404947"/>
                </a:cubicBezTo>
              </a:path>
            </a:pathLst>
          </a:custGeom>
          <a:noFill/>
          <a:ln w="3775" cap="rnd">
            <a:solidFill>
              <a:srgbClr val="D5E8D4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56" name="!!صورة 29">
            <a:extLst>
              <a:ext uri="{FF2B5EF4-FFF2-40B4-BE49-F238E27FC236}">
                <a16:creationId xmlns:a16="http://schemas.microsoft.com/office/drawing/2014/main" id="{C30CAC2E-B386-B6C1-449D-CB1D5045A0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187" y="4010268"/>
            <a:ext cx="2705941" cy="123370"/>
          </a:xfrm>
          <a:custGeom>
            <a:avLst/>
            <a:gdLst>
              <a:gd name="csX0" fmla="*/ 0 w 2705941"/>
              <a:gd name="csY0" fmla="*/ 0 h 123370"/>
              <a:gd name="csX1" fmla="*/ 2705942 w 2705941"/>
              <a:gd name="csY1" fmla="*/ 0 h 123370"/>
              <a:gd name="csX2" fmla="*/ 2705942 w 2705941"/>
              <a:gd name="csY2" fmla="*/ 123371 h 123370"/>
              <a:gd name="csX3" fmla="*/ 0 w 2705941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05941" h="123370">
                <a:moveTo>
                  <a:pt x="0" y="0"/>
                </a:moveTo>
                <a:lnTo>
                  <a:pt x="2705942" y="0"/>
                </a:lnTo>
                <a:lnTo>
                  <a:pt x="2705942" y="123371"/>
                </a:lnTo>
                <a:lnTo>
                  <a:pt x="0" y="123371"/>
                </a:lnTo>
                <a:close/>
              </a:path>
            </a:pathLst>
          </a:custGeom>
        </p:spPr>
      </p:pic>
      <p:sp>
        <p:nvSpPr>
          <p:cNvPr id="57" name="!!شكل حر: شكل 33">
            <a:extLst>
              <a:ext uri="{FF2B5EF4-FFF2-40B4-BE49-F238E27FC236}">
                <a16:creationId xmlns:a16="http://schemas.microsoft.com/office/drawing/2014/main" id="{76BAA46E-F0A9-4121-58EA-6D89E461318F}"/>
              </a:ext>
            </a:extLst>
          </p:cNvPr>
          <p:cNvSpPr/>
          <p:nvPr/>
        </p:nvSpPr>
        <p:spPr>
          <a:xfrm>
            <a:off x="8284383" y="3890762"/>
            <a:ext cx="1473991" cy="363162"/>
          </a:xfrm>
          <a:custGeom>
            <a:avLst/>
            <a:gdLst>
              <a:gd name="csX0" fmla="*/ 10733 w 772554"/>
              <a:gd name="csY0" fmla="*/ 10160 h 300298"/>
              <a:gd name="csX1" fmla="*/ 767112 w 772554"/>
              <a:gd name="csY1" fmla="*/ 1 h 300298"/>
              <a:gd name="csX2" fmla="*/ 772555 w 772554"/>
              <a:gd name="csY2" fmla="*/ 300299 h 300298"/>
              <a:gd name="csX3" fmla="*/ 1 w 772554"/>
              <a:gd name="csY3" fmla="*/ 294276 h 3002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2554" h="300298">
                <a:moveTo>
                  <a:pt x="10733" y="10160"/>
                </a:moveTo>
                <a:lnTo>
                  <a:pt x="767112" y="1"/>
                </a:lnTo>
                <a:lnTo>
                  <a:pt x="772555" y="300299"/>
                </a:lnTo>
                <a:lnTo>
                  <a:pt x="1" y="294276"/>
                </a:lnTo>
              </a:path>
            </a:pathLst>
          </a:custGeom>
          <a:solidFill>
            <a:srgbClr val="FFFFFF"/>
          </a:solidFill>
          <a:ln w="755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58" name="!!صورة 35">
            <a:extLst>
              <a:ext uri="{FF2B5EF4-FFF2-40B4-BE49-F238E27FC236}">
                <a16:creationId xmlns:a16="http://schemas.microsoft.com/office/drawing/2014/main" id="{8904BE11-2621-8060-75FF-16680A4BD3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048" y="3965306"/>
            <a:ext cx="1050629" cy="174984"/>
          </a:xfrm>
          <a:custGeom>
            <a:avLst/>
            <a:gdLst>
              <a:gd name="csX0" fmla="*/ 0 w 740732"/>
              <a:gd name="csY0" fmla="*/ 0 h 123370"/>
              <a:gd name="csX1" fmla="*/ 740733 w 740732"/>
              <a:gd name="csY1" fmla="*/ 0 h 123370"/>
              <a:gd name="csX2" fmla="*/ 740733 w 740732"/>
              <a:gd name="csY2" fmla="*/ 123371 h 123370"/>
              <a:gd name="csX3" fmla="*/ 0 w 74073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0732" h="123370">
                <a:moveTo>
                  <a:pt x="0" y="0"/>
                </a:moveTo>
                <a:lnTo>
                  <a:pt x="740733" y="0"/>
                </a:lnTo>
                <a:lnTo>
                  <a:pt x="740733" y="123371"/>
                </a:lnTo>
                <a:lnTo>
                  <a:pt x="0" y="123371"/>
                </a:lnTo>
                <a:close/>
              </a:path>
            </a:pathLst>
          </a:custGeom>
        </p:spPr>
      </p:pic>
      <p:sp>
        <p:nvSpPr>
          <p:cNvPr id="60" name="!!Rectangle 59">
            <a:extLst>
              <a:ext uri="{FF2B5EF4-FFF2-40B4-BE49-F238E27FC236}">
                <a16:creationId xmlns:a16="http://schemas.microsoft.com/office/drawing/2014/main" id="{C43A328D-0751-18A0-FA3A-F64F450C7F6D}"/>
              </a:ext>
            </a:extLst>
          </p:cNvPr>
          <p:cNvSpPr/>
          <p:nvPr/>
        </p:nvSpPr>
        <p:spPr>
          <a:xfrm>
            <a:off x="7093717" y="3862170"/>
            <a:ext cx="2744586" cy="43414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!!Rectangle 60">
            <a:extLst>
              <a:ext uri="{FF2B5EF4-FFF2-40B4-BE49-F238E27FC236}">
                <a16:creationId xmlns:a16="http://schemas.microsoft.com/office/drawing/2014/main" id="{F66934F6-82D5-ACE4-BA2F-2B755C8465C3}"/>
              </a:ext>
            </a:extLst>
          </p:cNvPr>
          <p:cNvSpPr/>
          <p:nvPr/>
        </p:nvSpPr>
        <p:spPr>
          <a:xfrm>
            <a:off x="8287349" y="3902589"/>
            <a:ext cx="1485652" cy="32784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55" name="!!Straight Arrow Connector 2254">
            <a:extLst>
              <a:ext uri="{FF2B5EF4-FFF2-40B4-BE49-F238E27FC236}">
                <a16:creationId xmlns:a16="http://schemas.microsoft.com/office/drawing/2014/main" id="{C1696529-DF8B-C64A-9DBC-BBE1D93811D7}"/>
              </a:ext>
            </a:extLst>
          </p:cNvPr>
          <p:cNvCxnSpPr>
            <a:cxnSpLocks/>
          </p:cNvCxnSpPr>
          <p:nvPr/>
        </p:nvCxnSpPr>
        <p:spPr>
          <a:xfrm flipV="1">
            <a:off x="8853784" y="4174598"/>
            <a:ext cx="1" cy="6800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8" name="!!Straight Arrow Connector 2257">
            <a:extLst>
              <a:ext uri="{FF2B5EF4-FFF2-40B4-BE49-F238E27FC236}">
                <a16:creationId xmlns:a16="http://schemas.microsoft.com/office/drawing/2014/main" id="{F4DB2E96-9003-5999-F74D-E8182E729D24}"/>
              </a:ext>
            </a:extLst>
          </p:cNvPr>
          <p:cNvCxnSpPr>
            <a:cxnSpLocks/>
          </p:cNvCxnSpPr>
          <p:nvPr/>
        </p:nvCxnSpPr>
        <p:spPr>
          <a:xfrm flipV="1">
            <a:off x="8482512" y="4174598"/>
            <a:ext cx="1" cy="6800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9" name="!!Straight Arrow Connector 2258">
            <a:extLst>
              <a:ext uri="{FF2B5EF4-FFF2-40B4-BE49-F238E27FC236}">
                <a16:creationId xmlns:a16="http://schemas.microsoft.com/office/drawing/2014/main" id="{E0235A9D-9CB5-3518-0AF7-1BF21E62DF63}"/>
              </a:ext>
            </a:extLst>
          </p:cNvPr>
          <p:cNvCxnSpPr>
            <a:cxnSpLocks/>
          </p:cNvCxnSpPr>
          <p:nvPr/>
        </p:nvCxnSpPr>
        <p:spPr>
          <a:xfrm flipV="1">
            <a:off x="9729753" y="4162600"/>
            <a:ext cx="1" cy="6800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3" name="!!شكل حر: شكل 27">
            <a:extLst>
              <a:ext uri="{FF2B5EF4-FFF2-40B4-BE49-F238E27FC236}">
                <a16:creationId xmlns:a16="http://schemas.microsoft.com/office/drawing/2014/main" id="{05578DEF-5112-2B98-C1EF-B980CEB86A13}"/>
              </a:ext>
            </a:extLst>
          </p:cNvPr>
          <p:cNvSpPr/>
          <p:nvPr/>
        </p:nvSpPr>
        <p:spPr>
          <a:xfrm>
            <a:off x="6978687" y="825307"/>
            <a:ext cx="2726878" cy="443699"/>
          </a:xfrm>
          <a:custGeom>
            <a:avLst/>
            <a:gdLst>
              <a:gd name="csX0" fmla="*/ 2948 w 2726878"/>
              <a:gd name="csY0" fmla="*/ 1089 h 443699"/>
              <a:gd name="csX1" fmla="*/ 2948 w 2726878"/>
              <a:gd name="csY1" fmla="*/ 1089 h 443699"/>
              <a:gd name="csX2" fmla="*/ 2948 w 2726878"/>
              <a:gd name="csY2" fmla="*/ 1089 h 443699"/>
              <a:gd name="csX3" fmla="*/ 2948 w 2726878"/>
              <a:gd name="csY3" fmla="*/ 1089 h 443699"/>
              <a:gd name="csX4" fmla="*/ 983 w 2726878"/>
              <a:gd name="csY4" fmla="*/ 47534 h 443699"/>
              <a:gd name="csX5" fmla="*/ 40665 w 2726878"/>
              <a:gd name="csY5" fmla="*/ 3701 h 443699"/>
              <a:gd name="csX6" fmla="*/ 983 w 2726878"/>
              <a:gd name="csY6" fmla="*/ 47534 h 443699"/>
              <a:gd name="csX7" fmla="*/ 40665 w 2726878"/>
              <a:gd name="csY7" fmla="*/ 3701 h 443699"/>
              <a:gd name="csX8" fmla="*/ 3931 w 2726878"/>
              <a:gd name="csY8" fmla="*/ 88464 h 443699"/>
              <a:gd name="csX9" fmla="*/ 83295 w 2726878"/>
              <a:gd name="csY9" fmla="*/ 871 h 443699"/>
              <a:gd name="csX10" fmla="*/ 3931 w 2726878"/>
              <a:gd name="csY10" fmla="*/ 88464 h 443699"/>
              <a:gd name="csX11" fmla="*/ 83295 w 2726878"/>
              <a:gd name="csY11" fmla="*/ 871 h 443699"/>
              <a:gd name="csX12" fmla="*/ 1966 w 2726878"/>
              <a:gd name="csY12" fmla="*/ 134910 h 443699"/>
              <a:gd name="csX13" fmla="*/ 121012 w 2726878"/>
              <a:gd name="csY13" fmla="*/ 3484 h 443699"/>
              <a:gd name="csX14" fmla="*/ 1966 w 2726878"/>
              <a:gd name="csY14" fmla="*/ 134910 h 443699"/>
              <a:gd name="csX15" fmla="*/ 121012 w 2726878"/>
              <a:gd name="csY15" fmla="*/ 3484 h 443699"/>
              <a:gd name="csX16" fmla="*/ 1 w 2726878"/>
              <a:gd name="csY16" fmla="*/ 181355 h 443699"/>
              <a:gd name="csX17" fmla="*/ 163642 w 2726878"/>
              <a:gd name="csY17" fmla="*/ 581 h 443699"/>
              <a:gd name="csX18" fmla="*/ 1 w 2726878"/>
              <a:gd name="csY18" fmla="*/ 181355 h 443699"/>
              <a:gd name="csX19" fmla="*/ 163642 w 2726878"/>
              <a:gd name="csY19" fmla="*/ 581 h 443699"/>
              <a:gd name="csX20" fmla="*/ 3024 w 2726878"/>
              <a:gd name="csY20" fmla="*/ 222285 h 443699"/>
              <a:gd name="csX21" fmla="*/ 201359 w 2726878"/>
              <a:gd name="csY21" fmla="*/ 3193 h 443699"/>
              <a:gd name="csX22" fmla="*/ 3024 w 2726878"/>
              <a:gd name="csY22" fmla="*/ 222285 h 443699"/>
              <a:gd name="csX23" fmla="*/ 201359 w 2726878"/>
              <a:gd name="csY23" fmla="*/ 3193 h 443699"/>
              <a:gd name="csX24" fmla="*/ 983 w 2726878"/>
              <a:gd name="csY24" fmla="*/ 268731 h 443699"/>
              <a:gd name="csX25" fmla="*/ 243989 w 2726878"/>
              <a:gd name="csY25" fmla="*/ 363 h 443699"/>
              <a:gd name="csX26" fmla="*/ 983 w 2726878"/>
              <a:gd name="csY26" fmla="*/ 268731 h 443699"/>
              <a:gd name="csX27" fmla="*/ 243989 w 2726878"/>
              <a:gd name="csY27" fmla="*/ 363 h 443699"/>
              <a:gd name="csX28" fmla="*/ 4006 w 2726878"/>
              <a:gd name="csY28" fmla="*/ 309661 h 443699"/>
              <a:gd name="csX29" fmla="*/ 281706 w 2726878"/>
              <a:gd name="csY29" fmla="*/ 2976 h 443699"/>
              <a:gd name="csX30" fmla="*/ 4006 w 2726878"/>
              <a:gd name="csY30" fmla="*/ 309661 h 443699"/>
              <a:gd name="csX31" fmla="*/ 281706 w 2726878"/>
              <a:gd name="csY31" fmla="*/ 2976 h 443699"/>
              <a:gd name="csX32" fmla="*/ 2041 w 2726878"/>
              <a:gd name="csY32" fmla="*/ 356106 h 443699"/>
              <a:gd name="csX33" fmla="*/ 324336 w 2726878"/>
              <a:gd name="csY33" fmla="*/ 73 h 443699"/>
              <a:gd name="csX34" fmla="*/ 2041 w 2726878"/>
              <a:gd name="csY34" fmla="*/ 356106 h 443699"/>
              <a:gd name="csX35" fmla="*/ 324336 w 2726878"/>
              <a:gd name="csY35" fmla="*/ 73 h 443699"/>
              <a:gd name="csX36" fmla="*/ 76 w 2726878"/>
              <a:gd name="csY36" fmla="*/ 402552 h 443699"/>
              <a:gd name="csX37" fmla="*/ 362052 w 2726878"/>
              <a:gd name="csY37" fmla="*/ 2686 h 443699"/>
              <a:gd name="csX38" fmla="*/ 76 w 2726878"/>
              <a:gd name="csY38" fmla="*/ 402552 h 443699"/>
              <a:gd name="csX39" fmla="*/ 362052 w 2726878"/>
              <a:gd name="csY39" fmla="*/ 2686 h 443699"/>
              <a:gd name="csX40" fmla="*/ 3024 w 2726878"/>
              <a:gd name="csY40" fmla="*/ 443482 h 443699"/>
              <a:gd name="csX41" fmla="*/ 399694 w 2726878"/>
              <a:gd name="csY41" fmla="*/ 5298 h 443699"/>
              <a:gd name="csX42" fmla="*/ 3024 w 2726878"/>
              <a:gd name="csY42" fmla="*/ 443482 h 443699"/>
              <a:gd name="csX43" fmla="*/ 399694 w 2726878"/>
              <a:gd name="csY43" fmla="*/ 5298 h 443699"/>
              <a:gd name="csX44" fmla="*/ 45654 w 2726878"/>
              <a:gd name="csY44" fmla="*/ 440652 h 443699"/>
              <a:gd name="csX45" fmla="*/ 442399 w 2726878"/>
              <a:gd name="csY45" fmla="*/ 2468 h 443699"/>
              <a:gd name="csX46" fmla="*/ 45654 w 2726878"/>
              <a:gd name="csY46" fmla="*/ 440652 h 443699"/>
              <a:gd name="csX47" fmla="*/ 442399 w 2726878"/>
              <a:gd name="csY47" fmla="*/ 2468 h 443699"/>
              <a:gd name="csX48" fmla="*/ 83371 w 2726878"/>
              <a:gd name="csY48" fmla="*/ 443264 h 443699"/>
              <a:gd name="csX49" fmla="*/ 480040 w 2726878"/>
              <a:gd name="csY49" fmla="*/ 5080 h 443699"/>
              <a:gd name="csX50" fmla="*/ 83371 w 2726878"/>
              <a:gd name="csY50" fmla="*/ 443264 h 443699"/>
              <a:gd name="csX51" fmla="*/ 480040 w 2726878"/>
              <a:gd name="csY51" fmla="*/ 5080 h 443699"/>
              <a:gd name="csX52" fmla="*/ 126001 w 2726878"/>
              <a:gd name="csY52" fmla="*/ 440361 h 443699"/>
              <a:gd name="csX53" fmla="*/ 522746 w 2726878"/>
              <a:gd name="csY53" fmla="*/ 2250 h 443699"/>
              <a:gd name="csX54" fmla="*/ 126001 w 2726878"/>
              <a:gd name="csY54" fmla="*/ 440361 h 443699"/>
              <a:gd name="csX55" fmla="*/ 522746 w 2726878"/>
              <a:gd name="csY55" fmla="*/ 2250 h 443699"/>
              <a:gd name="csX56" fmla="*/ 163718 w 2726878"/>
              <a:gd name="csY56" fmla="*/ 442974 h 443699"/>
              <a:gd name="csX57" fmla="*/ 560463 w 2726878"/>
              <a:gd name="csY57" fmla="*/ 4863 h 443699"/>
              <a:gd name="csX58" fmla="*/ 163718 w 2726878"/>
              <a:gd name="csY58" fmla="*/ 442974 h 443699"/>
              <a:gd name="csX59" fmla="*/ 560463 w 2726878"/>
              <a:gd name="csY59" fmla="*/ 4863 h 443699"/>
              <a:gd name="csX60" fmla="*/ 206347 w 2726878"/>
              <a:gd name="csY60" fmla="*/ 440144 h 443699"/>
              <a:gd name="csX61" fmla="*/ 603093 w 2726878"/>
              <a:gd name="csY61" fmla="*/ 1960 h 443699"/>
              <a:gd name="csX62" fmla="*/ 206347 w 2726878"/>
              <a:gd name="csY62" fmla="*/ 440144 h 443699"/>
              <a:gd name="csX63" fmla="*/ 603093 w 2726878"/>
              <a:gd name="csY63" fmla="*/ 1960 h 443699"/>
              <a:gd name="csX64" fmla="*/ 244064 w 2726878"/>
              <a:gd name="csY64" fmla="*/ 442756 h 443699"/>
              <a:gd name="csX65" fmla="*/ 640810 w 2726878"/>
              <a:gd name="csY65" fmla="*/ 4572 h 443699"/>
              <a:gd name="csX66" fmla="*/ 244064 w 2726878"/>
              <a:gd name="csY66" fmla="*/ 442756 h 443699"/>
              <a:gd name="csX67" fmla="*/ 640810 w 2726878"/>
              <a:gd name="csY67" fmla="*/ 4572 h 443699"/>
              <a:gd name="csX68" fmla="*/ 286694 w 2726878"/>
              <a:gd name="csY68" fmla="*/ 439853 h 443699"/>
              <a:gd name="csX69" fmla="*/ 683440 w 2726878"/>
              <a:gd name="csY69" fmla="*/ 1742 h 443699"/>
              <a:gd name="csX70" fmla="*/ 286694 w 2726878"/>
              <a:gd name="csY70" fmla="*/ 439853 h 443699"/>
              <a:gd name="csX71" fmla="*/ 683440 w 2726878"/>
              <a:gd name="csY71" fmla="*/ 1742 h 443699"/>
              <a:gd name="csX72" fmla="*/ 324411 w 2726878"/>
              <a:gd name="csY72" fmla="*/ 442466 h 443699"/>
              <a:gd name="csX73" fmla="*/ 721157 w 2726878"/>
              <a:gd name="csY73" fmla="*/ 4355 h 443699"/>
              <a:gd name="csX74" fmla="*/ 324411 w 2726878"/>
              <a:gd name="csY74" fmla="*/ 442466 h 443699"/>
              <a:gd name="csX75" fmla="*/ 721157 w 2726878"/>
              <a:gd name="csY75" fmla="*/ 4355 h 443699"/>
              <a:gd name="csX76" fmla="*/ 367041 w 2726878"/>
              <a:gd name="csY76" fmla="*/ 439636 h 443699"/>
              <a:gd name="csX77" fmla="*/ 763787 w 2726878"/>
              <a:gd name="csY77" fmla="*/ 1452 h 443699"/>
              <a:gd name="csX78" fmla="*/ 367041 w 2726878"/>
              <a:gd name="csY78" fmla="*/ 439636 h 443699"/>
              <a:gd name="csX79" fmla="*/ 763787 w 2726878"/>
              <a:gd name="csY79" fmla="*/ 1452 h 443699"/>
              <a:gd name="csX80" fmla="*/ 404758 w 2726878"/>
              <a:gd name="csY80" fmla="*/ 442248 h 443699"/>
              <a:gd name="csX81" fmla="*/ 801503 w 2726878"/>
              <a:gd name="csY81" fmla="*/ 4064 h 443699"/>
              <a:gd name="csX82" fmla="*/ 404758 w 2726878"/>
              <a:gd name="csY82" fmla="*/ 442248 h 443699"/>
              <a:gd name="csX83" fmla="*/ 801503 w 2726878"/>
              <a:gd name="csY83" fmla="*/ 4064 h 443699"/>
              <a:gd name="csX84" fmla="*/ 447388 w 2726878"/>
              <a:gd name="csY84" fmla="*/ 439345 h 443699"/>
              <a:gd name="csX85" fmla="*/ 844133 w 2726878"/>
              <a:gd name="csY85" fmla="*/ 1234 h 443699"/>
              <a:gd name="csX86" fmla="*/ 447388 w 2726878"/>
              <a:gd name="csY86" fmla="*/ 439345 h 443699"/>
              <a:gd name="csX87" fmla="*/ 844133 w 2726878"/>
              <a:gd name="csY87" fmla="*/ 1234 h 443699"/>
              <a:gd name="csX88" fmla="*/ 485105 w 2726878"/>
              <a:gd name="csY88" fmla="*/ 441958 h 443699"/>
              <a:gd name="csX89" fmla="*/ 881850 w 2726878"/>
              <a:gd name="csY89" fmla="*/ 3847 h 443699"/>
              <a:gd name="csX90" fmla="*/ 485105 w 2726878"/>
              <a:gd name="csY90" fmla="*/ 441958 h 443699"/>
              <a:gd name="csX91" fmla="*/ 881850 w 2726878"/>
              <a:gd name="csY91" fmla="*/ 3847 h 443699"/>
              <a:gd name="csX92" fmla="*/ 527735 w 2726878"/>
              <a:gd name="csY92" fmla="*/ 439128 h 443699"/>
              <a:gd name="csX93" fmla="*/ 924480 w 2726878"/>
              <a:gd name="csY93" fmla="*/ 944 h 443699"/>
              <a:gd name="csX94" fmla="*/ 527735 w 2726878"/>
              <a:gd name="csY94" fmla="*/ 439128 h 443699"/>
              <a:gd name="csX95" fmla="*/ 924480 w 2726878"/>
              <a:gd name="csY95" fmla="*/ 944 h 443699"/>
              <a:gd name="csX96" fmla="*/ 565452 w 2726878"/>
              <a:gd name="csY96" fmla="*/ 441740 h 443699"/>
              <a:gd name="csX97" fmla="*/ 962197 w 2726878"/>
              <a:gd name="csY97" fmla="*/ 3556 h 443699"/>
              <a:gd name="csX98" fmla="*/ 565452 w 2726878"/>
              <a:gd name="csY98" fmla="*/ 441740 h 443699"/>
              <a:gd name="csX99" fmla="*/ 962197 w 2726878"/>
              <a:gd name="csY99" fmla="*/ 3556 h 443699"/>
              <a:gd name="csX100" fmla="*/ 608081 w 2726878"/>
              <a:gd name="csY100" fmla="*/ 438910 h 443699"/>
              <a:gd name="csX101" fmla="*/ 1004827 w 2726878"/>
              <a:gd name="csY101" fmla="*/ 726 h 443699"/>
              <a:gd name="csX102" fmla="*/ 608081 w 2726878"/>
              <a:gd name="csY102" fmla="*/ 438910 h 443699"/>
              <a:gd name="csX103" fmla="*/ 1004827 w 2726878"/>
              <a:gd name="csY103" fmla="*/ 726 h 443699"/>
              <a:gd name="csX104" fmla="*/ 645798 w 2726878"/>
              <a:gd name="csY104" fmla="*/ 441523 h 443699"/>
              <a:gd name="csX105" fmla="*/ 1042544 w 2726878"/>
              <a:gd name="csY105" fmla="*/ 3339 h 443699"/>
              <a:gd name="csX106" fmla="*/ 645798 w 2726878"/>
              <a:gd name="csY106" fmla="*/ 441523 h 443699"/>
              <a:gd name="csX107" fmla="*/ 1042544 w 2726878"/>
              <a:gd name="csY107" fmla="*/ 3339 h 443699"/>
              <a:gd name="csX108" fmla="*/ 688428 w 2726878"/>
              <a:gd name="csY108" fmla="*/ 438620 h 443699"/>
              <a:gd name="csX109" fmla="*/ 1085174 w 2726878"/>
              <a:gd name="csY109" fmla="*/ 436 h 443699"/>
              <a:gd name="csX110" fmla="*/ 688428 w 2726878"/>
              <a:gd name="csY110" fmla="*/ 438620 h 443699"/>
              <a:gd name="csX111" fmla="*/ 1085174 w 2726878"/>
              <a:gd name="csY111" fmla="*/ 436 h 443699"/>
              <a:gd name="csX112" fmla="*/ 726145 w 2726878"/>
              <a:gd name="csY112" fmla="*/ 441232 h 443699"/>
              <a:gd name="csX113" fmla="*/ 1122890 w 2726878"/>
              <a:gd name="csY113" fmla="*/ 3048 h 443699"/>
              <a:gd name="csX114" fmla="*/ 726145 w 2726878"/>
              <a:gd name="csY114" fmla="*/ 441232 h 443699"/>
              <a:gd name="csX115" fmla="*/ 1122890 w 2726878"/>
              <a:gd name="csY115" fmla="*/ 3048 h 443699"/>
              <a:gd name="csX116" fmla="*/ 768775 w 2726878"/>
              <a:gd name="csY116" fmla="*/ 438402 h 443699"/>
              <a:gd name="csX117" fmla="*/ 1165520 w 2726878"/>
              <a:gd name="csY117" fmla="*/ 218 h 443699"/>
              <a:gd name="csX118" fmla="*/ 768775 w 2726878"/>
              <a:gd name="csY118" fmla="*/ 438402 h 443699"/>
              <a:gd name="csX119" fmla="*/ 1165520 w 2726878"/>
              <a:gd name="csY119" fmla="*/ 218 h 443699"/>
              <a:gd name="csX120" fmla="*/ 806492 w 2726878"/>
              <a:gd name="csY120" fmla="*/ 441015 h 443699"/>
              <a:gd name="csX121" fmla="*/ 1203237 w 2726878"/>
              <a:gd name="csY121" fmla="*/ 2831 h 443699"/>
              <a:gd name="csX122" fmla="*/ 806492 w 2726878"/>
              <a:gd name="csY122" fmla="*/ 441015 h 443699"/>
              <a:gd name="csX123" fmla="*/ 1203237 w 2726878"/>
              <a:gd name="csY123" fmla="*/ 2831 h 443699"/>
              <a:gd name="csX124" fmla="*/ 844209 w 2726878"/>
              <a:gd name="csY124" fmla="*/ 443627 h 443699"/>
              <a:gd name="csX125" fmla="*/ 1245867 w 2726878"/>
              <a:gd name="csY125" fmla="*/ 1 h 443699"/>
              <a:gd name="csX126" fmla="*/ 844209 w 2726878"/>
              <a:gd name="csY126" fmla="*/ 443627 h 443699"/>
              <a:gd name="csX127" fmla="*/ 1245867 w 2726878"/>
              <a:gd name="csY127" fmla="*/ 1 h 443699"/>
              <a:gd name="csX128" fmla="*/ 886839 w 2726878"/>
              <a:gd name="csY128" fmla="*/ 440724 h 443699"/>
              <a:gd name="csX129" fmla="*/ 1283584 w 2726878"/>
              <a:gd name="csY129" fmla="*/ 2613 h 443699"/>
              <a:gd name="csX130" fmla="*/ 886839 w 2726878"/>
              <a:gd name="csY130" fmla="*/ 440724 h 443699"/>
              <a:gd name="csX131" fmla="*/ 1283584 w 2726878"/>
              <a:gd name="csY131" fmla="*/ 2613 h 443699"/>
              <a:gd name="csX132" fmla="*/ 924556 w 2726878"/>
              <a:gd name="csY132" fmla="*/ 443337 h 443699"/>
              <a:gd name="csX133" fmla="*/ 1321226 w 2726878"/>
              <a:gd name="csY133" fmla="*/ 5225 h 443699"/>
              <a:gd name="csX134" fmla="*/ 924556 w 2726878"/>
              <a:gd name="csY134" fmla="*/ 443337 h 443699"/>
              <a:gd name="csX135" fmla="*/ 1321226 w 2726878"/>
              <a:gd name="csY135" fmla="*/ 5225 h 443699"/>
              <a:gd name="csX136" fmla="*/ 967186 w 2726878"/>
              <a:gd name="csY136" fmla="*/ 440507 h 443699"/>
              <a:gd name="csX137" fmla="*/ 1363931 w 2726878"/>
              <a:gd name="csY137" fmla="*/ 2323 h 443699"/>
              <a:gd name="csX138" fmla="*/ 967186 w 2726878"/>
              <a:gd name="csY138" fmla="*/ 440507 h 443699"/>
              <a:gd name="csX139" fmla="*/ 1363931 w 2726878"/>
              <a:gd name="csY139" fmla="*/ 2323 h 443699"/>
              <a:gd name="csX140" fmla="*/ 1004902 w 2726878"/>
              <a:gd name="csY140" fmla="*/ 443119 h 443699"/>
              <a:gd name="csX141" fmla="*/ 1401572 w 2726878"/>
              <a:gd name="csY141" fmla="*/ 4935 h 443699"/>
              <a:gd name="csX142" fmla="*/ 1004902 w 2726878"/>
              <a:gd name="csY142" fmla="*/ 443119 h 443699"/>
              <a:gd name="csX143" fmla="*/ 1401572 w 2726878"/>
              <a:gd name="csY143" fmla="*/ 4935 h 443699"/>
              <a:gd name="csX144" fmla="*/ 1047532 w 2726878"/>
              <a:gd name="csY144" fmla="*/ 440216 h 443699"/>
              <a:gd name="csX145" fmla="*/ 1444278 w 2726878"/>
              <a:gd name="csY145" fmla="*/ 2105 h 443699"/>
              <a:gd name="csX146" fmla="*/ 1047532 w 2726878"/>
              <a:gd name="csY146" fmla="*/ 440216 h 443699"/>
              <a:gd name="csX147" fmla="*/ 1444278 w 2726878"/>
              <a:gd name="csY147" fmla="*/ 2105 h 443699"/>
              <a:gd name="csX148" fmla="*/ 1085249 w 2726878"/>
              <a:gd name="csY148" fmla="*/ 442829 h 443699"/>
              <a:gd name="csX149" fmla="*/ 1481919 w 2726878"/>
              <a:gd name="csY149" fmla="*/ 4718 h 443699"/>
              <a:gd name="csX150" fmla="*/ 1085249 w 2726878"/>
              <a:gd name="csY150" fmla="*/ 442829 h 443699"/>
              <a:gd name="csX151" fmla="*/ 1481919 w 2726878"/>
              <a:gd name="csY151" fmla="*/ 4718 h 443699"/>
              <a:gd name="csX152" fmla="*/ 1127879 w 2726878"/>
              <a:gd name="csY152" fmla="*/ 439999 h 443699"/>
              <a:gd name="csX153" fmla="*/ 1524625 w 2726878"/>
              <a:gd name="csY153" fmla="*/ 1815 h 443699"/>
              <a:gd name="csX154" fmla="*/ 1127879 w 2726878"/>
              <a:gd name="csY154" fmla="*/ 439999 h 443699"/>
              <a:gd name="csX155" fmla="*/ 1524625 w 2726878"/>
              <a:gd name="csY155" fmla="*/ 1815 h 443699"/>
              <a:gd name="csX156" fmla="*/ 1165596 w 2726878"/>
              <a:gd name="csY156" fmla="*/ 442611 h 443699"/>
              <a:gd name="csX157" fmla="*/ 1562266 w 2726878"/>
              <a:gd name="csY157" fmla="*/ 4427 h 443699"/>
              <a:gd name="csX158" fmla="*/ 1165596 w 2726878"/>
              <a:gd name="csY158" fmla="*/ 442611 h 443699"/>
              <a:gd name="csX159" fmla="*/ 1562266 w 2726878"/>
              <a:gd name="csY159" fmla="*/ 4427 h 443699"/>
              <a:gd name="csX160" fmla="*/ 1208226 w 2726878"/>
              <a:gd name="csY160" fmla="*/ 439708 h 443699"/>
              <a:gd name="csX161" fmla="*/ 1604972 w 2726878"/>
              <a:gd name="csY161" fmla="*/ 1597 h 443699"/>
              <a:gd name="csX162" fmla="*/ 1208226 w 2726878"/>
              <a:gd name="csY162" fmla="*/ 439708 h 443699"/>
              <a:gd name="csX163" fmla="*/ 1604972 w 2726878"/>
              <a:gd name="csY163" fmla="*/ 1597 h 443699"/>
              <a:gd name="csX164" fmla="*/ 1245943 w 2726878"/>
              <a:gd name="csY164" fmla="*/ 442321 h 443699"/>
              <a:gd name="csX165" fmla="*/ 1642613 w 2726878"/>
              <a:gd name="csY165" fmla="*/ 4210 h 443699"/>
              <a:gd name="csX166" fmla="*/ 1245943 w 2726878"/>
              <a:gd name="csY166" fmla="*/ 442321 h 443699"/>
              <a:gd name="csX167" fmla="*/ 1642613 w 2726878"/>
              <a:gd name="csY167" fmla="*/ 4210 h 443699"/>
              <a:gd name="csX168" fmla="*/ 1288573 w 2726878"/>
              <a:gd name="csY168" fmla="*/ 439491 h 443699"/>
              <a:gd name="csX169" fmla="*/ 1685318 w 2726878"/>
              <a:gd name="csY169" fmla="*/ 1307 h 443699"/>
              <a:gd name="csX170" fmla="*/ 1288573 w 2726878"/>
              <a:gd name="csY170" fmla="*/ 439491 h 443699"/>
              <a:gd name="csX171" fmla="*/ 1685318 w 2726878"/>
              <a:gd name="csY171" fmla="*/ 1307 h 443699"/>
              <a:gd name="csX172" fmla="*/ 1326290 w 2726878"/>
              <a:gd name="csY172" fmla="*/ 442103 h 443699"/>
              <a:gd name="csX173" fmla="*/ 1722960 w 2726878"/>
              <a:gd name="csY173" fmla="*/ 3919 h 443699"/>
              <a:gd name="csX174" fmla="*/ 1326290 w 2726878"/>
              <a:gd name="csY174" fmla="*/ 442103 h 443699"/>
              <a:gd name="csX175" fmla="*/ 1722960 w 2726878"/>
              <a:gd name="csY175" fmla="*/ 3919 h 443699"/>
              <a:gd name="csX176" fmla="*/ 1368920 w 2726878"/>
              <a:gd name="csY176" fmla="*/ 439273 h 443699"/>
              <a:gd name="csX177" fmla="*/ 1765665 w 2726878"/>
              <a:gd name="csY177" fmla="*/ 1089 h 443699"/>
              <a:gd name="csX178" fmla="*/ 1368920 w 2726878"/>
              <a:gd name="csY178" fmla="*/ 439273 h 443699"/>
              <a:gd name="csX179" fmla="*/ 1765665 w 2726878"/>
              <a:gd name="csY179" fmla="*/ 1089 h 443699"/>
              <a:gd name="csX180" fmla="*/ 1406637 w 2726878"/>
              <a:gd name="csY180" fmla="*/ 441885 h 443699"/>
              <a:gd name="csX181" fmla="*/ 1803306 w 2726878"/>
              <a:gd name="csY181" fmla="*/ 3701 h 443699"/>
              <a:gd name="csX182" fmla="*/ 1406637 w 2726878"/>
              <a:gd name="csY182" fmla="*/ 441885 h 443699"/>
              <a:gd name="csX183" fmla="*/ 1803306 w 2726878"/>
              <a:gd name="csY183" fmla="*/ 3701 h 443699"/>
              <a:gd name="csX184" fmla="*/ 1449267 w 2726878"/>
              <a:gd name="csY184" fmla="*/ 438983 h 443699"/>
              <a:gd name="csX185" fmla="*/ 1846012 w 2726878"/>
              <a:gd name="csY185" fmla="*/ 799 h 443699"/>
              <a:gd name="csX186" fmla="*/ 1449267 w 2726878"/>
              <a:gd name="csY186" fmla="*/ 438983 h 443699"/>
              <a:gd name="csX187" fmla="*/ 1846012 w 2726878"/>
              <a:gd name="csY187" fmla="*/ 799 h 443699"/>
              <a:gd name="csX188" fmla="*/ 1486984 w 2726878"/>
              <a:gd name="csY188" fmla="*/ 441595 h 443699"/>
              <a:gd name="csX189" fmla="*/ 1883653 w 2726878"/>
              <a:gd name="csY189" fmla="*/ 3411 h 443699"/>
              <a:gd name="csX190" fmla="*/ 1486984 w 2726878"/>
              <a:gd name="csY190" fmla="*/ 441595 h 443699"/>
              <a:gd name="csX191" fmla="*/ 1883653 w 2726878"/>
              <a:gd name="csY191" fmla="*/ 3411 h 443699"/>
              <a:gd name="csX192" fmla="*/ 1529613 w 2726878"/>
              <a:gd name="csY192" fmla="*/ 438765 h 443699"/>
              <a:gd name="csX193" fmla="*/ 1926359 w 2726878"/>
              <a:gd name="csY193" fmla="*/ 581 h 443699"/>
              <a:gd name="csX194" fmla="*/ 1529613 w 2726878"/>
              <a:gd name="csY194" fmla="*/ 438765 h 443699"/>
              <a:gd name="csX195" fmla="*/ 1926359 w 2726878"/>
              <a:gd name="csY195" fmla="*/ 581 h 443699"/>
              <a:gd name="csX196" fmla="*/ 1567330 w 2726878"/>
              <a:gd name="csY196" fmla="*/ 441377 h 443699"/>
              <a:gd name="csX197" fmla="*/ 1964000 w 2726878"/>
              <a:gd name="csY197" fmla="*/ 3193 h 443699"/>
              <a:gd name="csX198" fmla="*/ 1567330 w 2726878"/>
              <a:gd name="csY198" fmla="*/ 441377 h 443699"/>
              <a:gd name="csX199" fmla="*/ 1964000 w 2726878"/>
              <a:gd name="csY199" fmla="*/ 3193 h 443699"/>
              <a:gd name="csX200" fmla="*/ 1609960 w 2726878"/>
              <a:gd name="csY200" fmla="*/ 438475 h 443699"/>
              <a:gd name="csX201" fmla="*/ 2006706 w 2726878"/>
              <a:gd name="csY201" fmla="*/ 291 h 443699"/>
              <a:gd name="csX202" fmla="*/ 1609960 w 2726878"/>
              <a:gd name="csY202" fmla="*/ 438475 h 443699"/>
              <a:gd name="csX203" fmla="*/ 2006706 w 2726878"/>
              <a:gd name="csY203" fmla="*/ 291 h 443699"/>
              <a:gd name="csX204" fmla="*/ 1647677 w 2726878"/>
              <a:gd name="csY204" fmla="*/ 441087 h 443699"/>
              <a:gd name="csX205" fmla="*/ 2044347 w 2726878"/>
              <a:gd name="csY205" fmla="*/ 2903 h 443699"/>
              <a:gd name="csX206" fmla="*/ 1647677 w 2726878"/>
              <a:gd name="csY206" fmla="*/ 441087 h 443699"/>
              <a:gd name="csX207" fmla="*/ 2044347 w 2726878"/>
              <a:gd name="csY207" fmla="*/ 2903 h 443699"/>
              <a:gd name="csX208" fmla="*/ 1685394 w 2726878"/>
              <a:gd name="csY208" fmla="*/ 443700 h 443699"/>
              <a:gd name="csX209" fmla="*/ 2087052 w 2726878"/>
              <a:gd name="csY209" fmla="*/ 73 h 443699"/>
              <a:gd name="csX210" fmla="*/ 1685394 w 2726878"/>
              <a:gd name="csY210" fmla="*/ 443700 h 443699"/>
              <a:gd name="csX211" fmla="*/ 2087052 w 2726878"/>
              <a:gd name="csY211" fmla="*/ 73 h 443699"/>
              <a:gd name="csX212" fmla="*/ 1728024 w 2726878"/>
              <a:gd name="csY212" fmla="*/ 440870 h 443699"/>
              <a:gd name="csX213" fmla="*/ 2124694 w 2726878"/>
              <a:gd name="csY213" fmla="*/ 2686 h 443699"/>
              <a:gd name="csX214" fmla="*/ 1728024 w 2726878"/>
              <a:gd name="csY214" fmla="*/ 440870 h 443699"/>
              <a:gd name="csX215" fmla="*/ 2124694 w 2726878"/>
              <a:gd name="csY215" fmla="*/ 2686 h 443699"/>
              <a:gd name="csX216" fmla="*/ 1765741 w 2726878"/>
              <a:gd name="csY216" fmla="*/ 443482 h 443699"/>
              <a:gd name="csX217" fmla="*/ 2162411 w 2726878"/>
              <a:gd name="csY217" fmla="*/ 5298 h 443699"/>
              <a:gd name="csX218" fmla="*/ 1765741 w 2726878"/>
              <a:gd name="csY218" fmla="*/ 443482 h 443699"/>
              <a:gd name="csX219" fmla="*/ 2162411 w 2726878"/>
              <a:gd name="csY219" fmla="*/ 5298 h 443699"/>
              <a:gd name="csX220" fmla="*/ 1808370 w 2726878"/>
              <a:gd name="csY220" fmla="*/ 440579 h 443699"/>
              <a:gd name="csX221" fmla="*/ 2205041 w 2726878"/>
              <a:gd name="csY221" fmla="*/ 2468 h 443699"/>
              <a:gd name="csX222" fmla="*/ 1808370 w 2726878"/>
              <a:gd name="csY222" fmla="*/ 440579 h 443699"/>
              <a:gd name="csX223" fmla="*/ 2205041 w 2726878"/>
              <a:gd name="csY223" fmla="*/ 2468 h 443699"/>
              <a:gd name="csX224" fmla="*/ 1846088 w 2726878"/>
              <a:gd name="csY224" fmla="*/ 443192 h 443699"/>
              <a:gd name="csX225" fmla="*/ 2242758 w 2726878"/>
              <a:gd name="csY225" fmla="*/ 5080 h 443699"/>
              <a:gd name="csX226" fmla="*/ 1846088 w 2726878"/>
              <a:gd name="csY226" fmla="*/ 443192 h 443699"/>
              <a:gd name="csX227" fmla="*/ 2242758 w 2726878"/>
              <a:gd name="csY227" fmla="*/ 5080 h 443699"/>
              <a:gd name="csX228" fmla="*/ 1888717 w 2726878"/>
              <a:gd name="csY228" fmla="*/ 440361 h 443699"/>
              <a:gd name="csX229" fmla="*/ 2285388 w 2726878"/>
              <a:gd name="csY229" fmla="*/ 2178 h 443699"/>
              <a:gd name="csX230" fmla="*/ 1888717 w 2726878"/>
              <a:gd name="csY230" fmla="*/ 440361 h 443699"/>
              <a:gd name="csX231" fmla="*/ 2285388 w 2726878"/>
              <a:gd name="csY231" fmla="*/ 2178 h 443699"/>
              <a:gd name="csX232" fmla="*/ 1926434 w 2726878"/>
              <a:gd name="csY232" fmla="*/ 442974 h 443699"/>
              <a:gd name="csX233" fmla="*/ 2323104 w 2726878"/>
              <a:gd name="csY233" fmla="*/ 4790 h 443699"/>
              <a:gd name="csX234" fmla="*/ 1926434 w 2726878"/>
              <a:gd name="csY234" fmla="*/ 442974 h 443699"/>
              <a:gd name="csX235" fmla="*/ 2323104 w 2726878"/>
              <a:gd name="csY235" fmla="*/ 4790 h 443699"/>
              <a:gd name="csX236" fmla="*/ 1969064 w 2726878"/>
              <a:gd name="csY236" fmla="*/ 440071 h 443699"/>
              <a:gd name="csX237" fmla="*/ 2365734 w 2726878"/>
              <a:gd name="csY237" fmla="*/ 1960 h 443699"/>
              <a:gd name="csX238" fmla="*/ 1969064 w 2726878"/>
              <a:gd name="csY238" fmla="*/ 440071 h 443699"/>
              <a:gd name="csX239" fmla="*/ 2365734 w 2726878"/>
              <a:gd name="csY239" fmla="*/ 1960 h 443699"/>
              <a:gd name="csX240" fmla="*/ 2006781 w 2726878"/>
              <a:gd name="csY240" fmla="*/ 442684 h 443699"/>
              <a:gd name="csX241" fmla="*/ 2403451 w 2726878"/>
              <a:gd name="csY241" fmla="*/ 4572 h 443699"/>
              <a:gd name="csX242" fmla="*/ 2006781 w 2726878"/>
              <a:gd name="csY242" fmla="*/ 442684 h 443699"/>
              <a:gd name="csX243" fmla="*/ 2403451 w 2726878"/>
              <a:gd name="csY243" fmla="*/ 4572 h 443699"/>
              <a:gd name="csX244" fmla="*/ 2049411 w 2726878"/>
              <a:gd name="csY244" fmla="*/ 439853 h 443699"/>
              <a:gd name="csX245" fmla="*/ 2446081 w 2726878"/>
              <a:gd name="csY245" fmla="*/ 1669 h 443699"/>
              <a:gd name="csX246" fmla="*/ 2049411 w 2726878"/>
              <a:gd name="csY246" fmla="*/ 439853 h 443699"/>
              <a:gd name="csX247" fmla="*/ 2446081 w 2726878"/>
              <a:gd name="csY247" fmla="*/ 1669 h 443699"/>
              <a:gd name="csX248" fmla="*/ 2087128 w 2726878"/>
              <a:gd name="csY248" fmla="*/ 442466 h 443699"/>
              <a:gd name="csX249" fmla="*/ 2483798 w 2726878"/>
              <a:gd name="csY249" fmla="*/ 4282 h 443699"/>
              <a:gd name="csX250" fmla="*/ 2087128 w 2726878"/>
              <a:gd name="csY250" fmla="*/ 442466 h 443699"/>
              <a:gd name="csX251" fmla="*/ 2483798 w 2726878"/>
              <a:gd name="csY251" fmla="*/ 4282 h 443699"/>
              <a:gd name="csX252" fmla="*/ 2129758 w 2726878"/>
              <a:gd name="csY252" fmla="*/ 439563 h 443699"/>
              <a:gd name="csX253" fmla="*/ 2526428 w 2726878"/>
              <a:gd name="csY253" fmla="*/ 1452 h 443699"/>
              <a:gd name="csX254" fmla="*/ 2129758 w 2726878"/>
              <a:gd name="csY254" fmla="*/ 439563 h 443699"/>
              <a:gd name="csX255" fmla="*/ 2526428 w 2726878"/>
              <a:gd name="csY255" fmla="*/ 1452 h 443699"/>
              <a:gd name="csX256" fmla="*/ 2167475 w 2726878"/>
              <a:gd name="csY256" fmla="*/ 442176 h 443699"/>
              <a:gd name="csX257" fmla="*/ 2564145 w 2726878"/>
              <a:gd name="csY257" fmla="*/ 4064 h 443699"/>
              <a:gd name="csX258" fmla="*/ 2167475 w 2726878"/>
              <a:gd name="csY258" fmla="*/ 442176 h 443699"/>
              <a:gd name="csX259" fmla="*/ 2564145 w 2726878"/>
              <a:gd name="csY259" fmla="*/ 4064 h 443699"/>
              <a:gd name="csX260" fmla="*/ 2210105 w 2726878"/>
              <a:gd name="csY260" fmla="*/ 439345 h 443699"/>
              <a:gd name="csX261" fmla="*/ 2606774 w 2726878"/>
              <a:gd name="csY261" fmla="*/ 1161 h 443699"/>
              <a:gd name="csX262" fmla="*/ 2210105 w 2726878"/>
              <a:gd name="csY262" fmla="*/ 439345 h 443699"/>
              <a:gd name="csX263" fmla="*/ 2606774 w 2726878"/>
              <a:gd name="csY263" fmla="*/ 1161 h 443699"/>
              <a:gd name="csX264" fmla="*/ 2247822 w 2726878"/>
              <a:gd name="csY264" fmla="*/ 441958 h 443699"/>
              <a:gd name="csX265" fmla="*/ 2644491 w 2726878"/>
              <a:gd name="csY265" fmla="*/ 3774 h 443699"/>
              <a:gd name="csX266" fmla="*/ 2247822 w 2726878"/>
              <a:gd name="csY266" fmla="*/ 441958 h 443699"/>
              <a:gd name="csX267" fmla="*/ 2644491 w 2726878"/>
              <a:gd name="csY267" fmla="*/ 3774 h 443699"/>
              <a:gd name="csX268" fmla="*/ 2290452 w 2726878"/>
              <a:gd name="csY268" fmla="*/ 439128 h 443699"/>
              <a:gd name="csX269" fmla="*/ 2687121 w 2726878"/>
              <a:gd name="csY269" fmla="*/ 944 h 443699"/>
              <a:gd name="csX270" fmla="*/ 2290452 w 2726878"/>
              <a:gd name="csY270" fmla="*/ 439128 h 443699"/>
              <a:gd name="csX271" fmla="*/ 2687121 w 2726878"/>
              <a:gd name="csY271" fmla="*/ 944 h 443699"/>
              <a:gd name="csX272" fmla="*/ 2328168 w 2726878"/>
              <a:gd name="csY272" fmla="*/ 441740 h 443699"/>
              <a:gd name="csX273" fmla="*/ 2724838 w 2726878"/>
              <a:gd name="csY273" fmla="*/ 3556 h 443699"/>
              <a:gd name="csX274" fmla="*/ 2328168 w 2726878"/>
              <a:gd name="csY274" fmla="*/ 441740 h 443699"/>
              <a:gd name="csX275" fmla="*/ 2724838 w 2726878"/>
              <a:gd name="csY275" fmla="*/ 3556 h 443699"/>
              <a:gd name="csX276" fmla="*/ 2370798 w 2726878"/>
              <a:gd name="csY276" fmla="*/ 438837 h 443699"/>
              <a:gd name="csX277" fmla="*/ 2722873 w 2726878"/>
              <a:gd name="csY277" fmla="*/ 50002 h 443699"/>
              <a:gd name="csX278" fmla="*/ 2370798 w 2726878"/>
              <a:gd name="csY278" fmla="*/ 438837 h 443699"/>
              <a:gd name="csX279" fmla="*/ 2722873 w 2726878"/>
              <a:gd name="csY279" fmla="*/ 50002 h 443699"/>
              <a:gd name="csX280" fmla="*/ 2408515 w 2726878"/>
              <a:gd name="csY280" fmla="*/ 441450 h 443699"/>
              <a:gd name="csX281" fmla="*/ 2725821 w 2726878"/>
              <a:gd name="csY281" fmla="*/ 90932 h 443699"/>
              <a:gd name="csX282" fmla="*/ 2408515 w 2726878"/>
              <a:gd name="csY282" fmla="*/ 441450 h 443699"/>
              <a:gd name="csX283" fmla="*/ 2725821 w 2726878"/>
              <a:gd name="csY283" fmla="*/ 90932 h 443699"/>
              <a:gd name="csX284" fmla="*/ 2451145 w 2726878"/>
              <a:gd name="csY284" fmla="*/ 438620 h 443699"/>
              <a:gd name="csX285" fmla="*/ 2723856 w 2726878"/>
              <a:gd name="csY285" fmla="*/ 137377 h 443699"/>
              <a:gd name="csX286" fmla="*/ 2451145 w 2726878"/>
              <a:gd name="csY286" fmla="*/ 438620 h 443699"/>
              <a:gd name="csX287" fmla="*/ 2723856 w 2726878"/>
              <a:gd name="csY287" fmla="*/ 137377 h 443699"/>
              <a:gd name="csX288" fmla="*/ 2488862 w 2726878"/>
              <a:gd name="csY288" fmla="*/ 441232 h 443699"/>
              <a:gd name="csX289" fmla="*/ 2726879 w 2726878"/>
              <a:gd name="csY289" fmla="*/ 178307 h 443699"/>
              <a:gd name="csX290" fmla="*/ 2488862 w 2726878"/>
              <a:gd name="csY290" fmla="*/ 441232 h 443699"/>
              <a:gd name="csX291" fmla="*/ 2726879 w 2726878"/>
              <a:gd name="csY291" fmla="*/ 178307 h 443699"/>
              <a:gd name="csX292" fmla="*/ 2531492 w 2726878"/>
              <a:gd name="csY292" fmla="*/ 438330 h 443699"/>
              <a:gd name="csX293" fmla="*/ 2724914 w 2726878"/>
              <a:gd name="csY293" fmla="*/ 224753 h 443699"/>
              <a:gd name="csX294" fmla="*/ 2531492 w 2726878"/>
              <a:gd name="csY294" fmla="*/ 438330 h 443699"/>
              <a:gd name="csX295" fmla="*/ 2724914 w 2726878"/>
              <a:gd name="csY295" fmla="*/ 224753 h 443699"/>
              <a:gd name="csX296" fmla="*/ 2569209 w 2726878"/>
              <a:gd name="csY296" fmla="*/ 440942 h 443699"/>
              <a:gd name="csX297" fmla="*/ 2722873 w 2726878"/>
              <a:gd name="csY297" fmla="*/ 271198 h 443699"/>
              <a:gd name="csX298" fmla="*/ 2569209 w 2726878"/>
              <a:gd name="csY298" fmla="*/ 440942 h 443699"/>
              <a:gd name="csX299" fmla="*/ 2722873 w 2726878"/>
              <a:gd name="csY299" fmla="*/ 271198 h 443699"/>
              <a:gd name="csX300" fmla="*/ 2606850 w 2726878"/>
              <a:gd name="csY300" fmla="*/ 443555 h 443699"/>
              <a:gd name="csX301" fmla="*/ 2725896 w 2726878"/>
              <a:gd name="csY301" fmla="*/ 312128 h 443699"/>
              <a:gd name="csX302" fmla="*/ 2606850 w 2726878"/>
              <a:gd name="csY302" fmla="*/ 443555 h 443699"/>
              <a:gd name="csX303" fmla="*/ 2725896 w 2726878"/>
              <a:gd name="csY303" fmla="*/ 312128 h 443699"/>
              <a:gd name="csX304" fmla="*/ 2649556 w 2726878"/>
              <a:gd name="csY304" fmla="*/ 440724 h 443699"/>
              <a:gd name="csX305" fmla="*/ 2723931 w 2726878"/>
              <a:gd name="csY305" fmla="*/ 358574 h 443699"/>
              <a:gd name="csX306" fmla="*/ 2649556 w 2726878"/>
              <a:gd name="csY306" fmla="*/ 440724 h 443699"/>
              <a:gd name="csX307" fmla="*/ 2723931 w 2726878"/>
              <a:gd name="csY307" fmla="*/ 358574 h 443699"/>
              <a:gd name="csX308" fmla="*/ 2687197 w 2726878"/>
              <a:gd name="csY308" fmla="*/ 443337 h 443699"/>
              <a:gd name="csX309" fmla="*/ 2721966 w 2726878"/>
              <a:gd name="csY309" fmla="*/ 404947 h 443699"/>
              <a:gd name="csX310" fmla="*/ 2687197 w 2726878"/>
              <a:gd name="csY310" fmla="*/ 443337 h 443699"/>
              <a:gd name="csX311" fmla="*/ 2721966 w 2726878"/>
              <a:gd name="csY311" fmla="*/ 404947 h 44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</a:cxnLst>
            <a:rect l="l" t="t" r="r" b="b"/>
            <a:pathLst>
              <a:path w="2726878" h="443699">
                <a:moveTo>
                  <a:pt x="2948" y="1089"/>
                </a:moveTo>
                <a:cubicBezTo>
                  <a:pt x="2948" y="1089"/>
                  <a:pt x="2948" y="1089"/>
                  <a:pt x="2948" y="1089"/>
                </a:cubicBezTo>
                <a:moveTo>
                  <a:pt x="2948" y="1089"/>
                </a:moveTo>
                <a:cubicBezTo>
                  <a:pt x="2948" y="1089"/>
                  <a:pt x="2948" y="1089"/>
                  <a:pt x="2948" y="1089"/>
                </a:cubicBezTo>
                <a:moveTo>
                  <a:pt x="983" y="47534"/>
                </a:moveTo>
                <a:cubicBezTo>
                  <a:pt x="6652" y="31133"/>
                  <a:pt x="27135" y="26634"/>
                  <a:pt x="40665" y="3701"/>
                </a:cubicBezTo>
                <a:moveTo>
                  <a:pt x="983" y="47534"/>
                </a:moveTo>
                <a:cubicBezTo>
                  <a:pt x="12094" y="40858"/>
                  <a:pt x="17536" y="28593"/>
                  <a:pt x="40665" y="3701"/>
                </a:cubicBezTo>
                <a:moveTo>
                  <a:pt x="3931" y="88464"/>
                </a:moveTo>
                <a:cubicBezTo>
                  <a:pt x="35450" y="61976"/>
                  <a:pt x="49811" y="30771"/>
                  <a:pt x="83295" y="871"/>
                </a:cubicBezTo>
                <a:moveTo>
                  <a:pt x="3931" y="88464"/>
                </a:moveTo>
                <a:cubicBezTo>
                  <a:pt x="30159" y="56315"/>
                  <a:pt x="59637" y="23296"/>
                  <a:pt x="83295" y="871"/>
                </a:cubicBezTo>
                <a:moveTo>
                  <a:pt x="1966" y="134910"/>
                </a:moveTo>
                <a:cubicBezTo>
                  <a:pt x="33182" y="105229"/>
                  <a:pt x="73620" y="69161"/>
                  <a:pt x="121012" y="3484"/>
                </a:cubicBezTo>
                <a:moveTo>
                  <a:pt x="1966" y="134910"/>
                </a:moveTo>
                <a:cubicBezTo>
                  <a:pt x="39758" y="90569"/>
                  <a:pt x="92365" y="34254"/>
                  <a:pt x="121012" y="3484"/>
                </a:cubicBezTo>
                <a:moveTo>
                  <a:pt x="1" y="181355"/>
                </a:moveTo>
                <a:cubicBezTo>
                  <a:pt x="36961" y="126056"/>
                  <a:pt x="102796" y="72862"/>
                  <a:pt x="163642" y="581"/>
                </a:cubicBezTo>
                <a:moveTo>
                  <a:pt x="1" y="181355"/>
                </a:moveTo>
                <a:cubicBezTo>
                  <a:pt x="44671" y="129104"/>
                  <a:pt x="82464" y="93690"/>
                  <a:pt x="163642" y="581"/>
                </a:cubicBezTo>
                <a:moveTo>
                  <a:pt x="3024" y="222285"/>
                </a:moveTo>
                <a:cubicBezTo>
                  <a:pt x="67573" y="142457"/>
                  <a:pt x="135675" y="76781"/>
                  <a:pt x="201359" y="3193"/>
                </a:cubicBezTo>
                <a:moveTo>
                  <a:pt x="3024" y="222285"/>
                </a:moveTo>
                <a:cubicBezTo>
                  <a:pt x="71579" y="143764"/>
                  <a:pt x="152758" y="58275"/>
                  <a:pt x="201359" y="3193"/>
                </a:cubicBezTo>
                <a:moveTo>
                  <a:pt x="983" y="268731"/>
                </a:moveTo>
                <a:cubicBezTo>
                  <a:pt x="96296" y="182807"/>
                  <a:pt x="190399" y="65169"/>
                  <a:pt x="243989" y="363"/>
                </a:cubicBezTo>
                <a:moveTo>
                  <a:pt x="983" y="268731"/>
                </a:moveTo>
                <a:cubicBezTo>
                  <a:pt x="62358" y="199426"/>
                  <a:pt x="120634" y="135636"/>
                  <a:pt x="243989" y="363"/>
                </a:cubicBezTo>
                <a:moveTo>
                  <a:pt x="4006" y="309661"/>
                </a:moveTo>
                <a:cubicBezTo>
                  <a:pt x="117913" y="191080"/>
                  <a:pt x="205818" y="110381"/>
                  <a:pt x="281706" y="2976"/>
                </a:cubicBezTo>
                <a:moveTo>
                  <a:pt x="4006" y="309661"/>
                </a:moveTo>
                <a:cubicBezTo>
                  <a:pt x="66213" y="250153"/>
                  <a:pt x="119122" y="183387"/>
                  <a:pt x="281706" y="2976"/>
                </a:cubicBezTo>
                <a:moveTo>
                  <a:pt x="2041" y="356106"/>
                </a:moveTo>
                <a:cubicBezTo>
                  <a:pt x="84731" y="256612"/>
                  <a:pt x="143234" y="195870"/>
                  <a:pt x="324336" y="73"/>
                </a:cubicBezTo>
                <a:moveTo>
                  <a:pt x="2041" y="356106"/>
                </a:moveTo>
                <a:cubicBezTo>
                  <a:pt x="84580" y="267062"/>
                  <a:pt x="173619" y="165317"/>
                  <a:pt x="324336" y="73"/>
                </a:cubicBezTo>
                <a:moveTo>
                  <a:pt x="76" y="402552"/>
                </a:moveTo>
                <a:cubicBezTo>
                  <a:pt x="81405" y="329400"/>
                  <a:pt x="156461" y="224753"/>
                  <a:pt x="362052" y="2686"/>
                </a:cubicBezTo>
                <a:moveTo>
                  <a:pt x="76" y="402552"/>
                </a:moveTo>
                <a:cubicBezTo>
                  <a:pt x="81935" y="326207"/>
                  <a:pt x="147542" y="234477"/>
                  <a:pt x="362052" y="2686"/>
                </a:cubicBezTo>
                <a:moveTo>
                  <a:pt x="3024" y="443482"/>
                </a:moveTo>
                <a:cubicBezTo>
                  <a:pt x="113227" y="331142"/>
                  <a:pt x="244745" y="183097"/>
                  <a:pt x="399694" y="5298"/>
                </a:cubicBezTo>
                <a:moveTo>
                  <a:pt x="3024" y="443482"/>
                </a:moveTo>
                <a:cubicBezTo>
                  <a:pt x="104988" y="323377"/>
                  <a:pt x="209976" y="213359"/>
                  <a:pt x="399694" y="5298"/>
                </a:cubicBezTo>
                <a:moveTo>
                  <a:pt x="45654" y="440652"/>
                </a:moveTo>
                <a:cubicBezTo>
                  <a:pt x="129478" y="351172"/>
                  <a:pt x="240361" y="239703"/>
                  <a:pt x="442399" y="2468"/>
                </a:cubicBezTo>
                <a:moveTo>
                  <a:pt x="45654" y="440652"/>
                </a:moveTo>
                <a:cubicBezTo>
                  <a:pt x="181404" y="279109"/>
                  <a:pt x="328417" y="132733"/>
                  <a:pt x="442399" y="2468"/>
                </a:cubicBezTo>
                <a:moveTo>
                  <a:pt x="83371" y="443264"/>
                </a:moveTo>
                <a:cubicBezTo>
                  <a:pt x="187073" y="334625"/>
                  <a:pt x="300451" y="220689"/>
                  <a:pt x="480040" y="5080"/>
                </a:cubicBezTo>
                <a:moveTo>
                  <a:pt x="83371" y="443264"/>
                </a:moveTo>
                <a:cubicBezTo>
                  <a:pt x="240814" y="265320"/>
                  <a:pt x="405589" y="98407"/>
                  <a:pt x="480040" y="5080"/>
                </a:cubicBezTo>
                <a:moveTo>
                  <a:pt x="126001" y="440361"/>
                </a:moveTo>
                <a:cubicBezTo>
                  <a:pt x="205516" y="348632"/>
                  <a:pt x="291910" y="247758"/>
                  <a:pt x="522746" y="2250"/>
                </a:cubicBezTo>
                <a:moveTo>
                  <a:pt x="126001" y="440361"/>
                </a:moveTo>
                <a:cubicBezTo>
                  <a:pt x="279060" y="282011"/>
                  <a:pt x="422747" y="111034"/>
                  <a:pt x="522746" y="2250"/>
                </a:cubicBezTo>
                <a:moveTo>
                  <a:pt x="163718" y="442974"/>
                </a:moveTo>
                <a:cubicBezTo>
                  <a:pt x="318893" y="269674"/>
                  <a:pt x="455097" y="112848"/>
                  <a:pt x="560463" y="4863"/>
                </a:cubicBezTo>
                <a:moveTo>
                  <a:pt x="163718" y="442974"/>
                </a:moveTo>
                <a:cubicBezTo>
                  <a:pt x="294253" y="288833"/>
                  <a:pt x="444062" y="130991"/>
                  <a:pt x="560463" y="4863"/>
                </a:cubicBezTo>
                <a:moveTo>
                  <a:pt x="206347" y="440144"/>
                </a:moveTo>
                <a:cubicBezTo>
                  <a:pt x="293346" y="330271"/>
                  <a:pt x="401205" y="237453"/>
                  <a:pt x="603093" y="1960"/>
                </a:cubicBezTo>
                <a:moveTo>
                  <a:pt x="206347" y="440144"/>
                </a:moveTo>
                <a:cubicBezTo>
                  <a:pt x="308387" y="344132"/>
                  <a:pt x="400072" y="230341"/>
                  <a:pt x="603093" y="1960"/>
                </a:cubicBezTo>
                <a:moveTo>
                  <a:pt x="244064" y="442756"/>
                </a:moveTo>
                <a:cubicBezTo>
                  <a:pt x="345424" y="345076"/>
                  <a:pt x="450336" y="242388"/>
                  <a:pt x="640810" y="4572"/>
                </a:cubicBezTo>
                <a:moveTo>
                  <a:pt x="244064" y="442756"/>
                </a:moveTo>
                <a:cubicBezTo>
                  <a:pt x="389565" y="275698"/>
                  <a:pt x="544892" y="114590"/>
                  <a:pt x="640810" y="4572"/>
                </a:cubicBezTo>
                <a:moveTo>
                  <a:pt x="286694" y="439853"/>
                </a:moveTo>
                <a:cubicBezTo>
                  <a:pt x="382612" y="353857"/>
                  <a:pt x="474750" y="236437"/>
                  <a:pt x="683440" y="1742"/>
                </a:cubicBezTo>
                <a:moveTo>
                  <a:pt x="286694" y="439853"/>
                </a:moveTo>
                <a:cubicBezTo>
                  <a:pt x="407857" y="309734"/>
                  <a:pt x="516548" y="187887"/>
                  <a:pt x="683440" y="1742"/>
                </a:cubicBezTo>
                <a:moveTo>
                  <a:pt x="324411" y="442466"/>
                </a:moveTo>
                <a:cubicBezTo>
                  <a:pt x="447161" y="284914"/>
                  <a:pt x="605814" y="145288"/>
                  <a:pt x="721157" y="4355"/>
                </a:cubicBezTo>
                <a:moveTo>
                  <a:pt x="324411" y="442466"/>
                </a:moveTo>
                <a:cubicBezTo>
                  <a:pt x="423276" y="334771"/>
                  <a:pt x="527054" y="215827"/>
                  <a:pt x="721157" y="4355"/>
                </a:cubicBezTo>
                <a:moveTo>
                  <a:pt x="367041" y="439636"/>
                </a:moveTo>
                <a:cubicBezTo>
                  <a:pt x="461371" y="328167"/>
                  <a:pt x="566132" y="234550"/>
                  <a:pt x="763787" y="1452"/>
                </a:cubicBezTo>
                <a:moveTo>
                  <a:pt x="367041" y="439636"/>
                </a:moveTo>
                <a:cubicBezTo>
                  <a:pt x="488128" y="309081"/>
                  <a:pt x="593116" y="183024"/>
                  <a:pt x="763787" y="1452"/>
                </a:cubicBezTo>
                <a:moveTo>
                  <a:pt x="404758" y="442248"/>
                </a:moveTo>
                <a:cubicBezTo>
                  <a:pt x="538997" y="305452"/>
                  <a:pt x="656456" y="174098"/>
                  <a:pt x="801503" y="4064"/>
                </a:cubicBezTo>
                <a:moveTo>
                  <a:pt x="404758" y="442248"/>
                </a:moveTo>
                <a:cubicBezTo>
                  <a:pt x="533933" y="291010"/>
                  <a:pt x="670288" y="146231"/>
                  <a:pt x="801503" y="4064"/>
                </a:cubicBezTo>
                <a:moveTo>
                  <a:pt x="447388" y="439345"/>
                </a:moveTo>
                <a:cubicBezTo>
                  <a:pt x="586993" y="271779"/>
                  <a:pt x="725389" y="109438"/>
                  <a:pt x="844133" y="1234"/>
                </a:cubicBezTo>
                <a:moveTo>
                  <a:pt x="447388" y="439345"/>
                </a:moveTo>
                <a:cubicBezTo>
                  <a:pt x="595081" y="278673"/>
                  <a:pt x="735593" y="115606"/>
                  <a:pt x="844133" y="1234"/>
                </a:cubicBezTo>
                <a:moveTo>
                  <a:pt x="485105" y="441958"/>
                </a:moveTo>
                <a:cubicBezTo>
                  <a:pt x="584877" y="315104"/>
                  <a:pt x="703999" y="186581"/>
                  <a:pt x="881850" y="3847"/>
                </a:cubicBezTo>
                <a:moveTo>
                  <a:pt x="485105" y="441958"/>
                </a:moveTo>
                <a:cubicBezTo>
                  <a:pt x="595232" y="320982"/>
                  <a:pt x="707400" y="207046"/>
                  <a:pt x="881850" y="3847"/>
                </a:cubicBezTo>
                <a:moveTo>
                  <a:pt x="527735" y="439128"/>
                </a:moveTo>
                <a:cubicBezTo>
                  <a:pt x="681323" y="273521"/>
                  <a:pt x="826749" y="95939"/>
                  <a:pt x="924480" y="944"/>
                </a:cubicBezTo>
                <a:moveTo>
                  <a:pt x="527735" y="439128"/>
                </a:moveTo>
                <a:cubicBezTo>
                  <a:pt x="638315" y="310169"/>
                  <a:pt x="769984" y="184258"/>
                  <a:pt x="924480" y="944"/>
                </a:cubicBezTo>
                <a:moveTo>
                  <a:pt x="565452" y="441740"/>
                </a:moveTo>
                <a:cubicBezTo>
                  <a:pt x="715412" y="260240"/>
                  <a:pt x="863634" y="110526"/>
                  <a:pt x="962197" y="3556"/>
                </a:cubicBezTo>
                <a:moveTo>
                  <a:pt x="565452" y="441740"/>
                </a:moveTo>
                <a:cubicBezTo>
                  <a:pt x="698935" y="300445"/>
                  <a:pt x="822819" y="154939"/>
                  <a:pt x="962197" y="3556"/>
                </a:cubicBezTo>
                <a:moveTo>
                  <a:pt x="608081" y="438910"/>
                </a:moveTo>
                <a:cubicBezTo>
                  <a:pt x="738919" y="269166"/>
                  <a:pt x="884193" y="139845"/>
                  <a:pt x="1004827" y="726"/>
                </a:cubicBezTo>
                <a:moveTo>
                  <a:pt x="608081" y="438910"/>
                </a:moveTo>
                <a:cubicBezTo>
                  <a:pt x="762879" y="264304"/>
                  <a:pt x="926597" y="90714"/>
                  <a:pt x="1004827" y="726"/>
                </a:cubicBezTo>
                <a:moveTo>
                  <a:pt x="645798" y="441523"/>
                </a:moveTo>
                <a:cubicBezTo>
                  <a:pt x="793038" y="276496"/>
                  <a:pt x="922288" y="110236"/>
                  <a:pt x="1042544" y="3339"/>
                </a:cubicBezTo>
                <a:moveTo>
                  <a:pt x="645798" y="441523"/>
                </a:moveTo>
                <a:cubicBezTo>
                  <a:pt x="760385" y="327804"/>
                  <a:pt x="867111" y="206973"/>
                  <a:pt x="1042544" y="3339"/>
                </a:cubicBezTo>
                <a:moveTo>
                  <a:pt x="688428" y="438620"/>
                </a:moveTo>
                <a:cubicBezTo>
                  <a:pt x="788730" y="351027"/>
                  <a:pt x="864239" y="252620"/>
                  <a:pt x="1085174" y="436"/>
                </a:cubicBezTo>
                <a:moveTo>
                  <a:pt x="688428" y="438620"/>
                </a:moveTo>
                <a:cubicBezTo>
                  <a:pt x="785857" y="339415"/>
                  <a:pt x="865902" y="236292"/>
                  <a:pt x="1085174" y="436"/>
                </a:cubicBezTo>
                <a:moveTo>
                  <a:pt x="726145" y="441232"/>
                </a:moveTo>
                <a:cubicBezTo>
                  <a:pt x="802033" y="347398"/>
                  <a:pt x="896438" y="258498"/>
                  <a:pt x="1122890" y="3048"/>
                </a:cubicBezTo>
                <a:moveTo>
                  <a:pt x="726145" y="441232"/>
                </a:moveTo>
                <a:cubicBezTo>
                  <a:pt x="824406" y="338980"/>
                  <a:pt x="929317" y="217641"/>
                  <a:pt x="1122890" y="3048"/>
                </a:cubicBezTo>
                <a:moveTo>
                  <a:pt x="768775" y="438402"/>
                </a:moveTo>
                <a:cubicBezTo>
                  <a:pt x="918358" y="277439"/>
                  <a:pt x="1059324" y="120686"/>
                  <a:pt x="1165520" y="218"/>
                </a:cubicBezTo>
                <a:moveTo>
                  <a:pt x="768775" y="438402"/>
                </a:moveTo>
                <a:cubicBezTo>
                  <a:pt x="900368" y="292897"/>
                  <a:pt x="1027351" y="154939"/>
                  <a:pt x="1165520" y="218"/>
                </a:cubicBezTo>
                <a:moveTo>
                  <a:pt x="806492" y="441015"/>
                </a:moveTo>
                <a:cubicBezTo>
                  <a:pt x="951010" y="273738"/>
                  <a:pt x="1102861" y="142240"/>
                  <a:pt x="1203237" y="2831"/>
                </a:cubicBezTo>
                <a:moveTo>
                  <a:pt x="806492" y="441015"/>
                </a:moveTo>
                <a:cubicBezTo>
                  <a:pt x="942318" y="301678"/>
                  <a:pt x="1061062" y="165245"/>
                  <a:pt x="1203237" y="2831"/>
                </a:cubicBezTo>
                <a:moveTo>
                  <a:pt x="844209" y="443627"/>
                </a:moveTo>
                <a:cubicBezTo>
                  <a:pt x="980186" y="295074"/>
                  <a:pt x="1098854" y="176348"/>
                  <a:pt x="1245867" y="1"/>
                </a:cubicBezTo>
                <a:moveTo>
                  <a:pt x="844209" y="443627"/>
                </a:moveTo>
                <a:cubicBezTo>
                  <a:pt x="933550" y="331577"/>
                  <a:pt x="1043980" y="234695"/>
                  <a:pt x="1245867" y="1"/>
                </a:cubicBezTo>
                <a:moveTo>
                  <a:pt x="886839" y="440724"/>
                </a:moveTo>
                <a:cubicBezTo>
                  <a:pt x="1041259" y="266263"/>
                  <a:pt x="1222134" y="82804"/>
                  <a:pt x="1283584" y="2613"/>
                </a:cubicBezTo>
                <a:moveTo>
                  <a:pt x="886839" y="440724"/>
                </a:moveTo>
                <a:cubicBezTo>
                  <a:pt x="1023723" y="298630"/>
                  <a:pt x="1148514" y="147610"/>
                  <a:pt x="1283584" y="2613"/>
                </a:cubicBezTo>
                <a:moveTo>
                  <a:pt x="924556" y="443337"/>
                </a:moveTo>
                <a:cubicBezTo>
                  <a:pt x="1082982" y="283971"/>
                  <a:pt x="1227954" y="93907"/>
                  <a:pt x="1321226" y="5225"/>
                </a:cubicBezTo>
                <a:moveTo>
                  <a:pt x="924556" y="443337"/>
                </a:moveTo>
                <a:cubicBezTo>
                  <a:pt x="1037782" y="312419"/>
                  <a:pt x="1161968" y="180339"/>
                  <a:pt x="1321226" y="5225"/>
                </a:cubicBezTo>
                <a:moveTo>
                  <a:pt x="967186" y="440507"/>
                </a:moveTo>
                <a:cubicBezTo>
                  <a:pt x="1058039" y="323087"/>
                  <a:pt x="1145717" y="234623"/>
                  <a:pt x="1363931" y="2323"/>
                </a:cubicBezTo>
                <a:moveTo>
                  <a:pt x="967186" y="440507"/>
                </a:moveTo>
                <a:cubicBezTo>
                  <a:pt x="1048817" y="336222"/>
                  <a:pt x="1138839" y="248484"/>
                  <a:pt x="1363931" y="2323"/>
                </a:cubicBezTo>
                <a:moveTo>
                  <a:pt x="1004902" y="443119"/>
                </a:moveTo>
                <a:cubicBezTo>
                  <a:pt x="1110797" y="332085"/>
                  <a:pt x="1216767" y="207046"/>
                  <a:pt x="1401572" y="4935"/>
                </a:cubicBezTo>
                <a:moveTo>
                  <a:pt x="1004902" y="443119"/>
                </a:moveTo>
                <a:cubicBezTo>
                  <a:pt x="1111628" y="327949"/>
                  <a:pt x="1204144" y="227511"/>
                  <a:pt x="1401572" y="4935"/>
                </a:cubicBezTo>
                <a:moveTo>
                  <a:pt x="1047532" y="440216"/>
                </a:moveTo>
                <a:cubicBezTo>
                  <a:pt x="1185929" y="276859"/>
                  <a:pt x="1321679" y="152617"/>
                  <a:pt x="1444278" y="2105"/>
                </a:cubicBezTo>
                <a:moveTo>
                  <a:pt x="1047532" y="440216"/>
                </a:moveTo>
                <a:cubicBezTo>
                  <a:pt x="1200063" y="278963"/>
                  <a:pt x="1350704" y="108131"/>
                  <a:pt x="1444278" y="2105"/>
                </a:cubicBezTo>
                <a:moveTo>
                  <a:pt x="1085249" y="442829"/>
                </a:moveTo>
                <a:cubicBezTo>
                  <a:pt x="1169451" y="338834"/>
                  <a:pt x="1276706" y="211908"/>
                  <a:pt x="1481919" y="4718"/>
                </a:cubicBezTo>
                <a:moveTo>
                  <a:pt x="1085249" y="442829"/>
                </a:moveTo>
                <a:cubicBezTo>
                  <a:pt x="1164991" y="343769"/>
                  <a:pt x="1249117" y="254217"/>
                  <a:pt x="1481919" y="4718"/>
                </a:cubicBezTo>
                <a:moveTo>
                  <a:pt x="1127879" y="439999"/>
                </a:moveTo>
                <a:cubicBezTo>
                  <a:pt x="1217976" y="316047"/>
                  <a:pt x="1326516" y="232083"/>
                  <a:pt x="1524625" y="1815"/>
                </a:cubicBezTo>
                <a:moveTo>
                  <a:pt x="1127879" y="439999"/>
                </a:moveTo>
                <a:cubicBezTo>
                  <a:pt x="1203766" y="353131"/>
                  <a:pt x="1285020" y="257845"/>
                  <a:pt x="1524625" y="1815"/>
                </a:cubicBezTo>
                <a:moveTo>
                  <a:pt x="1165596" y="442611"/>
                </a:moveTo>
                <a:cubicBezTo>
                  <a:pt x="1296736" y="301315"/>
                  <a:pt x="1421829" y="158423"/>
                  <a:pt x="1562266" y="4427"/>
                </a:cubicBezTo>
                <a:moveTo>
                  <a:pt x="1165596" y="442611"/>
                </a:moveTo>
                <a:cubicBezTo>
                  <a:pt x="1297719" y="287672"/>
                  <a:pt x="1436795" y="139627"/>
                  <a:pt x="1562266" y="4427"/>
                </a:cubicBezTo>
                <a:moveTo>
                  <a:pt x="1208226" y="439708"/>
                </a:moveTo>
                <a:cubicBezTo>
                  <a:pt x="1304370" y="302985"/>
                  <a:pt x="1439969" y="194491"/>
                  <a:pt x="1604972" y="1597"/>
                </a:cubicBezTo>
                <a:moveTo>
                  <a:pt x="1208226" y="439708"/>
                </a:moveTo>
                <a:cubicBezTo>
                  <a:pt x="1354181" y="264377"/>
                  <a:pt x="1512833" y="99931"/>
                  <a:pt x="1604972" y="1597"/>
                </a:cubicBezTo>
                <a:moveTo>
                  <a:pt x="1245943" y="442321"/>
                </a:moveTo>
                <a:cubicBezTo>
                  <a:pt x="1399532" y="289269"/>
                  <a:pt x="1534375" y="121339"/>
                  <a:pt x="1642613" y="4210"/>
                </a:cubicBezTo>
                <a:moveTo>
                  <a:pt x="1245943" y="442321"/>
                </a:moveTo>
                <a:cubicBezTo>
                  <a:pt x="1385322" y="288906"/>
                  <a:pt x="1530142" y="137014"/>
                  <a:pt x="1642613" y="4210"/>
                </a:cubicBezTo>
                <a:moveTo>
                  <a:pt x="1288573" y="439491"/>
                </a:moveTo>
                <a:cubicBezTo>
                  <a:pt x="1392653" y="339996"/>
                  <a:pt x="1478518" y="252548"/>
                  <a:pt x="1685318" y="1307"/>
                </a:cubicBezTo>
                <a:moveTo>
                  <a:pt x="1288573" y="439491"/>
                </a:moveTo>
                <a:cubicBezTo>
                  <a:pt x="1385170" y="342608"/>
                  <a:pt x="1463855" y="234550"/>
                  <a:pt x="1685318" y="1307"/>
                </a:cubicBezTo>
                <a:moveTo>
                  <a:pt x="1326290" y="442103"/>
                </a:moveTo>
                <a:cubicBezTo>
                  <a:pt x="1440876" y="289922"/>
                  <a:pt x="1580331" y="146957"/>
                  <a:pt x="1722960" y="3919"/>
                </a:cubicBezTo>
                <a:moveTo>
                  <a:pt x="1326290" y="442103"/>
                </a:moveTo>
                <a:cubicBezTo>
                  <a:pt x="1484111" y="273521"/>
                  <a:pt x="1646921" y="88900"/>
                  <a:pt x="1722960" y="3919"/>
                </a:cubicBezTo>
                <a:moveTo>
                  <a:pt x="1368920" y="439273"/>
                </a:moveTo>
                <a:cubicBezTo>
                  <a:pt x="1471413" y="318877"/>
                  <a:pt x="1577610" y="207118"/>
                  <a:pt x="1765665" y="1089"/>
                </a:cubicBezTo>
                <a:moveTo>
                  <a:pt x="1368920" y="439273"/>
                </a:moveTo>
                <a:cubicBezTo>
                  <a:pt x="1498699" y="301606"/>
                  <a:pt x="1613815" y="167857"/>
                  <a:pt x="1765665" y="1089"/>
                </a:cubicBezTo>
                <a:moveTo>
                  <a:pt x="1406637" y="441885"/>
                </a:moveTo>
                <a:cubicBezTo>
                  <a:pt x="1483355" y="355091"/>
                  <a:pt x="1582750" y="239557"/>
                  <a:pt x="1803306" y="3701"/>
                </a:cubicBezTo>
                <a:moveTo>
                  <a:pt x="1406637" y="441885"/>
                </a:moveTo>
                <a:cubicBezTo>
                  <a:pt x="1550777" y="280633"/>
                  <a:pt x="1701872" y="108349"/>
                  <a:pt x="1803306" y="3701"/>
                </a:cubicBezTo>
                <a:moveTo>
                  <a:pt x="1449267" y="438983"/>
                </a:moveTo>
                <a:cubicBezTo>
                  <a:pt x="1542387" y="320692"/>
                  <a:pt x="1644049" y="211763"/>
                  <a:pt x="1846012" y="799"/>
                </a:cubicBezTo>
                <a:moveTo>
                  <a:pt x="1449267" y="438983"/>
                </a:moveTo>
                <a:cubicBezTo>
                  <a:pt x="1549643" y="326715"/>
                  <a:pt x="1653875" y="218439"/>
                  <a:pt x="1846012" y="799"/>
                </a:cubicBezTo>
                <a:moveTo>
                  <a:pt x="1486984" y="441595"/>
                </a:moveTo>
                <a:cubicBezTo>
                  <a:pt x="1625077" y="279617"/>
                  <a:pt x="1767706" y="141659"/>
                  <a:pt x="1883653" y="3411"/>
                </a:cubicBezTo>
                <a:moveTo>
                  <a:pt x="1486984" y="441595"/>
                </a:moveTo>
                <a:cubicBezTo>
                  <a:pt x="1588494" y="335859"/>
                  <a:pt x="1686603" y="219310"/>
                  <a:pt x="1883653" y="3411"/>
                </a:cubicBezTo>
                <a:moveTo>
                  <a:pt x="1529613" y="438765"/>
                </a:moveTo>
                <a:cubicBezTo>
                  <a:pt x="1690609" y="275262"/>
                  <a:pt x="1824848" y="96738"/>
                  <a:pt x="1926359" y="581"/>
                </a:cubicBezTo>
                <a:moveTo>
                  <a:pt x="1529613" y="438765"/>
                </a:moveTo>
                <a:cubicBezTo>
                  <a:pt x="1640799" y="300735"/>
                  <a:pt x="1772241" y="172502"/>
                  <a:pt x="1926359" y="581"/>
                </a:cubicBezTo>
                <a:moveTo>
                  <a:pt x="1567330" y="441377"/>
                </a:moveTo>
                <a:cubicBezTo>
                  <a:pt x="1685998" y="317426"/>
                  <a:pt x="1783655" y="183097"/>
                  <a:pt x="1964000" y="3193"/>
                </a:cubicBezTo>
                <a:moveTo>
                  <a:pt x="1567330" y="441377"/>
                </a:moveTo>
                <a:cubicBezTo>
                  <a:pt x="1699301" y="293550"/>
                  <a:pt x="1826058" y="154359"/>
                  <a:pt x="1964000" y="3193"/>
                </a:cubicBezTo>
                <a:moveTo>
                  <a:pt x="1609960" y="438475"/>
                </a:moveTo>
                <a:cubicBezTo>
                  <a:pt x="1774282" y="256612"/>
                  <a:pt x="1931121" y="87231"/>
                  <a:pt x="2006706" y="291"/>
                </a:cubicBezTo>
                <a:moveTo>
                  <a:pt x="1609960" y="438475"/>
                </a:moveTo>
                <a:cubicBezTo>
                  <a:pt x="1766270" y="264086"/>
                  <a:pt x="1924620" y="95286"/>
                  <a:pt x="2006706" y="291"/>
                </a:cubicBezTo>
                <a:moveTo>
                  <a:pt x="1647677" y="441087"/>
                </a:moveTo>
                <a:cubicBezTo>
                  <a:pt x="1759165" y="325409"/>
                  <a:pt x="1878438" y="174389"/>
                  <a:pt x="2044347" y="2903"/>
                </a:cubicBezTo>
                <a:moveTo>
                  <a:pt x="1647677" y="441087"/>
                </a:moveTo>
                <a:cubicBezTo>
                  <a:pt x="1793783" y="286511"/>
                  <a:pt x="1916155" y="141006"/>
                  <a:pt x="2044347" y="2903"/>
                </a:cubicBezTo>
                <a:moveTo>
                  <a:pt x="1685394" y="443700"/>
                </a:moveTo>
                <a:cubicBezTo>
                  <a:pt x="1831726" y="301098"/>
                  <a:pt x="1961052" y="139046"/>
                  <a:pt x="2087052" y="73"/>
                </a:cubicBezTo>
                <a:moveTo>
                  <a:pt x="1685394" y="443700"/>
                </a:moveTo>
                <a:cubicBezTo>
                  <a:pt x="1795370" y="325046"/>
                  <a:pt x="1890153" y="210239"/>
                  <a:pt x="2087052" y="73"/>
                </a:cubicBezTo>
                <a:moveTo>
                  <a:pt x="1728024" y="440870"/>
                </a:moveTo>
                <a:cubicBezTo>
                  <a:pt x="1829837" y="306976"/>
                  <a:pt x="1960523" y="199789"/>
                  <a:pt x="2124694" y="2686"/>
                </a:cubicBezTo>
                <a:moveTo>
                  <a:pt x="1728024" y="440870"/>
                </a:moveTo>
                <a:cubicBezTo>
                  <a:pt x="1878362" y="261909"/>
                  <a:pt x="2043440" y="100729"/>
                  <a:pt x="2124694" y="2686"/>
                </a:cubicBezTo>
                <a:moveTo>
                  <a:pt x="1765741" y="443482"/>
                </a:moveTo>
                <a:cubicBezTo>
                  <a:pt x="1929911" y="266771"/>
                  <a:pt x="2063772" y="112340"/>
                  <a:pt x="2162411" y="5298"/>
                </a:cubicBezTo>
                <a:moveTo>
                  <a:pt x="1765741" y="443482"/>
                </a:moveTo>
                <a:cubicBezTo>
                  <a:pt x="1904288" y="290720"/>
                  <a:pt x="2037771" y="128669"/>
                  <a:pt x="2162411" y="5298"/>
                </a:cubicBezTo>
                <a:moveTo>
                  <a:pt x="1808370" y="440579"/>
                </a:moveTo>
                <a:cubicBezTo>
                  <a:pt x="1909352" y="305524"/>
                  <a:pt x="2022351" y="204796"/>
                  <a:pt x="2205041" y="2468"/>
                </a:cubicBezTo>
                <a:moveTo>
                  <a:pt x="1808370" y="440579"/>
                </a:moveTo>
                <a:cubicBezTo>
                  <a:pt x="1898770" y="334771"/>
                  <a:pt x="1999903" y="222866"/>
                  <a:pt x="2205041" y="2468"/>
                </a:cubicBezTo>
                <a:moveTo>
                  <a:pt x="1846088" y="443192"/>
                </a:moveTo>
                <a:cubicBezTo>
                  <a:pt x="1957273" y="311330"/>
                  <a:pt x="2059388" y="217423"/>
                  <a:pt x="2242758" y="5080"/>
                </a:cubicBezTo>
                <a:moveTo>
                  <a:pt x="1846088" y="443192"/>
                </a:moveTo>
                <a:cubicBezTo>
                  <a:pt x="1966495" y="311983"/>
                  <a:pt x="2089622" y="180775"/>
                  <a:pt x="2242758" y="5080"/>
                </a:cubicBezTo>
                <a:moveTo>
                  <a:pt x="1888717" y="440361"/>
                </a:moveTo>
                <a:cubicBezTo>
                  <a:pt x="2026887" y="284987"/>
                  <a:pt x="2183045" y="123589"/>
                  <a:pt x="2285388" y="2178"/>
                </a:cubicBezTo>
                <a:moveTo>
                  <a:pt x="1888717" y="440361"/>
                </a:moveTo>
                <a:cubicBezTo>
                  <a:pt x="2034143" y="267425"/>
                  <a:pt x="2194686" y="106607"/>
                  <a:pt x="2285388" y="2178"/>
                </a:cubicBezTo>
                <a:moveTo>
                  <a:pt x="1926434" y="442974"/>
                </a:moveTo>
                <a:cubicBezTo>
                  <a:pt x="2089320" y="256539"/>
                  <a:pt x="2233763" y="91295"/>
                  <a:pt x="2323104" y="4790"/>
                </a:cubicBezTo>
                <a:moveTo>
                  <a:pt x="1926434" y="442974"/>
                </a:moveTo>
                <a:cubicBezTo>
                  <a:pt x="2021520" y="352478"/>
                  <a:pt x="2107385" y="256902"/>
                  <a:pt x="2323104" y="4790"/>
                </a:cubicBezTo>
                <a:moveTo>
                  <a:pt x="1969064" y="440071"/>
                </a:moveTo>
                <a:cubicBezTo>
                  <a:pt x="2069743" y="308718"/>
                  <a:pt x="2198087" y="189483"/>
                  <a:pt x="2365734" y="1960"/>
                </a:cubicBezTo>
                <a:moveTo>
                  <a:pt x="1969064" y="440071"/>
                </a:moveTo>
                <a:cubicBezTo>
                  <a:pt x="2107385" y="297396"/>
                  <a:pt x="2238903" y="145505"/>
                  <a:pt x="2365734" y="1960"/>
                </a:cubicBezTo>
                <a:moveTo>
                  <a:pt x="2006781" y="442684"/>
                </a:moveTo>
                <a:cubicBezTo>
                  <a:pt x="2122653" y="297396"/>
                  <a:pt x="2266869" y="153198"/>
                  <a:pt x="2403451" y="4572"/>
                </a:cubicBezTo>
                <a:moveTo>
                  <a:pt x="2006781" y="442684"/>
                </a:moveTo>
                <a:cubicBezTo>
                  <a:pt x="2104815" y="328312"/>
                  <a:pt x="2206250" y="217496"/>
                  <a:pt x="2403451" y="4572"/>
                </a:cubicBezTo>
                <a:moveTo>
                  <a:pt x="2049411" y="439853"/>
                </a:moveTo>
                <a:cubicBezTo>
                  <a:pt x="2144044" y="315249"/>
                  <a:pt x="2278736" y="200514"/>
                  <a:pt x="2446081" y="1669"/>
                </a:cubicBezTo>
                <a:moveTo>
                  <a:pt x="2049411" y="439853"/>
                </a:moveTo>
                <a:cubicBezTo>
                  <a:pt x="2134746" y="337674"/>
                  <a:pt x="2226658" y="244202"/>
                  <a:pt x="2446081" y="1669"/>
                </a:cubicBezTo>
                <a:moveTo>
                  <a:pt x="2087128" y="442466"/>
                </a:moveTo>
                <a:cubicBezTo>
                  <a:pt x="2239507" y="277367"/>
                  <a:pt x="2379415" y="109438"/>
                  <a:pt x="2483798" y="4282"/>
                </a:cubicBezTo>
                <a:moveTo>
                  <a:pt x="2087128" y="442466"/>
                </a:moveTo>
                <a:cubicBezTo>
                  <a:pt x="2188563" y="334117"/>
                  <a:pt x="2269288" y="236945"/>
                  <a:pt x="2483798" y="4282"/>
                </a:cubicBezTo>
                <a:moveTo>
                  <a:pt x="2129758" y="439563"/>
                </a:moveTo>
                <a:cubicBezTo>
                  <a:pt x="2232402" y="320982"/>
                  <a:pt x="2351675" y="203490"/>
                  <a:pt x="2526428" y="1452"/>
                </a:cubicBezTo>
                <a:moveTo>
                  <a:pt x="2129758" y="439563"/>
                </a:moveTo>
                <a:cubicBezTo>
                  <a:pt x="2279643" y="279617"/>
                  <a:pt x="2433156" y="107986"/>
                  <a:pt x="2526428" y="1452"/>
                </a:cubicBezTo>
                <a:moveTo>
                  <a:pt x="2167475" y="442176"/>
                </a:moveTo>
                <a:cubicBezTo>
                  <a:pt x="2290981" y="318877"/>
                  <a:pt x="2421743" y="181646"/>
                  <a:pt x="2564145" y="4064"/>
                </a:cubicBezTo>
                <a:moveTo>
                  <a:pt x="2167475" y="442176"/>
                </a:moveTo>
                <a:cubicBezTo>
                  <a:pt x="2316529" y="281213"/>
                  <a:pt x="2480926" y="106680"/>
                  <a:pt x="2564145" y="4064"/>
                </a:cubicBezTo>
                <a:moveTo>
                  <a:pt x="2210105" y="439345"/>
                </a:moveTo>
                <a:cubicBezTo>
                  <a:pt x="2277753" y="349938"/>
                  <a:pt x="2382136" y="262708"/>
                  <a:pt x="2606774" y="1161"/>
                </a:cubicBezTo>
                <a:moveTo>
                  <a:pt x="2210105" y="439345"/>
                </a:moveTo>
                <a:cubicBezTo>
                  <a:pt x="2306853" y="319313"/>
                  <a:pt x="2423934" y="210964"/>
                  <a:pt x="2606774" y="1161"/>
                </a:cubicBezTo>
                <a:moveTo>
                  <a:pt x="2247822" y="441958"/>
                </a:moveTo>
                <a:cubicBezTo>
                  <a:pt x="2367473" y="324103"/>
                  <a:pt x="2479490" y="184549"/>
                  <a:pt x="2644491" y="3774"/>
                </a:cubicBezTo>
                <a:moveTo>
                  <a:pt x="2247822" y="441958"/>
                </a:moveTo>
                <a:cubicBezTo>
                  <a:pt x="2331419" y="337746"/>
                  <a:pt x="2421743" y="243767"/>
                  <a:pt x="2644491" y="3774"/>
                </a:cubicBezTo>
                <a:moveTo>
                  <a:pt x="2290452" y="439128"/>
                </a:moveTo>
                <a:cubicBezTo>
                  <a:pt x="2366792" y="335133"/>
                  <a:pt x="2446610" y="259805"/>
                  <a:pt x="2687121" y="944"/>
                </a:cubicBezTo>
                <a:moveTo>
                  <a:pt x="2290452" y="439128"/>
                </a:moveTo>
                <a:cubicBezTo>
                  <a:pt x="2393852" y="323449"/>
                  <a:pt x="2494758" y="213287"/>
                  <a:pt x="2687121" y="944"/>
                </a:cubicBezTo>
                <a:moveTo>
                  <a:pt x="2328168" y="441740"/>
                </a:moveTo>
                <a:cubicBezTo>
                  <a:pt x="2413579" y="343624"/>
                  <a:pt x="2502241" y="259079"/>
                  <a:pt x="2724838" y="3556"/>
                </a:cubicBezTo>
                <a:moveTo>
                  <a:pt x="2328168" y="441740"/>
                </a:moveTo>
                <a:cubicBezTo>
                  <a:pt x="2440488" y="306613"/>
                  <a:pt x="2564901" y="179323"/>
                  <a:pt x="2724838" y="3556"/>
                </a:cubicBezTo>
                <a:moveTo>
                  <a:pt x="2370798" y="438837"/>
                </a:moveTo>
                <a:cubicBezTo>
                  <a:pt x="2511084" y="301315"/>
                  <a:pt x="2637538" y="139337"/>
                  <a:pt x="2722873" y="50002"/>
                </a:cubicBezTo>
                <a:moveTo>
                  <a:pt x="2370798" y="438837"/>
                </a:moveTo>
                <a:cubicBezTo>
                  <a:pt x="2435650" y="350083"/>
                  <a:pt x="2511915" y="265828"/>
                  <a:pt x="2722873" y="50002"/>
                </a:cubicBezTo>
                <a:moveTo>
                  <a:pt x="2408515" y="441450"/>
                </a:moveTo>
                <a:cubicBezTo>
                  <a:pt x="2460518" y="350736"/>
                  <a:pt x="2535801" y="301315"/>
                  <a:pt x="2725821" y="90932"/>
                </a:cubicBezTo>
                <a:moveTo>
                  <a:pt x="2408515" y="441450"/>
                </a:moveTo>
                <a:cubicBezTo>
                  <a:pt x="2470192" y="368226"/>
                  <a:pt x="2534818" y="296090"/>
                  <a:pt x="2725821" y="90932"/>
                </a:cubicBezTo>
                <a:moveTo>
                  <a:pt x="2451145" y="438620"/>
                </a:moveTo>
                <a:cubicBezTo>
                  <a:pt x="2543510" y="340866"/>
                  <a:pt x="2650916" y="204651"/>
                  <a:pt x="2723856" y="137377"/>
                </a:cubicBezTo>
                <a:moveTo>
                  <a:pt x="2451145" y="438620"/>
                </a:moveTo>
                <a:cubicBezTo>
                  <a:pt x="2527108" y="350954"/>
                  <a:pt x="2608438" y="261184"/>
                  <a:pt x="2723856" y="137377"/>
                </a:cubicBezTo>
                <a:moveTo>
                  <a:pt x="2488862" y="441232"/>
                </a:moveTo>
                <a:cubicBezTo>
                  <a:pt x="2564220" y="369750"/>
                  <a:pt x="2626427" y="290212"/>
                  <a:pt x="2726879" y="178307"/>
                </a:cubicBezTo>
                <a:moveTo>
                  <a:pt x="2488862" y="441232"/>
                </a:moveTo>
                <a:cubicBezTo>
                  <a:pt x="2569360" y="345366"/>
                  <a:pt x="2671702" y="238977"/>
                  <a:pt x="2726879" y="178307"/>
                </a:cubicBezTo>
                <a:moveTo>
                  <a:pt x="2531492" y="438330"/>
                </a:moveTo>
                <a:cubicBezTo>
                  <a:pt x="2570721" y="397182"/>
                  <a:pt x="2635270" y="322361"/>
                  <a:pt x="2724914" y="224753"/>
                </a:cubicBezTo>
                <a:moveTo>
                  <a:pt x="2531492" y="438330"/>
                </a:moveTo>
                <a:cubicBezTo>
                  <a:pt x="2608060" y="364815"/>
                  <a:pt x="2672458" y="292970"/>
                  <a:pt x="2724914" y="224753"/>
                </a:cubicBezTo>
                <a:moveTo>
                  <a:pt x="2569209" y="440942"/>
                </a:moveTo>
                <a:cubicBezTo>
                  <a:pt x="2612293" y="377660"/>
                  <a:pt x="2694982" y="319095"/>
                  <a:pt x="2722873" y="271198"/>
                </a:cubicBezTo>
                <a:moveTo>
                  <a:pt x="2569209" y="440942"/>
                </a:moveTo>
                <a:cubicBezTo>
                  <a:pt x="2621287" y="386223"/>
                  <a:pt x="2673970" y="324030"/>
                  <a:pt x="2722873" y="271198"/>
                </a:cubicBezTo>
                <a:moveTo>
                  <a:pt x="2606850" y="443555"/>
                </a:moveTo>
                <a:cubicBezTo>
                  <a:pt x="2650387" y="394569"/>
                  <a:pt x="2707152" y="351244"/>
                  <a:pt x="2725896" y="312128"/>
                </a:cubicBezTo>
                <a:moveTo>
                  <a:pt x="2606850" y="443555"/>
                </a:moveTo>
                <a:cubicBezTo>
                  <a:pt x="2653864" y="404802"/>
                  <a:pt x="2689389" y="349720"/>
                  <a:pt x="2725896" y="312128"/>
                </a:cubicBezTo>
                <a:moveTo>
                  <a:pt x="2649556" y="440724"/>
                </a:moveTo>
                <a:cubicBezTo>
                  <a:pt x="2668754" y="423090"/>
                  <a:pt x="2702994" y="393118"/>
                  <a:pt x="2723931" y="358574"/>
                </a:cubicBezTo>
                <a:moveTo>
                  <a:pt x="2649556" y="440724"/>
                </a:moveTo>
                <a:cubicBezTo>
                  <a:pt x="2674347" y="409446"/>
                  <a:pt x="2710250" y="381724"/>
                  <a:pt x="2723931" y="358574"/>
                </a:cubicBezTo>
                <a:moveTo>
                  <a:pt x="2687197" y="443337"/>
                </a:moveTo>
                <a:cubicBezTo>
                  <a:pt x="2699215" y="433540"/>
                  <a:pt x="2709570" y="421493"/>
                  <a:pt x="2721966" y="404947"/>
                </a:cubicBezTo>
                <a:moveTo>
                  <a:pt x="2687197" y="443337"/>
                </a:moveTo>
                <a:cubicBezTo>
                  <a:pt x="2700424" y="431871"/>
                  <a:pt x="2710175" y="419969"/>
                  <a:pt x="2721966" y="404947"/>
                </a:cubicBezTo>
              </a:path>
            </a:pathLst>
          </a:custGeom>
          <a:noFill/>
          <a:ln w="3775" cap="rnd">
            <a:solidFill>
              <a:srgbClr val="D5E8D4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2285" name="!!صورة 29">
            <a:extLst>
              <a:ext uri="{FF2B5EF4-FFF2-40B4-BE49-F238E27FC236}">
                <a16:creationId xmlns:a16="http://schemas.microsoft.com/office/drawing/2014/main" id="{CB5D4E83-14E5-EA88-82F6-60F0450C9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5483" y="982963"/>
            <a:ext cx="2705941" cy="123370"/>
          </a:xfrm>
          <a:custGeom>
            <a:avLst/>
            <a:gdLst>
              <a:gd name="csX0" fmla="*/ 0 w 2705941"/>
              <a:gd name="csY0" fmla="*/ 0 h 123370"/>
              <a:gd name="csX1" fmla="*/ 2705942 w 2705941"/>
              <a:gd name="csY1" fmla="*/ 0 h 123370"/>
              <a:gd name="csX2" fmla="*/ 2705942 w 2705941"/>
              <a:gd name="csY2" fmla="*/ 123371 h 123370"/>
              <a:gd name="csX3" fmla="*/ 0 w 2705941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05941" h="123370">
                <a:moveTo>
                  <a:pt x="0" y="0"/>
                </a:moveTo>
                <a:lnTo>
                  <a:pt x="2705942" y="0"/>
                </a:lnTo>
                <a:lnTo>
                  <a:pt x="2705942" y="123371"/>
                </a:lnTo>
                <a:lnTo>
                  <a:pt x="0" y="123371"/>
                </a:lnTo>
                <a:close/>
              </a:path>
            </a:pathLst>
          </a:custGeom>
        </p:spPr>
      </p:pic>
      <p:sp>
        <p:nvSpPr>
          <p:cNvPr id="2291" name="!!شكل حر: شكل 33">
            <a:extLst>
              <a:ext uri="{FF2B5EF4-FFF2-40B4-BE49-F238E27FC236}">
                <a16:creationId xmlns:a16="http://schemas.microsoft.com/office/drawing/2014/main" id="{E04F2CCC-4528-BDF8-7E47-3375CFE3404C}"/>
              </a:ext>
            </a:extLst>
          </p:cNvPr>
          <p:cNvSpPr/>
          <p:nvPr/>
        </p:nvSpPr>
        <p:spPr>
          <a:xfrm>
            <a:off x="8148679" y="863457"/>
            <a:ext cx="1473991" cy="363162"/>
          </a:xfrm>
          <a:custGeom>
            <a:avLst/>
            <a:gdLst>
              <a:gd name="csX0" fmla="*/ 10733 w 772554"/>
              <a:gd name="csY0" fmla="*/ 10160 h 300298"/>
              <a:gd name="csX1" fmla="*/ 767112 w 772554"/>
              <a:gd name="csY1" fmla="*/ 1 h 300298"/>
              <a:gd name="csX2" fmla="*/ 772555 w 772554"/>
              <a:gd name="csY2" fmla="*/ 300299 h 300298"/>
              <a:gd name="csX3" fmla="*/ 1 w 772554"/>
              <a:gd name="csY3" fmla="*/ 294276 h 3002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2554" h="300298">
                <a:moveTo>
                  <a:pt x="10733" y="10160"/>
                </a:moveTo>
                <a:lnTo>
                  <a:pt x="767112" y="1"/>
                </a:lnTo>
                <a:lnTo>
                  <a:pt x="772555" y="300299"/>
                </a:lnTo>
                <a:lnTo>
                  <a:pt x="1" y="294276"/>
                </a:lnTo>
              </a:path>
            </a:pathLst>
          </a:custGeom>
          <a:solidFill>
            <a:srgbClr val="FFFFFF"/>
          </a:solidFill>
          <a:ln w="755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293" name="!!صورة 35">
            <a:extLst>
              <a:ext uri="{FF2B5EF4-FFF2-40B4-BE49-F238E27FC236}">
                <a16:creationId xmlns:a16="http://schemas.microsoft.com/office/drawing/2014/main" id="{60F3CDC9-3B10-CFDA-B758-BC6EE05C516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0344" y="938001"/>
            <a:ext cx="1050629" cy="174984"/>
          </a:xfrm>
          <a:custGeom>
            <a:avLst/>
            <a:gdLst>
              <a:gd name="csX0" fmla="*/ 0 w 740732"/>
              <a:gd name="csY0" fmla="*/ 0 h 123370"/>
              <a:gd name="csX1" fmla="*/ 740733 w 740732"/>
              <a:gd name="csY1" fmla="*/ 0 h 123370"/>
              <a:gd name="csX2" fmla="*/ 740733 w 740732"/>
              <a:gd name="csY2" fmla="*/ 123371 h 123370"/>
              <a:gd name="csX3" fmla="*/ 0 w 74073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0732" h="123370">
                <a:moveTo>
                  <a:pt x="0" y="0"/>
                </a:moveTo>
                <a:lnTo>
                  <a:pt x="740733" y="0"/>
                </a:lnTo>
                <a:lnTo>
                  <a:pt x="740733" y="123371"/>
                </a:lnTo>
                <a:lnTo>
                  <a:pt x="0" y="123371"/>
                </a:lnTo>
                <a:close/>
              </a:path>
            </a:pathLst>
          </a:custGeom>
        </p:spPr>
      </p:pic>
      <p:sp>
        <p:nvSpPr>
          <p:cNvPr id="2297" name="!!Rectangle 2296">
            <a:extLst>
              <a:ext uri="{FF2B5EF4-FFF2-40B4-BE49-F238E27FC236}">
                <a16:creationId xmlns:a16="http://schemas.microsoft.com/office/drawing/2014/main" id="{6BFAC9D1-5F63-A9C7-A107-9E9B1294ADCB}"/>
              </a:ext>
            </a:extLst>
          </p:cNvPr>
          <p:cNvSpPr/>
          <p:nvPr/>
        </p:nvSpPr>
        <p:spPr>
          <a:xfrm>
            <a:off x="6958013" y="834865"/>
            <a:ext cx="2744586" cy="43414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0" name="!!Straight Connector 2299">
            <a:extLst>
              <a:ext uri="{FF2B5EF4-FFF2-40B4-BE49-F238E27FC236}">
                <a16:creationId xmlns:a16="http://schemas.microsoft.com/office/drawing/2014/main" id="{21E692FC-5F42-0657-82A0-9CB17A4DFDB0}"/>
              </a:ext>
            </a:extLst>
          </p:cNvPr>
          <p:cNvCxnSpPr/>
          <p:nvPr/>
        </p:nvCxnSpPr>
        <p:spPr>
          <a:xfrm>
            <a:off x="6571488" y="3732326"/>
            <a:ext cx="548030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3" name="!!Rectangle 60">
            <a:extLst>
              <a:ext uri="{FF2B5EF4-FFF2-40B4-BE49-F238E27FC236}">
                <a16:creationId xmlns:a16="http://schemas.microsoft.com/office/drawing/2014/main" id="{92CA07ED-DFDE-4D93-0786-18C6960B74F6}"/>
              </a:ext>
            </a:extLst>
          </p:cNvPr>
          <p:cNvSpPr/>
          <p:nvPr/>
        </p:nvSpPr>
        <p:spPr>
          <a:xfrm>
            <a:off x="8142848" y="883233"/>
            <a:ext cx="1485652" cy="32784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00" name="Straight Arrow Connector 1599">
            <a:extLst>
              <a:ext uri="{FF2B5EF4-FFF2-40B4-BE49-F238E27FC236}">
                <a16:creationId xmlns:a16="http://schemas.microsoft.com/office/drawing/2014/main" id="{DD90EFFF-AFCE-6DF2-FD0D-93DF6F086135}"/>
              </a:ext>
            </a:extLst>
          </p:cNvPr>
          <p:cNvCxnSpPr/>
          <p:nvPr/>
        </p:nvCxnSpPr>
        <p:spPr>
          <a:xfrm flipV="1">
            <a:off x="7714551" y="2231779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2" name="!!Straight Arrow Connector 1601">
            <a:extLst>
              <a:ext uri="{FF2B5EF4-FFF2-40B4-BE49-F238E27FC236}">
                <a16:creationId xmlns:a16="http://schemas.microsoft.com/office/drawing/2014/main" id="{6D4FA36D-046B-B6F8-3C57-C3E42C7C362B}"/>
              </a:ext>
            </a:extLst>
          </p:cNvPr>
          <p:cNvCxnSpPr>
            <a:cxnSpLocks/>
          </p:cNvCxnSpPr>
          <p:nvPr/>
        </p:nvCxnSpPr>
        <p:spPr>
          <a:xfrm flipV="1">
            <a:off x="7722171" y="1705039"/>
            <a:ext cx="0" cy="2886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4" name="!!Straight Arrow Connector 1603">
            <a:extLst>
              <a:ext uri="{FF2B5EF4-FFF2-40B4-BE49-F238E27FC236}">
                <a16:creationId xmlns:a16="http://schemas.microsoft.com/office/drawing/2014/main" id="{58B79F55-9F7E-9B6A-63E1-4B62214E4977}"/>
              </a:ext>
            </a:extLst>
          </p:cNvPr>
          <p:cNvCxnSpPr/>
          <p:nvPr/>
        </p:nvCxnSpPr>
        <p:spPr>
          <a:xfrm flipV="1">
            <a:off x="8468101" y="5095830"/>
            <a:ext cx="0" cy="5039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1898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3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41" grpId="0" animBg="1"/>
      <p:bldP spid="42" grpId="0" animBg="1"/>
      <p:bldP spid="43" grpId="0" animBg="1"/>
      <p:bldP spid="44" grpId="0"/>
      <p:bldP spid="45" grpId="0"/>
      <p:bldP spid="46" grpId="0"/>
      <p:bldP spid="55" grpId="0" animBg="1"/>
      <p:bldP spid="57" grpId="0" animBg="1"/>
      <p:bldP spid="60" grpId="0" animBg="1"/>
      <p:bldP spid="61" grpId="0" animBg="1"/>
      <p:bldP spid="2283" grpId="0" animBg="1"/>
      <p:bldP spid="2291" grpId="0" animBg="1"/>
      <p:bldP spid="2297" grpId="0" animBg="1"/>
      <p:bldP spid="2303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F8C2-BD74-48F5-2CB0-CAA164573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Title 2">
            <a:extLst>
              <a:ext uri="{FF2B5EF4-FFF2-40B4-BE49-F238E27FC236}">
                <a16:creationId xmlns:a16="http://schemas.microsoft.com/office/drawing/2014/main" id="{C64AEA5C-0B92-A87B-0401-AB9A5EA8E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/>
              <a:t>HWPE :8 parallel FFTs </a:t>
            </a:r>
          </a:p>
        </p:txBody>
      </p:sp>
      <p:sp>
        <p:nvSpPr>
          <p:cNvPr id="4" name="!!Footer Placeholder 3">
            <a:extLst>
              <a:ext uri="{FF2B5EF4-FFF2-40B4-BE49-F238E27FC236}">
                <a16:creationId xmlns:a16="http://schemas.microsoft.com/office/drawing/2014/main" id="{6738D6B9-0A25-E574-E714-F2625A1078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!!Slide Number Placeholder 4">
            <a:extLst>
              <a:ext uri="{FF2B5EF4-FFF2-40B4-BE49-F238E27FC236}">
                <a16:creationId xmlns:a16="http://schemas.microsoft.com/office/drawing/2014/main" id="{19303CBE-805E-4B48-3BD0-5640D6007D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49</a:t>
            </a:fld>
            <a:endParaRPr lang="en-US" baseline="-11000"/>
          </a:p>
        </p:txBody>
      </p:sp>
      <p:sp>
        <p:nvSpPr>
          <p:cNvPr id="6" name="!!Date Placeholder 5">
            <a:extLst>
              <a:ext uri="{FF2B5EF4-FFF2-40B4-BE49-F238E27FC236}">
                <a16:creationId xmlns:a16="http://schemas.microsoft.com/office/drawing/2014/main" id="{E68BC0D1-1828-8A35-19DA-6B3D2DBC55D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2247" name="!!Rectangle 2246">
            <a:extLst>
              <a:ext uri="{FF2B5EF4-FFF2-40B4-BE49-F238E27FC236}">
                <a16:creationId xmlns:a16="http://schemas.microsoft.com/office/drawing/2014/main" id="{F58FECEC-B03D-3747-77C4-C0476BFD0A7C}"/>
              </a:ext>
            </a:extLst>
          </p:cNvPr>
          <p:cNvSpPr/>
          <p:nvPr/>
        </p:nvSpPr>
        <p:spPr>
          <a:xfrm>
            <a:off x="9866520" y="1695651"/>
            <a:ext cx="1675685" cy="134373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66" name="!!59p">
            <a:extLst>
              <a:ext uri="{FF2B5EF4-FFF2-40B4-BE49-F238E27FC236}">
                <a16:creationId xmlns:a16="http://schemas.microsoft.com/office/drawing/2014/main" id="{9DD26C56-7415-F26C-07EC-DB55FDDA650F}"/>
              </a:ext>
            </a:extLst>
          </p:cNvPr>
          <p:cNvSpPr/>
          <p:nvPr/>
        </p:nvSpPr>
        <p:spPr>
          <a:xfrm>
            <a:off x="9905096" y="1705039"/>
            <a:ext cx="1603693" cy="1334347"/>
          </a:xfrm>
          <a:custGeom>
            <a:avLst/>
            <a:gdLst>
              <a:gd name="csX0" fmla="*/ 3931 w 628942"/>
              <a:gd name="csY0" fmla="*/ 218 h 523309"/>
              <a:gd name="csX1" fmla="*/ 3931 w 628942"/>
              <a:gd name="csY1" fmla="*/ 218 h 523309"/>
              <a:gd name="csX2" fmla="*/ 3931 w 628942"/>
              <a:gd name="csY2" fmla="*/ 218 h 523309"/>
              <a:gd name="csX3" fmla="*/ 3931 w 628942"/>
              <a:gd name="csY3" fmla="*/ 218 h 523309"/>
              <a:gd name="csX4" fmla="*/ 1966 w 628942"/>
              <a:gd name="csY4" fmla="*/ 46664 h 523309"/>
              <a:gd name="csX5" fmla="*/ 41648 w 628942"/>
              <a:gd name="csY5" fmla="*/ 2831 h 523309"/>
              <a:gd name="csX6" fmla="*/ 1966 w 628942"/>
              <a:gd name="csY6" fmla="*/ 46664 h 523309"/>
              <a:gd name="csX7" fmla="*/ 41648 w 628942"/>
              <a:gd name="csY7" fmla="*/ 2831 h 523309"/>
              <a:gd name="csX8" fmla="*/ 1 w 628942"/>
              <a:gd name="csY8" fmla="*/ 93109 h 523309"/>
              <a:gd name="csX9" fmla="*/ 84277 w 628942"/>
              <a:gd name="csY9" fmla="*/ 1 h 523309"/>
              <a:gd name="csX10" fmla="*/ 1 w 628942"/>
              <a:gd name="csY10" fmla="*/ 93109 h 523309"/>
              <a:gd name="csX11" fmla="*/ 84277 w 628942"/>
              <a:gd name="csY11" fmla="*/ 1 h 523309"/>
              <a:gd name="csX12" fmla="*/ 2948 w 628942"/>
              <a:gd name="csY12" fmla="*/ 134039 h 523309"/>
              <a:gd name="csX13" fmla="*/ 121994 w 628942"/>
              <a:gd name="csY13" fmla="*/ 2613 h 523309"/>
              <a:gd name="csX14" fmla="*/ 2948 w 628942"/>
              <a:gd name="csY14" fmla="*/ 134039 h 523309"/>
              <a:gd name="csX15" fmla="*/ 121994 w 628942"/>
              <a:gd name="csY15" fmla="*/ 2613 h 523309"/>
              <a:gd name="csX16" fmla="*/ 983 w 628942"/>
              <a:gd name="csY16" fmla="*/ 180485 h 523309"/>
              <a:gd name="csX17" fmla="*/ 159712 w 628942"/>
              <a:gd name="csY17" fmla="*/ 5225 h 523309"/>
              <a:gd name="csX18" fmla="*/ 983 w 628942"/>
              <a:gd name="csY18" fmla="*/ 180485 h 523309"/>
              <a:gd name="csX19" fmla="*/ 159712 w 628942"/>
              <a:gd name="csY19" fmla="*/ 5225 h 523309"/>
              <a:gd name="csX20" fmla="*/ 4006 w 628942"/>
              <a:gd name="csY20" fmla="*/ 221415 h 523309"/>
              <a:gd name="csX21" fmla="*/ 202341 w 628942"/>
              <a:gd name="csY21" fmla="*/ 2395 h 523309"/>
              <a:gd name="csX22" fmla="*/ 4006 w 628942"/>
              <a:gd name="csY22" fmla="*/ 221415 h 523309"/>
              <a:gd name="csX23" fmla="*/ 202341 w 628942"/>
              <a:gd name="csY23" fmla="*/ 2395 h 523309"/>
              <a:gd name="csX24" fmla="*/ 1966 w 628942"/>
              <a:gd name="csY24" fmla="*/ 267860 h 523309"/>
              <a:gd name="csX25" fmla="*/ 240058 w 628942"/>
              <a:gd name="csY25" fmla="*/ 5008 h 523309"/>
              <a:gd name="csX26" fmla="*/ 1966 w 628942"/>
              <a:gd name="csY26" fmla="*/ 267860 h 523309"/>
              <a:gd name="csX27" fmla="*/ 240058 w 628942"/>
              <a:gd name="csY27" fmla="*/ 5008 h 523309"/>
              <a:gd name="csX28" fmla="*/ 1 w 628942"/>
              <a:gd name="csY28" fmla="*/ 314306 h 523309"/>
              <a:gd name="csX29" fmla="*/ 282688 w 628942"/>
              <a:gd name="csY29" fmla="*/ 2105 h 523309"/>
              <a:gd name="csX30" fmla="*/ 1 w 628942"/>
              <a:gd name="csY30" fmla="*/ 314306 h 523309"/>
              <a:gd name="csX31" fmla="*/ 282688 w 628942"/>
              <a:gd name="csY31" fmla="*/ 2105 h 523309"/>
              <a:gd name="csX32" fmla="*/ 3024 w 628942"/>
              <a:gd name="csY32" fmla="*/ 355236 h 523309"/>
              <a:gd name="csX33" fmla="*/ 320405 w 628942"/>
              <a:gd name="csY33" fmla="*/ 4718 h 523309"/>
              <a:gd name="csX34" fmla="*/ 3024 w 628942"/>
              <a:gd name="csY34" fmla="*/ 355236 h 523309"/>
              <a:gd name="csX35" fmla="*/ 320405 w 628942"/>
              <a:gd name="csY35" fmla="*/ 4718 h 523309"/>
              <a:gd name="csX36" fmla="*/ 1058 w 628942"/>
              <a:gd name="csY36" fmla="*/ 401681 h 523309"/>
              <a:gd name="csX37" fmla="*/ 363035 w 628942"/>
              <a:gd name="csY37" fmla="*/ 1887 h 523309"/>
              <a:gd name="csX38" fmla="*/ 1058 w 628942"/>
              <a:gd name="csY38" fmla="*/ 401681 h 523309"/>
              <a:gd name="csX39" fmla="*/ 363035 w 628942"/>
              <a:gd name="csY39" fmla="*/ 1887 h 523309"/>
              <a:gd name="csX40" fmla="*/ 4006 w 628942"/>
              <a:gd name="csY40" fmla="*/ 442611 h 523309"/>
              <a:gd name="csX41" fmla="*/ 400752 w 628942"/>
              <a:gd name="csY41" fmla="*/ 4500 h 523309"/>
              <a:gd name="csX42" fmla="*/ 4006 w 628942"/>
              <a:gd name="csY42" fmla="*/ 442611 h 523309"/>
              <a:gd name="csX43" fmla="*/ 400752 w 628942"/>
              <a:gd name="csY43" fmla="*/ 4500 h 523309"/>
              <a:gd name="csX44" fmla="*/ 2041 w 628942"/>
              <a:gd name="csY44" fmla="*/ 489057 h 523309"/>
              <a:gd name="csX45" fmla="*/ 443382 w 628942"/>
              <a:gd name="csY45" fmla="*/ 1597 h 523309"/>
              <a:gd name="csX46" fmla="*/ 2041 w 628942"/>
              <a:gd name="csY46" fmla="*/ 489057 h 523309"/>
              <a:gd name="csX47" fmla="*/ 443382 w 628942"/>
              <a:gd name="csY47" fmla="*/ 1597 h 523309"/>
              <a:gd name="csX48" fmla="*/ 14966 w 628942"/>
              <a:gd name="csY48" fmla="*/ 519101 h 523309"/>
              <a:gd name="csX49" fmla="*/ 481099 w 628942"/>
              <a:gd name="csY49" fmla="*/ 4210 h 523309"/>
              <a:gd name="csX50" fmla="*/ 14966 w 628942"/>
              <a:gd name="csY50" fmla="*/ 519101 h 523309"/>
              <a:gd name="csX51" fmla="*/ 481099 w 628942"/>
              <a:gd name="csY51" fmla="*/ 4210 h 523309"/>
              <a:gd name="csX52" fmla="*/ 52607 w 628942"/>
              <a:gd name="csY52" fmla="*/ 521714 h 523309"/>
              <a:gd name="csX53" fmla="*/ 523729 w 628942"/>
              <a:gd name="csY53" fmla="*/ 1379 h 523309"/>
              <a:gd name="csX54" fmla="*/ 52607 w 628942"/>
              <a:gd name="csY54" fmla="*/ 521714 h 523309"/>
              <a:gd name="csX55" fmla="*/ 523729 w 628942"/>
              <a:gd name="csY55" fmla="*/ 1379 h 523309"/>
              <a:gd name="csX56" fmla="*/ 95313 w 628942"/>
              <a:gd name="csY56" fmla="*/ 518811 h 523309"/>
              <a:gd name="csX57" fmla="*/ 561445 w 628942"/>
              <a:gd name="csY57" fmla="*/ 3992 h 523309"/>
              <a:gd name="csX58" fmla="*/ 95313 w 628942"/>
              <a:gd name="csY58" fmla="*/ 518811 h 523309"/>
              <a:gd name="csX59" fmla="*/ 561445 w 628942"/>
              <a:gd name="csY59" fmla="*/ 3992 h 523309"/>
              <a:gd name="csX60" fmla="*/ 132954 w 628942"/>
              <a:gd name="csY60" fmla="*/ 521423 h 523309"/>
              <a:gd name="csX61" fmla="*/ 604075 w 628942"/>
              <a:gd name="csY61" fmla="*/ 1089 h 523309"/>
              <a:gd name="csX62" fmla="*/ 132954 w 628942"/>
              <a:gd name="csY62" fmla="*/ 521423 h 523309"/>
              <a:gd name="csX63" fmla="*/ 604075 w 628942"/>
              <a:gd name="csY63" fmla="*/ 1089 h 523309"/>
              <a:gd name="csX64" fmla="*/ 175660 w 628942"/>
              <a:gd name="csY64" fmla="*/ 518593 h 523309"/>
              <a:gd name="csX65" fmla="*/ 626902 w 628942"/>
              <a:gd name="csY65" fmla="*/ 20175 h 523309"/>
              <a:gd name="csX66" fmla="*/ 175660 w 628942"/>
              <a:gd name="csY66" fmla="*/ 518593 h 523309"/>
              <a:gd name="csX67" fmla="*/ 626902 w 628942"/>
              <a:gd name="csY67" fmla="*/ 20175 h 523309"/>
              <a:gd name="csX68" fmla="*/ 213301 w 628942"/>
              <a:gd name="csY68" fmla="*/ 521206 h 523309"/>
              <a:gd name="csX69" fmla="*/ 624937 w 628942"/>
              <a:gd name="csY69" fmla="*/ 66621 h 523309"/>
              <a:gd name="csX70" fmla="*/ 213301 w 628942"/>
              <a:gd name="csY70" fmla="*/ 521206 h 523309"/>
              <a:gd name="csX71" fmla="*/ 624937 w 628942"/>
              <a:gd name="csY71" fmla="*/ 66621 h 523309"/>
              <a:gd name="csX72" fmla="*/ 256007 w 628942"/>
              <a:gd name="csY72" fmla="*/ 518303 h 523309"/>
              <a:gd name="csX73" fmla="*/ 627885 w 628942"/>
              <a:gd name="csY73" fmla="*/ 107551 h 523309"/>
              <a:gd name="csX74" fmla="*/ 256007 w 628942"/>
              <a:gd name="csY74" fmla="*/ 518303 h 523309"/>
              <a:gd name="csX75" fmla="*/ 627885 w 628942"/>
              <a:gd name="csY75" fmla="*/ 107551 h 523309"/>
              <a:gd name="csX76" fmla="*/ 293648 w 628942"/>
              <a:gd name="csY76" fmla="*/ 520915 h 523309"/>
              <a:gd name="csX77" fmla="*/ 625920 w 628942"/>
              <a:gd name="csY77" fmla="*/ 153996 h 523309"/>
              <a:gd name="csX78" fmla="*/ 293648 w 628942"/>
              <a:gd name="csY78" fmla="*/ 520915 h 523309"/>
              <a:gd name="csX79" fmla="*/ 625920 w 628942"/>
              <a:gd name="csY79" fmla="*/ 153996 h 523309"/>
              <a:gd name="csX80" fmla="*/ 336354 w 628942"/>
              <a:gd name="csY80" fmla="*/ 518085 h 523309"/>
              <a:gd name="csX81" fmla="*/ 628867 w 628942"/>
              <a:gd name="csY81" fmla="*/ 194926 h 523309"/>
              <a:gd name="csX82" fmla="*/ 336354 w 628942"/>
              <a:gd name="csY82" fmla="*/ 518085 h 523309"/>
              <a:gd name="csX83" fmla="*/ 628867 w 628942"/>
              <a:gd name="csY83" fmla="*/ 194926 h 523309"/>
              <a:gd name="csX84" fmla="*/ 373995 w 628942"/>
              <a:gd name="csY84" fmla="*/ 520698 h 523309"/>
              <a:gd name="csX85" fmla="*/ 626902 w 628942"/>
              <a:gd name="csY85" fmla="*/ 241372 h 523309"/>
              <a:gd name="csX86" fmla="*/ 373995 w 628942"/>
              <a:gd name="csY86" fmla="*/ 520698 h 523309"/>
              <a:gd name="csX87" fmla="*/ 626902 w 628942"/>
              <a:gd name="csY87" fmla="*/ 241372 h 523309"/>
              <a:gd name="csX88" fmla="*/ 411712 w 628942"/>
              <a:gd name="csY88" fmla="*/ 523310 h 523309"/>
              <a:gd name="csX89" fmla="*/ 624937 w 628942"/>
              <a:gd name="csY89" fmla="*/ 287745 h 523309"/>
              <a:gd name="csX90" fmla="*/ 411712 w 628942"/>
              <a:gd name="csY90" fmla="*/ 523310 h 523309"/>
              <a:gd name="csX91" fmla="*/ 624937 w 628942"/>
              <a:gd name="csY91" fmla="*/ 287745 h 523309"/>
              <a:gd name="csX92" fmla="*/ 454342 w 628942"/>
              <a:gd name="csY92" fmla="*/ 520408 h 523309"/>
              <a:gd name="csX93" fmla="*/ 627960 w 628942"/>
              <a:gd name="csY93" fmla="*/ 328747 h 523309"/>
              <a:gd name="csX94" fmla="*/ 454342 w 628942"/>
              <a:gd name="csY94" fmla="*/ 520408 h 523309"/>
              <a:gd name="csX95" fmla="*/ 627960 w 628942"/>
              <a:gd name="csY95" fmla="*/ 328747 h 523309"/>
              <a:gd name="csX96" fmla="*/ 492058 w 628942"/>
              <a:gd name="csY96" fmla="*/ 523020 h 523309"/>
              <a:gd name="csX97" fmla="*/ 625920 w 628942"/>
              <a:gd name="csY97" fmla="*/ 375193 h 523309"/>
              <a:gd name="csX98" fmla="*/ 492058 w 628942"/>
              <a:gd name="csY98" fmla="*/ 523020 h 523309"/>
              <a:gd name="csX99" fmla="*/ 625920 w 628942"/>
              <a:gd name="csY99" fmla="*/ 375193 h 523309"/>
              <a:gd name="csX100" fmla="*/ 534688 w 628942"/>
              <a:gd name="csY100" fmla="*/ 520190 h 523309"/>
              <a:gd name="csX101" fmla="*/ 628943 w 628942"/>
              <a:gd name="csY101" fmla="*/ 416123 h 523309"/>
              <a:gd name="csX102" fmla="*/ 534688 w 628942"/>
              <a:gd name="csY102" fmla="*/ 520190 h 523309"/>
              <a:gd name="csX103" fmla="*/ 628943 w 628942"/>
              <a:gd name="csY103" fmla="*/ 416123 h 523309"/>
              <a:gd name="csX104" fmla="*/ 572405 w 628942"/>
              <a:gd name="csY104" fmla="*/ 522802 h 523309"/>
              <a:gd name="csX105" fmla="*/ 626977 w 628942"/>
              <a:gd name="csY105" fmla="*/ 462568 h 523309"/>
              <a:gd name="csX106" fmla="*/ 572405 w 628942"/>
              <a:gd name="csY106" fmla="*/ 522802 h 523309"/>
              <a:gd name="csX107" fmla="*/ 626977 w 628942"/>
              <a:gd name="csY107" fmla="*/ 462568 h 523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628942" h="523309"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1966" y="46664"/>
                </a:moveTo>
                <a:cubicBezTo>
                  <a:pt x="15042" y="28231"/>
                  <a:pt x="24868" y="24457"/>
                  <a:pt x="41648" y="2831"/>
                </a:cubicBezTo>
                <a:moveTo>
                  <a:pt x="1966" y="46664"/>
                </a:moveTo>
                <a:cubicBezTo>
                  <a:pt x="16024" y="31351"/>
                  <a:pt x="26984" y="19087"/>
                  <a:pt x="41648" y="2831"/>
                </a:cubicBezTo>
                <a:moveTo>
                  <a:pt x="1" y="93109"/>
                </a:moveTo>
                <a:cubicBezTo>
                  <a:pt x="21013" y="71483"/>
                  <a:pt x="51323" y="38246"/>
                  <a:pt x="84277" y="1"/>
                </a:cubicBezTo>
                <a:moveTo>
                  <a:pt x="1" y="93109"/>
                </a:moveTo>
                <a:cubicBezTo>
                  <a:pt x="15873" y="70685"/>
                  <a:pt x="41270" y="50655"/>
                  <a:pt x="84277" y="1"/>
                </a:cubicBezTo>
                <a:moveTo>
                  <a:pt x="2948" y="134039"/>
                </a:moveTo>
                <a:cubicBezTo>
                  <a:pt x="22978" y="90352"/>
                  <a:pt x="77929" y="70322"/>
                  <a:pt x="121994" y="2613"/>
                </a:cubicBezTo>
                <a:moveTo>
                  <a:pt x="2948" y="134039"/>
                </a:moveTo>
                <a:cubicBezTo>
                  <a:pt x="39153" y="96520"/>
                  <a:pt x="55404" y="68508"/>
                  <a:pt x="121994" y="2613"/>
                </a:cubicBezTo>
                <a:moveTo>
                  <a:pt x="983" y="180485"/>
                </a:moveTo>
                <a:cubicBezTo>
                  <a:pt x="41043" y="114808"/>
                  <a:pt x="101511" y="79901"/>
                  <a:pt x="159712" y="5225"/>
                </a:cubicBezTo>
                <a:moveTo>
                  <a:pt x="983" y="180485"/>
                </a:moveTo>
                <a:cubicBezTo>
                  <a:pt x="40438" y="136942"/>
                  <a:pt x="77399" y="98117"/>
                  <a:pt x="159712" y="5225"/>
                </a:cubicBezTo>
                <a:moveTo>
                  <a:pt x="4006" y="221415"/>
                </a:moveTo>
                <a:cubicBezTo>
                  <a:pt x="60393" y="171849"/>
                  <a:pt x="82690" y="131064"/>
                  <a:pt x="202341" y="2395"/>
                </a:cubicBezTo>
                <a:moveTo>
                  <a:pt x="4006" y="221415"/>
                </a:moveTo>
                <a:cubicBezTo>
                  <a:pt x="73696" y="143691"/>
                  <a:pt x="155932" y="61396"/>
                  <a:pt x="202341" y="2395"/>
                </a:cubicBezTo>
                <a:moveTo>
                  <a:pt x="1966" y="267860"/>
                </a:moveTo>
                <a:cubicBezTo>
                  <a:pt x="77097" y="182734"/>
                  <a:pt x="141193" y="108494"/>
                  <a:pt x="240058" y="5008"/>
                </a:cubicBezTo>
                <a:moveTo>
                  <a:pt x="1966" y="267860"/>
                </a:moveTo>
                <a:cubicBezTo>
                  <a:pt x="56614" y="201675"/>
                  <a:pt x="117308" y="143981"/>
                  <a:pt x="240058" y="5008"/>
                </a:cubicBezTo>
                <a:moveTo>
                  <a:pt x="1" y="314306"/>
                </a:moveTo>
                <a:cubicBezTo>
                  <a:pt x="70974" y="242968"/>
                  <a:pt x="129478" y="173736"/>
                  <a:pt x="282688" y="2105"/>
                </a:cubicBezTo>
                <a:moveTo>
                  <a:pt x="1" y="314306"/>
                </a:moveTo>
                <a:cubicBezTo>
                  <a:pt x="71579" y="243476"/>
                  <a:pt x="129553" y="175477"/>
                  <a:pt x="282688" y="2105"/>
                </a:cubicBezTo>
                <a:moveTo>
                  <a:pt x="3024" y="355236"/>
                </a:moveTo>
                <a:cubicBezTo>
                  <a:pt x="96447" y="267570"/>
                  <a:pt x="178532" y="147682"/>
                  <a:pt x="320405" y="4718"/>
                </a:cubicBezTo>
                <a:moveTo>
                  <a:pt x="3024" y="355236"/>
                </a:moveTo>
                <a:cubicBezTo>
                  <a:pt x="132425" y="216262"/>
                  <a:pt x="252227" y="77216"/>
                  <a:pt x="320405" y="4718"/>
                </a:cubicBezTo>
                <a:moveTo>
                  <a:pt x="1058" y="401681"/>
                </a:moveTo>
                <a:cubicBezTo>
                  <a:pt x="147618" y="265393"/>
                  <a:pt x="262960" y="97173"/>
                  <a:pt x="363035" y="1887"/>
                </a:cubicBezTo>
                <a:moveTo>
                  <a:pt x="1058" y="401681"/>
                </a:moveTo>
                <a:cubicBezTo>
                  <a:pt x="127890" y="265102"/>
                  <a:pt x="255629" y="136869"/>
                  <a:pt x="363035" y="1887"/>
                </a:cubicBezTo>
                <a:moveTo>
                  <a:pt x="4006" y="442611"/>
                </a:moveTo>
                <a:cubicBezTo>
                  <a:pt x="114058" y="321273"/>
                  <a:pt x="211411" y="209586"/>
                  <a:pt x="400752" y="4500"/>
                </a:cubicBezTo>
                <a:moveTo>
                  <a:pt x="4006" y="442611"/>
                </a:moveTo>
                <a:cubicBezTo>
                  <a:pt x="96749" y="327586"/>
                  <a:pt x="209068" y="213650"/>
                  <a:pt x="400752" y="4500"/>
                </a:cubicBezTo>
                <a:moveTo>
                  <a:pt x="2041" y="489057"/>
                </a:moveTo>
                <a:cubicBezTo>
                  <a:pt x="111488" y="361694"/>
                  <a:pt x="210429" y="264667"/>
                  <a:pt x="443382" y="1597"/>
                </a:cubicBezTo>
                <a:moveTo>
                  <a:pt x="2041" y="489057"/>
                </a:moveTo>
                <a:cubicBezTo>
                  <a:pt x="164246" y="309661"/>
                  <a:pt x="324562" y="120976"/>
                  <a:pt x="443382" y="1597"/>
                </a:cubicBezTo>
                <a:moveTo>
                  <a:pt x="14966" y="519101"/>
                </a:moveTo>
                <a:cubicBezTo>
                  <a:pt x="121994" y="399867"/>
                  <a:pt x="215720" y="292970"/>
                  <a:pt x="481099" y="4210"/>
                </a:cubicBezTo>
                <a:moveTo>
                  <a:pt x="14966" y="519101"/>
                </a:moveTo>
                <a:cubicBezTo>
                  <a:pt x="204760" y="315322"/>
                  <a:pt x="377245" y="126782"/>
                  <a:pt x="481099" y="4210"/>
                </a:cubicBezTo>
                <a:moveTo>
                  <a:pt x="52607" y="521714"/>
                </a:moveTo>
                <a:cubicBezTo>
                  <a:pt x="144065" y="421348"/>
                  <a:pt x="239529" y="303057"/>
                  <a:pt x="523729" y="1379"/>
                </a:cubicBezTo>
                <a:moveTo>
                  <a:pt x="52607" y="521714"/>
                </a:moveTo>
                <a:cubicBezTo>
                  <a:pt x="226377" y="323014"/>
                  <a:pt x="415113" y="122936"/>
                  <a:pt x="523729" y="1379"/>
                </a:cubicBezTo>
                <a:moveTo>
                  <a:pt x="95313" y="518811"/>
                </a:moveTo>
                <a:cubicBezTo>
                  <a:pt x="224412" y="370548"/>
                  <a:pt x="373617" y="222431"/>
                  <a:pt x="561445" y="3992"/>
                </a:cubicBezTo>
                <a:moveTo>
                  <a:pt x="95313" y="518811"/>
                </a:moveTo>
                <a:cubicBezTo>
                  <a:pt x="192440" y="414599"/>
                  <a:pt x="292439" y="320039"/>
                  <a:pt x="561445" y="3992"/>
                </a:cubicBezTo>
                <a:moveTo>
                  <a:pt x="132954" y="521423"/>
                </a:moveTo>
                <a:cubicBezTo>
                  <a:pt x="235070" y="418082"/>
                  <a:pt x="326376" y="302404"/>
                  <a:pt x="604075" y="1089"/>
                </a:cubicBezTo>
                <a:moveTo>
                  <a:pt x="132954" y="521423"/>
                </a:moveTo>
                <a:cubicBezTo>
                  <a:pt x="292892" y="336730"/>
                  <a:pt x="467040" y="148336"/>
                  <a:pt x="604075" y="1089"/>
                </a:cubicBezTo>
                <a:moveTo>
                  <a:pt x="175660" y="518593"/>
                </a:moveTo>
                <a:cubicBezTo>
                  <a:pt x="339830" y="348269"/>
                  <a:pt x="482081" y="194346"/>
                  <a:pt x="626902" y="20175"/>
                </a:cubicBezTo>
                <a:moveTo>
                  <a:pt x="175660" y="518593"/>
                </a:moveTo>
                <a:cubicBezTo>
                  <a:pt x="287148" y="378168"/>
                  <a:pt x="416776" y="244638"/>
                  <a:pt x="626902" y="20175"/>
                </a:cubicBezTo>
                <a:moveTo>
                  <a:pt x="213301" y="521206"/>
                </a:moveTo>
                <a:cubicBezTo>
                  <a:pt x="347842" y="365613"/>
                  <a:pt x="479814" y="210529"/>
                  <a:pt x="624937" y="66621"/>
                </a:cubicBezTo>
                <a:moveTo>
                  <a:pt x="213301" y="521206"/>
                </a:moveTo>
                <a:cubicBezTo>
                  <a:pt x="337790" y="396093"/>
                  <a:pt x="460237" y="260385"/>
                  <a:pt x="624937" y="66621"/>
                </a:cubicBezTo>
                <a:moveTo>
                  <a:pt x="256007" y="518303"/>
                </a:moveTo>
                <a:cubicBezTo>
                  <a:pt x="366738" y="394497"/>
                  <a:pt x="477924" y="249354"/>
                  <a:pt x="627885" y="107551"/>
                </a:cubicBezTo>
                <a:moveTo>
                  <a:pt x="256007" y="518303"/>
                </a:moveTo>
                <a:cubicBezTo>
                  <a:pt x="341040" y="420985"/>
                  <a:pt x="426526" y="332594"/>
                  <a:pt x="627885" y="107551"/>
                </a:cubicBezTo>
                <a:moveTo>
                  <a:pt x="293648" y="520915"/>
                </a:moveTo>
                <a:cubicBezTo>
                  <a:pt x="357064" y="433903"/>
                  <a:pt x="453661" y="347253"/>
                  <a:pt x="625920" y="153996"/>
                </a:cubicBezTo>
                <a:moveTo>
                  <a:pt x="293648" y="520915"/>
                </a:moveTo>
                <a:cubicBezTo>
                  <a:pt x="392135" y="418880"/>
                  <a:pt x="491000" y="298848"/>
                  <a:pt x="625920" y="153996"/>
                </a:cubicBezTo>
                <a:moveTo>
                  <a:pt x="336354" y="518085"/>
                </a:moveTo>
                <a:cubicBezTo>
                  <a:pt x="424788" y="427589"/>
                  <a:pt x="519496" y="332666"/>
                  <a:pt x="628867" y="194926"/>
                </a:cubicBezTo>
                <a:moveTo>
                  <a:pt x="336354" y="518085"/>
                </a:moveTo>
                <a:cubicBezTo>
                  <a:pt x="413223" y="419679"/>
                  <a:pt x="498408" y="341737"/>
                  <a:pt x="628867" y="194926"/>
                </a:cubicBezTo>
                <a:moveTo>
                  <a:pt x="373995" y="520698"/>
                </a:moveTo>
                <a:cubicBezTo>
                  <a:pt x="444364" y="429694"/>
                  <a:pt x="528944" y="324829"/>
                  <a:pt x="626902" y="241372"/>
                </a:cubicBezTo>
                <a:moveTo>
                  <a:pt x="373995" y="520698"/>
                </a:moveTo>
                <a:cubicBezTo>
                  <a:pt x="450335" y="435499"/>
                  <a:pt x="531287" y="342609"/>
                  <a:pt x="626902" y="241372"/>
                </a:cubicBezTo>
                <a:moveTo>
                  <a:pt x="411712" y="523310"/>
                </a:moveTo>
                <a:cubicBezTo>
                  <a:pt x="453283" y="456037"/>
                  <a:pt x="504832" y="417211"/>
                  <a:pt x="624937" y="287745"/>
                </a:cubicBezTo>
                <a:moveTo>
                  <a:pt x="411712" y="523310"/>
                </a:moveTo>
                <a:cubicBezTo>
                  <a:pt x="472255" y="457125"/>
                  <a:pt x="542398" y="383030"/>
                  <a:pt x="624937" y="287745"/>
                </a:cubicBezTo>
                <a:moveTo>
                  <a:pt x="454342" y="520408"/>
                </a:moveTo>
                <a:cubicBezTo>
                  <a:pt x="531211" y="437604"/>
                  <a:pt x="577243" y="388764"/>
                  <a:pt x="627960" y="328747"/>
                </a:cubicBezTo>
                <a:moveTo>
                  <a:pt x="454342" y="520408"/>
                </a:moveTo>
                <a:cubicBezTo>
                  <a:pt x="505437" y="458287"/>
                  <a:pt x="577394" y="393480"/>
                  <a:pt x="627960" y="328747"/>
                </a:cubicBezTo>
                <a:moveTo>
                  <a:pt x="492058" y="523020"/>
                </a:moveTo>
                <a:cubicBezTo>
                  <a:pt x="523351" y="490944"/>
                  <a:pt x="553282" y="450086"/>
                  <a:pt x="625920" y="375193"/>
                </a:cubicBezTo>
                <a:moveTo>
                  <a:pt x="492058" y="523020"/>
                </a:moveTo>
                <a:cubicBezTo>
                  <a:pt x="542398" y="463874"/>
                  <a:pt x="592057" y="414018"/>
                  <a:pt x="625920" y="375193"/>
                </a:cubicBezTo>
                <a:moveTo>
                  <a:pt x="534688" y="520190"/>
                </a:moveTo>
                <a:cubicBezTo>
                  <a:pt x="553282" y="498056"/>
                  <a:pt x="604907" y="463947"/>
                  <a:pt x="628943" y="416123"/>
                </a:cubicBezTo>
                <a:moveTo>
                  <a:pt x="534688" y="520190"/>
                </a:moveTo>
                <a:cubicBezTo>
                  <a:pt x="565754" y="492903"/>
                  <a:pt x="584726" y="461625"/>
                  <a:pt x="628943" y="416123"/>
                </a:cubicBezTo>
                <a:moveTo>
                  <a:pt x="572405" y="522802"/>
                </a:moveTo>
                <a:cubicBezTo>
                  <a:pt x="595081" y="503136"/>
                  <a:pt x="613750" y="468011"/>
                  <a:pt x="626977" y="462568"/>
                </a:cubicBezTo>
                <a:moveTo>
                  <a:pt x="572405" y="522802"/>
                </a:moveTo>
                <a:cubicBezTo>
                  <a:pt x="587976" y="505675"/>
                  <a:pt x="604907" y="486952"/>
                  <a:pt x="626977" y="462568"/>
                </a:cubicBezTo>
              </a:path>
            </a:pathLst>
          </a:custGeom>
          <a:noFill/>
          <a:ln w="3775" cap="rnd">
            <a:solidFill>
              <a:srgbClr val="FFE6C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2267" name="!!61p">
            <a:extLst>
              <a:ext uri="{FF2B5EF4-FFF2-40B4-BE49-F238E27FC236}">
                <a16:creationId xmlns:a16="http://schemas.microsoft.com/office/drawing/2014/main" id="{7C55B578-89F1-5CC5-FCB1-DBFDED595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97" y="3326768"/>
            <a:ext cx="1503281" cy="314572"/>
          </a:xfrm>
          <a:custGeom>
            <a:avLst/>
            <a:gdLst>
              <a:gd name="csX0" fmla="*/ 0 w 589562"/>
              <a:gd name="csY0" fmla="*/ 0 h 123370"/>
              <a:gd name="csX1" fmla="*/ 589563 w 589562"/>
              <a:gd name="csY1" fmla="*/ 0 h 123370"/>
              <a:gd name="csX2" fmla="*/ 589563 w 589562"/>
              <a:gd name="csY2" fmla="*/ 123371 h 123370"/>
              <a:gd name="csX3" fmla="*/ 0 w 58956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9562" h="123370">
                <a:moveTo>
                  <a:pt x="0" y="0"/>
                </a:moveTo>
                <a:lnTo>
                  <a:pt x="589563" y="0"/>
                </a:lnTo>
                <a:lnTo>
                  <a:pt x="589563" y="123371"/>
                </a:lnTo>
                <a:lnTo>
                  <a:pt x="0" y="123371"/>
                </a:lnTo>
                <a:close/>
              </a:path>
            </a:pathLst>
          </a:custGeom>
        </p:spPr>
      </p:pic>
      <p:grpSp>
        <p:nvGrpSpPr>
          <p:cNvPr id="2268" name="!!رسم 9">
            <a:extLst>
              <a:ext uri="{FF2B5EF4-FFF2-40B4-BE49-F238E27FC236}">
                <a16:creationId xmlns:a16="http://schemas.microsoft.com/office/drawing/2014/main" id="{7FA52581-FE09-0A9A-815F-0155F2BAAF92}"/>
              </a:ext>
            </a:extLst>
          </p:cNvPr>
          <p:cNvGrpSpPr/>
          <p:nvPr/>
        </p:nvGrpSpPr>
        <p:grpSpPr>
          <a:xfrm>
            <a:off x="9905096" y="3039386"/>
            <a:ext cx="857889" cy="499869"/>
            <a:chOff x="7728634" y="5608345"/>
            <a:chExt cx="857889" cy="499869"/>
          </a:xfrm>
        </p:grpSpPr>
        <p:grpSp>
          <p:nvGrpSpPr>
            <p:cNvPr id="2269" name="رسم 9">
              <a:extLst>
                <a:ext uri="{FF2B5EF4-FFF2-40B4-BE49-F238E27FC236}">
                  <a16:creationId xmlns:a16="http://schemas.microsoft.com/office/drawing/2014/main" id="{BDEE2979-FFA8-09E9-3077-CA23D894AA1D}"/>
                </a:ext>
              </a:extLst>
            </p:cNvPr>
            <p:cNvGrpSpPr/>
            <p:nvPr/>
          </p:nvGrpSpPr>
          <p:grpSpPr>
            <a:xfrm>
              <a:off x="7728634" y="5608345"/>
              <a:ext cx="857889" cy="499869"/>
              <a:chOff x="7728634" y="5608345"/>
              <a:chExt cx="857889" cy="499869"/>
            </a:xfrm>
          </p:grpSpPr>
          <p:sp>
            <p:nvSpPr>
              <p:cNvPr id="2271" name="شكل حر: شكل 357">
                <a:extLst>
                  <a:ext uri="{FF2B5EF4-FFF2-40B4-BE49-F238E27FC236}">
                    <a16:creationId xmlns:a16="http://schemas.microsoft.com/office/drawing/2014/main" id="{B78E6828-E890-628B-B7D8-29F306ECE263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1 w 831434"/>
                  <a:gd name="csY2" fmla="*/ 171486 h 461769"/>
                  <a:gd name="csX3" fmla="*/ 1 w 831434"/>
                  <a:gd name="csY3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lnTo>
                      <a:pt x="831435" y="171486"/>
                    </a:lnTo>
                    <a:lnTo>
                      <a:pt x="1" y="171486"/>
                    </a:lnTo>
                    <a:lnTo>
                      <a:pt x="1" y="4617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" name="شكل حر: شكل 358">
                <a:extLst>
                  <a:ext uri="{FF2B5EF4-FFF2-40B4-BE49-F238E27FC236}">
                    <a16:creationId xmlns:a16="http://schemas.microsoft.com/office/drawing/2014/main" id="{B08722D6-40D0-3F1F-6B30-9E05AAEBB355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" name="شكل حر: شكل 359">
                <a:extLst>
                  <a:ext uri="{FF2B5EF4-FFF2-40B4-BE49-F238E27FC236}">
                    <a16:creationId xmlns:a16="http://schemas.microsoft.com/office/drawing/2014/main" id="{46A4C13F-1552-61F2-1901-8F0A796FA374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831435 w 831434"/>
                  <a:gd name="csY2" fmla="*/ 1 h 461769"/>
                  <a:gd name="csX3" fmla="*/ 831435 w 831434"/>
                  <a:gd name="csY3" fmla="*/ 171486 h 461769"/>
                  <a:gd name="csX4" fmla="*/ 831435 w 831434"/>
                  <a:gd name="csY4" fmla="*/ 171486 h 461769"/>
                  <a:gd name="csX5" fmla="*/ 1 w 831434"/>
                  <a:gd name="csY5" fmla="*/ 171486 h 461769"/>
                  <a:gd name="csX6" fmla="*/ 831435 w 831434"/>
                  <a:gd name="csY6" fmla="*/ 171486 h 461769"/>
                  <a:gd name="csX7" fmla="*/ 1 w 831434"/>
                  <a:gd name="csY7" fmla="*/ 171486 h 461769"/>
                  <a:gd name="csX8" fmla="*/ 1 w 831434"/>
                  <a:gd name="csY8" fmla="*/ 171486 h 461769"/>
                  <a:gd name="csX9" fmla="*/ 1 w 831434"/>
                  <a:gd name="csY9" fmla="*/ 461770 h 461769"/>
                  <a:gd name="csX10" fmla="*/ 1 w 831434"/>
                  <a:gd name="csY10" fmla="*/ 171486 h 461769"/>
                  <a:gd name="csX11" fmla="*/ 1 w 831434"/>
                  <a:gd name="csY11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cubicBezTo>
                      <a:pt x="817906" y="60597"/>
                      <a:pt x="825237" y="123807"/>
                      <a:pt x="831435" y="171486"/>
                    </a:cubicBezTo>
                    <a:moveTo>
                      <a:pt x="831435" y="1"/>
                    </a:moveTo>
                    <a:cubicBezTo>
                      <a:pt x="826975" y="39479"/>
                      <a:pt x="824028" y="69741"/>
                      <a:pt x="831435" y="171486"/>
                    </a:cubicBezTo>
                    <a:moveTo>
                      <a:pt x="831435" y="171486"/>
                    </a:moveTo>
                    <a:cubicBezTo>
                      <a:pt x="548445" y="178162"/>
                      <a:pt x="278380" y="161616"/>
                      <a:pt x="1" y="171486"/>
                    </a:cubicBezTo>
                    <a:moveTo>
                      <a:pt x="831435" y="171486"/>
                    </a:moveTo>
                    <a:cubicBezTo>
                      <a:pt x="600296" y="170542"/>
                      <a:pt x="364622" y="181283"/>
                      <a:pt x="1" y="171486"/>
                    </a:cubicBezTo>
                    <a:moveTo>
                      <a:pt x="1" y="171486"/>
                    </a:moveTo>
                    <a:cubicBezTo>
                      <a:pt x="3628" y="271997"/>
                      <a:pt x="1512" y="362856"/>
                      <a:pt x="1" y="461770"/>
                    </a:cubicBezTo>
                    <a:moveTo>
                      <a:pt x="1" y="171486"/>
                    </a:moveTo>
                    <a:cubicBezTo>
                      <a:pt x="4762" y="237453"/>
                      <a:pt x="5821" y="312201"/>
                      <a:pt x="1" y="4617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" name="شكل حر: شكل 360">
                <a:extLst>
                  <a:ext uri="{FF2B5EF4-FFF2-40B4-BE49-F238E27FC236}">
                    <a16:creationId xmlns:a16="http://schemas.microsoft.com/office/drawing/2014/main" id="{A071DAD3-9C07-8E5F-B81A-02DA391B13F9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867"/>
              </a:xfrm>
              <a:custGeom>
                <a:avLst/>
                <a:gdLst>
                  <a:gd name="csX0" fmla="*/ 26455 w 52909"/>
                  <a:gd name="csY0" fmla="*/ 1 h 50867"/>
                  <a:gd name="csX1" fmla="*/ 52910 w 52909"/>
                  <a:gd name="csY1" fmla="*/ 50800 h 50867"/>
                  <a:gd name="csX2" fmla="*/ 26455 w 52909"/>
                  <a:gd name="csY2" fmla="*/ 38100 h 50867"/>
                  <a:gd name="csX3" fmla="*/ 1 w 52909"/>
                  <a:gd name="csY3" fmla="*/ 50800 h 50867"/>
                  <a:gd name="csX4" fmla="*/ 26455 w 52909"/>
                  <a:gd name="csY4" fmla="*/ 1 h 50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867">
                    <a:moveTo>
                      <a:pt x="26455" y="1"/>
                    </a:moveTo>
                    <a:cubicBezTo>
                      <a:pt x="34089" y="25110"/>
                      <a:pt x="43235" y="25255"/>
                      <a:pt x="52910" y="50800"/>
                    </a:cubicBezTo>
                    <a:cubicBezTo>
                      <a:pt x="38851" y="46373"/>
                      <a:pt x="33107" y="44922"/>
                      <a:pt x="26455" y="38100"/>
                    </a:cubicBezTo>
                    <a:cubicBezTo>
                      <a:pt x="17234" y="42672"/>
                      <a:pt x="10583" y="51744"/>
                      <a:pt x="1" y="50800"/>
                    </a:cubicBezTo>
                    <a:cubicBezTo>
                      <a:pt x="8995" y="45503"/>
                      <a:pt x="10053" y="26489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" name="شكل حر: شكل 361">
                <a:extLst>
                  <a:ext uri="{FF2B5EF4-FFF2-40B4-BE49-F238E27FC236}">
                    <a16:creationId xmlns:a16="http://schemas.microsoft.com/office/drawing/2014/main" id="{FB3726C6-ABF1-4963-F952-010E6F1B8B67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554" y="18433"/>
                      <a:pt x="40892" y="37955"/>
                      <a:pt x="52910" y="50800"/>
                    </a:cubicBezTo>
                    <a:moveTo>
                      <a:pt x="26455" y="1"/>
                    </a:moveTo>
                    <a:cubicBezTo>
                      <a:pt x="30234" y="12265"/>
                      <a:pt x="34543" y="20756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7172"/>
                      <a:pt x="35374" y="39697"/>
                      <a:pt x="26455" y="38100"/>
                    </a:cubicBezTo>
                    <a:moveTo>
                      <a:pt x="52910" y="50800"/>
                    </a:moveTo>
                    <a:cubicBezTo>
                      <a:pt x="46334" y="46591"/>
                      <a:pt x="38851" y="45067"/>
                      <a:pt x="26455" y="38100"/>
                    </a:cubicBezTo>
                    <a:moveTo>
                      <a:pt x="26455" y="38100"/>
                    </a:moveTo>
                    <a:cubicBezTo>
                      <a:pt x="17990" y="42454"/>
                      <a:pt x="8390" y="44922"/>
                      <a:pt x="1" y="50800"/>
                    </a:cubicBezTo>
                    <a:moveTo>
                      <a:pt x="26455" y="38100"/>
                    </a:moveTo>
                    <a:cubicBezTo>
                      <a:pt x="21240" y="40423"/>
                      <a:pt x="15193" y="44632"/>
                      <a:pt x="1" y="50800"/>
                    </a:cubicBezTo>
                    <a:moveTo>
                      <a:pt x="1" y="50800"/>
                    </a:moveTo>
                    <a:cubicBezTo>
                      <a:pt x="3553" y="36213"/>
                      <a:pt x="22676" y="11757"/>
                      <a:pt x="26455" y="1"/>
                    </a:cubicBezTo>
                    <a:moveTo>
                      <a:pt x="1" y="50800"/>
                    </a:moveTo>
                    <a:cubicBezTo>
                      <a:pt x="8768" y="37883"/>
                      <a:pt x="17763" y="2162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270" name="صورة 362">
              <a:extLst>
                <a:ext uri="{FF2B5EF4-FFF2-40B4-BE49-F238E27FC236}">
                  <a16:creationId xmlns:a16="http://schemas.microsoft.com/office/drawing/2014/main" id="{8AA39B8D-BE9D-46BA-9384-8B3F5DB7E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9570" y="5767131"/>
              <a:ext cx="582004" cy="123370"/>
            </a:xfrm>
            <a:custGeom>
              <a:avLst/>
              <a:gdLst>
                <a:gd name="csX0" fmla="*/ 0 w 582004"/>
                <a:gd name="csY0" fmla="*/ 0 h 123370"/>
                <a:gd name="csX1" fmla="*/ 582004 w 582004"/>
                <a:gd name="csY1" fmla="*/ 0 h 123370"/>
                <a:gd name="csX2" fmla="*/ 582004 w 582004"/>
                <a:gd name="csY2" fmla="*/ 123371 h 123370"/>
                <a:gd name="csX3" fmla="*/ 0 w 582004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2004" h="123370">
                  <a:moveTo>
                    <a:pt x="0" y="0"/>
                  </a:moveTo>
                  <a:lnTo>
                    <a:pt x="582004" y="0"/>
                  </a:lnTo>
                  <a:lnTo>
                    <a:pt x="582004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2276" name="!!Rectangle 2275">
            <a:extLst>
              <a:ext uri="{FF2B5EF4-FFF2-40B4-BE49-F238E27FC236}">
                <a16:creationId xmlns:a16="http://schemas.microsoft.com/office/drawing/2014/main" id="{A85D62A3-26AE-BDF5-A739-9C687B2D82C0}"/>
              </a:ext>
            </a:extLst>
          </p:cNvPr>
          <p:cNvSpPr/>
          <p:nvPr/>
        </p:nvSpPr>
        <p:spPr>
          <a:xfrm>
            <a:off x="10047272" y="2758519"/>
            <a:ext cx="1369853" cy="280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66EBD"/>
                </a:solidFill>
              </a:rPr>
              <a:t>decoder</a:t>
            </a:r>
          </a:p>
        </p:txBody>
      </p:sp>
      <p:sp>
        <p:nvSpPr>
          <p:cNvPr id="2277" name="!!Rectangle 2276">
            <a:extLst>
              <a:ext uri="{FF2B5EF4-FFF2-40B4-BE49-F238E27FC236}">
                <a16:creationId xmlns:a16="http://schemas.microsoft.com/office/drawing/2014/main" id="{FB9C84B3-0C3F-2103-245E-43BC3A1B0941}"/>
              </a:ext>
            </a:extLst>
          </p:cNvPr>
          <p:cNvSpPr/>
          <p:nvPr/>
        </p:nvSpPr>
        <p:spPr>
          <a:xfrm>
            <a:off x="9905096" y="1993657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8" name="!!Rectangle 2277">
            <a:extLst>
              <a:ext uri="{FF2B5EF4-FFF2-40B4-BE49-F238E27FC236}">
                <a16:creationId xmlns:a16="http://schemas.microsoft.com/office/drawing/2014/main" id="{76B11DE3-0490-AEEA-1C39-BD1D7B4AD065}"/>
              </a:ext>
            </a:extLst>
          </p:cNvPr>
          <p:cNvSpPr/>
          <p:nvPr/>
        </p:nvSpPr>
        <p:spPr>
          <a:xfrm>
            <a:off x="10241781" y="1993657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79" name="!!Rectangle 2278">
            <a:extLst>
              <a:ext uri="{FF2B5EF4-FFF2-40B4-BE49-F238E27FC236}">
                <a16:creationId xmlns:a16="http://schemas.microsoft.com/office/drawing/2014/main" id="{D941DCE3-F1EE-84C1-128A-C019344C1DFC}"/>
              </a:ext>
            </a:extLst>
          </p:cNvPr>
          <p:cNvSpPr/>
          <p:nvPr/>
        </p:nvSpPr>
        <p:spPr>
          <a:xfrm>
            <a:off x="11206926" y="1993657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0" name="!!Oval 2279">
            <a:extLst>
              <a:ext uri="{FF2B5EF4-FFF2-40B4-BE49-F238E27FC236}">
                <a16:creationId xmlns:a16="http://schemas.microsoft.com/office/drawing/2014/main" id="{D936A2BE-3660-99C8-9652-7D6383F3836A}"/>
              </a:ext>
            </a:extLst>
          </p:cNvPr>
          <p:cNvSpPr/>
          <p:nvPr/>
        </p:nvSpPr>
        <p:spPr>
          <a:xfrm>
            <a:off x="10649740" y="20632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1" name="!!Oval 2280">
            <a:extLst>
              <a:ext uri="{FF2B5EF4-FFF2-40B4-BE49-F238E27FC236}">
                <a16:creationId xmlns:a16="http://schemas.microsoft.com/office/drawing/2014/main" id="{5F72A217-FEAC-FD6F-737B-0095626D83EE}"/>
              </a:ext>
            </a:extLst>
          </p:cNvPr>
          <p:cNvSpPr/>
          <p:nvPr/>
        </p:nvSpPr>
        <p:spPr>
          <a:xfrm>
            <a:off x="10827223" y="20632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2" name="!!Oval 2281">
            <a:extLst>
              <a:ext uri="{FF2B5EF4-FFF2-40B4-BE49-F238E27FC236}">
                <a16:creationId xmlns:a16="http://schemas.microsoft.com/office/drawing/2014/main" id="{E2F85D8D-2C5A-D840-CF8D-D6413DB7FBD9}"/>
              </a:ext>
            </a:extLst>
          </p:cNvPr>
          <p:cNvSpPr/>
          <p:nvPr/>
        </p:nvSpPr>
        <p:spPr>
          <a:xfrm>
            <a:off x="11004707" y="206329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86" name="!!Straight Arrow Connector 2285">
            <a:extLst>
              <a:ext uri="{FF2B5EF4-FFF2-40B4-BE49-F238E27FC236}">
                <a16:creationId xmlns:a16="http://schemas.microsoft.com/office/drawing/2014/main" id="{CC4DE560-AE52-8ECA-517C-525058E627EA}"/>
              </a:ext>
            </a:extLst>
          </p:cNvPr>
          <p:cNvCxnSpPr>
            <a:cxnSpLocks/>
          </p:cNvCxnSpPr>
          <p:nvPr/>
        </p:nvCxnSpPr>
        <p:spPr>
          <a:xfrm flipV="1">
            <a:off x="10360208" y="2231779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7" name="!!Straight Arrow Connector 2286">
            <a:extLst>
              <a:ext uri="{FF2B5EF4-FFF2-40B4-BE49-F238E27FC236}">
                <a16:creationId xmlns:a16="http://schemas.microsoft.com/office/drawing/2014/main" id="{1AF6B5D1-3E1C-DFDF-2C4D-61863CF19231}"/>
              </a:ext>
            </a:extLst>
          </p:cNvPr>
          <p:cNvCxnSpPr>
            <a:cxnSpLocks/>
          </p:cNvCxnSpPr>
          <p:nvPr/>
        </p:nvCxnSpPr>
        <p:spPr>
          <a:xfrm flipV="1">
            <a:off x="11337545" y="2231779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8" name="!!Oval 2287">
            <a:extLst>
              <a:ext uri="{FF2B5EF4-FFF2-40B4-BE49-F238E27FC236}">
                <a16:creationId xmlns:a16="http://schemas.microsoft.com/office/drawing/2014/main" id="{6B402D85-17A8-4DF8-EF47-C855BCD66D4D}"/>
              </a:ext>
            </a:extLst>
          </p:cNvPr>
          <p:cNvSpPr/>
          <p:nvPr/>
        </p:nvSpPr>
        <p:spPr>
          <a:xfrm>
            <a:off x="10669441" y="259003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9" name="!!Oval 2288">
            <a:extLst>
              <a:ext uri="{FF2B5EF4-FFF2-40B4-BE49-F238E27FC236}">
                <a16:creationId xmlns:a16="http://schemas.microsoft.com/office/drawing/2014/main" id="{341B86D8-3978-98C0-CA61-6E03E6AF2DFB}"/>
              </a:ext>
            </a:extLst>
          </p:cNvPr>
          <p:cNvSpPr/>
          <p:nvPr/>
        </p:nvSpPr>
        <p:spPr>
          <a:xfrm>
            <a:off x="10846924" y="259003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0" name="!!Oval 2289">
            <a:extLst>
              <a:ext uri="{FF2B5EF4-FFF2-40B4-BE49-F238E27FC236}">
                <a16:creationId xmlns:a16="http://schemas.microsoft.com/office/drawing/2014/main" id="{5F352EFD-6E6A-49EF-7DF8-EAEECBBC9206}"/>
              </a:ext>
            </a:extLst>
          </p:cNvPr>
          <p:cNvSpPr/>
          <p:nvPr/>
        </p:nvSpPr>
        <p:spPr>
          <a:xfrm>
            <a:off x="11024408" y="2590035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94" name="!!TextBox 2293">
            <a:extLst>
              <a:ext uri="{FF2B5EF4-FFF2-40B4-BE49-F238E27FC236}">
                <a16:creationId xmlns:a16="http://schemas.microsoft.com/office/drawing/2014/main" id="{F7D964D7-92B3-F8FF-F6BD-466131912F16}"/>
              </a:ext>
            </a:extLst>
          </p:cNvPr>
          <p:cNvSpPr txBox="1"/>
          <p:nvPr/>
        </p:nvSpPr>
        <p:spPr>
          <a:xfrm>
            <a:off x="9922166" y="2039762"/>
            <a:ext cx="647995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FFT0</a:t>
            </a:r>
          </a:p>
        </p:txBody>
      </p:sp>
      <p:sp>
        <p:nvSpPr>
          <p:cNvPr id="2295" name="!!TextBox 2294">
            <a:extLst>
              <a:ext uri="{FF2B5EF4-FFF2-40B4-BE49-F238E27FC236}">
                <a16:creationId xmlns:a16="http://schemas.microsoft.com/office/drawing/2014/main" id="{29140222-4856-466A-F60D-F0726FC8FA12}"/>
              </a:ext>
            </a:extLst>
          </p:cNvPr>
          <p:cNvSpPr txBox="1"/>
          <p:nvPr/>
        </p:nvSpPr>
        <p:spPr>
          <a:xfrm>
            <a:off x="10266656" y="2039762"/>
            <a:ext cx="327694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FFT1</a:t>
            </a:r>
          </a:p>
        </p:txBody>
      </p:sp>
      <p:sp>
        <p:nvSpPr>
          <p:cNvPr id="2296" name="!!TextBox 2295">
            <a:extLst>
              <a:ext uri="{FF2B5EF4-FFF2-40B4-BE49-F238E27FC236}">
                <a16:creationId xmlns:a16="http://schemas.microsoft.com/office/drawing/2014/main" id="{F7F5CA21-5686-2115-A213-2F661C87CED6}"/>
              </a:ext>
            </a:extLst>
          </p:cNvPr>
          <p:cNvSpPr txBox="1"/>
          <p:nvPr/>
        </p:nvSpPr>
        <p:spPr>
          <a:xfrm>
            <a:off x="11228150" y="2039762"/>
            <a:ext cx="849668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FFT8</a:t>
            </a:r>
          </a:p>
        </p:txBody>
      </p:sp>
      <p:cxnSp>
        <p:nvCxnSpPr>
          <p:cNvPr id="8" name="!!Straight Arrow Connector 7">
            <a:extLst>
              <a:ext uri="{FF2B5EF4-FFF2-40B4-BE49-F238E27FC236}">
                <a16:creationId xmlns:a16="http://schemas.microsoft.com/office/drawing/2014/main" id="{3BE54F34-E3A7-FF71-9720-4931837BE68D}"/>
              </a:ext>
            </a:extLst>
          </p:cNvPr>
          <p:cNvCxnSpPr/>
          <p:nvPr/>
        </p:nvCxnSpPr>
        <p:spPr>
          <a:xfrm flipV="1">
            <a:off x="10388966" y="1705039"/>
            <a:ext cx="0" cy="2886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!!Straight Arrow Connector 8">
            <a:extLst>
              <a:ext uri="{FF2B5EF4-FFF2-40B4-BE49-F238E27FC236}">
                <a16:creationId xmlns:a16="http://schemas.microsoft.com/office/drawing/2014/main" id="{BE13E631-ADA4-3582-4DBB-EAEDB40BFD9C}"/>
              </a:ext>
            </a:extLst>
          </p:cNvPr>
          <p:cNvCxnSpPr/>
          <p:nvPr/>
        </p:nvCxnSpPr>
        <p:spPr>
          <a:xfrm flipV="1">
            <a:off x="11337545" y="1705039"/>
            <a:ext cx="0" cy="2886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!!Straight Arrow Connector 9">
            <a:extLst>
              <a:ext uri="{FF2B5EF4-FFF2-40B4-BE49-F238E27FC236}">
                <a16:creationId xmlns:a16="http://schemas.microsoft.com/office/drawing/2014/main" id="{B61569D8-AB1A-93EA-8AC7-4E1456A71918}"/>
              </a:ext>
            </a:extLst>
          </p:cNvPr>
          <p:cNvCxnSpPr>
            <a:cxnSpLocks/>
          </p:cNvCxnSpPr>
          <p:nvPr/>
        </p:nvCxnSpPr>
        <p:spPr>
          <a:xfrm flipV="1">
            <a:off x="10669441" y="1226619"/>
            <a:ext cx="0" cy="469032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!!Rectangle 15">
            <a:extLst>
              <a:ext uri="{FF2B5EF4-FFF2-40B4-BE49-F238E27FC236}">
                <a16:creationId xmlns:a16="http://schemas.microsoft.com/office/drawing/2014/main" id="{B8755B1F-8670-2310-96C8-C45395F25C99}"/>
              </a:ext>
            </a:extLst>
          </p:cNvPr>
          <p:cNvSpPr/>
          <p:nvPr/>
        </p:nvSpPr>
        <p:spPr>
          <a:xfrm>
            <a:off x="10334335" y="4559702"/>
            <a:ext cx="1675685" cy="134373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!!59p">
            <a:extLst>
              <a:ext uri="{FF2B5EF4-FFF2-40B4-BE49-F238E27FC236}">
                <a16:creationId xmlns:a16="http://schemas.microsoft.com/office/drawing/2014/main" id="{53E99211-BC27-C891-206A-E613CEB197C7}"/>
              </a:ext>
            </a:extLst>
          </p:cNvPr>
          <p:cNvSpPr/>
          <p:nvPr/>
        </p:nvSpPr>
        <p:spPr>
          <a:xfrm>
            <a:off x="10372911" y="4569090"/>
            <a:ext cx="1603693" cy="1334347"/>
          </a:xfrm>
          <a:custGeom>
            <a:avLst/>
            <a:gdLst>
              <a:gd name="csX0" fmla="*/ 3931 w 628942"/>
              <a:gd name="csY0" fmla="*/ 218 h 523309"/>
              <a:gd name="csX1" fmla="*/ 3931 w 628942"/>
              <a:gd name="csY1" fmla="*/ 218 h 523309"/>
              <a:gd name="csX2" fmla="*/ 3931 w 628942"/>
              <a:gd name="csY2" fmla="*/ 218 h 523309"/>
              <a:gd name="csX3" fmla="*/ 3931 w 628942"/>
              <a:gd name="csY3" fmla="*/ 218 h 523309"/>
              <a:gd name="csX4" fmla="*/ 1966 w 628942"/>
              <a:gd name="csY4" fmla="*/ 46664 h 523309"/>
              <a:gd name="csX5" fmla="*/ 41648 w 628942"/>
              <a:gd name="csY5" fmla="*/ 2831 h 523309"/>
              <a:gd name="csX6" fmla="*/ 1966 w 628942"/>
              <a:gd name="csY6" fmla="*/ 46664 h 523309"/>
              <a:gd name="csX7" fmla="*/ 41648 w 628942"/>
              <a:gd name="csY7" fmla="*/ 2831 h 523309"/>
              <a:gd name="csX8" fmla="*/ 1 w 628942"/>
              <a:gd name="csY8" fmla="*/ 93109 h 523309"/>
              <a:gd name="csX9" fmla="*/ 84277 w 628942"/>
              <a:gd name="csY9" fmla="*/ 1 h 523309"/>
              <a:gd name="csX10" fmla="*/ 1 w 628942"/>
              <a:gd name="csY10" fmla="*/ 93109 h 523309"/>
              <a:gd name="csX11" fmla="*/ 84277 w 628942"/>
              <a:gd name="csY11" fmla="*/ 1 h 523309"/>
              <a:gd name="csX12" fmla="*/ 2948 w 628942"/>
              <a:gd name="csY12" fmla="*/ 134039 h 523309"/>
              <a:gd name="csX13" fmla="*/ 121994 w 628942"/>
              <a:gd name="csY13" fmla="*/ 2613 h 523309"/>
              <a:gd name="csX14" fmla="*/ 2948 w 628942"/>
              <a:gd name="csY14" fmla="*/ 134039 h 523309"/>
              <a:gd name="csX15" fmla="*/ 121994 w 628942"/>
              <a:gd name="csY15" fmla="*/ 2613 h 523309"/>
              <a:gd name="csX16" fmla="*/ 983 w 628942"/>
              <a:gd name="csY16" fmla="*/ 180485 h 523309"/>
              <a:gd name="csX17" fmla="*/ 159712 w 628942"/>
              <a:gd name="csY17" fmla="*/ 5225 h 523309"/>
              <a:gd name="csX18" fmla="*/ 983 w 628942"/>
              <a:gd name="csY18" fmla="*/ 180485 h 523309"/>
              <a:gd name="csX19" fmla="*/ 159712 w 628942"/>
              <a:gd name="csY19" fmla="*/ 5225 h 523309"/>
              <a:gd name="csX20" fmla="*/ 4006 w 628942"/>
              <a:gd name="csY20" fmla="*/ 221415 h 523309"/>
              <a:gd name="csX21" fmla="*/ 202341 w 628942"/>
              <a:gd name="csY21" fmla="*/ 2395 h 523309"/>
              <a:gd name="csX22" fmla="*/ 4006 w 628942"/>
              <a:gd name="csY22" fmla="*/ 221415 h 523309"/>
              <a:gd name="csX23" fmla="*/ 202341 w 628942"/>
              <a:gd name="csY23" fmla="*/ 2395 h 523309"/>
              <a:gd name="csX24" fmla="*/ 1966 w 628942"/>
              <a:gd name="csY24" fmla="*/ 267860 h 523309"/>
              <a:gd name="csX25" fmla="*/ 240058 w 628942"/>
              <a:gd name="csY25" fmla="*/ 5008 h 523309"/>
              <a:gd name="csX26" fmla="*/ 1966 w 628942"/>
              <a:gd name="csY26" fmla="*/ 267860 h 523309"/>
              <a:gd name="csX27" fmla="*/ 240058 w 628942"/>
              <a:gd name="csY27" fmla="*/ 5008 h 523309"/>
              <a:gd name="csX28" fmla="*/ 1 w 628942"/>
              <a:gd name="csY28" fmla="*/ 314306 h 523309"/>
              <a:gd name="csX29" fmla="*/ 282688 w 628942"/>
              <a:gd name="csY29" fmla="*/ 2105 h 523309"/>
              <a:gd name="csX30" fmla="*/ 1 w 628942"/>
              <a:gd name="csY30" fmla="*/ 314306 h 523309"/>
              <a:gd name="csX31" fmla="*/ 282688 w 628942"/>
              <a:gd name="csY31" fmla="*/ 2105 h 523309"/>
              <a:gd name="csX32" fmla="*/ 3024 w 628942"/>
              <a:gd name="csY32" fmla="*/ 355236 h 523309"/>
              <a:gd name="csX33" fmla="*/ 320405 w 628942"/>
              <a:gd name="csY33" fmla="*/ 4718 h 523309"/>
              <a:gd name="csX34" fmla="*/ 3024 w 628942"/>
              <a:gd name="csY34" fmla="*/ 355236 h 523309"/>
              <a:gd name="csX35" fmla="*/ 320405 w 628942"/>
              <a:gd name="csY35" fmla="*/ 4718 h 523309"/>
              <a:gd name="csX36" fmla="*/ 1058 w 628942"/>
              <a:gd name="csY36" fmla="*/ 401681 h 523309"/>
              <a:gd name="csX37" fmla="*/ 363035 w 628942"/>
              <a:gd name="csY37" fmla="*/ 1887 h 523309"/>
              <a:gd name="csX38" fmla="*/ 1058 w 628942"/>
              <a:gd name="csY38" fmla="*/ 401681 h 523309"/>
              <a:gd name="csX39" fmla="*/ 363035 w 628942"/>
              <a:gd name="csY39" fmla="*/ 1887 h 523309"/>
              <a:gd name="csX40" fmla="*/ 4006 w 628942"/>
              <a:gd name="csY40" fmla="*/ 442611 h 523309"/>
              <a:gd name="csX41" fmla="*/ 400752 w 628942"/>
              <a:gd name="csY41" fmla="*/ 4500 h 523309"/>
              <a:gd name="csX42" fmla="*/ 4006 w 628942"/>
              <a:gd name="csY42" fmla="*/ 442611 h 523309"/>
              <a:gd name="csX43" fmla="*/ 400752 w 628942"/>
              <a:gd name="csY43" fmla="*/ 4500 h 523309"/>
              <a:gd name="csX44" fmla="*/ 2041 w 628942"/>
              <a:gd name="csY44" fmla="*/ 489057 h 523309"/>
              <a:gd name="csX45" fmla="*/ 443382 w 628942"/>
              <a:gd name="csY45" fmla="*/ 1597 h 523309"/>
              <a:gd name="csX46" fmla="*/ 2041 w 628942"/>
              <a:gd name="csY46" fmla="*/ 489057 h 523309"/>
              <a:gd name="csX47" fmla="*/ 443382 w 628942"/>
              <a:gd name="csY47" fmla="*/ 1597 h 523309"/>
              <a:gd name="csX48" fmla="*/ 14966 w 628942"/>
              <a:gd name="csY48" fmla="*/ 519101 h 523309"/>
              <a:gd name="csX49" fmla="*/ 481099 w 628942"/>
              <a:gd name="csY49" fmla="*/ 4210 h 523309"/>
              <a:gd name="csX50" fmla="*/ 14966 w 628942"/>
              <a:gd name="csY50" fmla="*/ 519101 h 523309"/>
              <a:gd name="csX51" fmla="*/ 481099 w 628942"/>
              <a:gd name="csY51" fmla="*/ 4210 h 523309"/>
              <a:gd name="csX52" fmla="*/ 52607 w 628942"/>
              <a:gd name="csY52" fmla="*/ 521714 h 523309"/>
              <a:gd name="csX53" fmla="*/ 523729 w 628942"/>
              <a:gd name="csY53" fmla="*/ 1379 h 523309"/>
              <a:gd name="csX54" fmla="*/ 52607 w 628942"/>
              <a:gd name="csY54" fmla="*/ 521714 h 523309"/>
              <a:gd name="csX55" fmla="*/ 523729 w 628942"/>
              <a:gd name="csY55" fmla="*/ 1379 h 523309"/>
              <a:gd name="csX56" fmla="*/ 95313 w 628942"/>
              <a:gd name="csY56" fmla="*/ 518811 h 523309"/>
              <a:gd name="csX57" fmla="*/ 561445 w 628942"/>
              <a:gd name="csY57" fmla="*/ 3992 h 523309"/>
              <a:gd name="csX58" fmla="*/ 95313 w 628942"/>
              <a:gd name="csY58" fmla="*/ 518811 h 523309"/>
              <a:gd name="csX59" fmla="*/ 561445 w 628942"/>
              <a:gd name="csY59" fmla="*/ 3992 h 523309"/>
              <a:gd name="csX60" fmla="*/ 132954 w 628942"/>
              <a:gd name="csY60" fmla="*/ 521423 h 523309"/>
              <a:gd name="csX61" fmla="*/ 604075 w 628942"/>
              <a:gd name="csY61" fmla="*/ 1089 h 523309"/>
              <a:gd name="csX62" fmla="*/ 132954 w 628942"/>
              <a:gd name="csY62" fmla="*/ 521423 h 523309"/>
              <a:gd name="csX63" fmla="*/ 604075 w 628942"/>
              <a:gd name="csY63" fmla="*/ 1089 h 523309"/>
              <a:gd name="csX64" fmla="*/ 175660 w 628942"/>
              <a:gd name="csY64" fmla="*/ 518593 h 523309"/>
              <a:gd name="csX65" fmla="*/ 626902 w 628942"/>
              <a:gd name="csY65" fmla="*/ 20175 h 523309"/>
              <a:gd name="csX66" fmla="*/ 175660 w 628942"/>
              <a:gd name="csY66" fmla="*/ 518593 h 523309"/>
              <a:gd name="csX67" fmla="*/ 626902 w 628942"/>
              <a:gd name="csY67" fmla="*/ 20175 h 523309"/>
              <a:gd name="csX68" fmla="*/ 213301 w 628942"/>
              <a:gd name="csY68" fmla="*/ 521206 h 523309"/>
              <a:gd name="csX69" fmla="*/ 624937 w 628942"/>
              <a:gd name="csY69" fmla="*/ 66621 h 523309"/>
              <a:gd name="csX70" fmla="*/ 213301 w 628942"/>
              <a:gd name="csY70" fmla="*/ 521206 h 523309"/>
              <a:gd name="csX71" fmla="*/ 624937 w 628942"/>
              <a:gd name="csY71" fmla="*/ 66621 h 523309"/>
              <a:gd name="csX72" fmla="*/ 256007 w 628942"/>
              <a:gd name="csY72" fmla="*/ 518303 h 523309"/>
              <a:gd name="csX73" fmla="*/ 627885 w 628942"/>
              <a:gd name="csY73" fmla="*/ 107551 h 523309"/>
              <a:gd name="csX74" fmla="*/ 256007 w 628942"/>
              <a:gd name="csY74" fmla="*/ 518303 h 523309"/>
              <a:gd name="csX75" fmla="*/ 627885 w 628942"/>
              <a:gd name="csY75" fmla="*/ 107551 h 523309"/>
              <a:gd name="csX76" fmla="*/ 293648 w 628942"/>
              <a:gd name="csY76" fmla="*/ 520915 h 523309"/>
              <a:gd name="csX77" fmla="*/ 625920 w 628942"/>
              <a:gd name="csY77" fmla="*/ 153996 h 523309"/>
              <a:gd name="csX78" fmla="*/ 293648 w 628942"/>
              <a:gd name="csY78" fmla="*/ 520915 h 523309"/>
              <a:gd name="csX79" fmla="*/ 625920 w 628942"/>
              <a:gd name="csY79" fmla="*/ 153996 h 523309"/>
              <a:gd name="csX80" fmla="*/ 336354 w 628942"/>
              <a:gd name="csY80" fmla="*/ 518085 h 523309"/>
              <a:gd name="csX81" fmla="*/ 628867 w 628942"/>
              <a:gd name="csY81" fmla="*/ 194926 h 523309"/>
              <a:gd name="csX82" fmla="*/ 336354 w 628942"/>
              <a:gd name="csY82" fmla="*/ 518085 h 523309"/>
              <a:gd name="csX83" fmla="*/ 628867 w 628942"/>
              <a:gd name="csY83" fmla="*/ 194926 h 523309"/>
              <a:gd name="csX84" fmla="*/ 373995 w 628942"/>
              <a:gd name="csY84" fmla="*/ 520698 h 523309"/>
              <a:gd name="csX85" fmla="*/ 626902 w 628942"/>
              <a:gd name="csY85" fmla="*/ 241372 h 523309"/>
              <a:gd name="csX86" fmla="*/ 373995 w 628942"/>
              <a:gd name="csY86" fmla="*/ 520698 h 523309"/>
              <a:gd name="csX87" fmla="*/ 626902 w 628942"/>
              <a:gd name="csY87" fmla="*/ 241372 h 523309"/>
              <a:gd name="csX88" fmla="*/ 411712 w 628942"/>
              <a:gd name="csY88" fmla="*/ 523310 h 523309"/>
              <a:gd name="csX89" fmla="*/ 624937 w 628942"/>
              <a:gd name="csY89" fmla="*/ 287745 h 523309"/>
              <a:gd name="csX90" fmla="*/ 411712 w 628942"/>
              <a:gd name="csY90" fmla="*/ 523310 h 523309"/>
              <a:gd name="csX91" fmla="*/ 624937 w 628942"/>
              <a:gd name="csY91" fmla="*/ 287745 h 523309"/>
              <a:gd name="csX92" fmla="*/ 454342 w 628942"/>
              <a:gd name="csY92" fmla="*/ 520408 h 523309"/>
              <a:gd name="csX93" fmla="*/ 627960 w 628942"/>
              <a:gd name="csY93" fmla="*/ 328747 h 523309"/>
              <a:gd name="csX94" fmla="*/ 454342 w 628942"/>
              <a:gd name="csY94" fmla="*/ 520408 h 523309"/>
              <a:gd name="csX95" fmla="*/ 627960 w 628942"/>
              <a:gd name="csY95" fmla="*/ 328747 h 523309"/>
              <a:gd name="csX96" fmla="*/ 492058 w 628942"/>
              <a:gd name="csY96" fmla="*/ 523020 h 523309"/>
              <a:gd name="csX97" fmla="*/ 625920 w 628942"/>
              <a:gd name="csY97" fmla="*/ 375193 h 523309"/>
              <a:gd name="csX98" fmla="*/ 492058 w 628942"/>
              <a:gd name="csY98" fmla="*/ 523020 h 523309"/>
              <a:gd name="csX99" fmla="*/ 625920 w 628942"/>
              <a:gd name="csY99" fmla="*/ 375193 h 523309"/>
              <a:gd name="csX100" fmla="*/ 534688 w 628942"/>
              <a:gd name="csY100" fmla="*/ 520190 h 523309"/>
              <a:gd name="csX101" fmla="*/ 628943 w 628942"/>
              <a:gd name="csY101" fmla="*/ 416123 h 523309"/>
              <a:gd name="csX102" fmla="*/ 534688 w 628942"/>
              <a:gd name="csY102" fmla="*/ 520190 h 523309"/>
              <a:gd name="csX103" fmla="*/ 628943 w 628942"/>
              <a:gd name="csY103" fmla="*/ 416123 h 523309"/>
              <a:gd name="csX104" fmla="*/ 572405 w 628942"/>
              <a:gd name="csY104" fmla="*/ 522802 h 523309"/>
              <a:gd name="csX105" fmla="*/ 626977 w 628942"/>
              <a:gd name="csY105" fmla="*/ 462568 h 523309"/>
              <a:gd name="csX106" fmla="*/ 572405 w 628942"/>
              <a:gd name="csY106" fmla="*/ 522802 h 523309"/>
              <a:gd name="csX107" fmla="*/ 626977 w 628942"/>
              <a:gd name="csY107" fmla="*/ 462568 h 523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628942" h="523309"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1966" y="46664"/>
                </a:moveTo>
                <a:cubicBezTo>
                  <a:pt x="15042" y="28231"/>
                  <a:pt x="24868" y="24457"/>
                  <a:pt x="41648" y="2831"/>
                </a:cubicBezTo>
                <a:moveTo>
                  <a:pt x="1966" y="46664"/>
                </a:moveTo>
                <a:cubicBezTo>
                  <a:pt x="16024" y="31351"/>
                  <a:pt x="26984" y="19087"/>
                  <a:pt x="41648" y="2831"/>
                </a:cubicBezTo>
                <a:moveTo>
                  <a:pt x="1" y="93109"/>
                </a:moveTo>
                <a:cubicBezTo>
                  <a:pt x="21013" y="71483"/>
                  <a:pt x="51323" y="38246"/>
                  <a:pt x="84277" y="1"/>
                </a:cubicBezTo>
                <a:moveTo>
                  <a:pt x="1" y="93109"/>
                </a:moveTo>
                <a:cubicBezTo>
                  <a:pt x="15873" y="70685"/>
                  <a:pt x="41270" y="50655"/>
                  <a:pt x="84277" y="1"/>
                </a:cubicBezTo>
                <a:moveTo>
                  <a:pt x="2948" y="134039"/>
                </a:moveTo>
                <a:cubicBezTo>
                  <a:pt x="22978" y="90352"/>
                  <a:pt x="77929" y="70322"/>
                  <a:pt x="121994" y="2613"/>
                </a:cubicBezTo>
                <a:moveTo>
                  <a:pt x="2948" y="134039"/>
                </a:moveTo>
                <a:cubicBezTo>
                  <a:pt x="39153" y="96520"/>
                  <a:pt x="55404" y="68508"/>
                  <a:pt x="121994" y="2613"/>
                </a:cubicBezTo>
                <a:moveTo>
                  <a:pt x="983" y="180485"/>
                </a:moveTo>
                <a:cubicBezTo>
                  <a:pt x="41043" y="114808"/>
                  <a:pt x="101511" y="79901"/>
                  <a:pt x="159712" y="5225"/>
                </a:cubicBezTo>
                <a:moveTo>
                  <a:pt x="983" y="180485"/>
                </a:moveTo>
                <a:cubicBezTo>
                  <a:pt x="40438" y="136942"/>
                  <a:pt x="77399" y="98117"/>
                  <a:pt x="159712" y="5225"/>
                </a:cubicBezTo>
                <a:moveTo>
                  <a:pt x="4006" y="221415"/>
                </a:moveTo>
                <a:cubicBezTo>
                  <a:pt x="60393" y="171849"/>
                  <a:pt x="82690" y="131064"/>
                  <a:pt x="202341" y="2395"/>
                </a:cubicBezTo>
                <a:moveTo>
                  <a:pt x="4006" y="221415"/>
                </a:moveTo>
                <a:cubicBezTo>
                  <a:pt x="73696" y="143691"/>
                  <a:pt x="155932" y="61396"/>
                  <a:pt x="202341" y="2395"/>
                </a:cubicBezTo>
                <a:moveTo>
                  <a:pt x="1966" y="267860"/>
                </a:moveTo>
                <a:cubicBezTo>
                  <a:pt x="77097" y="182734"/>
                  <a:pt x="141193" y="108494"/>
                  <a:pt x="240058" y="5008"/>
                </a:cubicBezTo>
                <a:moveTo>
                  <a:pt x="1966" y="267860"/>
                </a:moveTo>
                <a:cubicBezTo>
                  <a:pt x="56614" y="201675"/>
                  <a:pt x="117308" y="143981"/>
                  <a:pt x="240058" y="5008"/>
                </a:cubicBezTo>
                <a:moveTo>
                  <a:pt x="1" y="314306"/>
                </a:moveTo>
                <a:cubicBezTo>
                  <a:pt x="70974" y="242968"/>
                  <a:pt x="129478" y="173736"/>
                  <a:pt x="282688" y="2105"/>
                </a:cubicBezTo>
                <a:moveTo>
                  <a:pt x="1" y="314306"/>
                </a:moveTo>
                <a:cubicBezTo>
                  <a:pt x="71579" y="243476"/>
                  <a:pt x="129553" y="175477"/>
                  <a:pt x="282688" y="2105"/>
                </a:cubicBezTo>
                <a:moveTo>
                  <a:pt x="3024" y="355236"/>
                </a:moveTo>
                <a:cubicBezTo>
                  <a:pt x="96447" y="267570"/>
                  <a:pt x="178532" y="147682"/>
                  <a:pt x="320405" y="4718"/>
                </a:cubicBezTo>
                <a:moveTo>
                  <a:pt x="3024" y="355236"/>
                </a:moveTo>
                <a:cubicBezTo>
                  <a:pt x="132425" y="216262"/>
                  <a:pt x="252227" y="77216"/>
                  <a:pt x="320405" y="4718"/>
                </a:cubicBezTo>
                <a:moveTo>
                  <a:pt x="1058" y="401681"/>
                </a:moveTo>
                <a:cubicBezTo>
                  <a:pt x="147618" y="265393"/>
                  <a:pt x="262960" y="97173"/>
                  <a:pt x="363035" y="1887"/>
                </a:cubicBezTo>
                <a:moveTo>
                  <a:pt x="1058" y="401681"/>
                </a:moveTo>
                <a:cubicBezTo>
                  <a:pt x="127890" y="265102"/>
                  <a:pt x="255629" y="136869"/>
                  <a:pt x="363035" y="1887"/>
                </a:cubicBezTo>
                <a:moveTo>
                  <a:pt x="4006" y="442611"/>
                </a:moveTo>
                <a:cubicBezTo>
                  <a:pt x="114058" y="321273"/>
                  <a:pt x="211411" y="209586"/>
                  <a:pt x="400752" y="4500"/>
                </a:cubicBezTo>
                <a:moveTo>
                  <a:pt x="4006" y="442611"/>
                </a:moveTo>
                <a:cubicBezTo>
                  <a:pt x="96749" y="327586"/>
                  <a:pt x="209068" y="213650"/>
                  <a:pt x="400752" y="4500"/>
                </a:cubicBezTo>
                <a:moveTo>
                  <a:pt x="2041" y="489057"/>
                </a:moveTo>
                <a:cubicBezTo>
                  <a:pt x="111488" y="361694"/>
                  <a:pt x="210429" y="264667"/>
                  <a:pt x="443382" y="1597"/>
                </a:cubicBezTo>
                <a:moveTo>
                  <a:pt x="2041" y="489057"/>
                </a:moveTo>
                <a:cubicBezTo>
                  <a:pt x="164246" y="309661"/>
                  <a:pt x="324562" y="120976"/>
                  <a:pt x="443382" y="1597"/>
                </a:cubicBezTo>
                <a:moveTo>
                  <a:pt x="14966" y="519101"/>
                </a:moveTo>
                <a:cubicBezTo>
                  <a:pt x="121994" y="399867"/>
                  <a:pt x="215720" y="292970"/>
                  <a:pt x="481099" y="4210"/>
                </a:cubicBezTo>
                <a:moveTo>
                  <a:pt x="14966" y="519101"/>
                </a:moveTo>
                <a:cubicBezTo>
                  <a:pt x="204760" y="315322"/>
                  <a:pt x="377245" y="126782"/>
                  <a:pt x="481099" y="4210"/>
                </a:cubicBezTo>
                <a:moveTo>
                  <a:pt x="52607" y="521714"/>
                </a:moveTo>
                <a:cubicBezTo>
                  <a:pt x="144065" y="421348"/>
                  <a:pt x="239529" y="303057"/>
                  <a:pt x="523729" y="1379"/>
                </a:cubicBezTo>
                <a:moveTo>
                  <a:pt x="52607" y="521714"/>
                </a:moveTo>
                <a:cubicBezTo>
                  <a:pt x="226377" y="323014"/>
                  <a:pt x="415113" y="122936"/>
                  <a:pt x="523729" y="1379"/>
                </a:cubicBezTo>
                <a:moveTo>
                  <a:pt x="95313" y="518811"/>
                </a:moveTo>
                <a:cubicBezTo>
                  <a:pt x="224412" y="370548"/>
                  <a:pt x="373617" y="222431"/>
                  <a:pt x="561445" y="3992"/>
                </a:cubicBezTo>
                <a:moveTo>
                  <a:pt x="95313" y="518811"/>
                </a:moveTo>
                <a:cubicBezTo>
                  <a:pt x="192440" y="414599"/>
                  <a:pt x="292439" y="320039"/>
                  <a:pt x="561445" y="3992"/>
                </a:cubicBezTo>
                <a:moveTo>
                  <a:pt x="132954" y="521423"/>
                </a:moveTo>
                <a:cubicBezTo>
                  <a:pt x="235070" y="418082"/>
                  <a:pt x="326376" y="302404"/>
                  <a:pt x="604075" y="1089"/>
                </a:cubicBezTo>
                <a:moveTo>
                  <a:pt x="132954" y="521423"/>
                </a:moveTo>
                <a:cubicBezTo>
                  <a:pt x="292892" y="336730"/>
                  <a:pt x="467040" y="148336"/>
                  <a:pt x="604075" y="1089"/>
                </a:cubicBezTo>
                <a:moveTo>
                  <a:pt x="175660" y="518593"/>
                </a:moveTo>
                <a:cubicBezTo>
                  <a:pt x="339830" y="348269"/>
                  <a:pt x="482081" y="194346"/>
                  <a:pt x="626902" y="20175"/>
                </a:cubicBezTo>
                <a:moveTo>
                  <a:pt x="175660" y="518593"/>
                </a:moveTo>
                <a:cubicBezTo>
                  <a:pt x="287148" y="378168"/>
                  <a:pt x="416776" y="244638"/>
                  <a:pt x="626902" y="20175"/>
                </a:cubicBezTo>
                <a:moveTo>
                  <a:pt x="213301" y="521206"/>
                </a:moveTo>
                <a:cubicBezTo>
                  <a:pt x="347842" y="365613"/>
                  <a:pt x="479814" y="210529"/>
                  <a:pt x="624937" y="66621"/>
                </a:cubicBezTo>
                <a:moveTo>
                  <a:pt x="213301" y="521206"/>
                </a:moveTo>
                <a:cubicBezTo>
                  <a:pt x="337790" y="396093"/>
                  <a:pt x="460237" y="260385"/>
                  <a:pt x="624937" y="66621"/>
                </a:cubicBezTo>
                <a:moveTo>
                  <a:pt x="256007" y="518303"/>
                </a:moveTo>
                <a:cubicBezTo>
                  <a:pt x="366738" y="394497"/>
                  <a:pt x="477924" y="249354"/>
                  <a:pt x="627885" y="107551"/>
                </a:cubicBezTo>
                <a:moveTo>
                  <a:pt x="256007" y="518303"/>
                </a:moveTo>
                <a:cubicBezTo>
                  <a:pt x="341040" y="420985"/>
                  <a:pt x="426526" y="332594"/>
                  <a:pt x="627885" y="107551"/>
                </a:cubicBezTo>
                <a:moveTo>
                  <a:pt x="293648" y="520915"/>
                </a:moveTo>
                <a:cubicBezTo>
                  <a:pt x="357064" y="433903"/>
                  <a:pt x="453661" y="347253"/>
                  <a:pt x="625920" y="153996"/>
                </a:cubicBezTo>
                <a:moveTo>
                  <a:pt x="293648" y="520915"/>
                </a:moveTo>
                <a:cubicBezTo>
                  <a:pt x="392135" y="418880"/>
                  <a:pt x="491000" y="298848"/>
                  <a:pt x="625920" y="153996"/>
                </a:cubicBezTo>
                <a:moveTo>
                  <a:pt x="336354" y="518085"/>
                </a:moveTo>
                <a:cubicBezTo>
                  <a:pt x="424788" y="427589"/>
                  <a:pt x="519496" y="332666"/>
                  <a:pt x="628867" y="194926"/>
                </a:cubicBezTo>
                <a:moveTo>
                  <a:pt x="336354" y="518085"/>
                </a:moveTo>
                <a:cubicBezTo>
                  <a:pt x="413223" y="419679"/>
                  <a:pt x="498408" y="341737"/>
                  <a:pt x="628867" y="194926"/>
                </a:cubicBezTo>
                <a:moveTo>
                  <a:pt x="373995" y="520698"/>
                </a:moveTo>
                <a:cubicBezTo>
                  <a:pt x="444364" y="429694"/>
                  <a:pt x="528944" y="324829"/>
                  <a:pt x="626902" y="241372"/>
                </a:cubicBezTo>
                <a:moveTo>
                  <a:pt x="373995" y="520698"/>
                </a:moveTo>
                <a:cubicBezTo>
                  <a:pt x="450335" y="435499"/>
                  <a:pt x="531287" y="342609"/>
                  <a:pt x="626902" y="241372"/>
                </a:cubicBezTo>
                <a:moveTo>
                  <a:pt x="411712" y="523310"/>
                </a:moveTo>
                <a:cubicBezTo>
                  <a:pt x="453283" y="456037"/>
                  <a:pt x="504832" y="417211"/>
                  <a:pt x="624937" y="287745"/>
                </a:cubicBezTo>
                <a:moveTo>
                  <a:pt x="411712" y="523310"/>
                </a:moveTo>
                <a:cubicBezTo>
                  <a:pt x="472255" y="457125"/>
                  <a:pt x="542398" y="383030"/>
                  <a:pt x="624937" y="287745"/>
                </a:cubicBezTo>
                <a:moveTo>
                  <a:pt x="454342" y="520408"/>
                </a:moveTo>
                <a:cubicBezTo>
                  <a:pt x="531211" y="437604"/>
                  <a:pt x="577243" y="388764"/>
                  <a:pt x="627960" y="328747"/>
                </a:cubicBezTo>
                <a:moveTo>
                  <a:pt x="454342" y="520408"/>
                </a:moveTo>
                <a:cubicBezTo>
                  <a:pt x="505437" y="458287"/>
                  <a:pt x="577394" y="393480"/>
                  <a:pt x="627960" y="328747"/>
                </a:cubicBezTo>
                <a:moveTo>
                  <a:pt x="492058" y="523020"/>
                </a:moveTo>
                <a:cubicBezTo>
                  <a:pt x="523351" y="490944"/>
                  <a:pt x="553282" y="450086"/>
                  <a:pt x="625920" y="375193"/>
                </a:cubicBezTo>
                <a:moveTo>
                  <a:pt x="492058" y="523020"/>
                </a:moveTo>
                <a:cubicBezTo>
                  <a:pt x="542398" y="463874"/>
                  <a:pt x="592057" y="414018"/>
                  <a:pt x="625920" y="375193"/>
                </a:cubicBezTo>
                <a:moveTo>
                  <a:pt x="534688" y="520190"/>
                </a:moveTo>
                <a:cubicBezTo>
                  <a:pt x="553282" y="498056"/>
                  <a:pt x="604907" y="463947"/>
                  <a:pt x="628943" y="416123"/>
                </a:cubicBezTo>
                <a:moveTo>
                  <a:pt x="534688" y="520190"/>
                </a:moveTo>
                <a:cubicBezTo>
                  <a:pt x="565754" y="492903"/>
                  <a:pt x="584726" y="461625"/>
                  <a:pt x="628943" y="416123"/>
                </a:cubicBezTo>
                <a:moveTo>
                  <a:pt x="572405" y="522802"/>
                </a:moveTo>
                <a:cubicBezTo>
                  <a:pt x="595081" y="503136"/>
                  <a:pt x="613750" y="468011"/>
                  <a:pt x="626977" y="462568"/>
                </a:cubicBezTo>
                <a:moveTo>
                  <a:pt x="572405" y="522802"/>
                </a:moveTo>
                <a:cubicBezTo>
                  <a:pt x="587976" y="505675"/>
                  <a:pt x="604907" y="486952"/>
                  <a:pt x="626977" y="462568"/>
                </a:cubicBezTo>
              </a:path>
            </a:pathLst>
          </a:custGeom>
          <a:noFill/>
          <a:ln w="3775" cap="rnd">
            <a:solidFill>
              <a:srgbClr val="FFE6C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18" name="!!61p">
            <a:extLst>
              <a:ext uri="{FF2B5EF4-FFF2-40B4-BE49-F238E27FC236}">
                <a16:creationId xmlns:a16="http://schemas.microsoft.com/office/drawing/2014/main" id="{EC618DEC-CF77-668E-3B14-38FB9D7BE0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65914" y="6312319"/>
            <a:ext cx="1503281" cy="314572"/>
          </a:xfrm>
          <a:custGeom>
            <a:avLst/>
            <a:gdLst>
              <a:gd name="csX0" fmla="*/ 0 w 589562"/>
              <a:gd name="csY0" fmla="*/ 0 h 123370"/>
              <a:gd name="csX1" fmla="*/ 589563 w 589562"/>
              <a:gd name="csY1" fmla="*/ 0 h 123370"/>
              <a:gd name="csX2" fmla="*/ 589563 w 589562"/>
              <a:gd name="csY2" fmla="*/ 123371 h 123370"/>
              <a:gd name="csX3" fmla="*/ 0 w 58956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9562" h="123370">
                <a:moveTo>
                  <a:pt x="0" y="0"/>
                </a:moveTo>
                <a:lnTo>
                  <a:pt x="589563" y="0"/>
                </a:lnTo>
                <a:lnTo>
                  <a:pt x="589563" y="123371"/>
                </a:lnTo>
                <a:lnTo>
                  <a:pt x="0" y="123371"/>
                </a:lnTo>
                <a:close/>
              </a:path>
            </a:pathLst>
          </a:custGeom>
        </p:spPr>
      </p:pic>
      <p:grpSp>
        <p:nvGrpSpPr>
          <p:cNvPr id="22" name="!!رسم 9">
            <a:extLst>
              <a:ext uri="{FF2B5EF4-FFF2-40B4-BE49-F238E27FC236}">
                <a16:creationId xmlns:a16="http://schemas.microsoft.com/office/drawing/2014/main" id="{64E55944-8038-DC88-C854-EC017F9C5154}"/>
              </a:ext>
            </a:extLst>
          </p:cNvPr>
          <p:cNvGrpSpPr/>
          <p:nvPr/>
        </p:nvGrpSpPr>
        <p:grpSpPr>
          <a:xfrm>
            <a:off x="10372911" y="5903437"/>
            <a:ext cx="857889" cy="499869"/>
            <a:chOff x="7728634" y="5608345"/>
            <a:chExt cx="857889" cy="499869"/>
          </a:xfrm>
        </p:grpSpPr>
        <p:grpSp>
          <p:nvGrpSpPr>
            <p:cNvPr id="24" name="رسم 9">
              <a:extLst>
                <a:ext uri="{FF2B5EF4-FFF2-40B4-BE49-F238E27FC236}">
                  <a16:creationId xmlns:a16="http://schemas.microsoft.com/office/drawing/2014/main" id="{1F5543BA-5189-A4FE-EE53-0F10DA8C9C23}"/>
                </a:ext>
              </a:extLst>
            </p:cNvPr>
            <p:cNvGrpSpPr/>
            <p:nvPr/>
          </p:nvGrpSpPr>
          <p:grpSpPr>
            <a:xfrm>
              <a:off x="7728634" y="5608345"/>
              <a:ext cx="857889" cy="499869"/>
              <a:chOff x="7728634" y="5608345"/>
              <a:chExt cx="857889" cy="499869"/>
            </a:xfrm>
          </p:grpSpPr>
          <p:sp>
            <p:nvSpPr>
              <p:cNvPr id="26" name="شكل حر: شكل 357">
                <a:extLst>
                  <a:ext uri="{FF2B5EF4-FFF2-40B4-BE49-F238E27FC236}">
                    <a16:creationId xmlns:a16="http://schemas.microsoft.com/office/drawing/2014/main" id="{14DFEAED-C67D-2AC8-0D07-E720704225EC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1 w 831434"/>
                  <a:gd name="csY2" fmla="*/ 171486 h 461769"/>
                  <a:gd name="csX3" fmla="*/ 1 w 831434"/>
                  <a:gd name="csY3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lnTo>
                      <a:pt x="831435" y="171486"/>
                    </a:lnTo>
                    <a:lnTo>
                      <a:pt x="1" y="171486"/>
                    </a:lnTo>
                    <a:lnTo>
                      <a:pt x="1" y="4617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شكل حر: شكل 358">
                <a:extLst>
                  <a:ext uri="{FF2B5EF4-FFF2-40B4-BE49-F238E27FC236}">
                    <a16:creationId xmlns:a16="http://schemas.microsoft.com/office/drawing/2014/main" id="{5EFDDED4-CE3E-D910-F0FD-F37E75EE4067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شكل حر: شكل 359">
                <a:extLst>
                  <a:ext uri="{FF2B5EF4-FFF2-40B4-BE49-F238E27FC236}">
                    <a16:creationId xmlns:a16="http://schemas.microsoft.com/office/drawing/2014/main" id="{99A633AE-B75F-CBEA-C80B-00747872ADE6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831435 w 831434"/>
                  <a:gd name="csY2" fmla="*/ 1 h 461769"/>
                  <a:gd name="csX3" fmla="*/ 831435 w 831434"/>
                  <a:gd name="csY3" fmla="*/ 171486 h 461769"/>
                  <a:gd name="csX4" fmla="*/ 831435 w 831434"/>
                  <a:gd name="csY4" fmla="*/ 171486 h 461769"/>
                  <a:gd name="csX5" fmla="*/ 1 w 831434"/>
                  <a:gd name="csY5" fmla="*/ 171486 h 461769"/>
                  <a:gd name="csX6" fmla="*/ 831435 w 831434"/>
                  <a:gd name="csY6" fmla="*/ 171486 h 461769"/>
                  <a:gd name="csX7" fmla="*/ 1 w 831434"/>
                  <a:gd name="csY7" fmla="*/ 171486 h 461769"/>
                  <a:gd name="csX8" fmla="*/ 1 w 831434"/>
                  <a:gd name="csY8" fmla="*/ 171486 h 461769"/>
                  <a:gd name="csX9" fmla="*/ 1 w 831434"/>
                  <a:gd name="csY9" fmla="*/ 461770 h 461769"/>
                  <a:gd name="csX10" fmla="*/ 1 w 831434"/>
                  <a:gd name="csY10" fmla="*/ 171486 h 461769"/>
                  <a:gd name="csX11" fmla="*/ 1 w 831434"/>
                  <a:gd name="csY11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cubicBezTo>
                      <a:pt x="817906" y="60597"/>
                      <a:pt x="825237" y="123807"/>
                      <a:pt x="831435" y="171486"/>
                    </a:cubicBezTo>
                    <a:moveTo>
                      <a:pt x="831435" y="1"/>
                    </a:moveTo>
                    <a:cubicBezTo>
                      <a:pt x="826975" y="39479"/>
                      <a:pt x="824028" y="69741"/>
                      <a:pt x="831435" y="171486"/>
                    </a:cubicBezTo>
                    <a:moveTo>
                      <a:pt x="831435" y="171486"/>
                    </a:moveTo>
                    <a:cubicBezTo>
                      <a:pt x="548445" y="178162"/>
                      <a:pt x="278380" y="161616"/>
                      <a:pt x="1" y="171486"/>
                    </a:cubicBezTo>
                    <a:moveTo>
                      <a:pt x="831435" y="171486"/>
                    </a:moveTo>
                    <a:cubicBezTo>
                      <a:pt x="600296" y="170542"/>
                      <a:pt x="364622" y="181283"/>
                      <a:pt x="1" y="171486"/>
                    </a:cubicBezTo>
                    <a:moveTo>
                      <a:pt x="1" y="171486"/>
                    </a:moveTo>
                    <a:cubicBezTo>
                      <a:pt x="3628" y="271997"/>
                      <a:pt x="1512" y="362856"/>
                      <a:pt x="1" y="461770"/>
                    </a:cubicBezTo>
                    <a:moveTo>
                      <a:pt x="1" y="171486"/>
                    </a:moveTo>
                    <a:cubicBezTo>
                      <a:pt x="4762" y="237453"/>
                      <a:pt x="5821" y="312201"/>
                      <a:pt x="1" y="4617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شكل حر: شكل 360">
                <a:extLst>
                  <a:ext uri="{FF2B5EF4-FFF2-40B4-BE49-F238E27FC236}">
                    <a16:creationId xmlns:a16="http://schemas.microsoft.com/office/drawing/2014/main" id="{FD782F15-8281-D6CA-E6E5-04E0C05C37DB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867"/>
              </a:xfrm>
              <a:custGeom>
                <a:avLst/>
                <a:gdLst>
                  <a:gd name="csX0" fmla="*/ 26455 w 52909"/>
                  <a:gd name="csY0" fmla="*/ 1 h 50867"/>
                  <a:gd name="csX1" fmla="*/ 52910 w 52909"/>
                  <a:gd name="csY1" fmla="*/ 50800 h 50867"/>
                  <a:gd name="csX2" fmla="*/ 26455 w 52909"/>
                  <a:gd name="csY2" fmla="*/ 38100 h 50867"/>
                  <a:gd name="csX3" fmla="*/ 1 w 52909"/>
                  <a:gd name="csY3" fmla="*/ 50800 h 50867"/>
                  <a:gd name="csX4" fmla="*/ 26455 w 52909"/>
                  <a:gd name="csY4" fmla="*/ 1 h 50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867">
                    <a:moveTo>
                      <a:pt x="26455" y="1"/>
                    </a:moveTo>
                    <a:cubicBezTo>
                      <a:pt x="34089" y="25110"/>
                      <a:pt x="43235" y="25255"/>
                      <a:pt x="52910" y="50800"/>
                    </a:cubicBezTo>
                    <a:cubicBezTo>
                      <a:pt x="38851" y="46373"/>
                      <a:pt x="33107" y="44922"/>
                      <a:pt x="26455" y="38100"/>
                    </a:cubicBezTo>
                    <a:cubicBezTo>
                      <a:pt x="17234" y="42672"/>
                      <a:pt x="10583" y="51744"/>
                      <a:pt x="1" y="50800"/>
                    </a:cubicBezTo>
                    <a:cubicBezTo>
                      <a:pt x="8995" y="45503"/>
                      <a:pt x="10053" y="26489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شكل حر: شكل 361">
                <a:extLst>
                  <a:ext uri="{FF2B5EF4-FFF2-40B4-BE49-F238E27FC236}">
                    <a16:creationId xmlns:a16="http://schemas.microsoft.com/office/drawing/2014/main" id="{470A50F0-F97E-C7F2-019E-606F7C97AF41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554" y="18433"/>
                      <a:pt x="40892" y="37955"/>
                      <a:pt x="52910" y="50800"/>
                    </a:cubicBezTo>
                    <a:moveTo>
                      <a:pt x="26455" y="1"/>
                    </a:moveTo>
                    <a:cubicBezTo>
                      <a:pt x="30234" y="12265"/>
                      <a:pt x="34543" y="20756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7172"/>
                      <a:pt x="35374" y="39697"/>
                      <a:pt x="26455" y="38100"/>
                    </a:cubicBezTo>
                    <a:moveTo>
                      <a:pt x="52910" y="50800"/>
                    </a:moveTo>
                    <a:cubicBezTo>
                      <a:pt x="46334" y="46591"/>
                      <a:pt x="38851" y="45067"/>
                      <a:pt x="26455" y="38100"/>
                    </a:cubicBezTo>
                    <a:moveTo>
                      <a:pt x="26455" y="38100"/>
                    </a:moveTo>
                    <a:cubicBezTo>
                      <a:pt x="17990" y="42454"/>
                      <a:pt x="8390" y="44922"/>
                      <a:pt x="1" y="50800"/>
                    </a:cubicBezTo>
                    <a:moveTo>
                      <a:pt x="26455" y="38100"/>
                    </a:moveTo>
                    <a:cubicBezTo>
                      <a:pt x="21240" y="40423"/>
                      <a:pt x="15193" y="44632"/>
                      <a:pt x="1" y="50800"/>
                    </a:cubicBezTo>
                    <a:moveTo>
                      <a:pt x="1" y="50800"/>
                    </a:moveTo>
                    <a:cubicBezTo>
                      <a:pt x="3553" y="36213"/>
                      <a:pt x="22676" y="11757"/>
                      <a:pt x="26455" y="1"/>
                    </a:cubicBezTo>
                    <a:moveTo>
                      <a:pt x="1" y="50800"/>
                    </a:moveTo>
                    <a:cubicBezTo>
                      <a:pt x="8768" y="37883"/>
                      <a:pt x="17763" y="2162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5" name="صورة 362">
              <a:extLst>
                <a:ext uri="{FF2B5EF4-FFF2-40B4-BE49-F238E27FC236}">
                  <a16:creationId xmlns:a16="http://schemas.microsoft.com/office/drawing/2014/main" id="{C8D5DA18-A5A4-8256-536F-907F160BA5F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849570" y="5767131"/>
              <a:ext cx="582004" cy="123370"/>
            </a:xfrm>
            <a:custGeom>
              <a:avLst/>
              <a:gdLst>
                <a:gd name="csX0" fmla="*/ 0 w 582004"/>
                <a:gd name="csY0" fmla="*/ 0 h 123370"/>
                <a:gd name="csX1" fmla="*/ 582004 w 582004"/>
                <a:gd name="csY1" fmla="*/ 0 h 123370"/>
                <a:gd name="csX2" fmla="*/ 582004 w 582004"/>
                <a:gd name="csY2" fmla="*/ 123371 h 123370"/>
                <a:gd name="csX3" fmla="*/ 0 w 582004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2004" h="123370">
                  <a:moveTo>
                    <a:pt x="0" y="0"/>
                  </a:moveTo>
                  <a:lnTo>
                    <a:pt x="582004" y="0"/>
                  </a:lnTo>
                  <a:lnTo>
                    <a:pt x="582004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31" name="!!Rectangle 30">
            <a:extLst>
              <a:ext uri="{FF2B5EF4-FFF2-40B4-BE49-F238E27FC236}">
                <a16:creationId xmlns:a16="http://schemas.microsoft.com/office/drawing/2014/main" id="{051D7A99-4655-AEE5-4380-9E9A1081269B}"/>
              </a:ext>
            </a:extLst>
          </p:cNvPr>
          <p:cNvSpPr/>
          <p:nvPr/>
        </p:nvSpPr>
        <p:spPr>
          <a:xfrm>
            <a:off x="10515087" y="5622570"/>
            <a:ext cx="1369853" cy="28086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>
                <a:solidFill>
                  <a:srgbClr val="066EBD"/>
                </a:solidFill>
              </a:rPr>
              <a:t>decoder</a:t>
            </a:r>
          </a:p>
        </p:txBody>
      </p:sp>
      <p:sp>
        <p:nvSpPr>
          <p:cNvPr id="32" name="!!Rectangle 31">
            <a:extLst>
              <a:ext uri="{FF2B5EF4-FFF2-40B4-BE49-F238E27FC236}">
                <a16:creationId xmlns:a16="http://schemas.microsoft.com/office/drawing/2014/main" id="{E8C5A821-998F-CE76-0B0B-F1354B98C314}"/>
              </a:ext>
            </a:extLst>
          </p:cNvPr>
          <p:cNvSpPr/>
          <p:nvPr/>
        </p:nvSpPr>
        <p:spPr>
          <a:xfrm>
            <a:off x="10372911" y="4857708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!!Rectangle 32">
            <a:extLst>
              <a:ext uri="{FF2B5EF4-FFF2-40B4-BE49-F238E27FC236}">
                <a16:creationId xmlns:a16="http://schemas.microsoft.com/office/drawing/2014/main" id="{BC494533-301E-080C-32EF-321C94EE1A62}"/>
              </a:ext>
            </a:extLst>
          </p:cNvPr>
          <p:cNvSpPr/>
          <p:nvPr/>
        </p:nvSpPr>
        <p:spPr>
          <a:xfrm>
            <a:off x="10709596" y="4857708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Rectangle 33">
            <a:extLst>
              <a:ext uri="{FF2B5EF4-FFF2-40B4-BE49-F238E27FC236}">
                <a16:creationId xmlns:a16="http://schemas.microsoft.com/office/drawing/2014/main" id="{5D10D477-1C5E-1A52-063B-23D22B252322}"/>
              </a:ext>
            </a:extLst>
          </p:cNvPr>
          <p:cNvSpPr/>
          <p:nvPr/>
        </p:nvSpPr>
        <p:spPr>
          <a:xfrm>
            <a:off x="11674741" y="4857708"/>
            <a:ext cx="297180" cy="23812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!!Oval 34">
            <a:extLst>
              <a:ext uri="{FF2B5EF4-FFF2-40B4-BE49-F238E27FC236}">
                <a16:creationId xmlns:a16="http://schemas.microsoft.com/office/drawing/2014/main" id="{CA4C6E1A-E6EE-5CD6-DC47-37C767B01BB6}"/>
              </a:ext>
            </a:extLst>
          </p:cNvPr>
          <p:cNvSpPr/>
          <p:nvPr/>
        </p:nvSpPr>
        <p:spPr>
          <a:xfrm>
            <a:off x="11117555" y="492734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!!Oval 35">
            <a:extLst>
              <a:ext uri="{FF2B5EF4-FFF2-40B4-BE49-F238E27FC236}">
                <a16:creationId xmlns:a16="http://schemas.microsoft.com/office/drawing/2014/main" id="{48D1A736-015C-3593-4C98-C16128DDCF5C}"/>
              </a:ext>
            </a:extLst>
          </p:cNvPr>
          <p:cNvSpPr/>
          <p:nvPr/>
        </p:nvSpPr>
        <p:spPr>
          <a:xfrm>
            <a:off x="11295038" y="492734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!!Oval 36">
            <a:extLst>
              <a:ext uri="{FF2B5EF4-FFF2-40B4-BE49-F238E27FC236}">
                <a16:creationId xmlns:a16="http://schemas.microsoft.com/office/drawing/2014/main" id="{07AEAC88-0BA6-6D71-7F33-242F658FC2C7}"/>
              </a:ext>
            </a:extLst>
          </p:cNvPr>
          <p:cNvSpPr/>
          <p:nvPr/>
        </p:nvSpPr>
        <p:spPr>
          <a:xfrm>
            <a:off x="11472522" y="492734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!!Straight Arrow Connector 38">
            <a:extLst>
              <a:ext uri="{FF2B5EF4-FFF2-40B4-BE49-F238E27FC236}">
                <a16:creationId xmlns:a16="http://schemas.microsoft.com/office/drawing/2014/main" id="{EBBB9856-01AD-7900-6597-EB077F107C00}"/>
              </a:ext>
            </a:extLst>
          </p:cNvPr>
          <p:cNvCxnSpPr>
            <a:cxnSpLocks/>
          </p:cNvCxnSpPr>
          <p:nvPr/>
        </p:nvCxnSpPr>
        <p:spPr>
          <a:xfrm flipV="1">
            <a:off x="10828023" y="5095830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!!Straight Arrow Connector 39">
            <a:extLst>
              <a:ext uri="{FF2B5EF4-FFF2-40B4-BE49-F238E27FC236}">
                <a16:creationId xmlns:a16="http://schemas.microsoft.com/office/drawing/2014/main" id="{4B8C69E9-4F9B-C1C9-AFE4-2334CABC4D75}"/>
              </a:ext>
            </a:extLst>
          </p:cNvPr>
          <p:cNvCxnSpPr>
            <a:cxnSpLocks/>
          </p:cNvCxnSpPr>
          <p:nvPr/>
        </p:nvCxnSpPr>
        <p:spPr>
          <a:xfrm flipV="1">
            <a:off x="11805360" y="5095830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!!Oval 40">
            <a:extLst>
              <a:ext uri="{FF2B5EF4-FFF2-40B4-BE49-F238E27FC236}">
                <a16:creationId xmlns:a16="http://schemas.microsoft.com/office/drawing/2014/main" id="{335191BA-601B-CC45-231A-02DEA2D3596E}"/>
              </a:ext>
            </a:extLst>
          </p:cNvPr>
          <p:cNvSpPr/>
          <p:nvPr/>
        </p:nvSpPr>
        <p:spPr>
          <a:xfrm>
            <a:off x="11137256" y="545408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!!Oval 41">
            <a:extLst>
              <a:ext uri="{FF2B5EF4-FFF2-40B4-BE49-F238E27FC236}">
                <a16:creationId xmlns:a16="http://schemas.microsoft.com/office/drawing/2014/main" id="{1FD23CDB-4D1A-E395-7964-F56BE58B49EE}"/>
              </a:ext>
            </a:extLst>
          </p:cNvPr>
          <p:cNvSpPr/>
          <p:nvPr/>
        </p:nvSpPr>
        <p:spPr>
          <a:xfrm>
            <a:off x="11314739" y="545408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!!Oval 42">
            <a:extLst>
              <a:ext uri="{FF2B5EF4-FFF2-40B4-BE49-F238E27FC236}">
                <a16:creationId xmlns:a16="http://schemas.microsoft.com/office/drawing/2014/main" id="{C4E4FFC6-E19F-EB19-753E-00E4B0FAAEFA}"/>
              </a:ext>
            </a:extLst>
          </p:cNvPr>
          <p:cNvSpPr/>
          <p:nvPr/>
        </p:nvSpPr>
        <p:spPr>
          <a:xfrm>
            <a:off x="11492223" y="5454086"/>
            <a:ext cx="91440" cy="9144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!!TextBox 43">
            <a:extLst>
              <a:ext uri="{FF2B5EF4-FFF2-40B4-BE49-F238E27FC236}">
                <a16:creationId xmlns:a16="http://schemas.microsoft.com/office/drawing/2014/main" id="{3B9C8886-7F9F-6932-DA07-EDDD65ED1028}"/>
              </a:ext>
            </a:extLst>
          </p:cNvPr>
          <p:cNvSpPr txBox="1"/>
          <p:nvPr/>
        </p:nvSpPr>
        <p:spPr>
          <a:xfrm>
            <a:off x="10389981" y="4903813"/>
            <a:ext cx="647995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FFT0</a:t>
            </a:r>
          </a:p>
        </p:txBody>
      </p:sp>
      <p:sp>
        <p:nvSpPr>
          <p:cNvPr id="45" name="!!TextBox 44">
            <a:extLst>
              <a:ext uri="{FF2B5EF4-FFF2-40B4-BE49-F238E27FC236}">
                <a16:creationId xmlns:a16="http://schemas.microsoft.com/office/drawing/2014/main" id="{BE00C247-FB0B-E96E-F376-A054CB14AD67}"/>
              </a:ext>
            </a:extLst>
          </p:cNvPr>
          <p:cNvSpPr txBox="1"/>
          <p:nvPr/>
        </p:nvSpPr>
        <p:spPr>
          <a:xfrm>
            <a:off x="10734471" y="4903813"/>
            <a:ext cx="327694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FFT1</a:t>
            </a:r>
          </a:p>
        </p:txBody>
      </p:sp>
      <p:sp>
        <p:nvSpPr>
          <p:cNvPr id="46" name="!!TextBox 45">
            <a:extLst>
              <a:ext uri="{FF2B5EF4-FFF2-40B4-BE49-F238E27FC236}">
                <a16:creationId xmlns:a16="http://schemas.microsoft.com/office/drawing/2014/main" id="{139494CC-E8A4-197B-4C4C-EA3EA393B7FD}"/>
              </a:ext>
            </a:extLst>
          </p:cNvPr>
          <p:cNvSpPr txBox="1"/>
          <p:nvPr/>
        </p:nvSpPr>
        <p:spPr>
          <a:xfrm>
            <a:off x="11695965" y="4903813"/>
            <a:ext cx="849668" cy="270886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457200">
              <a:spcBef>
                <a:spcPts val="1000"/>
              </a:spcBef>
              <a:buClr>
                <a:srgbClr val="1E4056"/>
              </a:buClr>
              <a:buSzPct val="75000"/>
            </a:pPr>
            <a:r>
              <a:rPr lang="en-US" sz="800">
                <a:solidFill>
                  <a:srgbClr val="000000"/>
                </a:solidFill>
              </a:rPr>
              <a:t>FFT8</a:t>
            </a:r>
          </a:p>
        </p:txBody>
      </p:sp>
      <p:sp>
        <p:nvSpPr>
          <p:cNvPr id="55" name="!!شكل حر: شكل 27">
            <a:extLst>
              <a:ext uri="{FF2B5EF4-FFF2-40B4-BE49-F238E27FC236}">
                <a16:creationId xmlns:a16="http://schemas.microsoft.com/office/drawing/2014/main" id="{59C8BD15-6667-B951-2982-8EDD96963063}"/>
              </a:ext>
            </a:extLst>
          </p:cNvPr>
          <p:cNvSpPr/>
          <p:nvPr/>
        </p:nvSpPr>
        <p:spPr>
          <a:xfrm>
            <a:off x="9161377" y="3852612"/>
            <a:ext cx="2726878" cy="443699"/>
          </a:xfrm>
          <a:custGeom>
            <a:avLst/>
            <a:gdLst>
              <a:gd name="csX0" fmla="*/ 2948 w 2726878"/>
              <a:gd name="csY0" fmla="*/ 1089 h 443699"/>
              <a:gd name="csX1" fmla="*/ 2948 w 2726878"/>
              <a:gd name="csY1" fmla="*/ 1089 h 443699"/>
              <a:gd name="csX2" fmla="*/ 2948 w 2726878"/>
              <a:gd name="csY2" fmla="*/ 1089 h 443699"/>
              <a:gd name="csX3" fmla="*/ 2948 w 2726878"/>
              <a:gd name="csY3" fmla="*/ 1089 h 443699"/>
              <a:gd name="csX4" fmla="*/ 983 w 2726878"/>
              <a:gd name="csY4" fmla="*/ 47534 h 443699"/>
              <a:gd name="csX5" fmla="*/ 40665 w 2726878"/>
              <a:gd name="csY5" fmla="*/ 3701 h 443699"/>
              <a:gd name="csX6" fmla="*/ 983 w 2726878"/>
              <a:gd name="csY6" fmla="*/ 47534 h 443699"/>
              <a:gd name="csX7" fmla="*/ 40665 w 2726878"/>
              <a:gd name="csY7" fmla="*/ 3701 h 443699"/>
              <a:gd name="csX8" fmla="*/ 3931 w 2726878"/>
              <a:gd name="csY8" fmla="*/ 88464 h 443699"/>
              <a:gd name="csX9" fmla="*/ 83295 w 2726878"/>
              <a:gd name="csY9" fmla="*/ 871 h 443699"/>
              <a:gd name="csX10" fmla="*/ 3931 w 2726878"/>
              <a:gd name="csY10" fmla="*/ 88464 h 443699"/>
              <a:gd name="csX11" fmla="*/ 83295 w 2726878"/>
              <a:gd name="csY11" fmla="*/ 871 h 443699"/>
              <a:gd name="csX12" fmla="*/ 1966 w 2726878"/>
              <a:gd name="csY12" fmla="*/ 134910 h 443699"/>
              <a:gd name="csX13" fmla="*/ 121012 w 2726878"/>
              <a:gd name="csY13" fmla="*/ 3484 h 443699"/>
              <a:gd name="csX14" fmla="*/ 1966 w 2726878"/>
              <a:gd name="csY14" fmla="*/ 134910 h 443699"/>
              <a:gd name="csX15" fmla="*/ 121012 w 2726878"/>
              <a:gd name="csY15" fmla="*/ 3484 h 443699"/>
              <a:gd name="csX16" fmla="*/ 1 w 2726878"/>
              <a:gd name="csY16" fmla="*/ 181355 h 443699"/>
              <a:gd name="csX17" fmla="*/ 163642 w 2726878"/>
              <a:gd name="csY17" fmla="*/ 581 h 443699"/>
              <a:gd name="csX18" fmla="*/ 1 w 2726878"/>
              <a:gd name="csY18" fmla="*/ 181355 h 443699"/>
              <a:gd name="csX19" fmla="*/ 163642 w 2726878"/>
              <a:gd name="csY19" fmla="*/ 581 h 443699"/>
              <a:gd name="csX20" fmla="*/ 3024 w 2726878"/>
              <a:gd name="csY20" fmla="*/ 222285 h 443699"/>
              <a:gd name="csX21" fmla="*/ 201359 w 2726878"/>
              <a:gd name="csY21" fmla="*/ 3193 h 443699"/>
              <a:gd name="csX22" fmla="*/ 3024 w 2726878"/>
              <a:gd name="csY22" fmla="*/ 222285 h 443699"/>
              <a:gd name="csX23" fmla="*/ 201359 w 2726878"/>
              <a:gd name="csY23" fmla="*/ 3193 h 443699"/>
              <a:gd name="csX24" fmla="*/ 983 w 2726878"/>
              <a:gd name="csY24" fmla="*/ 268731 h 443699"/>
              <a:gd name="csX25" fmla="*/ 243989 w 2726878"/>
              <a:gd name="csY25" fmla="*/ 363 h 443699"/>
              <a:gd name="csX26" fmla="*/ 983 w 2726878"/>
              <a:gd name="csY26" fmla="*/ 268731 h 443699"/>
              <a:gd name="csX27" fmla="*/ 243989 w 2726878"/>
              <a:gd name="csY27" fmla="*/ 363 h 443699"/>
              <a:gd name="csX28" fmla="*/ 4006 w 2726878"/>
              <a:gd name="csY28" fmla="*/ 309661 h 443699"/>
              <a:gd name="csX29" fmla="*/ 281706 w 2726878"/>
              <a:gd name="csY29" fmla="*/ 2976 h 443699"/>
              <a:gd name="csX30" fmla="*/ 4006 w 2726878"/>
              <a:gd name="csY30" fmla="*/ 309661 h 443699"/>
              <a:gd name="csX31" fmla="*/ 281706 w 2726878"/>
              <a:gd name="csY31" fmla="*/ 2976 h 443699"/>
              <a:gd name="csX32" fmla="*/ 2041 w 2726878"/>
              <a:gd name="csY32" fmla="*/ 356106 h 443699"/>
              <a:gd name="csX33" fmla="*/ 324336 w 2726878"/>
              <a:gd name="csY33" fmla="*/ 73 h 443699"/>
              <a:gd name="csX34" fmla="*/ 2041 w 2726878"/>
              <a:gd name="csY34" fmla="*/ 356106 h 443699"/>
              <a:gd name="csX35" fmla="*/ 324336 w 2726878"/>
              <a:gd name="csY35" fmla="*/ 73 h 443699"/>
              <a:gd name="csX36" fmla="*/ 76 w 2726878"/>
              <a:gd name="csY36" fmla="*/ 402552 h 443699"/>
              <a:gd name="csX37" fmla="*/ 362052 w 2726878"/>
              <a:gd name="csY37" fmla="*/ 2686 h 443699"/>
              <a:gd name="csX38" fmla="*/ 76 w 2726878"/>
              <a:gd name="csY38" fmla="*/ 402552 h 443699"/>
              <a:gd name="csX39" fmla="*/ 362052 w 2726878"/>
              <a:gd name="csY39" fmla="*/ 2686 h 443699"/>
              <a:gd name="csX40" fmla="*/ 3024 w 2726878"/>
              <a:gd name="csY40" fmla="*/ 443482 h 443699"/>
              <a:gd name="csX41" fmla="*/ 399694 w 2726878"/>
              <a:gd name="csY41" fmla="*/ 5298 h 443699"/>
              <a:gd name="csX42" fmla="*/ 3024 w 2726878"/>
              <a:gd name="csY42" fmla="*/ 443482 h 443699"/>
              <a:gd name="csX43" fmla="*/ 399694 w 2726878"/>
              <a:gd name="csY43" fmla="*/ 5298 h 443699"/>
              <a:gd name="csX44" fmla="*/ 45654 w 2726878"/>
              <a:gd name="csY44" fmla="*/ 440652 h 443699"/>
              <a:gd name="csX45" fmla="*/ 442399 w 2726878"/>
              <a:gd name="csY45" fmla="*/ 2468 h 443699"/>
              <a:gd name="csX46" fmla="*/ 45654 w 2726878"/>
              <a:gd name="csY46" fmla="*/ 440652 h 443699"/>
              <a:gd name="csX47" fmla="*/ 442399 w 2726878"/>
              <a:gd name="csY47" fmla="*/ 2468 h 443699"/>
              <a:gd name="csX48" fmla="*/ 83371 w 2726878"/>
              <a:gd name="csY48" fmla="*/ 443264 h 443699"/>
              <a:gd name="csX49" fmla="*/ 480040 w 2726878"/>
              <a:gd name="csY49" fmla="*/ 5080 h 443699"/>
              <a:gd name="csX50" fmla="*/ 83371 w 2726878"/>
              <a:gd name="csY50" fmla="*/ 443264 h 443699"/>
              <a:gd name="csX51" fmla="*/ 480040 w 2726878"/>
              <a:gd name="csY51" fmla="*/ 5080 h 443699"/>
              <a:gd name="csX52" fmla="*/ 126001 w 2726878"/>
              <a:gd name="csY52" fmla="*/ 440361 h 443699"/>
              <a:gd name="csX53" fmla="*/ 522746 w 2726878"/>
              <a:gd name="csY53" fmla="*/ 2250 h 443699"/>
              <a:gd name="csX54" fmla="*/ 126001 w 2726878"/>
              <a:gd name="csY54" fmla="*/ 440361 h 443699"/>
              <a:gd name="csX55" fmla="*/ 522746 w 2726878"/>
              <a:gd name="csY55" fmla="*/ 2250 h 443699"/>
              <a:gd name="csX56" fmla="*/ 163718 w 2726878"/>
              <a:gd name="csY56" fmla="*/ 442974 h 443699"/>
              <a:gd name="csX57" fmla="*/ 560463 w 2726878"/>
              <a:gd name="csY57" fmla="*/ 4863 h 443699"/>
              <a:gd name="csX58" fmla="*/ 163718 w 2726878"/>
              <a:gd name="csY58" fmla="*/ 442974 h 443699"/>
              <a:gd name="csX59" fmla="*/ 560463 w 2726878"/>
              <a:gd name="csY59" fmla="*/ 4863 h 443699"/>
              <a:gd name="csX60" fmla="*/ 206347 w 2726878"/>
              <a:gd name="csY60" fmla="*/ 440144 h 443699"/>
              <a:gd name="csX61" fmla="*/ 603093 w 2726878"/>
              <a:gd name="csY61" fmla="*/ 1960 h 443699"/>
              <a:gd name="csX62" fmla="*/ 206347 w 2726878"/>
              <a:gd name="csY62" fmla="*/ 440144 h 443699"/>
              <a:gd name="csX63" fmla="*/ 603093 w 2726878"/>
              <a:gd name="csY63" fmla="*/ 1960 h 443699"/>
              <a:gd name="csX64" fmla="*/ 244064 w 2726878"/>
              <a:gd name="csY64" fmla="*/ 442756 h 443699"/>
              <a:gd name="csX65" fmla="*/ 640810 w 2726878"/>
              <a:gd name="csY65" fmla="*/ 4572 h 443699"/>
              <a:gd name="csX66" fmla="*/ 244064 w 2726878"/>
              <a:gd name="csY66" fmla="*/ 442756 h 443699"/>
              <a:gd name="csX67" fmla="*/ 640810 w 2726878"/>
              <a:gd name="csY67" fmla="*/ 4572 h 443699"/>
              <a:gd name="csX68" fmla="*/ 286694 w 2726878"/>
              <a:gd name="csY68" fmla="*/ 439853 h 443699"/>
              <a:gd name="csX69" fmla="*/ 683440 w 2726878"/>
              <a:gd name="csY69" fmla="*/ 1742 h 443699"/>
              <a:gd name="csX70" fmla="*/ 286694 w 2726878"/>
              <a:gd name="csY70" fmla="*/ 439853 h 443699"/>
              <a:gd name="csX71" fmla="*/ 683440 w 2726878"/>
              <a:gd name="csY71" fmla="*/ 1742 h 443699"/>
              <a:gd name="csX72" fmla="*/ 324411 w 2726878"/>
              <a:gd name="csY72" fmla="*/ 442466 h 443699"/>
              <a:gd name="csX73" fmla="*/ 721157 w 2726878"/>
              <a:gd name="csY73" fmla="*/ 4355 h 443699"/>
              <a:gd name="csX74" fmla="*/ 324411 w 2726878"/>
              <a:gd name="csY74" fmla="*/ 442466 h 443699"/>
              <a:gd name="csX75" fmla="*/ 721157 w 2726878"/>
              <a:gd name="csY75" fmla="*/ 4355 h 443699"/>
              <a:gd name="csX76" fmla="*/ 367041 w 2726878"/>
              <a:gd name="csY76" fmla="*/ 439636 h 443699"/>
              <a:gd name="csX77" fmla="*/ 763787 w 2726878"/>
              <a:gd name="csY77" fmla="*/ 1452 h 443699"/>
              <a:gd name="csX78" fmla="*/ 367041 w 2726878"/>
              <a:gd name="csY78" fmla="*/ 439636 h 443699"/>
              <a:gd name="csX79" fmla="*/ 763787 w 2726878"/>
              <a:gd name="csY79" fmla="*/ 1452 h 443699"/>
              <a:gd name="csX80" fmla="*/ 404758 w 2726878"/>
              <a:gd name="csY80" fmla="*/ 442248 h 443699"/>
              <a:gd name="csX81" fmla="*/ 801503 w 2726878"/>
              <a:gd name="csY81" fmla="*/ 4064 h 443699"/>
              <a:gd name="csX82" fmla="*/ 404758 w 2726878"/>
              <a:gd name="csY82" fmla="*/ 442248 h 443699"/>
              <a:gd name="csX83" fmla="*/ 801503 w 2726878"/>
              <a:gd name="csY83" fmla="*/ 4064 h 443699"/>
              <a:gd name="csX84" fmla="*/ 447388 w 2726878"/>
              <a:gd name="csY84" fmla="*/ 439345 h 443699"/>
              <a:gd name="csX85" fmla="*/ 844133 w 2726878"/>
              <a:gd name="csY85" fmla="*/ 1234 h 443699"/>
              <a:gd name="csX86" fmla="*/ 447388 w 2726878"/>
              <a:gd name="csY86" fmla="*/ 439345 h 443699"/>
              <a:gd name="csX87" fmla="*/ 844133 w 2726878"/>
              <a:gd name="csY87" fmla="*/ 1234 h 443699"/>
              <a:gd name="csX88" fmla="*/ 485105 w 2726878"/>
              <a:gd name="csY88" fmla="*/ 441958 h 443699"/>
              <a:gd name="csX89" fmla="*/ 881850 w 2726878"/>
              <a:gd name="csY89" fmla="*/ 3847 h 443699"/>
              <a:gd name="csX90" fmla="*/ 485105 w 2726878"/>
              <a:gd name="csY90" fmla="*/ 441958 h 443699"/>
              <a:gd name="csX91" fmla="*/ 881850 w 2726878"/>
              <a:gd name="csY91" fmla="*/ 3847 h 443699"/>
              <a:gd name="csX92" fmla="*/ 527735 w 2726878"/>
              <a:gd name="csY92" fmla="*/ 439128 h 443699"/>
              <a:gd name="csX93" fmla="*/ 924480 w 2726878"/>
              <a:gd name="csY93" fmla="*/ 944 h 443699"/>
              <a:gd name="csX94" fmla="*/ 527735 w 2726878"/>
              <a:gd name="csY94" fmla="*/ 439128 h 443699"/>
              <a:gd name="csX95" fmla="*/ 924480 w 2726878"/>
              <a:gd name="csY95" fmla="*/ 944 h 443699"/>
              <a:gd name="csX96" fmla="*/ 565452 w 2726878"/>
              <a:gd name="csY96" fmla="*/ 441740 h 443699"/>
              <a:gd name="csX97" fmla="*/ 962197 w 2726878"/>
              <a:gd name="csY97" fmla="*/ 3556 h 443699"/>
              <a:gd name="csX98" fmla="*/ 565452 w 2726878"/>
              <a:gd name="csY98" fmla="*/ 441740 h 443699"/>
              <a:gd name="csX99" fmla="*/ 962197 w 2726878"/>
              <a:gd name="csY99" fmla="*/ 3556 h 443699"/>
              <a:gd name="csX100" fmla="*/ 608081 w 2726878"/>
              <a:gd name="csY100" fmla="*/ 438910 h 443699"/>
              <a:gd name="csX101" fmla="*/ 1004827 w 2726878"/>
              <a:gd name="csY101" fmla="*/ 726 h 443699"/>
              <a:gd name="csX102" fmla="*/ 608081 w 2726878"/>
              <a:gd name="csY102" fmla="*/ 438910 h 443699"/>
              <a:gd name="csX103" fmla="*/ 1004827 w 2726878"/>
              <a:gd name="csY103" fmla="*/ 726 h 443699"/>
              <a:gd name="csX104" fmla="*/ 645798 w 2726878"/>
              <a:gd name="csY104" fmla="*/ 441523 h 443699"/>
              <a:gd name="csX105" fmla="*/ 1042544 w 2726878"/>
              <a:gd name="csY105" fmla="*/ 3339 h 443699"/>
              <a:gd name="csX106" fmla="*/ 645798 w 2726878"/>
              <a:gd name="csY106" fmla="*/ 441523 h 443699"/>
              <a:gd name="csX107" fmla="*/ 1042544 w 2726878"/>
              <a:gd name="csY107" fmla="*/ 3339 h 443699"/>
              <a:gd name="csX108" fmla="*/ 688428 w 2726878"/>
              <a:gd name="csY108" fmla="*/ 438620 h 443699"/>
              <a:gd name="csX109" fmla="*/ 1085174 w 2726878"/>
              <a:gd name="csY109" fmla="*/ 436 h 443699"/>
              <a:gd name="csX110" fmla="*/ 688428 w 2726878"/>
              <a:gd name="csY110" fmla="*/ 438620 h 443699"/>
              <a:gd name="csX111" fmla="*/ 1085174 w 2726878"/>
              <a:gd name="csY111" fmla="*/ 436 h 443699"/>
              <a:gd name="csX112" fmla="*/ 726145 w 2726878"/>
              <a:gd name="csY112" fmla="*/ 441232 h 443699"/>
              <a:gd name="csX113" fmla="*/ 1122890 w 2726878"/>
              <a:gd name="csY113" fmla="*/ 3048 h 443699"/>
              <a:gd name="csX114" fmla="*/ 726145 w 2726878"/>
              <a:gd name="csY114" fmla="*/ 441232 h 443699"/>
              <a:gd name="csX115" fmla="*/ 1122890 w 2726878"/>
              <a:gd name="csY115" fmla="*/ 3048 h 443699"/>
              <a:gd name="csX116" fmla="*/ 768775 w 2726878"/>
              <a:gd name="csY116" fmla="*/ 438402 h 443699"/>
              <a:gd name="csX117" fmla="*/ 1165520 w 2726878"/>
              <a:gd name="csY117" fmla="*/ 218 h 443699"/>
              <a:gd name="csX118" fmla="*/ 768775 w 2726878"/>
              <a:gd name="csY118" fmla="*/ 438402 h 443699"/>
              <a:gd name="csX119" fmla="*/ 1165520 w 2726878"/>
              <a:gd name="csY119" fmla="*/ 218 h 443699"/>
              <a:gd name="csX120" fmla="*/ 806492 w 2726878"/>
              <a:gd name="csY120" fmla="*/ 441015 h 443699"/>
              <a:gd name="csX121" fmla="*/ 1203237 w 2726878"/>
              <a:gd name="csY121" fmla="*/ 2831 h 443699"/>
              <a:gd name="csX122" fmla="*/ 806492 w 2726878"/>
              <a:gd name="csY122" fmla="*/ 441015 h 443699"/>
              <a:gd name="csX123" fmla="*/ 1203237 w 2726878"/>
              <a:gd name="csY123" fmla="*/ 2831 h 443699"/>
              <a:gd name="csX124" fmla="*/ 844209 w 2726878"/>
              <a:gd name="csY124" fmla="*/ 443627 h 443699"/>
              <a:gd name="csX125" fmla="*/ 1245867 w 2726878"/>
              <a:gd name="csY125" fmla="*/ 1 h 443699"/>
              <a:gd name="csX126" fmla="*/ 844209 w 2726878"/>
              <a:gd name="csY126" fmla="*/ 443627 h 443699"/>
              <a:gd name="csX127" fmla="*/ 1245867 w 2726878"/>
              <a:gd name="csY127" fmla="*/ 1 h 443699"/>
              <a:gd name="csX128" fmla="*/ 886839 w 2726878"/>
              <a:gd name="csY128" fmla="*/ 440724 h 443699"/>
              <a:gd name="csX129" fmla="*/ 1283584 w 2726878"/>
              <a:gd name="csY129" fmla="*/ 2613 h 443699"/>
              <a:gd name="csX130" fmla="*/ 886839 w 2726878"/>
              <a:gd name="csY130" fmla="*/ 440724 h 443699"/>
              <a:gd name="csX131" fmla="*/ 1283584 w 2726878"/>
              <a:gd name="csY131" fmla="*/ 2613 h 443699"/>
              <a:gd name="csX132" fmla="*/ 924556 w 2726878"/>
              <a:gd name="csY132" fmla="*/ 443337 h 443699"/>
              <a:gd name="csX133" fmla="*/ 1321226 w 2726878"/>
              <a:gd name="csY133" fmla="*/ 5225 h 443699"/>
              <a:gd name="csX134" fmla="*/ 924556 w 2726878"/>
              <a:gd name="csY134" fmla="*/ 443337 h 443699"/>
              <a:gd name="csX135" fmla="*/ 1321226 w 2726878"/>
              <a:gd name="csY135" fmla="*/ 5225 h 443699"/>
              <a:gd name="csX136" fmla="*/ 967186 w 2726878"/>
              <a:gd name="csY136" fmla="*/ 440507 h 443699"/>
              <a:gd name="csX137" fmla="*/ 1363931 w 2726878"/>
              <a:gd name="csY137" fmla="*/ 2323 h 443699"/>
              <a:gd name="csX138" fmla="*/ 967186 w 2726878"/>
              <a:gd name="csY138" fmla="*/ 440507 h 443699"/>
              <a:gd name="csX139" fmla="*/ 1363931 w 2726878"/>
              <a:gd name="csY139" fmla="*/ 2323 h 443699"/>
              <a:gd name="csX140" fmla="*/ 1004902 w 2726878"/>
              <a:gd name="csY140" fmla="*/ 443119 h 443699"/>
              <a:gd name="csX141" fmla="*/ 1401572 w 2726878"/>
              <a:gd name="csY141" fmla="*/ 4935 h 443699"/>
              <a:gd name="csX142" fmla="*/ 1004902 w 2726878"/>
              <a:gd name="csY142" fmla="*/ 443119 h 443699"/>
              <a:gd name="csX143" fmla="*/ 1401572 w 2726878"/>
              <a:gd name="csY143" fmla="*/ 4935 h 443699"/>
              <a:gd name="csX144" fmla="*/ 1047532 w 2726878"/>
              <a:gd name="csY144" fmla="*/ 440216 h 443699"/>
              <a:gd name="csX145" fmla="*/ 1444278 w 2726878"/>
              <a:gd name="csY145" fmla="*/ 2105 h 443699"/>
              <a:gd name="csX146" fmla="*/ 1047532 w 2726878"/>
              <a:gd name="csY146" fmla="*/ 440216 h 443699"/>
              <a:gd name="csX147" fmla="*/ 1444278 w 2726878"/>
              <a:gd name="csY147" fmla="*/ 2105 h 443699"/>
              <a:gd name="csX148" fmla="*/ 1085249 w 2726878"/>
              <a:gd name="csY148" fmla="*/ 442829 h 443699"/>
              <a:gd name="csX149" fmla="*/ 1481919 w 2726878"/>
              <a:gd name="csY149" fmla="*/ 4718 h 443699"/>
              <a:gd name="csX150" fmla="*/ 1085249 w 2726878"/>
              <a:gd name="csY150" fmla="*/ 442829 h 443699"/>
              <a:gd name="csX151" fmla="*/ 1481919 w 2726878"/>
              <a:gd name="csY151" fmla="*/ 4718 h 443699"/>
              <a:gd name="csX152" fmla="*/ 1127879 w 2726878"/>
              <a:gd name="csY152" fmla="*/ 439999 h 443699"/>
              <a:gd name="csX153" fmla="*/ 1524625 w 2726878"/>
              <a:gd name="csY153" fmla="*/ 1815 h 443699"/>
              <a:gd name="csX154" fmla="*/ 1127879 w 2726878"/>
              <a:gd name="csY154" fmla="*/ 439999 h 443699"/>
              <a:gd name="csX155" fmla="*/ 1524625 w 2726878"/>
              <a:gd name="csY155" fmla="*/ 1815 h 443699"/>
              <a:gd name="csX156" fmla="*/ 1165596 w 2726878"/>
              <a:gd name="csY156" fmla="*/ 442611 h 443699"/>
              <a:gd name="csX157" fmla="*/ 1562266 w 2726878"/>
              <a:gd name="csY157" fmla="*/ 4427 h 443699"/>
              <a:gd name="csX158" fmla="*/ 1165596 w 2726878"/>
              <a:gd name="csY158" fmla="*/ 442611 h 443699"/>
              <a:gd name="csX159" fmla="*/ 1562266 w 2726878"/>
              <a:gd name="csY159" fmla="*/ 4427 h 443699"/>
              <a:gd name="csX160" fmla="*/ 1208226 w 2726878"/>
              <a:gd name="csY160" fmla="*/ 439708 h 443699"/>
              <a:gd name="csX161" fmla="*/ 1604972 w 2726878"/>
              <a:gd name="csY161" fmla="*/ 1597 h 443699"/>
              <a:gd name="csX162" fmla="*/ 1208226 w 2726878"/>
              <a:gd name="csY162" fmla="*/ 439708 h 443699"/>
              <a:gd name="csX163" fmla="*/ 1604972 w 2726878"/>
              <a:gd name="csY163" fmla="*/ 1597 h 443699"/>
              <a:gd name="csX164" fmla="*/ 1245943 w 2726878"/>
              <a:gd name="csY164" fmla="*/ 442321 h 443699"/>
              <a:gd name="csX165" fmla="*/ 1642613 w 2726878"/>
              <a:gd name="csY165" fmla="*/ 4210 h 443699"/>
              <a:gd name="csX166" fmla="*/ 1245943 w 2726878"/>
              <a:gd name="csY166" fmla="*/ 442321 h 443699"/>
              <a:gd name="csX167" fmla="*/ 1642613 w 2726878"/>
              <a:gd name="csY167" fmla="*/ 4210 h 443699"/>
              <a:gd name="csX168" fmla="*/ 1288573 w 2726878"/>
              <a:gd name="csY168" fmla="*/ 439491 h 443699"/>
              <a:gd name="csX169" fmla="*/ 1685318 w 2726878"/>
              <a:gd name="csY169" fmla="*/ 1307 h 443699"/>
              <a:gd name="csX170" fmla="*/ 1288573 w 2726878"/>
              <a:gd name="csY170" fmla="*/ 439491 h 443699"/>
              <a:gd name="csX171" fmla="*/ 1685318 w 2726878"/>
              <a:gd name="csY171" fmla="*/ 1307 h 443699"/>
              <a:gd name="csX172" fmla="*/ 1326290 w 2726878"/>
              <a:gd name="csY172" fmla="*/ 442103 h 443699"/>
              <a:gd name="csX173" fmla="*/ 1722960 w 2726878"/>
              <a:gd name="csY173" fmla="*/ 3919 h 443699"/>
              <a:gd name="csX174" fmla="*/ 1326290 w 2726878"/>
              <a:gd name="csY174" fmla="*/ 442103 h 443699"/>
              <a:gd name="csX175" fmla="*/ 1722960 w 2726878"/>
              <a:gd name="csY175" fmla="*/ 3919 h 443699"/>
              <a:gd name="csX176" fmla="*/ 1368920 w 2726878"/>
              <a:gd name="csY176" fmla="*/ 439273 h 443699"/>
              <a:gd name="csX177" fmla="*/ 1765665 w 2726878"/>
              <a:gd name="csY177" fmla="*/ 1089 h 443699"/>
              <a:gd name="csX178" fmla="*/ 1368920 w 2726878"/>
              <a:gd name="csY178" fmla="*/ 439273 h 443699"/>
              <a:gd name="csX179" fmla="*/ 1765665 w 2726878"/>
              <a:gd name="csY179" fmla="*/ 1089 h 443699"/>
              <a:gd name="csX180" fmla="*/ 1406637 w 2726878"/>
              <a:gd name="csY180" fmla="*/ 441885 h 443699"/>
              <a:gd name="csX181" fmla="*/ 1803306 w 2726878"/>
              <a:gd name="csY181" fmla="*/ 3701 h 443699"/>
              <a:gd name="csX182" fmla="*/ 1406637 w 2726878"/>
              <a:gd name="csY182" fmla="*/ 441885 h 443699"/>
              <a:gd name="csX183" fmla="*/ 1803306 w 2726878"/>
              <a:gd name="csY183" fmla="*/ 3701 h 443699"/>
              <a:gd name="csX184" fmla="*/ 1449267 w 2726878"/>
              <a:gd name="csY184" fmla="*/ 438983 h 443699"/>
              <a:gd name="csX185" fmla="*/ 1846012 w 2726878"/>
              <a:gd name="csY185" fmla="*/ 799 h 443699"/>
              <a:gd name="csX186" fmla="*/ 1449267 w 2726878"/>
              <a:gd name="csY186" fmla="*/ 438983 h 443699"/>
              <a:gd name="csX187" fmla="*/ 1846012 w 2726878"/>
              <a:gd name="csY187" fmla="*/ 799 h 443699"/>
              <a:gd name="csX188" fmla="*/ 1486984 w 2726878"/>
              <a:gd name="csY188" fmla="*/ 441595 h 443699"/>
              <a:gd name="csX189" fmla="*/ 1883653 w 2726878"/>
              <a:gd name="csY189" fmla="*/ 3411 h 443699"/>
              <a:gd name="csX190" fmla="*/ 1486984 w 2726878"/>
              <a:gd name="csY190" fmla="*/ 441595 h 443699"/>
              <a:gd name="csX191" fmla="*/ 1883653 w 2726878"/>
              <a:gd name="csY191" fmla="*/ 3411 h 443699"/>
              <a:gd name="csX192" fmla="*/ 1529613 w 2726878"/>
              <a:gd name="csY192" fmla="*/ 438765 h 443699"/>
              <a:gd name="csX193" fmla="*/ 1926359 w 2726878"/>
              <a:gd name="csY193" fmla="*/ 581 h 443699"/>
              <a:gd name="csX194" fmla="*/ 1529613 w 2726878"/>
              <a:gd name="csY194" fmla="*/ 438765 h 443699"/>
              <a:gd name="csX195" fmla="*/ 1926359 w 2726878"/>
              <a:gd name="csY195" fmla="*/ 581 h 443699"/>
              <a:gd name="csX196" fmla="*/ 1567330 w 2726878"/>
              <a:gd name="csY196" fmla="*/ 441377 h 443699"/>
              <a:gd name="csX197" fmla="*/ 1964000 w 2726878"/>
              <a:gd name="csY197" fmla="*/ 3193 h 443699"/>
              <a:gd name="csX198" fmla="*/ 1567330 w 2726878"/>
              <a:gd name="csY198" fmla="*/ 441377 h 443699"/>
              <a:gd name="csX199" fmla="*/ 1964000 w 2726878"/>
              <a:gd name="csY199" fmla="*/ 3193 h 443699"/>
              <a:gd name="csX200" fmla="*/ 1609960 w 2726878"/>
              <a:gd name="csY200" fmla="*/ 438475 h 443699"/>
              <a:gd name="csX201" fmla="*/ 2006706 w 2726878"/>
              <a:gd name="csY201" fmla="*/ 291 h 443699"/>
              <a:gd name="csX202" fmla="*/ 1609960 w 2726878"/>
              <a:gd name="csY202" fmla="*/ 438475 h 443699"/>
              <a:gd name="csX203" fmla="*/ 2006706 w 2726878"/>
              <a:gd name="csY203" fmla="*/ 291 h 443699"/>
              <a:gd name="csX204" fmla="*/ 1647677 w 2726878"/>
              <a:gd name="csY204" fmla="*/ 441087 h 443699"/>
              <a:gd name="csX205" fmla="*/ 2044347 w 2726878"/>
              <a:gd name="csY205" fmla="*/ 2903 h 443699"/>
              <a:gd name="csX206" fmla="*/ 1647677 w 2726878"/>
              <a:gd name="csY206" fmla="*/ 441087 h 443699"/>
              <a:gd name="csX207" fmla="*/ 2044347 w 2726878"/>
              <a:gd name="csY207" fmla="*/ 2903 h 443699"/>
              <a:gd name="csX208" fmla="*/ 1685394 w 2726878"/>
              <a:gd name="csY208" fmla="*/ 443700 h 443699"/>
              <a:gd name="csX209" fmla="*/ 2087052 w 2726878"/>
              <a:gd name="csY209" fmla="*/ 73 h 443699"/>
              <a:gd name="csX210" fmla="*/ 1685394 w 2726878"/>
              <a:gd name="csY210" fmla="*/ 443700 h 443699"/>
              <a:gd name="csX211" fmla="*/ 2087052 w 2726878"/>
              <a:gd name="csY211" fmla="*/ 73 h 443699"/>
              <a:gd name="csX212" fmla="*/ 1728024 w 2726878"/>
              <a:gd name="csY212" fmla="*/ 440870 h 443699"/>
              <a:gd name="csX213" fmla="*/ 2124694 w 2726878"/>
              <a:gd name="csY213" fmla="*/ 2686 h 443699"/>
              <a:gd name="csX214" fmla="*/ 1728024 w 2726878"/>
              <a:gd name="csY214" fmla="*/ 440870 h 443699"/>
              <a:gd name="csX215" fmla="*/ 2124694 w 2726878"/>
              <a:gd name="csY215" fmla="*/ 2686 h 443699"/>
              <a:gd name="csX216" fmla="*/ 1765741 w 2726878"/>
              <a:gd name="csY216" fmla="*/ 443482 h 443699"/>
              <a:gd name="csX217" fmla="*/ 2162411 w 2726878"/>
              <a:gd name="csY217" fmla="*/ 5298 h 443699"/>
              <a:gd name="csX218" fmla="*/ 1765741 w 2726878"/>
              <a:gd name="csY218" fmla="*/ 443482 h 443699"/>
              <a:gd name="csX219" fmla="*/ 2162411 w 2726878"/>
              <a:gd name="csY219" fmla="*/ 5298 h 443699"/>
              <a:gd name="csX220" fmla="*/ 1808370 w 2726878"/>
              <a:gd name="csY220" fmla="*/ 440579 h 443699"/>
              <a:gd name="csX221" fmla="*/ 2205041 w 2726878"/>
              <a:gd name="csY221" fmla="*/ 2468 h 443699"/>
              <a:gd name="csX222" fmla="*/ 1808370 w 2726878"/>
              <a:gd name="csY222" fmla="*/ 440579 h 443699"/>
              <a:gd name="csX223" fmla="*/ 2205041 w 2726878"/>
              <a:gd name="csY223" fmla="*/ 2468 h 443699"/>
              <a:gd name="csX224" fmla="*/ 1846088 w 2726878"/>
              <a:gd name="csY224" fmla="*/ 443192 h 443699"/>
              <a:gd name="csX225" fmla="*/ 2242758 w 2726878"/>
              <a:gd name="csY225" fmla="*/ 5080 h 443699"/>
              <a:gd name="csX226" fmla="*/ 1846088 w 2726878"/>
              <a:gd name="csY226" fmla="*/ 443192 h 443699"/>
              <a:gd name="csX227" fmla="*/ 2242758 w 2726878"/>
              <a:gd name="csY227" fmla="*/ 5080 h 443699"/>
              <a:gd name="csX228" fmla="*/ 1888717 w 2726878"/>
              <a:gd name="csY228" fmla="*/ 440361 h 443699"/>
              <a:gd name="csX229" fmla="*/ 2285388 w 2726878"/>
              <a:gd name="csY229" fmla="*/ 2178 h 443699"/>
              <a:gd name="csX230" fmla="*/ 1888717 w 2726878"/>
              <a:gd name="csY230" fmla="*/ 440361 h 443699"/>
              <a:gd name="csX231" fmla="*/ 2285388 w 2726878"/>
              <a:gd name="csY231" fmla="*/ 2178 h 443699"/>
              <a:gd name="csX232" fmla="*/ 1926434 w 2726878"/>
              <a:gd name="csY232" fmla="*/ 442974 h 443699"/>
              <a:gd name="csX233" fmla="*/ 2323104 w 2726878"/>
              <a:gd name="csY233" fmla="*/ 4790 h 443699"/>
              <a:gd name="csX234" fmla="*/ 1926434 w 2726878"/>
              <a:gd name="csY234" fmla="*/ 442974 h 443699"/>
              <a:gd name="csX235" fmla="*/ 2323104 w 2726878"/>
              <a:gd name="csY235" fmla="*/ 4790 h 443699"/>
              <a:gd name="csX236" fmla="*/ 1969064 w 2726878"/>
              <a:gd name="csY236" fmla="*/ 440071 h 443699"/>
              <a:gd name="csX237" fmla="*/ 2365734 w 2726878"/>
              <a:gd name="csY237" fmla="*/ 1960 h 443699"/>
              <a:gd name="csX238" fmla="*/ 1969064 w 2726878"/>
              <a:gd name="csY238" fmla="*/ 440071 h 443699"/>
              <a:gd name="csX239" fmla="*/ 2365734 w 2726878"/>
              <a:gd name="csY239" fmla="*/ 1960 h 443699"/>
              <a:gd name="csX240" fmla="*/ 2006781 w 2726878"/>
              <a:gd name="csY240" fmla="*/ 442684 h 443699"/>
              <a:gd name="csX241" fmla="*/ 2403451 w 2726878"/>
              <a:gd name="csY241" fmla="*/ 4572 h 443699"/>
              <a:gd name="csX242" fmla="*/ 2006781 w 2726878"/>
              <a:gd name="csY242" fmla="*/ 442684 h 443699"/>
              <a:gd name="csX243" fmla="*/ 2403451 w 2726878"/>
              <a:gd name="csY243" fmla="*/ 4572 h 443699"/>
              <a:gd name="csX244" fmla="*/ 2049411 w 2726878"/>
              <a:gd name="csY244" fmla="*/ 439853 h 443699"/>
              <a:gd name="csX245" fmla="*/ 2446081 w 2726878"/>
              <a:gd name="csY245" fmla="*/ 1669 h 443699"/>
              <a:gd name="csX246" fmla="*/ 2049411 w 2726878"/>
              <a:gd name="csY246" fmla="*/ 439853 h 443699"/>
              <a:gd name="csX247" fmla="*/ 2446081 w 2726878"/>
              <a:gd name="csY247" fmla="*/ 1669 h 443699"/>
              <a:gd name="csX248" fmla="*/ 2087128 w 2726878"/>
              <a:gd name="csY248" fmla="*/ 442466 h 443699"/>
              <a:gd name="csX249" fmla="*/ 2483798 w 2726878"/>
              <a:gd name="csY249" fmla="*/ 4282 h 443699"/>
              <a:gd name="csX250" fmla="*/ 2087128 w 2726878"/>
              <a:gd name="csY250" fmla="*/ 442466 h 443699"/>
              <a:gd name="csX251" fmla="*/ 2483798 w 2726878"/>
              <a:gd name="csY251" fmla="*/ 4282 h 443699"/>
              <a:gd name="csX252" fmla="*/ 2129758 w 2726878"/>
              <a:gd name="csY252" fmla="*/ 439563 h 443699"/>
              <a:gd name="csX253" fmla="*/ 2526428 w 2726878"/>
              <a:gd name="csY253" fmla="*/ 1452 h 443699"/>
              <a:gd name="csX254" fmla="*/ 2129758 w 2726878"/>
              <a:gd name="csY254" fmla="*/ 439563 h 443699"/>
              <a:gd name="csX255" fmla="*/ 2526428 w 2726878"/>
              <a:gd name="csY255" fmla="*/ 1452 h 443699"/>
              <a:gd name="csX256" fmla="*/ 2167475 w 2726878"/>
              <a:gd name="csY256" fmla="*/ 442176 h 443699"/>
              <a:gd name="csX257" fmla="*/ 2564145 w 2726878"/>
              <a:gd name="csY257" fmla="*/ 4064 h 443699"/>
              <a:gd name="csX258" fmla="*/ 2167475 w 2726878"/>
              <a:gd name="csY258" fmla="*/ 442176 h 443699"/>
              <a:gd name="csX259" fmla="*/ 2564145 w 2726878"/>
              <a:gd name="csY259" fmla="*/ 4064 h 443699"/>
              <a:gd name="csX260" fmla="*/ 2210105 w 2726878"/>
              <a:gd name="csY260" fmla="*/ 439345 h 443699"/>
              <a:gd name="csX261" fmla="*/ 2606774 w 2726878"/>
              <a:gd name="csY261" fmla="*/ 1161 h 443699"/>
              <a:gd name="csX262" fmla="*/ 2210105 w 2726878"/>
              <a:gd name="csY262" fmla="*/ 439345 h 443699"/>
              <a:gd name="csX263" fmla="*/ 2606774 w 2726878"/>
              <a:gd name="csY263" fmla="*/ 1161 h 443699"/>
              <a:gd name="csX264" fmla="*/ 2247822 w 2726878"/>
              <a:gd name="csY264" fmla="*/ 441958 h 443699"/>
              <a:gd name="csX265" fmla="*/ 2644491 w 2726878"/>
              <a:gd name="csY265" fmla="*/ 3774 h 443699"/>
              <a:gd name="csX266" fmla="*/ 2247822 w 2726878"/>
              <a:gd name="csY266" fmla="*/ 441958 h 443699"/>
              <a:gd name="csX267" fmla="*/ 2644491 w 2726878"/>
              <a:gd name="csY267" fmla="*/ 3774 h 443699"/>
              <a:gd name="csX268" fmla="*/ 2290452 w 2726878"/>
              <a:gd name="csY268" fmla="*/ 439128 h 443699"/>
              <a:gd name="csX269" fmla="*/ 2687121 w 2726878"/>
              <a:gd name="csY269" fmla="*/ 944 h 443699"/>
              <a:gd name="csX270" fmla="*/ 2290452 w 2726878"/>
              <a:gd name="csY270" fmla="*/ 439128 h 443699"/>
              <a:gd name="csX271" fmla="*/ 2687121 w 2726878"/>
              <a:gd name="csY271" fmla="*/ 944 h 443699"/>
              <a:gd name="csX272" fmla="*/ 2328168 w 2726878"/>
              <a:gd name="csY272" fmla="*/ 441740 h 443699"/>
              <a:gd name="csX273" fmla="*/ 2724838 w 2726878"/>
              <a:gd name="csY273" fmla="*/ 3556 h 443699"/>
              <a:gd name="csX274" fmla="*/ 2328168 w 2726878"/>
              <a:gd name="csY274" fmla="*/ 441740 h 443699"/>
              <a:gd name="csX275" fmla="*/ 2724838 w 2726878"/>
              <a:gd name="csY275" fmla="*/ 3556 h 443699"/>
              <a:gd name="csX276" fmla="*/ 2370798 w 2726878"/>
              <a:gd name="csY276" fmla="*/ 438837 h 443699"/>
              <a:gd name="csX277" fmla="*/ 2722873 w 2726878"/>
              <a:gd name="csY277" fmla="*/ 50002 h 443699"/>
              <a:gd name="csX278" fmla="*/ 2370798 w 2726878"/>
              <a:gd name="csY278" fmla="*/ 438837 h 443699"/>
              <a:gd name="csX279" fmla="*/ 2722873 w 2726878"/>
              <a:gd name="csY279" fmla="*/ 50002 h 443699"/>
              <a:gd name="csX280" fmla="*/ 2408515 w 2726878"/>
              <a:gd name="csY280" fmla="*/ 441450 h 443699"/>
              <a:gd name="csX281" fmla="*/ 2725821 w 2726878"/>
              <a:gd name="csY281" fmla="*/ 90932 h 443699"/>
              <a:gd name="csX282" fmla="*/ 2408515 w 2726878"/>
              <a:gd name="csY282" fmla="*/ 441450 h 443699"/>
              <a:gd name="csX283" fmla="*/ 2725821 w 2726878"/>
              <a:gd name="csY283" fmla="*/ 90932 h 443699"/>
              <a:gd name="csX284" fmla="*/ 2451145 w 2726878"/>
              <a:gd name="csY284" fmla="*/ 438620 h 443699"/>
              <a:gd name="csX285" fmla="*/ 2723856 w 2726878"/>
              <a:gd name="csY285" fmla="*/ 137377 h 443699"/>
              <a:gd name="csX286" fmla="*/ 2451145 w 2726878"/>
              <a:gd name="csY286" fmla="*/ 438620 h 443699"/>
              <a:gd name="csX287" fmla="*/ 2723856 w 2726878"/>
              <a:gd name="csY287" fmla="*/ 137377 h 443699"/>
              <a:gd name="csX288" fmla="*/ 2488862 w 2726878"/>
              <a:gd name="csY288" fmla="*/ 441232 h 443699"/>
              <a:gd name="csX289" fmla="*/ 2726879 w 2726878"/>
              <a:gd name="csY289" fmla="*/ 178307 h 443699"/>
              <a:gd name="csX290" fmla="*/ 2488862 w 2726878"/>
              <a:gd name="csY290" fmla="*/ 441232 h 443699"/>
              <a:gd name="csX291" fmla="*/ 2726879 w 2726878"/>
              <a:gd name="csY291" fmla="*/ 178307 h 443699"/>
              <a:gd name="csX292" fmla="*/ 2531492 w 2726878"/>
              <a:gd name="csY292" fmla="*/ 438330 h 443699"/>
              <a:gd name="csX293" fmla="*/ 2724914 w 2726878"/>
              <a:gd name="csY293" fmla="*/ 224753 h 443699"/>
              <a:gd name="csX294" fmla="*/ 2531492 w 2726878"/>
              <a:gd name="csY294" fmla="*/ 438330 h 443699"/>
              <a:gd name="csX295" fmla="*/ 2724914 w 2726878"/>
              <a:gd name="csY295" fmla="*/ 224753 h 443699"/>
              <a:gd name="csX296" fmla="*/ 2569209 w 2726878"/>
              <a:gd name="csY296" fmla="*/ 440942 h 443699"/>
              <a:gd name="csX297" fmla="*/ 2722873 w 2726878"/>
              <a:gd name="csY297" fmla="*/ 271198 h 443699"/>
              <a:gd name="csX298" fmla="*/ 2569209 w 2726878"/>
              <a:gd name="csY298" fmla="*/ 440942 h 443699"/>
              <a:gd name="csX299" fmla="*/ 2722873 w 2726878"/>
              <a:gd name="csY299" fmla="*/ 271198 h 443699"/>
              <a:gd name="csX300" fmla="*/ 2606850 w 2726878"/>
              <a:gd name="csY300" fmla="*/ 443555 h 443699"/>
              <a:gd name="csX301" fmla="*/ 2725896 w 2726878"/>
              <a:gd name="csY301" fmla="*/ 312128 h 443699"/>
              <a:gd name="csX302" fmla="*/ 2606850 w 2726878"/>
              <a:gd name="csY302" fmla="*/ 443555 h 443699"/>
              <a:gd name="csX303" fmla="*/ 2725896 w 2726878"/>
              <a:gd name="csY303" fmla="*/ 312128 h 443699"/>
              <a:gd name="csX304" fmla="*/ 2649556 w 2726878"/>
              <a:gd name="csY304" fmla="*/ 440724 h 443699"/>
              <a:gd name="csX305" fmla="*/ 2723931 w 2726878"/>
              <a:gd name="csY305" fmla="*/ 358574 h 443699"/>
              <a:gd name="csX306" fmla="*/ 2649556 w 2726878"/>
              <a:gd name="csY306" fmla="*/ 440724 h 443699"/>
              <a:gd name="csX307" fmla="*/ 2723931 w 2726878"/>
              <a:gd name="csY307" fmla="*/ 358574 h 443699"/>
              <a:gd name="csX308" fmla="*/ 2687197 w 2726878"/>
              <a:gd name="csY308" fmla="*/ 443337 h 443699"/>
              <a:gd name="csX309" fmla="*/ 2721966 w 2726878"/>
              <a:gd name="csY309" fmla="*/ 404947 h 443699"/>
              <a:gd name="csX310" fmla="*/ 2687197 w 2726878"/>
              <a:gd name="csY310" fmla="*/ 443337 h 443699"/>
              <a:gd name="csX311" fmla="*/ 2721966 w 2726878"/>
              <a:gd name="csY311" fmla="*/ 404947 h 44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</a:cxnLst>
            <a:rect l="l" t="t" r="r" b="b"/>
            <a:pathLst>
              <a:path w="2726878" h="443699">
                <a:moveTo>
                  <a:pt x="2948" y="1089"/>
                </a:moveTo>
                <a:cubicBezTo>
                  <a:pt x="2948" y="1089"/>
                  <a:pt x="2948" y="1089"/>
                  <a:pt x="2948" y="1089"/>
                </a:cubicBezTo>
                <a:moveTo>
                  <a:pt x="2948" y="1089"/>
                </a:moveTo>
                <a:cubicBezTo>
                  <a:pt x="2948" y="1089"/>
                  <a:pt x="2948" y="1089"/>
                  <a:pt x="2948" y="1089"/>
                </a:cubicBezTo>
                <a:moveTo>
                  <a:pt x="983" y="47534"/>
                </a:moveTo>
                <a:cubicBezTo>
                  <a:pt x="6652" y="31133"/>
                  <a:pt x="27135" y="26634"/>
                  <a:pt x="40665" y="3701"/>
                </a:cubicBezTo>
                <a:moveTo>
                  <a:pt x="983" y="47534"/>
                </a:moveTo>
                <a:cubicBezTo>
                  <a:pt x="12094" y="40858"/>
                  <a:pt x="17536" y="28593"/>
                  <a:pt x="40665" y="3701"/>
                </a:cubicBezTo>
                <a:moveTo>
                  <a:pt x="3931" y="88464"/>
                </a:moveTo>
                <a:cubicBezTo>
                  <a:pt x="35450" y="61976"/>
                  <a:pt x="49811" y="30771"/>
                  <a:pt x="83295" y="871"/>
                </a:cubicBezTo>
                <a:moveTo>
                  <a:pt x="3931" y="88464"/>
                </a:moveTo>
                <a:cubicBezTo>
                  <a:pt x="30159" y="56315"/>
                  <a:pt x="59637" y="23296"/>
                  <a:pt x="83295" y="871"/>
                </a:cubicBezTo>
                <a:moveTo>
                  <a:pt x="1966" y="134910"/>
                </a:moveTo>
                <a:cubicBezTo>
                  <a:pt x="33182" y="105229"/>
                  <a:pt x="73620" y="69161"/>
                  <a:pt x="121012" y="3484"/>
                </a:cubicBezTo>
                <a:moveTo>
                  <a:pt x="1966" y="134910"/>
                </a:moveTo>
                <a:cubicBezTo>
                  <a:pt x="39758" y="90569"/>
                  <a:pt x="92365" y="34254"/>
                  <a:pt x="121012" y="3484"/>
                </a:cubicBezTo>
                <a:moveTo>
                  <a:pt x="1" y="181355"/>
                </a:moveTo>
                <a:cubicBezTo>
                  <a:pt x="36961" y="126056"/>
                  <a:pt x="102796" y="72862"/>
                  <a:pt x="163642" y="581"/>
                </a:cubicBezTo>
                <a:moveTo>
                  <a:pt x="1" y="181355"/>
                </a:moveTo>
                <a:cubicBezTo>
                  <a:pt x="44671" y="129104"/>
                  <a:pt x="82464" y="93690"/>
                  <a:pt x="163642" y="581"/>
                </a:cubicBezTo>
                <a:moveTo>
                  <a:pt x="3024" y="222285"/>
                </a:moveTo>
                <a:cubicBezTo>
                  <a:pt x="67573" y="142457"/>
                  <a:pt x="135675" y="76781"/>
                  <a:pt x="201359" y="3193"/>
                </a:cubicBezTo>
                <a:moveTo>
                  <a:pt x="3024" y="222285"/>
                </a:moveTo>
                <a:cubicBezTo>
                  <a:pt x="71579" y="143764"/>
                  <a:pt x="152758" y="58275"/>
                  <a:pt x="201359" y="3193"/>
                </a:cubicBezTo>
                <a:moveTo>
                  <a:pt x="983" y="268731"/>
                </a:moveTo>
                <a:cubicBezTo>
                  <a:pt x="96296" y="182807"/>
                  <a:pt x="190399" y="65169"/>
                  <a:pt x="243989" y="363"/>
                </a:cubicBezTo>
                <a:moveTo>
                  <a:pt x="983" y="268731"/>
                </a:moveTo>
                <a:cubicBezTo>
                  <a:pt x="62358" y="199426"/>
                  <a:pt x="120634" y="135636"/>
                  <a:pt x="243989" y="363"/>
                </a:cubicBezTo>
                <a:moveTo>
                  <a:pt x="4006" y="309661"/>
                </a:moveTo>
                <a:cubicBezTo>
                  <a:pt x="117913" y="191080"/>
                  <a:pt x="205818" y="110381"/>
                  <a:pt x="281706" y="2976"/>
                </a:cubicBezTo>
                <a:moveTo>
                  <a:pt x="4006" y="309661"/>
                </a:moveTo>
                <a:cubicBezTo>
                  <a:pt x="66213" y="250153"/>
                  <a:pt x="119122" y="183387"/>
                  <a:pt x="281706" y="2976"/>
                </a:cubicBezTo>
                <a:moveTo>
                  <a:pt x="2041" y="356106"/>
                </a:moveTo>
                <a:cubicBezTo>
                  <a:pt x="84731" y="256612"/>
                  <a:pt x="143234" y="195870"/>
                  <a:pt x="324336" y="73"/>
                </a:cubicBezTo>
                <a:moveTo>
                  <a:pt x="2041" y="356106"/>
                </a:moveTo>
                <a:cubicBezTo>
                  <a:pt x="84580" y="267062"/>
                  <a:pt x="173619" y="165317"/>
                  <a:pt x="324336" y="73"/>
                </a:cubicBezTo>
                <a:moveTo>
                  <a:pt x="76" y="402552"/>
                </a:moveTo>
                <a:cubicBezTo>
                  <a:pt x="81405" y="329400"/>
                  <a:pt x="156461" y="224753"/>
                  <a:pt x="362052" y="2686"/>
                </a:cubicBezTo>
                <a:moveTo>
                  <a:pt x="76" y="402552"/>
                </a:moveTo>
                <a:cubicBezTo>
                  <a:pt x="81935" y="326207"/>
                  <a:pt x="147542" y="234477"/>
                  <a:pt x="362052" y="2686"/>
                </a:cubicBezTo>
                <a:moveTo>
                  <a:pt x="3024" y="443482"/>
                </a:moveTo>
                <a:cubicBezTo>
                  <a:pt x="113227" y="331142"/>
                  <a:pt x="244745" y="183097"/>
                  <a:pt x="399694" y="5298"/>
                </a:cubicBezTo>
                <a:moveTo>
                  <a:pt x="3024" y="443482"/>
                </a:moveTo>
                <a:cubicBezTo>
                  <a:pt x="104988" y="323377"/>
                  <a:pt x="209976" y="213359"/>
                  <a:pt x="399694" y="5298"/>
                </a:cubicBezTo>
                <a:moveTo>
                  <a:pt x="45654" y="440652"/>
                </a:moveTo>
                <a:cubicBezTo>
                  <a:pt x="129478" y="351172"/>
                  <a:pt x="240361" y="239703"/>
                  <a:pt x="442399" y="2468"/>
                </a:cubicBezTo>
                <a:moveTo>
                  <a:pt x="45654" y="440652"/>
                </a:moveTo>
                <a:cubicBezTo>
                  <a:pt x="181404" y="279109"/>
                  <a:pt x="328417" y="132733"/>
                  <a:pt x="442399" y="2468"/>
                </a:cubicBezTo>
                <a:moveTo>
                  <a:pt x="83371" y="443264"/>
                </a:moveTo>
                <a:cubicBezTo>
                  <a:pt x="187073" y="334625"/>
                  <a:pt x="300451" y="220689"/>
                  <a:pt x="480040" y="5080"/>
                </a:cubicBezTo>
                <a:moveTo>
                  <a:pt x="83371" y="443264"/>
                </a:moveTo>
                <a:cubicBezTo>
                  <a:pt x="240814" y="265320"/>
                  <a:pt x="405589" y="98407"/>
                  <a:pt x="480040" y="5080"/>
                </a:cubicBezTo>
                <a:moveTo>
                  <a:pt x="126001" y="440361"/>
                </a:moveTo>
                <a:cubicBezTo>
                  <a:pt x="205516" y="348632"/>
                  <a:pt x="291910" y="247758"/>
                  <a:pt x="522746" y="2250"/>
                </a:cubicBezTo>
                <a:moveTo>
                  <a:pt x="126001" y="440361"/>
                </a:moveTo>
                <a:cubicBezTo>
                  <a:pt x="279060" y="282011"/>
                  <a:pt x="422747" y="111034"/>
                  <a:pt x="522746" y="2250"/>
                </a:cubicBezTo>
                <a:moveTo>
                  <a:pt x="163718" y="442974"/>
                </a:moveTo>
                <a:cubicBezTo>
                  <a:pt x="318893" y="269674"/>
                  <a:pt x="455097" y="112848"/>
                  <a:pt x="560463" y="4863"/>
                </a:cubicBezTo>
                <a:moveTo>
                  <a:pt x="163718" y="442974"/>
                </a:moveTo>
                <a:cubicBezTo>
                  <a:pt x="294253" y="288833"/>
                  <a:pt x="444062" y="130991"/>
                  <a:pt x="560463" y="4863"/>
                </a:cubicBezTo>
                <a:moveTo>
                  <a:pt x="206347" y="440144"/>
                </a:moveTo>
                <a:cubicBezTo>
                  <a:pt x="293346" y="330271"/>
                  <a:pt x="401205" y="237453"/>
                  <a:pt x="603093" y="1960"/>
                </a:cubicBezTo>
                <a:moveTo>
                  <a:pt x="206347" y="440144"/>
                </a:moveTo>
                <a:cubicBezTo>
                  <a:pt x="308387" y="344132"/>
                  <a:pt x="400072" y="230341"/>
                  <a:pt x="603093" y="1960"/>
                </a:cubicBezTo>
                <a:moveTo>
                  <a:pt x="244064" y="442756"/>
                </a:moveTo>
                <a:cubicBezTo>
                  <a:pt x="345424" y="345076"/>
                  <a:pt x="450336" y="242388"/>
                  <a:pt x="640810" y="4572"/>
                </a:cubicBezTo>
                <a:moveTo>
                  <a:pt x="244064" y="442756"/>
                </a:moveTo>
                <a:cubicBezTo>
                  <a:pt x="389565" y="275698"/>
                  <a:pt x="544892" y="114590"/>
                  <a:pt x="640810" y="4572"/>
                </a:cubicBezTo>
                <a:moveTo>
                  <a:pt x="286694" y="439853"/>
                </a:moveTo>
                <a:cubicBezTo>
                  <a:pt x="382612" y="353857"/>
                  <a:pt x="474750" y="236437"/>
                  <a:pt x="683440" y="1742"/>
                </a:cubicBezTo>
                <a:moveTo>
                  <a:pt x="286694" y="439853"/>
                </a:moveTo>
                <a:cubicBezTo>
                  <a:pt x="407857" y="309734"/>
                  <a:pt x="516548" y="187887"/>
                  <a:pt x="683440" y="1742"/>
                </a:cubicBezTo>
                <a:moveTo>
                  <a:pt x="324411" y="442466"/>
                </a:moveTo>
                <a:cubicBezTo>
                  <a:pt x="447161" y="284914"/>
                  <a:pt x="605814" y="145288"/>
                  <a:pt x="721157" y="4355"/>
                </a:cubicBezTo>
                <a:moveTo>
                  <a:pt x="324411" y="442466"/>
                </a:moveTo>
                <a:cubicBezTo>
                  <a:pt x="423276" y="334771"/>
                  <a:pt x="527054" y="215827"/>
                  <a:pt x="721157" y="4355"/>
                </a:cubicBezTo>
                <a:moveTo>
                  <a:pt x="367041" y="439636"/>
                </a:moveTo>
                <a:cubicBezTo>
                  <a:pt x="461371" y="328167"/>
                  <a:pt x="566132" y="234550"/>
                  <a:pt x="763787" y="1452"/>
                </a:cubicBezTo>
                <a:moveTo>
                  <a:pt x="367041" y="439636"/>
                </a:moveTo>
                <a:cubicBezTo>
                  <a:pt x="488128" y="309081"/>
                  <a:pt x="593116" y="183024"/>
                  <a:pt x="763787" y="1452"/>
                </a:cubicBezTo>
                <a:moveTo>
                  <a:pt x="404758" y="442248"/>
                </a:moveTo>
                <a:cubicBezTo>
                  <a:pt x="538997" y="305452"/>
                  <a:pt x="656456" y="174098"/>
                  <a:pt x="801503" y="4064"/>
                </a:cubicBezTo>
                <a:moveTo>
                  <a:pt x="404758" y="442248"/>
                </a:moveTo>
                <a:cubicBezTo>
                  <a:pt x="533933" y="291010"/>
                  <a:pt x="670288" y="146231"/>
                  <a:pt x="801503" y="4064"/>
                </a:cubicBezTo>
                <a:moveTo>
                  <a:pt x="447388" y="439345"/>
                </a:moveTo>
                <a:cubicBezTo>
                  <a:pt x="586993" y="271779"/>
                  <a:pt x="725389" y="109438"/>
                  <a:pt x="844133" y="1234"/>
                </a:cubicBezTo>
                <a:moveTo>
                  <a:pt x="447388" y="439345"/>
                </a:moveTo>
                <a:cubicBezTo>
                  <a:pt x="595081" y="278673"/>
                  <a:pt x="735593" y="115606"/>
                  <a:pt x="844133" y="1234"/>
                </a:cubicBezTo>
                <a:moveTo>
                  <a:pt x="485105" y="441958"/>
                </a:moveTo>
                <a:cubicBezTo>
                  <a:pt x="584877" y="315104"/>
                  <a:pt x="703999" y="186581"/>
                  <a:pt x="881850" y="3847"/>
                </a:cubicBezTo>
                <a:moveTo>
                  <a:pt x="485105" y="441958"/>
                </a:moveTo>
                <a:cubicBezTo>
                  <a:pt x="595232" y="320982"/>
                  <a:pt x="707400" y="207046"/>
                  <a:pt x="881850" y="3847"/>
                </a:cubicBezTo>
                <a:moveTo>
                  <a:pt x="527735" y="439128"/>
                </a:moveTo>
                <a:cubicBezTo>
                  <a:pt x="681323" y="273521"/>
                  <a:pt x="826749" y="95939"/>
                  <a:pt x="924480" y="944"/>
                </a:cubicBezTo>
                <a:moveTo>
                  <a:pt x="527735" y="439128"/>
                </a:moveTo>
                <a:cubicBezTo>
                  <a:pt x="638315" y="310169"/>
                  <a:pt x="769984" y="184258"/>
                  <a:pt x="924480" y="944"/>
                </a:cubicBezTo>
                <a:moveTo>
                  <a:pt x="565452" y="441740"/>
                </a:moveTo>
                <a:cubicBezTo>
                  <a:pt x="715412" y="260240"/>
                  <a:pt x="863634" y="110526"/>
                  <a:pt x="962197" y="3556"/>
                </a:cubicBezTo>
                <a:moveTo>
                  <a:pt x="565452" y="441740"/>
                </a:moveTo>
                <a:cubicBezTo>
                  <a:pt x="698935" y="300445"/>
                  <a:pt x="822819" y="154939"/>
                  <a:pt x="962197" y="3556"/>
                </a:cubicBezTo>
                <a:moveTo>
                  <a:pt x="608081" y="438910"/>
                </a:moveTo>
                <a:cubicBezTo>
                  <a:pt x="738919" y="269166"/>
                  <a:pt x="884193" y="139845"/>
                  <a:pt x="1004827" y="726"/>
                </a:cubicBezTo>
                <a:moveTo>
                  <a:pt x="608081" y="438910"/>
                </a:moveTo>
                <a:cubicBezTo>
                  <a:pt x="762879" y="264304"/>
                  <a:pt x="926597" y="90714"/>
                  <a:pt x="1004827" y="726"/>
                </a:cubicBezTo>
                <a:moveTo>
                  <a:pt x="645798" y="441523"/>
                </a:moveTo>
                <a:cubicBezTo>
                  <a:pt x="793038" y="276496"/>
                  <a:pt x="922288" y="110236"/>
                  <a:pt x="1042544" y="3339"/>
                </a:cubicBezTo>
                <a:moveTo>
                  <a:pt x="645798" y="441523"/>
                </a:moveTo>
                <a:cubicBezTo>
                  <a:pt x="760385" y="327804"/>
                  <a:pt x="867111" y="206973"/>
                  <a:pt x="1042544" y="3339"/>
                </a:cubicBezTo>
                <a:moveTo>
                  <a:pt x="688428" y="438620"/>
                </a:moveTo>
                <a:cubicBezTo>
                  <a:pt x="788730" y="351027"/>
                  <a:pt x="864239" y="252620"/>
                  <a:pt x="1085174" y="436"/>
                </a:cubicBezTo>
                <a:moveTo>
                  <a:pt x="688428" y="438620"/>
                </a:moveTo>
                <a:cubicBezTo>
                  <a:pt x="785857" y="339415"/>
                  <a:pt x="865902" y="236292"/>
                  <a:pt x="1085174" y="436"/>
                </a:cubicBezTo>
                <a:moveTo>
                  <a:pt x="726145" y="441232"/>
                </a:moveTo>
                <a:cubicBezTo>
                  <a:pt x="802033" y="347398"/>
                  <a:pt x="896438" y="258498"/>
                  <a:pt x="1122890" y="3048"/>
                </a:cubicBezTo>
                <a:moveTo>
                  <a:pt x="726145" y="441232"/>
                </a:moveTo>
                <a:cubicBezTo>
                  <a:pt x="824406" y="338980"/>
                  <a:pt x="929317" y="217641"/>
                  <a:pt x="1122890" y="3048"/>
                </a:cubicBezTo>
                <a:moveTo>
                  <a:pt x="768775" y="438402"/>
                </a:moveTo>
                <a:cubicBezTo>
                  <a:pt x="918358" y="277439"/>
                  <a:pt x="1059324" y="120686"/>
                  <a:pt x="1165520" y="218"/>
                </a:cubicBezTo>
                <a:moveTo>
                  <a:pt x="768775" y="438402"/>
                </a:moveTo>
                <a:cubicBezTo>
                  <a:pt x="900368" y="292897"/>
                  <a:pt x="1027351" y="154939"/>
                  <a:pt x="1165520" y="218"/>
                </a:cubicBezTo>
                <a:moveTo>
                  <a:pt x="806492" y="441015"/>
                </a:moveTo>
                <a:cubicBezTo>
                  <a:pt x="951010" y="273738"/>
                  <a:pt x="1102861" y="142240"/>
                  <a:pt x="1203237" y="2831"/>
                </a:cubicBezTo>
                <a:moveTo>
                  <a:pt x="806492" y="441015"/>
                </a:moveTo>
                <a:cubicBezTo>
                  <a:pt x="942318" y="301678"/>
                  <a:pt x="1061062" y="165245"/>
                  <a:pt x="1203237" y="2831"/>
                </a:cubicBezTo>
                <a:moveTo>
                  <a:pt x="844209" y="443627"/>
                </a:moveTo>
                <a:cubicBezTo>
                  <a:pt x="980186" y="295074"/>
                  <a:pt x="1098854" y="176348"/>
                  <a:pt x="1245867" y="1"/>
                </a:cubicBezTo>
                <a:moveTo>
                  <a:pt x="844209" y="443627"/>
                </a:moveTo>
                <a:cubicBezTo>
                  <a:pt x="933550" y="331577"/>
                  <a:pt x="1043980" y="234695"/>
                  <a:pt x="1245867" y="1"/>
                </a:cubicBezTo>
                <a:moveTo>
                  <a:pt x="886839" y="440724"/>
                </a:moveTo>
                <a:cubicBezTo>
                  <a:pt x="1041259" y="266263"/>
                  <a:pt x="1222134" y="82804"/>
                  <a:pt x="1283584" y="2613"/>
                </a:cubicBezTo>
                <a:moveTo>
                  <a:pt x="886839" y="440724"/>
                </a:moveTo>
                <a:cubicBezTo>
                  <a:pt x="1023723" y="298630"/>
                  <a:pt x="1148514" y="147610"/>
                  <a:pt x="1283584" y="2613"/>
                </a:cubicBezTo>
                <a:moveTo>
                  <a:pt x="924556" y="443337"/>
                </a:moveTo>
                <a:cubicBezTo>
                  <a:pt x="1082982" y="283971"/>
                  <a:pt x="1227954" y="93907"/>
                  <a:pt x="1321226" y="5225"/>
                </a:cubicBezTo>
                <a:moveTo>
                  <a:pt x="924556" y="443337"/>
                </a:moveTo>
                <a:cubicBezTo>
                  <a:pt x="1037782" y="312419"/>
                  <a:pt x="1161968" y="180339"/>
                  <a:pt x="1321226" y="5225"/>
                </a:cubicBezTo>
                <a:moveTo>
                  <a:pt x="967186" y="440507"/>
                </a:moveTo>
                <a:cubicBezTo>
                  <a:pt x="1058039" y="323087"/>
                  <a:pt x="1145717" y="234623"/>
                  <a:pt x="1363931" y="2323"/>
                </a:cubicBezTo>
                <a:moveTo>
                  <a:pt x="967186" y="440507"/>
                </a:moveTo>
                <a:cubicBezTo>
                  <a:pt x="1048817" y="336222"/>
                  <a:pt x="1138839" y="248484"/>
                  <a:pt x="1363931" y="2323"/>
                </a:cubicBezTo>
                <a:moveTo>
                  <a:pt x="1004902" y="443119"/>
                </a:moveTo>
                <a:cubicBezTo>
                  <a:pt x="1110797" y="332085"/>
                  <a:pt x="1216767" y="207046"/>
                  <a:pt x="1401572" y="4935"/>
                </a:cubicBezTo>
                <a:moveTo>
                  <a:pt x="1004902" y="443119"/>
                </a:moveTo>
                <a:cubicBezTo>
                  <a:pt x="1111628" y="327949"/>
                  <a:pt x="1204144" y="227511"/>
                  <a:pt x="1401572" y="4935"/>
                </a:cubicBezTo>
                <a:moveTo>
                  <a:pt x="1047532" y="440216"/>
                </a:moveTo>
                <a:cubicBezTo>
                  <a:pt x="1185929" y="276859"/>
                  <a:pt x="1321679" y="152617"/>
                  <a:pt x="1444278" y="2105"/>
                </a:cubicBezTo>
                <a:moveTo>
                  <a:pt x="1047532" y="440216"/>
                </a:moveTo>
                <a:cubicBezTo>
                  <a:pt x="1200063" y="278963"/>
                  <a:pt x="1350704" y="108131"/>
                  <a:pt x="1444278" y="2105"/>
                </a:cubicBezTo>
                <a:moveTo>
                  <a:pt x="1085249" y="442829"/>
                </a:moveTo>
                <a:cubicBezTo>
                  <a:pt x="1169451" y="338834"/>
                  <a:pt x="1276706" y="211908"/>
                  <a:pt x="1481919" y="4718"/>
                </a:cubicBezTo>
                <a:moveTo>
                  <a:pt x="1085249" y="442829"/>
                </a:moveTo>
                <a:cubicBezTo>
                  <a:pt x="1164991" y="343769"/>
                  <a:pt x="1249117" y="254217"/>
                  <a:pt x="1481919" y="4718"/>
                </a:cubicBezTo>
                <a:moveTo>
                  <a:pt x="1127879" y="439999"/>
                </a:moveTo>
                <a:cubicBezTo>
                  <a:pt x="1217976" y="316047"/>
                  <a:pt x="1326516" y="232083"/>
                  <a:pt x="1524625" y="1815"/>
                </a:cubicBezTo>
                <a:moveTo>
                  <a:pt x="1127879" y="439999"/>
                </a:moveTo>
                <a:cubicBezTo>
                  <a:pt x="1203766" y="353131"/>
                  <a:pt x="1285020" y="257845"/>
                  <a:pt x="1524625" y="1815"/>
                </a:cubicBezTo>
                <a:moveTo>
                  <a:pt x="1165596" y="442611"/>
                </a:moveTo>
                <a:cubicBezTo>
                  <a:pt x="1296736" y="301315"/>
                  <a:pt x="1421829" y="158423"/>
                  <a:pt x="1562266" y="4427"/>
                </a:cubicBezTo>
                <a:moveTo>
                  <a:pt x="1165596" y="442611"/>
                </a:moveTo>
                <a:cubicBezTo>
                  <a:pt x="1297719" y="287672"/>
                  <a:pt x="1436795" y="139627"/>
                  <a:pt x="1562266" y="4427"/>
                </a:cubicBezTo>
                <a:moveTo>
                  <a:pt x="1208226" y="439708"/>
                </a:moveTo>
                <a:cubicBezTo>
                  <a:pt x="1304370" y="302985"/>
                  <a:pt x="1439969" y="194491"/>
                  <a:pt x="1604972" y="1597"/>
                </a:cubicBezTo>
                <a:moveTo>
                  <a:pt x="1208226" y="439708"/>
                </a:moveTo>
                <a:cubicBezTo>
                  <a:pt x="1354181" y="264377"/>
                  <a:pt x="1512833" y="99931"/>
                  <a:pt x="1604972" y="1597"/>
                </a:cubicBezTo>
                <a:moveTo>
                  <a:pt x="1245943" y="442321"/>
                </a:moveTo>
                <a:cubicBezTo>
                  <a:pt x="1399532" y="289269"/>
                  <a:pt x="1534375" y="121339"/>
                  <a:pt x="1642613" y="4210"/>
                </a:cubicBezTo>
                <a:moveTo>
                  <a:pt x="1245943" y="442321"/>
                </a:moveTo>
                <a:cubicBezTo>
                  <a:pt x="1385322" y="288906"/>
                  <a:pt x="1530142" y="137014"/>
                  <a:pt x="1642613" y="4210"/>
                </a:cubicBezTo>
                <a:moveTo>
                  <a:pt x="1288573" y="439491"/>
                </a:moveTo>
                <a:cubicBezTo>
                  <a:pt x="1392653" y="339996"/>
                  <a:pt x="1478518" y="252548"/>
                  <a:pt x="1685318" y="1307"/>
                </a:cubicBezTo>
                <a:moveTo>
                  <a:pt x="1288573" y="439491"/>
                </a:moveTo>
                <a:cubicBezTo>
                  <a:pt x="1385170" y="342608"/>
                  <a:pt x="1463855" y="234550"/>
                  <a:pt x="1685318" y="1307"/>
                </a:cubicBezTo>
                <a:moveTo>
                  <a:pt x="1326290" y="442103"/>
                </a:moveTo>
                <a:cubicBezTo>
                  <a:pt x="1440876" y="289922"/>
                  <a:pt x="1580331" y="146957"/>
                  <a:pt x="1722960" y="3919"/>
                </a:cubicBezTo>
                <a:moveTo>
                  <a:pt x="1326290" y="442103"/>
                </a:moveTo>
                <a:cubicBezTo>
                  <a:pt x="1484111" y="273521"/>
                  <a:pt x="1646921" y="88900"/>
                  <a:pt x="1722960" y="3919"/>
                </a:cubicBezTo>
                <a:moveTo>
                  <a:pt x="1368920" y="439273"/>
                </a:moveTo>
                <a:cubicBezTo>
                  <a:pt x="1471413" y="318877"/>
                  <a:pt x="1577610" y="207118"/>
                  <a:pt x="1765665" y="1089"/>
                </a:cubicBezTo>
                <a:moveTo>
                  <a:pt x="1368920" y="439273"/>
                </a:moveTo>
                <a:cubicBezTo>
                  <a:pt x="1498699" y="301606"/>
                  <a:pt x="1613815" y="167857"/>
                  <a:pt x="1765665" y="1089"/>
                </a:cubicBezTo>
                <a:moveTo>
                  <a:pt x="1406637" y="441885"/>
                </a:moveTo>
                <a:cubicBezTo>
                  <a:pt x="1483355" y="355091"/>
                  <a:pt x="1582750" y="239557"/>
                  <a:pt x="1803306" y="3701"/>
                </a:cubicBezTo>
                <a:moveTo>
                  <a:pt x="1406637" y="441885"/>
                </a:moveTo>
                <a:cubicBezTo>
                  <a:pt x="1550777" y="280633"/>
                  <a:pt x="1701872" y="108349"/>
                  <a:pt x="1803306" y="3701"/>
                </a:cubicBezTo>
                <a:moveTo>
                  <a:pt x="1449267" y="438983"/>
                </a:moveTo>
                <a:cubicBezTo>
                  <a:pt x="1542387" y="320692"/>
                  <a:pt x="1644049" y="211763"/>
                  <a:pt x="1846012" y="799"/>
                </a:cubicBezTo>
                <a:moveTo>
                  <a:pt x="1449267" y="438983"/>
                </a:moveTo>
                <a:cubicBezTo>
                  <a:pt x="1549643" y="326715"/>
                  <a:pt x="1653875" y="218439"/>
                  <a:pt x="1846012" y="799"/>
                </a:cubicBezTo>
                <a:moveTo>
                  <a:pt x="1486984" y="441595"/>
                </a:moveTo>
                <a:cubicBezTo>
                  <a:pt x="1625077" y="279617"/>
                  <a:pt x="1767706" y="141659"/>
                  <a:pt x="1883653" y="3411"/>
                </a:cubicBezTo>
                <a:moveTo>
                  <a:pt x="1486984" y="441595"/>
                </a:moveTo>
                <a:cubicBezTo>
                  <a:pt x="1588494" y="335859"/>
                  <a:pt x="1686603" y="219310"/>
                  <a:pt x="1883653" y="3411"/>
                </a:cubicBezTo>
                <a:moveTo>
                  <a:pt x="1529613" y="438765"/>
                </a:moveTo>
                <a:cubicBezTo>
                  <a:pt x="1690609" y="275262"/>
                  <a:pt x="1824848" y="96738"/>
                  <a:pt x="1926359" y="581"/>
                </a:cubicBezTo>
                <a:moveTo>
                  <a:pt x="1529613" y="438765"/>
                </a:moveTo>
                <a:cubicBezTo>
                  <a:pt x="1640799" y="300735"/>
                  <a:pt x="1772241" y="172502"/>
                  <a:pt x="1926359" y="581"/>
                </a:cubicBezTo>
                <a:moveTo>
                  <a:pt x="1567330" y="441377"/>
                </a:moveTo>
                <a:cubicBezTo>
                  <a:pt x="1685998" y="317426"/>
                  <a:pt x="1783655" y="183097"/>
                  <a:pt x="1964000" y="3193"/>
                </a:cubicBezTo>
                <a:moveTo>
                  <a:pt x="1567330" y="441377"/>
                </a:moveTo>
                <a:cubicBezTo>
                  <a:pt x="1699301" y="293550"/>
                  <a:pt x="1826058" y="154359"/>
                  <a:pt x="1964000" y="3193"/>
                </a:cubicBezTo>
                <a:moveTo>
                  <a:pt x="1609960" y="438475"/>
                </a:moveTo>
                <a:cubicBezTo>
                  <a:pt x="1774282" y="256612"/>
                  <a:pt x="1931121" y="87231"/>
                  <a:pt x="2006706" y="291"/>
                </a:cubicBezTo>
                <a:moveTo>
                  <a:pt x="1609960" y="438475"/>
                </a:moveTo>
                <a:cubicBezTo>
                  <a:pt x="1766270" y="264086"/>
                  <a:pt x="1924620" y="95286"/>
                  <a:pt x="2006706" y="291"/>
                </a:cubicBezTo>
                <a:moveTo>
                  <a:pt x="1647677" y="441087"/>
                </a:moveTo>
                <a:cubicBezTo>
                  <a:pt x="1759165" y="325409"/>
                  <a:pt x="1878438" y="174389"/>
                  <a:pt x="2044347" y="2903"/>
                </a:cubicBezTo>
                <a:moveTo>
                  <a:pt x="1647677" y="441087"/>
                </a:moveTo>
                <a:cubicBezTo>
                  <a:pt x="1793783" y="286511"/>
                  <a:pt x="1916155" y="141006"/>
                  <a:pt x="2044347" y="2903"/>
                </a:cubicBezTo>
                <a:moveTo>
                  <a:pt x="1685394" y="443700"/>
                </a:moveTo>
                <a:cubicBezTo>
                  <a:pt x="1831726" y="301098"/>
                  <a:pt x="1961052" y="139046"/>
                  <a:pt x="2087052" y="73"/>
                </a:cubicBezTo>
                <a:moveTo>
                  <a:pt x="1685394" y="443700"/>
                </a:moveTo>
                <a:cubicBezTo>
                  <a:pt x="1795370" y="325046"/>
                  <a:pt x="1890153" y="210239"/>
                  <a:pt x="2087052" y="73"/>
                </a:cubicBezTo>
                <a:moveTo>
                  <a:pt x="1728024" y="440870"/>
                </a:moveTo>
                <a:cubicBezTo>
                  <a:pt x="1829837" y="306976"/>
                  <a:pt x="1960523" y="199789"/>
                  <a:pt x="2124694" y="2686"/>
                </a:cubicBezTo>
                <a:moveTo>
                  <a:pt x="1728024" y="440870"/>
                </a:moveTo>
                <a:cubicBezTo>
                  <a:pt x="1878362" y="261909"/>
                  <a:pt x="2043440" y="100729"/>
                  <a:pt x="2124694" y="2686"/>
                </a:cubicBezTo>
                <a:moveTo>
                  <a:pt x="1765741" y="443482"/>
                </a:moveTo>
                <a:cubicBezTo>
                  <a:pt x="1929911" y="266771"/>
                  <a:pt x="2063772" y="112340"/>
                  <a:pt x="2162411" y="5298"/>
                </a:cubicBezTo>
                <a:moveTo>
                  <a:pt x="1765741" y="443482"/>
                </a:moveTo>
                <a:cubicBezTo>
                  <a:pt x="1904288" y="290720"/>
                  <a:pt x="2037771" y="128669"/>
                  <a:pt x="2162411" y="5298"/>
                </a:cubicBezTo>
                <a:moveTo>
                  <a:pt x="1808370" y="440579"/>
                </a:moveTo>
                <a:cubicBezTo>
                  <a:pt x="1909352" y="305524"/>
                  <a:pt x="2022351" y="204796"/>
                  <a:pt x="2205041" y="2468"/>
                </a:cubicBezTo>
                <a:moveTo>
                  <a:pt x="1808370" y="440579"/>
                </a:moveTo>
                <a:cubicBezTo>
                  <a:pt x="1898770" y="334771"/>
                  <a:pt x="1999903" y="222866"/>
                  <a:pt x="2205041" y="2468"/>
                </a:cubicBezTo>
                <a:moveTo>
                  <a:pt x="1846088" y="443192"/>
                </a:moveTo>
                <a:cubicBezTo>
                  <a:pt x="1957273" y="311330"/>
                  <a:pt x="2059388" y="217423"/>
                  <a:pt x="2242758" y="5080"/>
                </a:cubicBezTo>
                <a:moveTo>
                  <a:pt x="1846088" y="443192"/>
                </a:moveTo>
                <a:cubicBezTo>
                  <a:pt x="1966495" y="311983"/>
                  <a:pt x="2089622" y="180775"/>
                  <a:pt x="2242758" y="5080"/>
                </a:cubicBezTo>
                <a:moveTo>
                  <a:pt x="1888717" y="440361"/>
                </a:moveTo>
                <a:cubicBezTo>
                  <a:pt x="2026887" y="284987"/>
                  <a:pt x="2183045" y="123589"/>
                  <a:pt x="2285388" y="2178"/>
                </a:cubicBezTo>
                <a:moveTo>
                  <a:pt x="1888717" y="440361"/>
                </a:moveTo>
                <a:cubicBezTo>
                  <a:pt x="2034143" y="267425"/>
                  <a:pt x="2194686" y="106607"/>
                  <a:pt x="2285388" y="2178"/>
                </a:cubicBezTo>
                <a:moveTo>
                  <a:pt x="1926434" y="442974"/>
                </a:moveTo>
                <a:cubicBezTo>
                  <a:pt x="2089320" y="256539"/>
                  <a:pt x="2233763" y="91295"/>
                  <a:pt x="2323104" y="4790"/>
                </a:cubicBezTo>
                <a:moveTo>
                  <a:pt x="1926434" y="442974"/>
                </a:moveTo>
                <a:cubicBezTo>
                  <a:pt x="2021520" y="352478"/>
                  <a:pt x="2107385" y="256902"/>
                  <a:pt x="2323104" y="4790"/>
                </a:cubicBezTo>
                <a:moveTo>
                  <a:pt x="1969064" y="440071"/>
                </a:moveTo>
                <a:cubicBezTo>
                  <a:pt x="2069743" y="308718"/>
                  <a:pt x="2198087" y="189483"/>
                  <a:pt x="2365734" y="1960"/>
                </a:cubicBezTo>
                <a:moveTo>
                  <a:pt x="1969064" y="440071"/>
                </a:moveTo>
                <a:cubicBezTo>
                  <a:pt x="2107385" y="297396"/>
                  <a:pt x="2238903" y="145505"/>
                  <a:pt x="2365734" y="1960"/>
                </a:cubicBezTo>
                <a:moveTo>
                  <a:pt x="2006781" y="442684"/>
                </a:moveTo>
                <a:cubicBezTo>
                  <a:pt x="2122653" y="297396"/>
                  <a:pt x="2266869" y="153198"/>
                  <a:pt x="2403451" y="4572"/>
                </a:cubicBezTo>
                <a:moveTo>
                  <a:pt x="2006781" y="442684"/>
                </a:moveTo>
                <a:cubicBezTo>
                  <a:pt x="2104815" y="328312"/>
                  <a:pt x="2206250" y="217496"/>
                  <a:pt x="2403451" y="4572"/>
                </a:cubicBezTo>
                <a:moveTo>
                  <a:pt x="2049411" y="439853"/>
                </a:moveTo>
                <a:cubicBezTo>
                  <a:pt x="2144044" y="315249"/>
                  <a:pt x="2278736" y="200514"/>
                  <a:pt x="2446081" y="1669"/>
                </a:cubicBezTo>
                <a:moveTo>
                  <a:pt x="2049411" y="439853"/>
                </a:moveTo>
                <a:cubicBezTo>
                  <a:pt x="2134746" y="337674"/>
                  <a:pt x="2226658" y="244202"/>
                  <a:pt x="2446081" y="1669"/>
                </a:cubicBezTo>
                <a:moveTo>
                  <a:pt x="2087128" y="442466"/>
                </a:moveTo>
                <a:cubicBezTo>
                  <a:pt x="2239507" y="277367"/>
                  <a:pt x="2379415" y="109438"/>
                  <a:pt x="2483798" y="4282"/>
                </a:cubicBezTo>
                <a:moveTo>
                  <a:pt x="2087128" y="442466"/>
                </a:moveTo>
                <a:cubicBezTo>
                  <a:pt x="2188563" y="334117"/>
                  <a:pt x="2269288" y="236945"/>
                  <a:pt x="2483798" y="4282"/>
                </a:cubicBezTo>
                <a:moveTo>
                  <a:pt x="2129758" y="439563"/>
                </a:moveTo>
                <a:cubicBezTo>
                  <a:pt x="2232402" y="320982"/>
                  <a:pt x="2351675" y="203490"/>
                  <a:pt x="2526428" y="1452"/>
                </a:cubicBezTo>
                <a:moveTo>
                  <a:pt x="2129758" y="439563"/>
                </a:moveTo>
                <a:cubicBezTo>
                  <a:pt x="2279643" y="279617"/>
                  <a:pt x="2433156" y="107986"/>
                  <a:pt x="2526428" y="1452"/>
                </a:cubicBezTo>
                <a:moveTo>
                  <a:pt x="2167475" y="442176"/>
                </a:moveTo>
                <a:cubicBezTo>
                  <a:pt x="2290981" y="318877"/>
                  <a:pt x="2421743" y="181646"/>
                  <a:pt x="2564145" y="4064"/>
                </a:cubicBezTo>
                <a:moveTo>
                  <a:pt x="2167475" y="442176"/>
                </a:moveTo>
                <a:cubicBezTo>
                  <a:pt x="2316529" y="281213"/>
                  <a:pt x="2480926" y="106680"/>
                  <a:pt x="2564145" y="4064"/>
                </a:cubicBezTo>
                <a:moveTo>
                  <a:pt x="2210105" y="439345"/>
                </a:moveTo>
                <a:cubicBezTo>
                  <a:pt x="2277753" y="349938"/>
                  <a:pt x="2382136" y="262708"/>
                  <a:pt x="2606774" y="1161"/>
                </a:cubicBezTo>
                <a:moveTo>
                  <a:pt x="2210105" y="439345"/>
                </a:moveTo>
                <a:cubicBezTo>
                  <a:pt x="2306853" y="319313"/>
                  <a:pt x="2423934" y="210964"/>
                  <a:pt x="2606774" y="1161"/>
                </a:cubicBezTo>
                <a:moveTo>
                  <a:pt x="2247822" y="441958"/>
                </a:moveTo>
                <a:cubicBezTo>
                  <a:pt x="2367473" y="324103"/>
                  <a:pt x="2479490" y="184549"/>
                  <a:pt x="2644491" y="3774"/>
                </a:cubicBezTo>
                <a:moveTo>
                  <a:pt x="2247822" y="441958"/>
                </a:moveTo>
                <a:cubicBezTo>
                  <a:pt x="2331419" y="337746"/>
                  <a:pt x="2421743" y="243767"/>
                  <a:pt x="2644491" y="3774"/>
                </a:cubicBezTo>
                <a:moveTo>
                  <a:pt x="2290452" y="439128"/>
                </a:moveTo>
                <a:cubicBezTo>
                  <a:pt x="2366792" y="335133"/>
                  <a:pt x="2446610" y="259805"/>
                  <a:pt x="2687121" y="944"/>
                </a:cubicBezTo>
                <a:moveTo>
                  <a:pt x="2290452" y="439128"/>
                </a:moveTo>
                <a:cubicBezTo>
                  <a:pt x="2393852" y="323449"/>
                  <a:pt x="2494758" y="213287"/>
                  <a:pt x="2687121" y="944"/>
                </a:cubicBezTo>
                <a:moveTo>
                  <a:pt x="2328168" y="441740"/>
                </a:moveTo>
                <a:cubicBezTo>
                  <a:pt x="2413579" y="343624"/>
                  <a:pt x="2502241" y="259079"/>
                  <a:pt x="2724838" y="3556"/>
                </a:cubicBezTo>
                <a:moveTo>
                  <a:pt x="2328168" y="441740"/>
                </a:moveTo>
                <a:cubicBezTo>
                  <a:pt x="2440488" y="306613"/>
                  <a:pt x="2564901" y="179323"/>
                  <a:pt x="2724838" y="3556"/>
                </a:cubicBezTo>
                <a:moveTo>
                  <a:pt x="2370798" y="438837"/>
                </a:moveTo>
                <a:cubicBezTo>
                  <a:pt x="2511084" y="301315"/>
                  <a:pt x="2637538" y="139337"/>
                  <a:pt x="2722873" y="50002"/>
                </a:cubicBezTo>
                <a:moveTo>
                  <a:pt x="2370798" y="438837"/>
                </a:moveTo>
                <a:cubicBezTo>
                  <a:pt x="2435650" y="350083"/>
                  <a:pt x="2511915" y="265828"/>
                  <a:pt x="2722873" y="50002"/>
                </a:cubicBezTo>
                <a:moveTo>
                  <a:pt x="2408515" y="441450"/>
                </a:moveTo>
                <a:cubicBezTo>
                  <a:pt x="2460518" y="350736"/>
                  <a:pt x="2535801" y="301315"/>
                  <a:pt x="2725821" y="90932"/>
                </a:cubicBezTo>
                <a:moveTo>
                  <a:pt x="2408515" y="441450"/>
                </a:moveTo>
                <a:cubicBezTo>
                  <a:pt x="2470192" y="368226"/>
                  <a:pt x="2534818" y="296090"/>
                  <a:pt x="2725821" y="90932"/>
                </a:cubicBezTo>
                <a:moveTo>
                  <a:pt x="2451145" y="438620"/>
                </a:moveTo>
                <a:cubicBezTo>
                  <a:pt x="2543510" y="340866"/>
                  <a:pt x="2650916" y="204651"/>
                  <a:pt x="2723856" y="137377"/>
                </a:cubicBezTo>
                <a:moveTo>
                  <a:pt x="2451145" y="438620"/>
                </a:moveTo>
                <a:cubicBezTo>
                  <a:pt x="2527108" y="350954"/>
                  <a:pt x="2608438" y="261184"/>
                  <a:pt x="2723856" y="137377"/>
                </a:cubicBezTo>
                <a:moveTo>
                  <a:pt x="2488862" y="441232"/>
                </a:moveTo>
                <a:cubicBezTo>
                  <a:pt x="2564220" y="369750"/>
                  <a:pt x="2626427" y="290212"/>
                  <a:pt x="2726879" y="178307"/>
                </a:cubicBezTo>
                <a:moveTo>
                  <a:pt x="2488862" y="441232"/>
                </a:moveTo>
                <a:cubicBezTo>
                  <a:pt x="2569360" y="345366"/>
                  <a:pt x="2671702" y="238977"/>
                  <a:pt x="2726879" y="178307"/>
                </a:cubicBezTo>
                <a:moveTo>
                  <a:pt x="2531492" y="438330"/>
                </a:moveTo>
                <a:cubicBezTo>
                  <a:pt x="2570721" y="397182"/>
                  <a:pt x="2635270" y="322361"/>
                  <a:pt x="2724914" y="224753"/>
                </a:cubicBezTo>
                <a:moveTo>
                  <a:pt x="2531492" y="438330"/>
                </a:moveTo>
                <a:cubicBezTo>
                  <a:pt x="2608060" y="364815"/>
                  <a:pt x="2672458" y="292970"/>
                  <a:pt x="2724914" y="224753"/>
                </a:cubicBezTo>
                <a:moveTo>
                  <a:pt x="2569209" y="440942"/>
                </a:moveTo>
                <a:cubicBezTo>
                  <a:pt x="2612293" y="377660"/>
                  <a:pt x="2694982" y="319095"/>
                  <a:pt x="2722873" y="271198"/>
                </a:cubicBezTo>
                <a:moveTo>
                  <a:pt x="2569209" y="440942"/>
                </a:moveTo>
                <a:cubicBezTo>
                  <a:pt x="2621287" y="386223"/>
                  <a:pt x="2673970" y="324030"/>
                  <a:pt x="2722873" y="271198"/>
                </a:cubicBezTo>
                <a:moveTo>
                  <a:pt x="2606850" y="443555"/>
                </a:moveTo>
                <a:cubicBezTo>
                  <a:pt x="2650387" y="394569"/>
                  <a:pt x="2707152" y="351244"/>
                  <a:pt x="2725896" y="312128"/>
                </a:cubicBezTo>
                <a:moveTo>
                  <a:pt x="2606850" y="443555"/>
                </a:moveTo>
                <a:cubicBezTo>
                  <a:pt x="2653864" y="404802"/>
                  <a:pt x="2689389" y="349720"/>
                  <a:pt x="2725896" y="312128"/>
                </a:cubicBezTo>
                <a:moveTo>
                  <a:pt x="2649556" y="440724"/>
                </a:moveTo>
                <a:cubicBezTo>
                  <a:pt x="2668754" y="423090"/>
                  <a:pt x="2702994" y="393118"/>
                  <a:pt x="2723931" y="358574"/>
                </a:cubicBezTo>
                <a:moveTo>
                  <a:pt x="2649556" y="440724"/>
                </a:moveTo>
                <a:cubicBezTo>
                  <a:pt x="2674347" y="409446"/>
                  <a:pt x="2710250" y="381724"/>
                  <a:pt x="2723931" y="358574"/>
                </a:cubicBezTo>
                <a:moveTo>
                  <a:pt x="2687197" y="443337"/>
                </a:moveTo>
                <a:cubicBezTo>
                  <a:pt x="2699215" y="433540"/>
                  <a:pt x="2709570" y="421493"/>
                  <a:pt x="2721966" y="404947"/>
                </a:cubicBezTo>
                <a:moveTo>
                  <a:pt x="2687197" y="443337"/>
                </a:moveTo>
                <a:cubicBezTo>
                  <a:pt x="2700424" y="431871"/>
                  <a:pt x="2710175" y="419969"/>
                  <a:pt x="2721966" y="404947"/>
                </a:cubicBezTo>
              </a:path>
            </a:pathLst>
          </a:custGeom>
          <a:noFill/>
          <a:ln w="3775" cap="rnd">
            <a:solidFill>
              <a:srgbClr val="D5E8D4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56" name="!!صورة 29">
            <a:extLst>
              <a:ext uri="{FF2B5EF4-FFF2-40B4-BE49-F238E27FC236}">
                <a16:creationId xmlns:a16="http://schemas.microsoft.com/office/drawing/2014/main" id="{C30CAC2E-B386-B6C1-449D-CB1D5045A0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173" y="4010268"/>
            <a:ext cx="2705941" cy="123370"/>
          </a:xfrm>
          <a:custGeom>
            <a:avLst/>
            <a:gdLst>
              <a:gd name="csX0" fmla="*/ 0 w 2705941"/>
              <a:gd name="csY0" fmla="*/ 0 h 123370"/>
              <a:gd name="csX1" fmla="*/ 2705942 w 2705941"/>
              <a:gd name="csY1" fmla="*/ 0 h 123370"/>
              <a:gd name="csX2" fmla="*/ 2705942 w 2705941"/>
              <a:gd name="csY2" fmla="*/ 123371 h 123370"/>
              <a:gd name="csX3" fmla="*/ 0 w 2705941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05941" h="123370">
                <a:moveTo>
                  <a:pt x="0" y="0"/>
                </a:moveTo>
                <a:lnTo>
                  <a:pt x="2705942" y="0"/>
                </a:lnTo>
                <a:lnTo>
                  <a:pt x="2705942" y="123371"/>
                </a:lnTo>
                <a:lnTo>
                  <a:pt x="0" y="123371"/>
                </a:lnTo>
                <a:close/>
              </a:path>
            </a:pathLst>
          </a:custGeom>
        </p:spPr>
      </p:pic>
      <p:sp>
        <p:nvSpPr>
          <p:cNvPr id="57" name="!!شكل حر: شكل 33">
            <a:extLst>
              <a:ext uri="{FF2B5EF4-FFF2-40B4-BE49-F238E27FC236}">
                <a16:creationId xmlns:a16="http://schemas.microsoft.com/office/drawing/2014/main" id="{76BAA46E-F0A9-4121-58EA-6D89E461318F}"/>
              </a:ext>
            </a:extLst>
          </p:cNvPr>
          <p:cNvSpPr/>
          <p:nvPr/>
        </p:nvSpPr>
        <p:spPr>
          <a:xfrm>
            <a:off x="10331369" y="3890762"/>
            <a:ext cx="1473991" cy="363162"/>
          </a:xfrm>
          <a:custGeom>
            <a:avLst/>
            <a:gdLst>
              <a:gd name="csX0" fmla="*/ 10733 w 772554"/>
              <a:gd name="csY0" fmla="*/ 10160 h 300298"/>
              <a:gd name="csX1" fmla="*/ 767112 w 772554"/>
              <a:gd name="csY1" fmla="*/ 1 h 300298"/>
              <a:gd name="csX2" fmla="*/ 772555 w 772554"/>
              <a:gd name="csY2" fmla="*/ 300299 h 300298"/>
              <a:gd name="csX3" fmla="*/ 1 w 772554"/>
              <a:gd name="csY3" fmla="*/ 294276 h 3002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2554" h="300298">
                <a:moveTo>
                  <a:pt x="10733" y="10160"/>
                </a:moveTo>
                <a:lnTo>
                  <a:pt x="767112" y="1"/>
                </a:lnTo>
                <a:lnTo>
                  <a:pt x="772555" y="300299"/>
                </a:lnTo>
                <a:lnTo>
                  <a:pt x="1" y="294276"/>
                </a:lnTo>
              </a:path>
            </a:pathLst>
          </a:custGeom>
          <a:solidFill>
            <a:srgbClr val="FFFFFF"/>
          </a:solidFill>
          <a:ln w="755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58" name="!!صورة 35">
            <a:extLst>
              <a:ext uri="{FF2B5EF4-FFF2-40B4-BE49-F238E27FC236}">
                <a16:creationId xmlns:a16="http://schemas.microsoft.com/office/drawing/2014/main" id="{8904BE11-2621-8060-75FF-16680A4BD3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33034" y="3965306"/>
            <a:ext cx="1050629" cy="174984"/>
          </a:xfrm>
          <a:custGeom>
            <a:avLst/>
            <a:gdLst>
              <a:gd name="csX0" fmla="*/ 0 w 740732"/>
              <a:gd name="csY0" fmla="*/ 0 h 123370"/>
              <a:gd name="csX1" fmla="*/ 740733 w 740732"/>
              <a:gd name="csY1" fmla="*/ 0 h 123370"/>
              <a:gd name="csX2" fmla="*/ 740733 w 740732"/>
              <a:gd name="csY2" fmla="*/ 123371 h 123370"/>
              <a:gd name="csX3" fmla="*/ 0 w 74073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0732" h="123370">
                <a:moveTo>
                  <a:pt x="0" y="0"/>
                </a:moveTo>
                <a:lnTo>
                  <a:pt x="740733" y="0"/>
                </a:lnTo>
                <a:lnTo>
                  <a:pt x="740733" y="123371"/>
                </a:lnTo>
                <a:lnTo>
                  <a:pt x="0" y="123371"/>
                </a:lnTo>
                <a:close/>
              </a:path>
            </a:pathLst>
          </a:custGeom>
        </p:spPr>
      </p:pic>
      <p:sp>
        <p:nvSpPr>
          <p:cNvPr id="60" name="!!Rectangle 59">
            <a:extLst>
              <a:ext uri="{FF2B5EF4-FFF2-40B4-BE49-F238E27FC236}">
                <a16:creationId xmlns:a16="http://schemas.microsoft.com/office/drawing/2014/main" id="{C43A328D-0751-18A0-FA3A-F64F450C7F6D}"/>
              </a:ext>
            </a:extLst>
          </p:cNvPr>
          <p:cNvSpPr/>
          <p:nvPr/>
        </p:nvSpPr>
        <p:spPr>
          <a:xfrm>
            <a:off x="9140703" y="3862170"/>
            <a:ext cx="2744586" cy="43414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!!Rectangle 60">
            <a:extLst>
              <a:ext uri="{FF2B5EF4-FFF2-40B4-BE49-F238E27FC236}">
                <a16:creationId xmlns:a16="http://schemas.microsoft.com/office/drawing/2014/main" id="{F66934F6-82D5-ACE4-BA2F-2B755C8465C3}"/>
              </a:ext>
            </a:extLst>
          </p:cNvPr>
          <p:cNvSpPr/>
          <p:nvPr/>
        </p:nvSpPr>
        <p:spPr>
          <a:xfrm>
            <a:off x="10334335" y="3902589"/>
            <a:ext cx="1485652" cy="32784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55" name="!!Straight Arrow Connector 2254">
            <a:extLst>
              <a:ext uri="{FF2B5EF4-FFF2-40B4-BE49-F238E27FC236}">
                <a16:creationId xmlns:a16="http://schemas.microsoft.com/office/drawing/2014/main" id="{C1696529-DF8B-C64A-9DBC-BBE1D93811D7}"/>
              </a:ext>
            </a:extLst>
          </p:cNvPr>
          <p:cNvCxnSpPr>
            <a:cxnSpLocks/>
          </p:cNvCxnSpPr>
          <p:nvPr/>
        </p:nvCxnSpPr>
        <p:spPr>
          <a:xfrm flipV="1">
            <a:off x="10900770" y="4174598"/>
            <a:ext cx="1" cy="6800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8" name="!!Straight Arrow Connector 2257">
            <a:extLst>
              <a:ext uri="{FF2B5EF4-FFF2-40B4-BE49-F238E27FC236}">
                <a16:creationId xmlns:a16="http://schemas.microsoft.com/office/drawing/2014/main" id="{F4DB2E96-9003-5999-F74D-E8182E729D24}"/>
              </a:ext>
            </a:extLst>
          </p:cNvPr>
          <p:cNvCxnSpPr>
            <a:cxnSpLocks/>
          </p:cNvCxnSpPr>
          <p:nvPr/>
        </p:nvCxnSpPr>
        <p:spPr>
          <a:xfrm flipV="1">
            <a:off x="10529498" y="4174598"/>
            <a:ext cx="1" cy="6800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9" name="!!Straight Arrow Connector 2258">
            <a:extLst>
              <a:ext uri="{FF2B5EF4-FFF2-40B4-BE49-F238E27FC236}">
                <a16:creationId xmlns:a16="http://schemas.microsoft.com/office/drawing/2014/main" id="{E0235A9D-9CB5-3518-0AF7-1BF21E62DF63}"/>
              </a:ext>
            </a:extLst>
          </p:cNvPr>
          <p:cNvCxnSpPr>
            <a:cxnSpLocks/>
          </p:cNvCxnSpPr>
          <p:nvPr/>
        </p:nvCxnSpPr>
        <p:spPr>
          <a:xfrm flipV="1">
            <a:off x="11776739" y="4162600"/>
            <a:ext cx="1" cy="68008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3" name="!!شكل حر: شكل 27">
            <a:extLst>
              <a:ext uri="{FF2B5EF4-FFF2-40B4-BE49-F238E27FC236}">
                <a16:creationId xmlns:a16="http://schemas.microsoft.com/office/drawing/2014/main" id="{05578DEF-5112-2B98-C1EF-B980CEB86A13}"/>
              </a:ext>
            </a:extLst>
          </p:cNvPr>
          <p:cNvSpPr/>
          <p:nvPr/>
        </p:nvSpPr>
        <p:spPr>
          <a:xfrm>
            <a:off x="9317822" y="825307"/>
            <a:ext cx="2726878" cy="443699"/>
          </a:xfrm>
          <a:custGeom>
            <a:avLst/>
            <a:gdLst>
              <a:gd name="csX0" fmla="*/ 2948 w 2726878"/>
              <a:gd name="csY0" fmla="*/ 1089 h 443699"/>
              <a:gd name="csX1" fmla="*/ 2948 w 2726878"/>
              <a:gd name="csY1" fmla="*/ 1089 h 443699"/>
              <a:gd name="csX2" fmla="*/ 2948 w 2726878"/>
              <a:gd name="csY2" fmla="*/ 1089 h 443699"/>
              <a:gd name="csX3" fmla="*/ 2948 w 2726878"/>
              <a:gd name="csY3" fmla="*/ 1089 h 443699"/>
              <a:gd name="csX4" fmla="*/ 983 w 2726878"/>
              <a:gd name="csY4" fmla="*/ 47534 h 443699"/>
              <a:gd name="csX5" fmla="*/ 40665 w 2726878"/>
              <a:gd name="csY5" fmla="*/ 3701 h 443699"/>
              <a:gd name="csX6" fmla="*/ 983 w 2726878"/>
              <a:gd name="csY6" fmla="*/ 47534 h 443699"/>
              <a:gd name="csX7" fmla="*/ 40665 w 2726878"/>
              <a:gd name="csY7" fmla="*/ 3701 h 443699"/>
              <a:gd name="csX8" fmla="*/ 3931 w 2726878"/>
              <a:gd name="csY8" fmla="*/ 88464 h 443699"/>
              <a:gd name="csX9" fmla="*/ 83295 w 2726878"/>
              <a:gd name="csY9" fmla="*/ 871 h 443699"/>
              <a:gd name="csX10" fmla="*/ 3931 w 2726878"/>
              <a:gd name="csY10" fmla="*/ 88464 h 443699"/>
              <a:gd name="csX11" fmla="*/ 83295 w 2726878"/>
              <a:gd name="csY11" fmla="*/ 871 h 443699"/>
              <a:gd name="csX12" fmla="*/ 1966 w 2726878"/>
              <a:gd name="csY12" fmla="*/ 134910 h 443699"/>
              <a:gd name="csX13" fmla="*/ 121012 w 2726878"/>
              <a:gd name="csY13" fmla="*/ 3484 h 443699"/>
              <a:gd name="csX14" fmla="*/ 1966 w 2726878"/>
              <a:gd name="csY14" fmla="*/ 134910 h 443699"/>
              <a:gd name="csX15" fmla="*/ 121012 w 2726878"/>
              <a:gd name="csY15" fmla="*/ 3484 h 443699"/>
              <a:gd name="csX16" fmla="*/ 1 w 2726878"/>
              <a:gd name="csY16" fmla="*/ 181355 h 443699"/>
              <a:gd name="csX17" fmla="*/ 163642 w 2726878"/>
              <a:gd name="csY17" fmla="*/ 581 h 443699"/>
              <a:gd name="csX18" fmla="*/ 1 w 2726878"/>
              <a:gd name="csY18" fmla="*/ 181355 h 443699"/>
              <a:gd name="csX19" fmla="*/ 163642 w 2726878"/>
              <a:gd name="csY19" fmla="*/ 581 h 443699"/>
              <a:gd name="csX20" fmla="*/ 3024 w 2726878"/>
              <a:gd name="csY20" fmla="*/ 222285 h 443699"/>
              <a:gd name="csX21" fmla="*/ 201359 w 2726878"/>
              <a:gd name="csY21" fmla="*/ 3193 h 443699"/>
              <a:gd name="csX22" fmla="*/ 3024 w 2726878"/>
              <a:gd name="csY22" fmla="*/ 222285 h 443699"/>
              <a:gd name="csX23" fmla="*/ 201359 w 2726878"/>
              <a:gd name="csY23" fmla="*/ 3193 h 443699"/>
              <a:gd name="csX24" fmla="*/ 983 w 2726878"/>
              <a:gd name="csY24" fmla="*/ 268731 h 443699"/>
              <a:gd name="csX25" fmla="*/ 243989 w 2726878"/>
              <a:gd name="csY25" fmla="*/ 363 h 443699"/>
              <a:gd name="csX26" fmla="*/ 983 w 2726878"/>
              <a:gd name="csY26" fmla="*/ 268731 h 443699"/>
              <a:gd name="csX27" fmla="*/ 243989 w 2726878"/>
              <a:gd name="csY27" fmla="*/ 363 h 443699"/>
              <a:gd name="csX28" fmla="*/ 4006 w 2726878"/>
              <a:gd name="csY28" fmla="*/ 309661 h 443699"/>
              <a:gd name="csX29" fmla="*/ 281706 w 2726878"/>
              <a:gd name="csY29" fmla="*/ 2976 h 443699"/>
              <a:gd name="csX30" fmla="*/ 4006 w 2726878"/>
              <a:gd name="csY30" fmla="*/ 309661 h 443699"/>
              <a:gd name="csX31" fmla="*/ 281706 w 2726878"/>
              <a:gd name="csY31" fmla="*/ 2976 h 443699"/>
              <a:gd name="csX32" fmla="*/ 2041 w 2726878"/>
              <a:gd name="csY32" fmla="*/ 356106 h 443699"/>
              <a:gd name="csX33" fmla="*/ 324336 w 2726878"/>
              <a:gd name="csY33" fmla="*/ 73 h 443699"/>
              <a:gd name="csX34" fmla="*/ 2041 w 2726878"/>
              <a:gd name="csY34" fmla="*/ 356106 h 443699"/>
              <a:gd name="csX35" fmla="*/ 324336 w 2726878"/>
              <a:gd name="csY35" fmla="*/ 73 h 443699"/>
              <a:gd name="csX36" fmla="*/ 76 w 2726878"/>
              <a:gd name="csY36" fmla="*/ 402552 h 443699"/>
              <a:gd name="csX37" fmla="*/ 362052 w 2726878"/>
              <a:gd name="csY37" fmla="*/ 2686 h 443699"/>
              <a:gd name="csX38" fmla="*/ 76 w 2726878"/>
              <a:gd name="csY38" fmla="*/ 402552 h 443699"/>
              <a:gd name="csX39" fmla="*/ 362052 w 2726878"/>
              <a:gd name="csY39" fmla="*/ 2686 h 443699"/>
              <a:gd name="csX40" fmla="*/ 3024 w 2726878"/>
              <a:gd name="csY40" fmla="*/ 443482 h 443699"/>
              <a:gd name="csX41" fmla="*/ 399694 w 2726878"/>
              <a:gd name="csY41" fmla="*/ 5298 h 443699"/>
              <a:gd name="csX42" fmla="*/ 3024 w 2726878"/>
              <a:gd name="csY42" fmla="*/ 443482 h 443699"/>
              <a:gd name="csX43" fmla="*/ 399694 w 2726878"/>
              <a:gd name="csY43" fmla="*/ 5298 h 443699"/>
              <a:gd name="csX44" fmla="*/ 45654 w 2726878"/>
              <a:gd name="csY44" fmla="*/ 440652 h 443699"/>
              <a:gd name="csX45" fmla="*/ 442399 w 2726878"/>
              <a:gd name="csY45" fmla="*/ 2468 h 443699"/>
              <a:gd name="csX46" fmla="*/ 45654 w 2726878"/>
              <a:gd name="csY46" fmla="*/ 440652 h 443699"/>
              <a:gd name="csX47" fmla="*/ 442399 w 2726878"/>
              <a:gd name="csY47" fmla="*/ 2468 h 443699"/>
              <a:gd name="csX48" fmla="*/ 83371 w 2726878"/>
              <a:gd name="csY48" fmla="*/ 443264 h 443699"/>
              <a:gd name="csX49" fmla="*/ 480040 w 2726878"/>
              <a:gd name="csY49" fmla="*/ 5080 h 443699"/>
              <a:gd name="csX50" fmla="*/ 83371 w 2726878"/>
              <a:gd name="csY50" fmla="*/ 443264 h 443699"/>
              <a:gd name="csX51" fmla="*/ 480040 w 2726878"/>
              <a:gd name="csY51" fmla="*/ 5080 h 443699"/>
              <a:gd name="csX52" fmla="*/ 126001 w 2726878"/>
              <a:gd name="csY52" fmla="*/ 440361 h 443699"/>
              <a:gd name="csX53" fmla="*/ 522746 w 2726878"/>
              <a:gd name="csY53" fmla="*/ 2250 h 443699"/>
              <a:gd name="csX54" fmla="*/ 126001 w 2726878"/>
              <a:gd name="csY54" fmla="*/ 440361 h 443699"/>
              <a:gd name="csX55" fmla="*/ 522746 w 2726878"/>
              <a:gd name="csY55" fmla="*/ 2250 h 443699"/>
              <a:gd name="csX56" fmla="*/ 163718 w 2726878"/>
              <a:gd name="csY56" fmla="*/ 442974 h 443699"/>
              <a:gd name="csX57" fmla="*/ 560463 w 2726878"/>
              <a:gd name="csY57" fmla="*/ 4863 h 443699"/>
              <a:gd name="csX58" fmla="*/ 163718 w 2726878"/>
              <a:gd name="csY58" fmla="*/ 442974 h 443699"/>
              <a:gd name="csX59" fmla="*/ 560463 w 2726878"/>
              <a:gd name="csY59" fmla="*/ 4863 h 443699"/>
              <a:gd name="csX60" fmla="*/ 206347 w 2726878"/>
              <a:gd name="csY60" fmla="*/ 440144 h 443699"/>
              <a:gd name="csX61" fmla="*/ 603093 w 2726878"/>
              <a:gd name="csY61" fmla="*/ 1960 h 443699"/>
              <a:gd name="csX62" fmla="*/ 206347 w 2726878"/>
              <a:gd name="csY62" fmla="*/ 440144 h 443699"/>
              <a:gd name="csX63" fmla="*/ 603093 w 2726878"/>
              <a:gd name="csY63" fmla="*/ 1960 h 443699"/>
              <a:gd name="csX64" fmla="*/ 244064 w 2726878"/>
              <a:gd name="csY64" fmla="*/ 442756 h 443699"/>
              <a:gd name="csX65" fmla="*/ 640810 w 2726878"/>
              <a:gd name="csY65" fmla="*/ 4572 h 443699"/>
              <a:gd name="csX66" fmla="*/ 244064 w 2726878"/>
              <a:gd name="csY66" fmla="*/ 442756 h 443699"/>
              <a:gd name="csX67" fmla="*/ 640810 w 2726878"/>
              <a:gd name="csY67" fmla="*/ 4572 h 443699"/>
              <a:gd name="csX68" fmla="*/ 286694 w 2726878"/>
              <a:gd name="csY68" fmla="*/ 439853 h 443699"/>
              <a:gd name="csX69" fmla="*/ 683440 w 2726878"/>
              <a:gd name="csY69" fmla="*/ 1742 h 443699"/>
              <a:gd name="csX70" fmla="*/ 286694 w 2726878"/>
              <a:gd name="csY70" fmla="*/ 439853 h 443699"/>
              <a:gd name="csX71" fmla="*/ 683440 w 2726878"/>
              <a:gd name="csY71" fmla="*/ 1742 h 443699"/>
              <a:gd name="csX72" fmla="*/ 324411 w 2726878"/>
              <a:gd name="csY72" fmla="*/ 442466 h 443699"/>
              <a:gd name="csX73" fmla="*/ 721157 w 2726878"/>
              <a:gd name="csY73" fmla="*/ 4355 h 443699"/>
              <a:gd name="csX74" fmla="*/ 324411 w 2726878"/>
              <a:gd name="csY74" fmla="*/ 442466 h 443699"/>
              <a:gd name="csX75" fmla="*/ 721157 w 2726878"/>
              <a:gd name="csY75" fmla="*/ 4355 h 443699"/>
              <a:gd name="csX76" fmla="*/ 367041 w 2726878"/>
              <a:gd name="csY76" fmla="*/ 439636 h 443699"/>
              <a:gd name="csX77" fmla="*/ 763787 w 2726878"/>
              <a:gd name="csY77" fmla="*/ 1452 h 443699"/>
              <a:gd name="csX78" fmla="*/ 367041 w 2726878"/>
              <a:gd name="csY78" fmla="*/ 439636 h 443699"/>
              <a:gd name="csX79" fmla="*/ 763787 w 2726878"/>
              <a:gd name="csY79" fmla="*/ 1452 h 443699"/>
              <a:gd name="csX80" fmla="*/ 404758 w 2726878"/>
              <a:gd name="csY80" fmla="*/ 442248 h 443699"/>
              <a:gd name="csX81" fmla="*/ 801503 w 2726878"/>
              <a:gd name="csY81" fmla="*/ 4064 h 443699"/>
              <a:gd name="csX82" fmla="*/ 404758 w 2726878"/>
              <a:gd name="csY82" fmla="*/ 442248 h 443699"/>
              <a:gd name="csX83" fmla="*/ 801503 w 2726878"/>
              <a:gd name="csY83" fmla="*/ 4064 h 443699"/>
              <a:gd name="csX84" fmla="*/ 447388 w 2726878"/>
              <a:gd name="csY84" fmla="*/ 439345 h 443699"/>
              <a:gd name="csX85" fmla="*/ 844133 w 2726878"/>
              <a:gd name="csY85" fmla="*/ 1234 h 443699"/>
              <a:gd name="csX86" fmla="*/ 447388 w 2726878"/>
              <a:gd name="csY86" fmla="*/ 439345 h 443699"/>
              <a:gd name="csX87" fmla="*/ 844133 w 2726878"/>
              <a:gd name="csY87" fmla="*/ 1234 h 443699"/>
              <a:gd name="csX88" fmla="*/ 485105 w 2726878"/>
              <a:gd name="csY88" fmla="*/ 441958 h 443699"/>
              <a:gd name="csX89" fmla="*/ 881850 w 2726878"/>
              <a:gd name="csY89" fmla="*/ 3847 h 443699"/>
              <a:gd name="csX90" fmla="*/ 485105 w 2726878"/>
              <a:gd name="csY90" fmla="*/ 441958 h 443699"/>
              <a:gd name="csX91" fmla="*/ 881850 w 2726878"/>
              <a:gd name="csY91" fmla="*/ 3847 h 443699"/>
              <a:gd name="csX92" fmla="*/ 527735 w 2726878"/>
              <a:gd name="csY92" fmla="*/ 439128 h 443699"/>
              <a:gd name="csX93" fmla="*/ 924480 w 2726878"/>
              <a:gd name="csY93" fmla="*/ 944 h 443699"/>
              <a:gd name="csX94" fmla="*/ 527735 w 2726878"/>
              <a:gd name="csY94" fmla="*/ 439128 h 443699"/>
              <a:gd name="csX95" fmla="*/ 924480 w 2726878"/>
              <a:gd name="csY95" fmla="*/ 944 h 443699"/>
              <a:gd name="csX96" fmla="*/ 565452 w 2726878"/>
              <a:gd name="csY96" fmla="*/ 441740 h 443699"/>
              <a:gd name="csX97" fmla="*/ 962197 w 2726878"/>
              <a:gd name="csY97" fmla="*/ 3556 h 443699"/>
              <a:gd name="csX98" fmla="*/ 565452 w 2726878"/>
              <a:gd name="csY98" fmla="*/ 441740 h 443699"/>
              <a:gd name="csX99" fmla="*/ 962197 w 2726878"/>
              <a:gd name="csY99" fmla="*/ 3556 h 443699"/>
              <a:gd name="csX100" fmla="*/ 608081 w 2726878"/>
              <a:gd name="csY100" fmla="*/ 438910 h 443699"/>
              <a:gd name="csX101" fmla="*/ 1004827 w 2726878"/>
              <a:gd name="csY101" fmla="*/ 726 h 443699"/>
              <a:gd name="csX102" fmla="*/ 608081 w 2726878"/>
              <a:gd name="csY102" fmla="*/ 438910 h 443699"/>
              <a:gd name="csX103" fmla="*/ 1004827 w 2726878"/>
              <a:gd name="csY103" fmla="*/ 726 h 443699"/>
              <a:gd name="csX104" fmla="*/ 645798 w 2726878"/>
              <a:gd name="csY104" fmla="*/ 441523 h 443699"/>
              <a:gd name="csX105" fmla="*/ 1042544 w 2726878"/>
              <a:gd name="csY105" fmla="*/ 3339 h 443699"/>
              <a:gd name="csX106" fmla="*/ 645798 w 2726878"/>
              <a:gd name="csY106" fmla="*/ 441523 h 443699"/>
              <a:gd name="csX107" fmla="*/ 1042544 w 2726878"/>
              <a:gd name="csY107" fmla="*/ 3339 h 443699"/>
              <a:gd name="csX108" fmla="*/ 688428 w 2726878"/>
              <a:gd name="csY108" fmla="*/ 438620 h 443699"/>
              <a:gd name="csX109" fmla="*/ 1085174 w 2726878"/>
              <a:gd name="csY109" fmla="*/ 436 h 443699"/>
              <a:gd name="csX110" fmla="*/ 688428 w 2726878"/>
              <a:gd name="csY110" fmla="*/ 438620 h 443699"/>
              <a:gd name="csX111" fmla="*/ 1085174 w 2726878"/>
              <a:gd name="csY111" fmla="*/ 436 h 443699"/>
              <a:gd name="csX112" fmla="*/ 726145 w 2726878"/>
              <a:gd name="csY112" fmla="*/ 441232 h 443699"/>
              <a:gd name="csX113" fmla="*/ 1122890 w 2726878"/>
              <a:gd name="csY113" fmla="*/ 3048 h 443699"/>
              <a:gd name="csX114" fmla="*/ 726145 w 2726878"/>
              <a:gd name="csY114" fmla="*/ 441232 h 443699"/>
              <a:gd name="csX115" fmla="*/ 1122890 w 2726878"/>
              <a:gd name="csY115" fmla="*/ 3048 h 443699"/>
              <a:gd name="csX116" fmla="*/ 768775 w 2726878"/>
              <a:gd name="csY116" fmla="*/ 438402 h 443699"/>
              <a:gd name="csX117" fmla="*/ 1165520 w 2726878"/>
              <a:gd name="csY117" fmla="*/ 218 h 443699"/>
              <a:gd name="csX118" fmla="*/ 768775 w 2726878"/>
              <a:gd name="csY118" fmla="*/ 438402 h 443699"/>
              <a:gd name="csX119" fmla="*/ 1165520 w 2726878"/>
              <a:gd name="csY119" fmla="*/ 218 h 443699"/>
              <a:gd name="csX120" fmla="*/ 806492 w 2726878"/>
              <a:gd name="csY120" fmla="*/ 441015 h 443699"/>
              <a:gd name="csX121" fmla="*/ 1203237 w 2726878"/>
              <a:gd name="csY121" fmla="*/ 2831 h 443699"/>
              <a:gd name="csX122" fmla="*/ 806492 w 2726878"/>
              <a:gd name="csY122" fmla="*/ 441015 h 443699"/>
              <a:gd name="csX123" fmla="*/ 1203237 w 2726878"/>
              <a:gd name="csY123" fmla="*/ 2831 h 443699"/>
              <a:gd name="csX124" fmla="*/ 844209 w 2726878"/>
              <a:gd name="csY124" fmla="*/ 443627 h 443699"/>
              <a:gd name="csX125" fmla="*/ 1245867 w 2726878"/>
              <a:gd name="csY125" fmla="*/ 1 h 443699"/>
              <a:gd name="csX126" fmla="*/ 844209 w 2726878"/>
              <a:gd name="csY126" fmla="*/ 443627 h 443699"/>
              <a:gd name="csX127" fmla="*/ 1245867 w 2726878"/>
              <a:gd name="csY127" fmla="*/ 1 h 443699"/>
              <a:gd name="csX128" fmla="*/ 886839 w 2726878"/>
              <a:gd name="csY128" fmla="*/ 440724 h 443699"/>
              <a:gd name="csX129" fmla="*/ 1283584 w 2726878"/>
              <a:gd name="csY129" fmla="*/ 2613 h 443699"/>
              <a:gd name="csX130" fmla="*/ 886839 w 2726878"/>
              <a:gd name="csY130" fmla="*/ 440724 h 443699"/>
              <a:gd name="csX131" fmla="*/ 1283584 w 2726878"/>
              <a:gd name="csY131" fmla="*/ 2613 h 443699"/>
              <a:gd name="csX132" fmla="*/ 924556 w 2726878"/>
              <a:gd name="csY132" fmla="*/ 443337 h 443699"/>
              <a:gd name="csX133" fmla="*/ 1321226 w 2726878"/>
              <a:gd name="csY133" fmla="*/ 5225 h 443699"/>
              <a:gd name="csX134" fmla="*/ 924556 w 2726878"/>
              <a:gd name="csY134" fmla="*/ 443337 h 443699"/>
              <a:gd name="csX135" fmla="*/ 1321226 w 2726878"/>
              <a:gd name="csY135" fmla="*/ 5225 h 443699"/>
              <a:gd name="csX136" fmla="*/ 967186 w 2726878"/>
              <a:gd name="csY136" fmla="*/ 440507 h 443699"/>
              <a:gd name="csX137" fmla="*/ 1363931 w 2726878"/>
              <a:gd name="csY137" fmla="*/ 2323 h 443699"/>
              <a:gd name="csX138" fmla="*/ 967186 w 2726878"/>
              <a:gd name="csY138" fmla="*/ 440507 h 443699"/>
              <a:gd name="csX139" fmla="*/ 1363931 w 2726878"/>
              <a:gd name="csY139" fmla="*/ 2323 h 443699"/>
              <a:gd name="csX140" fmla="*/ 1004902 w 2726878"/>
              <a:gd name="csY140" fmla="*/ 443119 h 443699"/>
              <a:gd name="csX141" fmla="*/ 1401572 w 2726878"/>
              <a:gd name="csY141" fmla="*/ 4935 h 443699"/>
              <a:gd name="csX142" fmla="*/ 1004902 w 2726878"/>
              <a:gd name="csY142" fmla="*/ 443119 h 443699"/>
              <a:gd name="csX143" fmla="*/ 1401572 w 2726878"/>
              <a:gd name="csY143" fmla="*/ 4935 h 443699"/>
              <a:gd name="csX144" fmla="*/ 1047532 w 2726878"/>
              <a:gd name="csY144" fmla="*/ 440216 h 443699"/>
              <a:gd name="csX145" fmla="*/ 1444278 w 2726878"/>
              <a:gd name="csY145" fmla="*/ 2105 h 443699"/>
              <a:gd name="csX146" fmla="*/ 1047532 w 2726878"/>
              <a:gd name="csY146" fmla="*/ 440216 h 443699"/>
              <a:gd name="csX147" fmla="*/ 1444278 w 2726878"/>
              <a:gd name="csY147" fmla="*/ 2105 h 443699"/>
              <a:gd name="csX148" fmla="*/ 1085249 w 2726878"/>
              <a:gd name="csY148" fmla="*/ 442829 h 443699"/>
              <a:gd name="csX149" fmla="*/ 1481919 w 2726878"/>
              <a:gd name="csY149" fmla="*/ 4718 h 443699"/>
              <a:gd name="csX150" fmla="*/ 1085249 w 2726878"/>
              <a:gd name="csY150" fmla="*/ 442829 h 443699"/>
              <a:gd name="csX151" fmla="*/ 1481919 w 2726878"/>
              <a:gd name="csY151" fmla="*/ 4718 h 443699"/>
              <a:gd name="csX152" fmla="*/ 1127879 w 2726878"/>
              <a:gd name="csY152" fmla="*/ 439999 h 443699"/>
              <a:gd name="csX153" fmla="*/ 1524625 w 2726878"/>
              <a:gd name="csY153" fmla="*/ 1815 h 443699"/>
              <a:gd name="csX154" fmla="*/ 1127879 w 2726878"/>
              <a:gd name="csY154" fmla="*/ 439999 h 443699"/>
              <a:gd name="csX155" fmla="*/ 1524625 w 2726878"/>
              <a:gd name="csY155" fmla="*/ 1815 h 443699"/>
              <a:gd name="csX156" fmla="*/ 1165596 w 2726878"/>
              <a:gd name="csY156" fmla="*/ 442611 h 443699"/>
              <a:gd name="csX157" fmla="*/ 1562266 w 2726878"/>
              <a:gd name="csY157" fmla="*/ 4427 h 443699"/>
              <a:gd name="csX158" fmla="*/ 1165596 w 2726878"/>
              <a:gd name="csY158" fmla="*/ 442611 h 443699"/>
              <a:gd name="csX159" fmla="*/ 1562266 w 2726878"/>
              <a:gd name="csY159" fmla="*/ 4427 h 443699"/>
              <a:gd name="csX160" fmla="*/ 1208226 w 2726878"/>
              <a:gd name="csY160" fmla="*/ 439708 h 443699"/>
              <a:gd name="csX161" fmla="*/ 1604972 w 2726878"/>
              <a:gd name="csY161" fmla="*/ 1597 h 443699"/>
              <a:gd name="csX162" fmla="*/ 1208226 w 2726878"/>
              <a:gd name="csY162" fmla="*/ 439708 h 443699"/>
              <a:gd name="csX163" fmla="*/ 1604972 w 2726878"/>
              <a:gd name="csY163" fmla="*/ 1597 h 443699"/>
              <a:gd name="csX164" fmla="*/ 1245943 w 2726878"/>
              <a:gd name="csY164" fmla="*/ 442321 h 443699"/>
              <a:gd name="csX165" fmla="*/ 1642613 w 2726878"/>
              <a:gd name="csY165" fmla="*/ 4210 h 443699"/>
              <a:gd name="csX166" fmla="*/ 1245943 w 2726878"/>
              <a:gd name="csY166" fmla="*/ 442321 h 443699"/>
              <a:gd name="csX167" fmla="*/ 1642613 w 2726878"/>
              <a:gd name="csY167" fmla="*/ 4210 h 443699"/>
              <a:gd name="csX168" fmla="*/ 1288573 w 2726878"/>
              <a:gd name="csY168" fmla="*/ 439491 h 443699"/>
              <a:gd name="csX169" fmla="*/ 1685318 w 2726878"/>
              <a:gd name="csY169" fmla="*/ 1307 h 443699"/>
              <a:gd name="csX170" fmla="*/ 1288573 w 2726878"/>
              <a:gd name="csY170" fmla="*/ 439491 h 443699"/>
              <a:gd name="csX171" fmla="*/ 1685318 w 2726878"/>
              <a:gd name="csY171" fmla="*/ 1307 h 443699"/>
              <a:gd name="csX172" fmla="*/ 1326290 w 2726878"/>
              <a:gd name="csY172" fmla="*/ 442103 h 443699"/>
              <a:gd name="csX173" fmla="*/ 1722960 w 2726878"/>
              <a:gd name="csY173" fmla="*/ 3919 h 443699"/>
              <a:gd name="csX174" fmla="*/ 1326290 w 2726878"/>
              <a:gd name="csY174" fmla="*/ 442103 h 443699"/>
              <a:gd name="csX175" fmla="*/ 1722960 w 2726878"/>
              <a:gd name="csY175" fmla="*/ 3919 h 443699"/>
              <a:gd name="csX176" fmla="*/ 1368920 w 2726878"/>
              <a:gd name="csY176" fmla="*/ 439273 h 443699"/>
              <a:gd name="csX177" fmla="*/ 1765665 w 2726878"/>
              <a:gd name="csY177" fmla="*/ 1089 h 443699"/>
              <a:gd name="csX178" fmla="*/ 1368920 w 2726878"/>
              <a:gd name="csY178" fmla="*/ 439273 h 443699"/>
              <a:gd name="csX179" fmla="*/ 1765665 w 2726878"/>
              <a:gd name="csY179" fmla="*/ 1089 h 443699"/>
              <a:gd name="csX180" fmla="*/ 1406637 w 2726878"/>
              <a:gd name="csY180" fmla="*/ 441885 h 443699"/>
              <a:gd name="csX181" fmla="*/ 1803306 w 2726878"/>
              <a:gd name="csY181" fmla="*/ 3701 h 443699"/>
              <a:gd name="csX182" fmla="*/ 1406637 w 2726878"/>
              <a:gd name="csY182" fmla="*/ 441885 h 443699"/>
              <a:gd name="csX183" fmla="*/ 1803306 w 2726878"/>
              <a:gd name="csY183" fmla="*/ 3701 h 443699"/>
              <a:gd name="csX184" fmla="*/ 1449267 w 2726878"/>
              <a:gd name="csY184" fmla="*/ 438983 h 443699"/>
              <a:gd name="csX185" fmla="*/ 1846012 w 2726878"/>
              <a:gd name="csY185" fmla="*/ 799 h 443699"/>
              <a:gd name="csX186" fmla="*/ 1449267 w 2726878"/>
              <a:gd name="csY186" fmla="*/ 438983 h 443699"/>
              <a:gd name="csX187" fmla="*/ 1846012 w 2726878"/>
              <a:gd name="csY187" fmla="*/ 799 h 443699"/>
              <a:gd name="csX188" fmla="*/ 1486984 w 2726878"/>
              <a:gd name="csY188" fmla="*/ 441595 h 443699"/>
              <a:gd name="csX189" fmla="*/ 1883653 w 2726878"/>
              <a:gd name="csY189" fmla="*/ 3411 h 443699"/>
              <a:gd name="csX190" fmla="*/ 1486984 w 2726878"/>
              <a:gd name="csY190" fmla="*/ 441595 h 443699"/>
              <a:gd name="csX191" fmla="*/ 1883653 w 2726878"/>
              <a:gd name="csY191" fmla="*/ 3411 h 443699"/>
              <a:gd name="csX192" fmla="*/ 1529613 w 2726878"/>
              <a:gd name="csY192" fmla="*/ 438765 h 443699"/>
              <a:gd name="csX193" fmla="*/ 1926359 w 2726878"/>
              <a:gd name="csY193" fmla="*/ 581 h 443699"/>
              <a:gd name="csX194" fmla="*/ 1529613 w 2726878"/>
              <a:gd name="csY194" fmla="*/ 438765 h 443699"/>
              <a:gd name="csX195" fmla="*/ 1926359 w 2726878"/>
              <a:gd name="csY195" fmla="*/ 581 h 443699"/>
              <a:gd name="csX196" fmla="*/ 1567330 w 2726878"/>
              <a:gd name="csY196" fmla="*/ 441377 h 443699"/>
              <a:gd name="csX197" fmla="*/ 1964000 w 2726878"/>
              <a:gd name="csY197" fmla="*/ 3193 h 443699"/>
              <a:gd name="csX198" fmla="*/ 1567330 w 2726878"/>
              <a:gd name="csY198" fmla="*/ 441377 h 443699"/>
              <a:gd name="csX199" fmla="*/ 1964000 w 2726878"/>
              <a:gd name="csY199" fmla="*/ 3193 h 443699"/>
              <a:gd name="csX200" fmla="*/ 1609960 w 2726878"/>
              <a:gd name="csY200" fmla="*/ 438475 h 443699"/>
              <a:gd name="csX201" fmla="*/ 2006706 w 2726878"/>
              <a:gd name="csY201" fmla="*/ 291 h 443699"/>
              <a:gd name="csX202" fmla="*/ 1609960 w 2726878"/>
              <a:gd name="csY202" fmla="*/ 438475 h 443699"/>
              <a:gd name="csX203" fmla="*/ 2006706 w 2726878"/>
              <a:gd name="csY203" fmla="*/ 291 h 443699"/>
              <a:gd name="csX204" fmla="*/ 1647677 w 2726878"/>
              <a:gd name="csY204" fmla="*/ 441087 h 443699"/>
              <a:gd name="csX205" fmla="*/ 2044347 w 2726878"/>
              <a:gd name="csY205" fmla="*/ 2903 h 443699"/>
              <a:gd name="csX206" fmla="*/ 1647677 w 2726878"/>
              <a:gd name="csY206" fmla="*/ 441087 h 443699"/>
              <a:gd name="csX207" fmla="*/ 2044347 w 2726878"/>
              <a:gd name="csY207" fmla="*/ 2903 h 443699"/>
              <a:gd name="csX208" fmla="*/ 1685394 w 2726878"/>
              <a:gd name="csY208" fmla="*/ 443700 h 443699"/>
              <a:gd name="csX209" fmla="*/ 2087052 w 2726878"/>
              <a:gd name="csY209" fmla="*/ 73 h 443699"/>
              <a:gd name="csX210" fmla="*/ 1685394 w 2726878"/>
              <a:gd name="csY210" fmla="*/ 443700 h 443699"/>
              <a:gd name="csX211" fmla="*/ 2087052 w 2726878"/>
              <a:gd name="csY211" fmla="*/ 73 h 443699"/>
              <a:gd name="csX212" fmla="*/ 1728024 w 2726878"/>
              <a:gd name="csY212" fmla="*/ 440870 h 443699"/>
              <a:gd name="csX213" fmla="*/ 2124694 w 2726878"/>
              <a:gd name="csY213" fmla="*/ 2686 h 443699"/>
              <a:gd name="csX214" fmla="*/ 1728024 w 2726878"/>
              <a:gd name="csY214" fmla="*/ 440870 h 443699"/>
              <a:gd name="csX215" fmla="*/ 2124694 w 2726878"/>
              <a:gd name="csY215" fmla="*/ 2686 h 443699"/>
              <a:gd name="csX216" fmla="*/ 1765741 w 2726878"/>
              <a:gd name="csY216" fmla="*/ 443482 h 443699"/>
              <a:gd name="csX217" fmla="*/ 2162411 w 2726878"/>
              <a:gd name="csY217" fmla="*/ 5298 h 443699"/>
              <a:gd name="csX218" fmla="*/ 1765741 w 2726878"/>
              <a:gd name="csY218" fmla="*/ 443482 h 443699"/>
              <a:gd name="csX219" fmla="*/ 2162411 w 2726878"/>
              <a:gd name="csY219" fmla="*/ 5298 h 443699"/>
              <a:gd name="csX220" fmla="*/ 1808370 w 2726878"/>
              <a:gd name="csY220" fmla="*/ 440579 h 443699"/>
              <a:gd name="csX221" fmla="*/ 2205041 w 2726878"/>
              <a:gd name="csY221" fmla="*/ 2468 h 443699"/>
              <a:gd name="csX222" fmla="*/ 1808370 w 2726878"/>
              <a:gd name="csY222" fmla="*/ 440579 h 443699"/>
              <a:gd name="csX223" fmla="*/ 2205041 w 2726878"/>
              <a:gd name="csY223" fmla="*/ 2468 h 443699"/>
              <a:gd name="csX224" fmla="*/ 1846088 w 2726878"/>
              <a:gd name="csY224" fmla="*/ 443192 h 443699"/>
              <a:gd name="csX225" fmla="*/ 2242758 w 2726878"/>
              <a:gd name="csY225" fmla="*/ 5080 h 443699"/>
              <a:gd name="csX226" fmla="*/ 1846088 w 2726878"/>
              <a:gd name="csY226" fmla="*/ 443192 h 443699"/>
              <a:gd name="csX227" fmla="*/ 2242758 w 2726878"/>
              <a:gd name="csY227" fmla="*/ 5080 h 443699"/>
              <a:gd name="csX228" fmla="*/ 1888717 w 2726878"/>
              <a:gd name="csY228" fmla="*/ 440361 h 443699"/>
              <a:gd name="csX229" fmla="*/ 2285388 w 2726878"/>
              <a:gd name="csY229" fmla="*/ 2178 h 443699"/>
              <a:gd name="csX230" fmla="*/ 1888717 w 2726878"/>
              <a:gd name="csY230" fmla="*/ 440361 h 443699"/>
              <a:gd name="csX231" fmla="*/ 2285388 w 2726878"/>
              <a:gd name="csY231" fmla="*/ 2178 h 443699"/>
              <a:gd name="csX232" fmla="*/ 1926434 w 2726878"/>
              <a:gd name="csY232" fmla="*/ 442974 h 443699"/>
              <a:gd name="csX233" fmla="*/ 2323104 w 2726878"/>
              <a:gd name="csY233" fmla="*/ 4790 h 443699"/>
              <a:gd name="csX234" fmla="*/ 1926434 w 2726878"/>
              <a:gd name="csY234" fmla="*/ 442974 h 443699"/>
              <a:gd name="csX235" fmla="*/ 2323104 w 2726878"/>
              <a:gd name="csY235" fmla="*/ 4790 h 443699"/>
              <a:gd name="csX236" fmla="*/ 1969064 w 2726878"/>
              <a:gd name="csY236" fmla="*/ 440071 h 443699"/>
              <a:gd name="csX237" fmla="*/ 2365734 w 2726878"/>
              <a:gd name="csY237" fmla="*/ 1960 h 443699"/>
              <a:gd name="csX238" fmla="*/ 1969064 w 2726878"/>
              <a:gd name="csY238" fmla="*/ 440071 h 443699"/>
              <a:gd name="csX239" fmla="*/ 2365734 w 2726878"/>
              <a:gd name="csY239" fmla="*/ 1960 h 443699"/>
              <a:gd name="csX240" fmla="*/ 2006781 w 2726878"/>
              <a:gd name="csY240" fmla="*/ 442684 h 443699"/>
              <a:gd name="csX241" fmla="*/ 2403451 w 2726878"/>
              <a:gd name="csY241" fmla="*/ 4572 h 443699"/>
              <a:gd name="csX242" fmla="*/ 2006781 w 2726878"/>
              <a:gd name="csY242" fmla="*/ 442684 h 443699"/>
              <a:gd name="csX243" fmla="*/ 2403451 w 2726878"/>
              <a:gd name="csY243" fmla="*/ 4572 h 443699"/>
              <a:gd name="csX244" fmla="*/ 2049411 w 2726878"/>
              <a:gd name="csY244" fmla="*/ 439853 h 443699"/>
              <a:gd name="csX245" fmla="*/ 2446081 w 2726878"/>
              <a:gd name="csY245" fmla="*/ 1669 h 443699"/>
              <a:gd name="csX246" fmla="*/ 2049411 w 2726878"/>
              <a:gd name="csY246" fmla="*/ 439853 h 443699"/>
              <a:gd name="csX247" fmla="*/ 2446081 w 2726878"/>
              <a:gd name="csY247" fmla="*/ 1669 h 443699"/>
              <a:gd name="csX248" fmla="*/ 2087128 w 2726878"/>
              <a:gd name="csY248" fmla="*/ 442466 h 443699"/>
              <a:gd name="csX249" fmla="*/ 2483798 w 2726878"/>
              <a:gd name="csY249" fmla="*/ 4282 h 443699"/>
              <a:gd name="csX250" fmla="*/ 2087128 w 2726878"/>
              <a:gd name="csY250" fmla="*/ 442466 h 443699"/>
              <a:gd name="csX251" fmla="*/ 2483798 w 2726878"/>
              <a:gd name="csY251" fmla="*/ 4282 h 443699"/>
              <a:gd name="csX252" fmla="*/ 2129758 w 2726878"/>
              <a:gd name="csY252" fmla="*/ 439563 h 443699"/>
              <a:gd name="csX253" fmla="*/ 2526428 w 2726878"/>
              <a:gd name="csY253" fmla="*/ 1452 h 443699"/>
              <a:gd name="csX254" fmla="*/ 2129758 w 2726878"/>
              <a:gd name="csY254" fmla="*/ 439563 h 443699"/>
              <a:gd name="csX255" fmla="*/ 2526428 w 2726878"/>
              <a:gd name="csY255" fmla="*/ 1452 h 443699"/>
              <a:gd name="csX256" fmla="*/ 2167475 w 2726878"/>
              <a:gd name="csY256" fmla="*/ 442176 h 443699"/>
              <a:gd name="csX257" fmla="*/ 2564145 w 2726878"/>
              <a:gd name="csY257" fmla="*/ 4064 h 443699"/>
              <a:gd name="csX258" fmla="*/ 2167475 w 2726878"/>
              <a:gd name="csY258" fmla="*/ 442176 h 443699"/>
              <a:gd name="csX259" fmla="*/ 2564145 w 2726878"/>
              <a:gd name="csY259" fmla="*/ 4064 h 443699"/>
              <a:gd name="csX260" fmla="*/ 2210105 w 2726878"/>
              <a:gd name="csY260" fmla="*/ 439345 h 443699"/>
              <a:gd name="csX261" fmla="*/ 2606774 w 2726878"/>
              <a:gd name="csY261" fmla="*/ 1161 h 443699"/>
              <a:gd name="csX262" fmla="*/ 2210105 w 2726878"/>
              <a:gd name="csY262" fmla="*/ 439345 h 443699"/>
              <a:gd name="csX263" fmla="*/ 2606774 w 2726878"/>
              <a:gd name="csY263" fmla="*/ 1161 h 443699"/>
              <a:gd name="csX264" fmla="*/ 2247822 w 2726878"/>
              <a:gd name="csY264" fmla="*/ 441958 h 443699"/>
              <a:gd name="csX265" fmla="*/ 2644491 w 2726878"/>
              <a:gd name="csY265" fmla="*/ 3774 h 443699"/>
              <a:gd name="csX266" fmla="*/ 2247822 w 2726878"/>
              <a:gd name="csY266" fmla="*/ 441958 h 443699"/>
              <a:gd name="csX267" fmla="*/ 2644491 w 2726878"/>
              <a:gd name="csY267" fmla="*/ 3774 h 443699"/>
              <a:gd name="csX268" fmla="*/ 2290452 w 2726878"/>
              <a:gd name="csY268" fmla="*/ 439128 h 443699"/>
              <a:gd name="csX269" fmla="*/ 2687121 w 2726878"/>
              <a:gd name="csY269" fmla="*/ 944 h 443699"/>
              <a:gd name="csX270" fmla="*/ 2290452 w 2726878"/>
              <a:gd name="csY270" fmla="*/ 439128 h 443699"/>
              <a:gd name="csX271" fmla="*/ 2687121 w 2726878"/>
              <a:gd name="csY271" fmla="*/ 944 h 443699"/>
              <a:gd name="csX272" fmla="*/ 2328168 w 2726878"/>
              <a:gd name="csY272" fmla="*/ 441740 h 443699"/>
              <a:gd name="csX273" fmla="*/ 2724838 w 2726878"/>
              <a:gd name="csY273" fmla="*/ 3556 h 443699"/>
              <a:gd name="csX274" fmla="*/ 2328168 w 2726878"/>
              <a:gd name="csY274" fmla="*/ 441740 h 443699"/>
              <a:gd name="csX275" fmla="*/ 2724838 w 2726878"/>
              <a:gd name="csY275" fmla="*/ 3556 h 443699"/>
              <a:gd name="csX276" fmla="*/ 2370798 w 2726878"/>
              <a:gd name="csY276" fmla="*/ 438837 h 443699"/>
              <a:gd name="csX277" fmla="*/ 2722873 w 2726878"/>
              <a:gd name="csY277" fmla="*/ 50002 h 443699"/>
              <a:gd name="csX278" fmla="*/ 2370798 w 2726878"/>
              <a:gd name="csY278" fmla="*/ 438837 h 443699"/>
              <a:gd name="csX279" fmla="*/ 2722873 w 2726878"/>
              <a:gd name="csY279" fmla="*/ 50002 h 443699"/>
              <a:gd name="csX280" fmla="*/ 2408515 w 2726878"/>
              <a:gd name="csY280" fmla="*/ 441450 h 443699"/>
              <a:gd name="csX281" fmla="*/ 2725821 w 2726878"/>
              <a:gd name="csY281" fmla="*/ 90932 h 443699"/>
              <a:gd name="csX282" fmla="*/ 2408515 w 2726878"/>
              <a:gd name="csY282" fmla="*/ 441450 h 443699"/>
              <a:gd name="csX283" fmla="*/ 2725821 w 2726878"/>
              <a:gd name="csY283" fmla="*/ 90932 h 443699"/>
              <a:gd name="csX284" fmla="*/ 2451145 w 2726878"/>
              <a:gd name="csY284" fmla="*/ 438620 h 443699"/>
              <a:gd name="csX285" fmla="*/ 2723856 w 2726878"/>
              <a:gd name="csY285" fmla="*/ 137377 h 443699"/>
              <a:gd name="csX286" fmla="*/ 2451145 w 2726878"/>
              <a:gd name="csY286" fmla="*/ 438620 h 443699"/>
              <a:gd name="csX287" fmla="*/ 2723856 w 2726878"/>
              <a:gd name="csY287" fmla="*/ 137377 h 443699"/>
              <a:gd name="csX288" fmla="*/ 2488862 w 2726878"/>
              <a:gd name="csY288" fmla="*/ 441232 h 443699"/>
              <a:gd name="csX289" fmla="*/ 2726879 w 2726878"/>
              <a:gd name="csY289" fmla="*/ 178307 h 443699"/>
              <a:gd name="csX290" fmla="*/ 2488862 w 2726878"/>
              <a:gd name="csY290" fmla="*/ 441232 h 443699"/>
              <a:gd name="csX291" fmla="*/ 2726879 w 2726878"/>
              <a:gd name="csY291" fmla="*/ 178307 h 443699"/>
              <a:gd name="csX292" fmla="*/ 2531492 w 2726878"/>
              <a:gd name="csY292" fmla="*/ 438330 h 443699"/>
              <a:gd name="csX293" fmla="*/ 2724914 w 2726878"/>
              <a:gd name="csY293" fmla="*/ 224753 h 443699"/>
              <a:gd name="csX294" fmla="*/ 2531492 w 2726878"/>
              <a:gd name="csY294" fmla="*/ 438330 h 443699"/>
              <a:gd name="csX295" fmla="*/ 2724914 w 2726878"/>
              <a:gd name="csY295" fmla="*/ 224753 h 443699"/>
              <a:gd name="csX296" fmla="*/ 2569209 w 2726878"/>
              <a:gd name="csY296" fmla="*/ 440942 h 443699"/>
              <a:gd name="csX297" fmla="*/ 2722873 w 2726878"/>
              <a:gd name="csY297" fmla="*/ 271198 h 443699"/>
              <a:gd name="csX298" fmla="*/ 2569209 w 2726878"/>
              <a:gd name="csY298" fmla="*/ 440942 h 443699"/>
              <a:gd name="csX299" fmla="*/ 2722873 w 2726878"/>
              <a:gd name="csY299" fmla="*/ 271198 h 443699"/>
              <a:gd name="csX300" fmla="*/ 2606850 w 2726878"/>
              <a:gd name="csY300" fmla="*/ 443555 h 443699"/>
              <a:gd name="csX301" fmla="*/ 2725896 w 2726878"/>
              <a:gd name="csY301" fmla="*/ 312128 h 443699"/>
              <a:gd name="csX302" fmla="*/ 2606850 w 2726878"/>
              <a:gd name="csY302" fmla="*/ 443555 h 443699"/>
              <a:gd name="csX303" fmla="*/ 2725896 w 2726878"/>
              <a:gd name="csY303" fmla="*/ 312128 h 443699"/>
              <a:gd name="csX304" fmla="*/ 2649556 w 2726878"/>
              <a:gd name="csY304" fmla="*/ 440724 h 443699"/>
              <a:gd name="csX305" fmla="*/ 2723931 w 2726878"/>
              <a:gd name="csY305" fmla="*/ 358574 h 443699"/>
              <a:gd name="csX306" fmla="*/ 2649556 w 2726878"/>
              <a:gd name="csY306" fmla="*/ 440724 h 443699"/>
              <a:gd name="csX307" fmla="*/ 2723931 w 2726878"/>
              <a:gd name="csY307" fmla="*/ 358574 h 443699"/>
              <a:gd name="csX308" fmla="*/ 2687197 w 2726878"/>
              <a:gd name="csY308" fmla="*/ 443337 h 443699"/>
              <a:gd name="csX309" fmla="*/ 2721966 w 2726878"/>
              <a:gd name="csY309" fmla="*/ 404947 h 443699"/>
              <a:gd name="csX310" fmla="*/ 2687197 w 2726878"/>
              <a:gd name="csY310" fmla="*/ 443337 h 443699"/>
              <a:gd name="csX311" fmla="*/ 2721966 w 2726878"/>
              <a:gd name="csY311" fmla="*/ 404947 h 443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  <a:cxn ang="0">
                <a:pos x="csX262" y="csY262"/>
              </a:cxn>
              <a:cxn ang="0">
                <a:pos x="csX263" y="csY263"/>
              </a:cxn>
              <a:cxn ang="0">
                <a:pos x="csX264" y="csY264"/>
              </a:cxn>
              <a:cxn ang="0">
                <a:pos x="csX265" y="csY265"/>
              </a:cxn>
              <a:cxn ang="0">
                <a:pos x="csX266" y="csY266"/>
              </a:cxn>
              <a:cxn ang="0">
                <a:pos x="csX267" y="csY267"/>
              </a:cxn>
              <a:cxn ang="0">
                <a:pos x="csX268" y="csY268"/>
              </a:cxn>
              <a:cxn ang="0">
                <a:pos x="csX269" y="csY269"/>
              </a:cxn>
              <a:cxn ang="0">
                <a:pos x="csX270" y="csY270"/>
              </a:cxn>
              <a:cxn ang="0">
                <a:pos x="csX271" y="csY271"/>
              </a:cxn>
              <a:cxn ang="0">
                <a:pos x="csX272" y="csY272"/>
              </a:cxn>
              <a:cxn ang="0">
                <a:pos x="csX273" y="csY273"/>
              </a:cxn>
              <a:cxn ang="0">
                <a:pos x="csX274" y="csY274"/>
              </a:cxn>
              <a:cxn ang="0">
                <a:pos x="csX275" y="csY275"/>
              </a:cxn>
              <a:cxn ang="0">
                <a:pos x="csX276" y="csY276"/>
              </a:cxn>
              <a:cxn ang="0">
                <a:pos x="csX277" y="csY277"/>
              </a:cxn>
              <a:cxn ang="0">
                <a:pos x="csX278" y="csY278"/>
              </a:cxn>
              <a:cxn ang="0">
                <a:pos x="csX279" y="csY279"/>
              </a:cxn>
              <a:cxn ang="0">
                <a:pos x="csX280" y="csY280"/>
              </a:cxn>
              <a:cxn ang="0">
                <a:pos x="csX281" y="csY281"/>
              </a:cxn>
              <a:cxn ang="0">
                <a:pos x="csX282" y="csY282"/>
              </a:cxn>
              <a:cxn ang="0">
                <a:pos x="csX283" y="csY283"/>
              </a:cxn>
              <a:cxn ang="0">
                <a:pos x="csX284" y="csY284"/>
              </a:cxn>
              <a:cxn ang="0">
                <a:pos x="csX285" y="csY285"/>
              </a:cxn>
              <a:cxn ang="0">
                <a:pos x="csX286" y="csY286"/>
              </a:cxn>
              <a:cxn ang="0">
                <a:pos x="csX287" y="csY287"/>
              </a:cxn>
              <a:cxn ang="0">
                <a:pos x="csX288" y="csY288"/>
              </a:cxn>
              <a:cxn ang="0">
                <a:pos x="csX289" y="csY289"/>
              </a:cxn>
              <a:cxn ang="0">
                <a:pos x="csX290" y="csY290"/>
              </a:cxn>
              <a:cxn ang="0">
                <a:pos x="csX291" y="csY291"/>
              </a:cxn>
              <a:cxn ang="0">
                <a:pos x="csX292" y="csY292"/>
              </a:cxn>
              <a:cxn ang="0">
                <a:pos x="csX293" y="csY293"/>
              </a:cxn>
              <a:cxn ang="0">
                <a:pos x="csX294" y="csY294"/>
              </a:cxn>
              <a:cxn ang="0">
                <a:pos x="csX295" y="csY295"/>
              </a:cxn>
              <a:cxn ang="0">
                <a:pos x="csX296" y="csY296"/>
              </a:cxn>
              <a:cxn ang="0">
                <a:pos x="csX297" y="csY297"/>
              </a:cxn>
              <a:cxn ang="0">
                <a:pos x="csX298" y="csY298"/>
              </a:cxn>
              <a:cxn ang="0">
                <a:pos x="csX299" y="csY299"/>
              </a:cxn>
              <a:cxn ang="0">
                <a:pos x="csX300" y="csY300"/>
              </a:cxn>
              <a:cxn ang="0">
                <a:pos x="csX301" y="csY301"/>
              </a:cxn>
              <a:cxn ang="0">
                <a:pos x="csX302" y="csY302"/>
              </a:cxn>
              <a:cxn ang="0">
                <a:pos x="csX303" y="csY303"/>
              </a:cxn>
              <a:cxn ang="0">
                <a:pos x="csX304" y="csY304"/>
              </a:cxn>
              <a:cxn ang="0">
                <a:pos x="csX305" y="csY305"/>
              </a:cxn>
              <a:cxn ang="0">
                <a:pos x="csX306" y="csY306"/>
              </a:cxn>
              <a:cxn ang="0">
                <a:pos x="csX307" y="csY307"/>
              </a:cxn>
              <a:cxn ang="0">
                <a:pos x="csX308" y="csY308"/>
              </a:cxn>
              <a:cxn ang="0">
                <a:pos x="csX309" y="csY309"/>
              </a:cxn>
              <a:cxn ang="0">
                <a:pos x="csX310" y="csY310"/>
              </a:cxn>
              <a:cxn ang="0">
                <a:pos x="csX311" y="csY311"/>
              </a:cxn>
            </a:cxnLst>
            <a:rect l="l" t="t" r="r" b="b"/>
            <a:pathLst>
              <a:path w="2726878" h="443699">
                <a:moveTo>
                  <a:pt x="2948" y="1089"/>
                </a:moveTo>
                <a:cubicBezTo>
                  <a:pt x="2948" y="1089"/>
                  <a:pt x="2948" y="1089"/>
                  <a:pt x="2948" y="1089"/>
                </a:cubicBezTo>
                <a:moveTo>
                  <a:pt x="2948" y="1089"/>
                </a:moveTo>
                <a:cubicBezTo>
                  <a:pt x="2948" y="1089"/>
                  <a:pt x="2948" y="1089"/>
                  <a:pt x="2948" y="1089"/>
                </a:cubicBezTo>
                <a:moveTo>
                  <a:pt x="983" y="47534"/>
                </a:moveTo>
                <a:cubicBezTo>
                  <a:pt x="6652" y="31133"/>
                  <a:pt x="27135" y="26634"/>
                  <a:pt x="40665" y="3701"/>
                </a:cubicBezTo>
                <a:moveTo>
                  <a:pt x="983" y="47534"/>
                </a:moveTo>
                <a:cubicBezTo>
                  <a:pt x="12094" y="40858"/>
                  <a:pt x="17536" y="28593"/>
                  <a:pt x="40665" y="3701"/>
                </a:cubicBezTo>
                <a:moveTo>
                  <a:pt x="3931" y="88464"/>
                </a:moveTo>
                <a:cubicBezTo>
                  <a:pt x="35450" y="61976"/>
                  <a:pt x="49811" y="30771"/>
                  <a:pt x="83295" y="871"/>
                </a:cubicBezTo>
                <a:moveTo>
                  <a:pt x="3931" y="88464"/>
                </a:moveTo>
                <a:cubicBezTo>
                  <a:pt x="30159" y="56315"/>
                  <a:pt x="59637" y="23296"/>
                  <a:pt x="83295" y="871"/>
                </a:cubicBezTo>
                <a:moveTo>
                  <a:pt x="1966" y="134910"/>
                </a:moveTo>
                <a:cubicBezTo>
                  <a:pt x="33182" y="105229"/>
                  <a:pt x="73620" y="69161"/>
                  <a:pt x="121012" y="3484"/>
                </a:cubicBezTo>
                <a:moveTo>
                  <a:pt x="1966" y="134910"/>
                </a:moveTo>
                <a:cubicBezTo>
                  <a:pt x="39758" y="90569"/>
                  <a:pt x="92365" y="34254"/>
                  <a:pt x="121012" y="3484"/>
                </a:cubicBezTo>
                <a:moveTo>
                  <a:pt x="1" y="181355"/>
                </a:moveTo>
                <a:cubicBezTo>
                  <a:pt x="36961" y="126056"/>
                  <a:pt x="102796" y="72862"/>
                  <a:pt x="163642" y="581"/>
                </a:cubicBezTo>
                <a:moveTo>
                  <a:pt x="1" y="181355"/>
                </a:moveTo>
                <a:cubicBezTo>
                  <a:pt x="44671" y="129104"/>
                  <a:pt x="82464" y="93690"/>
                  <a:pt x="163642" y="581"/>
                </a:cubicBezTo>
                <a:moveTo>
                  <a:pt x="3024" y="222285"/>
                </a:moveTo>
                <a:cubicBezTo>
                  <a:pt x="67573" y="142457"/>
                  <a:pt x="135675" y="76781"/>
                  <a:pt x="201359" y="3193"/>
                </a:cubicBezTo>
                <a:moveTo>
                  <a:pt x="3024" y="222285"/>
                </a:moveTo>
                <a:cubicBezTo>
                  <a:pt x="71579" y="143764"/>
                  <a:pt x="152758" y="58275"/>
                  <a:pt x="201359" y="3193"/>
                </a:cubicBezTo>
                <a:moveTo>
                  <a:pt x="983" y="268731"/>
                </a:moveTo>
                <a:cubicBezTo>
                  <a:pt x="96296" y="182807"/>
                  <a:pt x="190399" y="65169"/>
                  <a:pt x="243989" y="363"/>
                </a:cubicBezTo>
                <a:moveTo>
                  <a:pt x="983" y="268731"/>
                </a:moveTo>
                <a:cubicBezTo>
                  <a:pt x="62358" y="199426"/>
                  <a:pt x="120634" y="135636"/>
                  <a:pt x="243989" y="363"/>
                </a:cubicBezTo>
                <a:moveTo>
                  <a:pt x="4006" y="309661"/>
                </a:moveTo>
                <a:cubicBezTo>
                  <a:pt x="117913" y="191080"/>
                  <a:pt x="205818" y="110381"/>
                  <a:pt x="281706" y="2976"/>
                </a:cubicBezTo>
                <a:moveTo>
                  <a:pt x="4006" y="309661"/>
                </a:moveTo>
                <a:cubicBezTo>
                  <a:pt x="66213" y="250153"/>
                  <a:pt x="119122" y="183387"/>
                  <a:pt x="281706" y="2976"/>
                </a:cubicBezTo>
                <a:moveTo>
                  <a:pt x="2041" y="356106"/>
                </a:moveTo>
                <a:cubicBezTo>
                  <a:pt x="84731" y="256612"/>
                  <a:pt x="143234" y="195870"/>
                  <a:pt x="324336" y="73"/>
                </a:cubicBezTo>
                <a:moveTo>
                  <a:pt x="2041" y="356106"/>
                </a:moveTo>
                <a:cubicBezTo>
                  <a:pt x="84580" y="267062"/>
                  <a:pt x="173619" y="165317"/>
                  <a:pt x="324336" y="73"/>
                </a:cubicBezTo>
                <a:moveTo>
                  <a:pt x="76" y="402552"/>
                </a:moveTo>
                <a:cubicBezTo>
                  <a:pt x="81405" y="329400"/>
                  <a:pt x="156461" y="224753"/>
                  <a:pt x="362052" y="2686"/>
                </a:cubicBezTo>
                <a:moveTo>
                  <a:pt x="76" y="402552"/>
                </a:moveTo>
                <a:cubicBezTo>
                  <a:pt x="81935" y="326207"/>
                  <a:pt x="147542" y="234477"/>
                  <a:pt x="362052" y="2686"/>
                </a:cubicBezTo>
                <a:moveTo>
                  <a:pt x="3024" y="443482"/>
                </a:moveTo>
                <a:cubicBezTo>
                  <a:pt x="113227" y="331142"/>
                  <a:pt x="244745" y="183097"/>
                  <a:pt x="399694" y="5298"/>
                </a:cubicBezTo>
                <a:moveTo>
                  <a:pt x="3024" y="443482"/>
                </a:moveTo>
                <a:cubicBezTo>
                  <a:pt x="104988" y="323377"/>
                  <a:pt x="209976" y="213359"/>
                  <a:pt x="399694" y="5298"/>
                </a:cubicBezTo>
                <a:moveTo>
                  <a:pt x="45654" y="440652"/>
                </a:moveTo>
                <a:cubicBezTo>
                  <a:pt x="129478" y="351172"/>
                  <a:pt x="240361" y="239703"/>
                  <a:pt x="442399" y="2468"/>
                </a:cubicBezTo>
                <a:moveTo>
                  <a:pt x="45654" y="440652"/>
                </a:moveTo>
                <a:cubicBezTo>
                  <a:pt x="181404" y="279109"/>
                  <a:pt x="328417" y="132733"/>
                  <a:pt x="442399" y="2468"/>
                </a:cubicBezTo>
                <a:moveTo>
                  <a:pt x="83371" y="443264"/>
                </a:moveTo>
                <a:cubicBezTo>
                  <a:pt x="187073" y="334625"/>
                  <a:pt x="300451" y="220689"/>
                  <a:pt x="480040" y="5080"/>
                </a:cubicBezTo>
                <a:moveTo>
                  <a:pt x="83371" y="443264"/>
                </a:moveTo>
                <a:cubicBezTo>
                  <a:pt x="240814" y="265320"/>
                  <a:pt x="405589" y="98407"/>
                  <a:pt x="480040" y="5080"/>
                </a:cubicBezTo>
                <a:moveTo>
                  <a:pt x="126001" y="440361"/>
                </a:moveTo>
                <a:cubicBezTo>
                  <a:pt x="205516" y="348632"/>
                  <a:pt x="291910" y="247758"/>
                  <a:pt x="522746" y="2250"/>
                </a:cubicBezTo>
                <a:moveTo>
                  <a:pt x="126001" y="440361"/>
                </a:moveTo>
                <a:cubicBezTo>
                  <a:pt x="279060" y="282011"/>
                  <a:pt x="422747" y="111034"/>
                  <a:pt x="522746" y="2250"/>
                </a:cubicBezTo>
                <a:moveTo>
                  <a:pt x="163718" y="442974"/>
                </a:moveTo>
                <a:cubicBezTo>
                  <a:pt x="318893" y="269674"/>
                  <a:pt x="455097" y="112848"/>
                  <a:pt x="560463" y="4863"/>
                </a:cubicBezTo>
                <a:moveTo>
                  <a:pt x="163718" y="442974"/>
                </a:moveTo>
                <a:cubicBezTo>
                  <a:pt x="294253" y="288833"/>
                  <a:pt x="444062" y="130991"/>
                  <a:pt x="560463" y="4863"/>
                </a:cubicBezTo>
                <a:moveTo>
                  <a:pt x="206347" y="440144"/>
                </a:moveTo>
                <a:cubicBezTo>
                  <a:pt x="293346" y="330271"/>
                  <a:pt x="401205" y="237453"/>
                  <a:pt x="603093" y="1960"/>
                </a:cubicBezTo>
                <a:moveTo>
                  <a:pt x="206347" y="440144"/>
                </a:moveTo>
                <a:cubicBezTo>
                  <a:pt x="308387" y="344132"/>
                  <a:pt x="400072" y="230341"/>
                  <a:pt x="603093" y="1960"/>
                </a:cubicBezTo>
                <a:moveTo>
                  <a:pt x="244064" y="442756"/>
                </a:moveTo>
                <a:cubicBezTo>
                  <a:pt x="345424" y="345076"/>
                  <a:pt x="450336" y="242388"/>
                  <a:pt x="640810" y="4572"/>
                </a:cubicBezTo>
                <a:moveTo>
                  <a:pt x="244064" y="442756"/>
                </a:moveTo>
                <a:cubicBezTo>
                  <a:pt x="389565" y="275698"/>
                  <a:pt x="544892" y="114590"/>
                  <a:pt x="640810" y="4572"/>
                </a:cubicBezTo>
                <a:moveTo>
                  <a:pt x="286694" y="439853"/>
                </a:moveTo>
                <a:cubicBezTo>
                  <a:pt x="382612" y="353857"/>
                  <a:pt x="474750" y="236437"/>
                  <a:pt x="683440" y="1742"/>
                </a:cubicBezTo>
                <a:moveTo>
                  <a:pt x="286694" y="439853"/>
                </a:moveTo>
                <a:cubicBezTo>
                  <a:pt x="407857" y="309734"/>
                  <a:pt x="516548" y="187887"/>
                  <a:pt x="683440" y="1742"/>
                </a:cubicBezTo>
                <a:moveTo>
                  <a:pt x="324411" y="442466"/>
                </a:moveTo>
                <a:cubicBezTo>
                  <a:pt x="447161" y="284914"/>
                  <a:pt x="605814" y="145288"/>
                  <a:pt x="721157" y="4355"/>
                </a:cubicBezTo>
                <a:moveTo>
                  <a:pt x="324411" y="442466"/>
                </a:moveTo>
                <a:cubicBezTo>
                  <a:pt x="423276" y="334771"/>
                  <a:pt x="527054" y="215827"/>
                  <a:pt x="721157" y="4355"/>
                </a:cubicBezTo>
                <a:moveTo>
                  <a:pt x="367041" y="439636"/>
                </a:moveTo>
                <a:cubicBezTo>
                  <a:pt x="461371" y="328167"/>
                  <a:pt x="566132" y="234550"/>
                  <a:pt x="763787" y="1452"/>
                </a:cubicBezTo>
                <a:moveTo>
                  <a:pt x="367041" y="439636"/>
                </a:moveTo>
                <a:cubicBezTo>
                  <a:pt x="488128" y="309081"/>
                  <a:pt x="593116" y="183024"/>
                  <a:pt x="763787" y="1452"/>
                </a:cubicBezTo>
                <a:moveTo>
                  <a:pt x="404758" y="442248"/>
                </a:moveTo>
                <a:cubicBezTo>
                  <a:pt x="538997" y="305452"/>
                  <a:pt x="656456" y="174098"/>
                  <a:pt x="801503" y="4064"/>
                </a:cubicBezTo>
                <a:moveTo>
                  <a:pt x="404758" y="442248"/>
                </a:moveTo>
                <a:cubicBezTo>
                  <a:pt x="533933" y="291010"/>
                  <a:pt x="670288" y="146231"/>
                  <a:pt x="801503" y="4064"/>
                </a:cubicBezTo>
                <a:moveTo>
                  <a:pt x="447388" y="439345"/>
                </a:moveTo>
                <a:cubicBezTo>
                  <a:pt x="586993" y="271779"/>
                  <a:pt x="725389" y="109438"/>
                  <a:pt x="844133" y="1234"/>
                </a:cubicBezTo>
                <a:moveTo>
                  <a:pt x="447388" y="439345"/>
                </a:moveTo>
                <a:cubicBezTo>
                  <a:pt x="595081" y="278673"/>
                  <a:pt x="735593" y="115606"/>
                  <a:pt x="844133" y="1234"/>
                </a:cubicBezTo>
                <a:moveTo>
                  <a:pt x="485105" y="441958"/>
                </a:moveTo>
                <a:cubicBezTo>
                  <a:pt x="584877" y="315104"/>
                  <a:pt x="703999" y="186581"/>
                  <a:pt x="881850" y="3847"/>
                </a:cubicBezTo>
                <a:moveTo>
                  <a:pt x="485105" y="441958"/>
                </a:moveTo>
                <a:cubicBezTo>
                  <a:pt x="595232" y="320982"/>
                  <a:pt x="707400" y="207046"/>
                  <a:pt x="881850" y="3847"/>
                </a:cubicBezTo>
                <a:moveTo>
                  <a:pt x="527735" y="439128"/>
                </a:moveTo>
                <a:cubicBezTo>
                  <a:pt x="681323" y="273521"/>
                  <a:pt x="826749" y="95939"/>
                  <a:pt x="924480" y="944"/>
                </a:cubicBezTo>
                <a:moveTo>
                  <a:pt x="527735" y="439128"/>
                </a:moveTo>
                <a:cubicBezTo>
                  <a:pt x="638315" y="310169"/>
                  <a:pt x="769984" y="184258"/>
                  <a:pt x="924480" y="944"/>
                </a:cubicBezTo>
                <a:moveTo>
                  <a:pt x="565452" y="441740"/>
                </a:moveTo>
                <a:cubicBezTo>
                  <a:pt x="715412" y="260240"/>
                  <a:pt x="863634" y="110526"/>
                  <a:pt x="962197" y="3556"/>
                </a:cubicBezTo>
                <a:moveTo>
                  <a:pt x="565452" y="441740"/>
                </a:moveTo>
                <a:cubicBezTo>
                  <a:pt x="698935" y="300445"/>
                  <a:pt x="822819" y="154939"/>
                  <a:pt x="962197" y="3556"/>
                </a:cubicBezTo>
                <a:moveTo>
                  <a:pt x="608081" y="438910"/>
                </a:moveTo>
                <a:cubicBezTo>
                  <a:pt x="738919" y="269166"/>
                  <a:pt x="884193" y="139845"/>
                  <a:pt x="1004827" y="726"/>
                </a:cubicBezTo>
                <a:moveTo>
                  <a:pt x="608081" y="438910"/>
                </a:moveTo>
                <a:cubicBezTo>
                  <a:pt x="762879" y="264304"/>
                  <a:pt x="926597" y="90714"/>
                  <a:pt x="1004827" y="726"/>
                </a:cubicBezTo>
                <a:moveTo>
                  <a:pt x="645798" y="441523"/>
                </a:moveTo>
                <a:cubicBezTo>
                  <a:pt x="793038" y="276496"/>
                  <a:pt x="922288" y="110236"/>
                  <a:pt x="1042544" y="3339"/>
                </a:cubicBezTo>
                <a:moveTo>
                  <a:pt x="645798" y="441523"/>
                </a:moveTo>
                <a:cubicBezTo>
                  <a:pt x="760385" y="327804"/>
                  <a:pt x="867111" y="206973"/>
                  <a:pt x="1042544" y="3339"/>
                </a:cubicBezTo>
                <a:moveTo>
                  <a:pt x="688428" y="438620"/>
                </a:moveTo>
                <a:cubicBezTo>
                  <a:pt x="788730" y="351027"/>
                  <a:pt x="864239" y="252620"/>
                  <a:pt x="1085174" y="436"/>
                </a:cubicBezTo>
                <a:moveTo>
                  <a:pt x="688428" y="438620"/>
                </a:moveTo>
                <a:cubicBezTo>
                  <a:pt x="785857" y="339415"/>
                  <a:pt x="865902" y="236292"/>
                  <a:pt x="1085174" y="436"/>
                </a:cubicBezTo>
                <a:moveTo>
                  <a:pt x="726145" y="441232"/>
                </a:moveTo>
                <a:cubicBezTo>
                  <a:pt x="802033" y="347398"/>
                  <a:pt x="896438" y="258498"/>
                  <a:pt x="1122890" y="3048"/>
                </a:cubicBezTo>
                <a:moveTo>
                  <a:pt x="726145" y="441232"/>
                </a:moveTo>
                <a:cubicBezTo>
                  <a:pt x="824406" y="338980"/>
                  <a:pt x="929317" y="217641"/>
                  <a:pt x="1122890" y="3048"/>
                </a:cubicBezTo>
                <a:moveTo>
                  <a:pt x="768775" y="438402"/>
                </a:moveTo>
                <a:cubicBezTo>
                  <a:pt x="918358" y="277439"/>
                  <a:pt x="1059324" y="120686"/>
                  <a:pt x="1165520" y="218"/>
                </a:cubicBezTo>
                <a:moveTo>
                  <a:pt x="768775" y="438402"/>
                </a:moveTo>
                <a:cubicBezTo>
                  <a:pt x="900368" y="292897"/>
                  <a:pt x="1027351" y="154939"/>
                  <a:pt x="1165520" y="218"/>
                </a:cubicBezTo>
                <a:moveTo>
                  <a:pt x="806492" y="441015"/>
                </a:moveTo>
                <a:cubicBezTo>
                  <a:pt x="951010" y="273738"/>
                  <a:pt x="1102861" y="142240"/>
                  <a:pt x="1203237" y="2831"/>
                </a:cubicBezTo>
                <a:moveTo>
                  <a:pt x="806492" y="441015"/>
                </a:moveTo>
                <a:cubicBezTo>
                  <a:pt x="942318" y="301678"/>
                  <a:pt x="1061062" y="165245"/>
                  <a:pt x="1203237" y="2831"/>
                </a:cubicBezTo>
                <a:moveTo>
                  <a:pt x="844209" y="443627"/>
                </a:moveTo>
                <a:cubicBezTo>
                  <a:pt x="980186" y="295074"/>
                  <a:pt x="1098854" y="176348"/>
                  <a:pt x="1245867" y="1"/>
                </a:cubicBezTo>
                <a:moveTo>
                  <a:pt x="844209" y="443627"/>
                </a:moveTo>
                <a:cubicBezTo>
                  <a:pt x="933550" y="331577"/>
                  <a:pt x="1043980" y="234695"/>
                  <a:pt x="1245867" y="1"/>
                </a:cubicBezTo>
                <a:moveTo>
                  <a:pt x="886839" y="440724"/>
                </a:moveTo>
                <a:cubicBezTo>
                  <a:pt x="1041259" y="266263"/>
                  <a:pt x="1222134" y="82804"/>
                  <a:pt x="1283584" y="2613"/>
                </a:cubicBezTo>
                <a:moveTo>
                  <a:pt x="886839" y="440724"/>
                </a:moveTo>
                <a:cubicBezTo>
                  <a:pt x="1023723" y="298630"/>
                  <a:pt x="1148514" y="147610"/>
                  <a:pt x="1283584" y="2613"/>
                </a:cubicBezTo>
                <a:moveTo>
                  <a:pt x="924556" y="443337"/>
                </a:moveTo>
                <a:cubicBezTo>
                  <a:pt x="1082982" y="283971"/>
                  <a:pt x="1227954" y="93907"/>
                  <a:pt x="1321226" y="5225"/>
                </a:cubicBezTo>
                <a:moveTo>
                  <a:pt x="924556" y="443337"/>
                </a:moveTo>
                <a:cubicBezTo>
                  <a:pt x="1037782" y="312419"/>
                  <a:pt x="1161968" y="180339"/>
                  <a:pt x="1321226" y="5225"/>
                </a:cubicBezTo>
                <a:moveTo>
                  <a:pt x="967186" y="440507"/>
                </a:moveTo>
                <a:cubicBezTo>
                  <a:pt x="1058039" y="323087"/>
                  <a:pt x="1145717" y="234623"/>
                  <a:pt x="1363931" y="2323"/>
                </a:cubicBezTo>
                <a:moveTo>
                  <a:pt x="967186" y="440507"/>
                </a:moveTo>
                <a:cubicBezTo>
                  <a:pt x="1048817" y="336222"/>
                  <a:pt x="1138839" y="248484"/>
                  <a:pt x="1363931" y="2323"/>
                </a:cubicBezTo>
                <a:moveTo>
                  <a:pt x="1004902" y="443119"/>
                </a:moveTo>
                <a:cubicBezTo>
                  <a:pt x="1110797" y="332085"/>
                  <a:pt x="1216767" y="207046"/>
                  <a:pt x="1401572" y="4935"/>
                </a:cubicBezTo>
                <a:moveTo>
                  <a:pt x="1004902" y="443119"/>
                </a:moveTo>
                <a:cubicBezTo>
                  <a:pt x="1111628" y="327949"/>
                  <a:pt x="1204144" y="227511"/>
                  <a:pt x="1401572" y="4935"/>
                </a:cubicBezTo>
                <a:moveTo>
                  <a:pt x="1047532" y="440216"/>
                </a:moveTo>
                <a:cubicBezTo>
                  <a:pt x="1185929" y="276859"/>
                  <a:pt x="1321679" y="152617"/>
                  <a:pt x="1444278" y="2105"/>
                </a:cubicBezTo>
                <a:moveTo>
                  <a:pt x="1047532" y="440216"/>
                </a:moveTo>
                <a:cubicBezTo>
                  <a:pt x="1200063" y="278963"/>
                  <a:pt x="1350704" y="108131"/>
                  <a:pt x="1444278" y="2105"/>
                </a:cubicBezTo>
                <a:moveTo>
                  <a:pt x="1085249" y="442829"/>
                </a:moveTo>
                <a:cubicBezTo>
                  <a:pt x="1169451" y="338834"/>
                  <a:pt x="1276706" y="211908"/>
                  <a:pt x="1481919" y="4718"/>
                </a:cubicBezTo>
                <a:moveTo>
                  <a:pt x="1085249" y="442829"/>
                </a:moveTo>
                <a:cubicBezTo>
                  <a:pt x="1164991" y="343769"/>
                  <a:pt x="1249117" y="254217"/>
                  <a:pt x="1481919" y="4718"/>
                </a:cubicBezTo>
                <a:moveTo>
                  <a:pt x="1127879" y="439999"/>
                </a:moveTo>
                <a:cubicBezTo>
                  <a:pt x="1217976" y="316047"/>
                  <a:pt x="1326516" y="232083"/>
                  <a:pt x="1524625" y="1815"/>
                </a:cubicBezTo>
                <a:moveTo>
                  <a:pt x="1127879" y="439999"/>
                </a:moveTo>
                <a:cubicBezTo>
                  <a:pt x="1203766" y="353131"/>
                  <a:pt x="1285020" y="257845"/>
                  <a:pt x="1524625" y="1815"/>
                </a:cubicBezTo>
                <a:moveTo>
                  <a:pt x="1165596" y="442611"/>
                </a:moveTo>
                <a:cubicBezTo>
                  <a:pt x="1296736" y="301315"/>
                  <a:pt x="1421829" y="158423"/>
                  <a:pt x="1562266" y="4427"/>
                </a:cubicBezTo>
                <a:moveTo>
                  <a:pt x="1165596" y="442611"/>
                </a:moveTo>
                <a:cubicBezTo>
                  <a:pt x="1297719" y="287672"/>
                  <a:pt x="1436795" y="139627"/>
                  <a:pt x="1562266" y="4427"/>
                </a:cubicBezTo>
                <a:moveTo>
                  <a:pt x="1208226" y="439708"/>
                </a:moveTo>
                <a:cubicBezTo>
                  <a:pt x="1304370" y="302985"/>
                  <a:pt x="1439969" y="194491"/>
                  <a:pt x="1604972" y="1597"/>
                </a:cubicBezTo>
                <a:moveTo>
                  <a:pt x="1208226" y="439708"/>
                </a:moveTo>
                <a:cubicBezTo>
                  <a:pt x="1354181" y="264377"/>
                  <a:pt x="1512833" y="99931"/>
                  <a:pt x="1604972" y="1597"/>
                </a:cubicBezTo>
                <a:moveTo>
                  <a:pt x="1245943" y="442321"/>
                </a:moveTo>
                <a:cubicBezTo>
                  <a:pt x="1399532" y="289269"/>
                  <a:pt x="1534375" y="121339"/>
                  <a:pt x="1642613" y="4210"/>
                </a:cubicBezTo>
                <a:moveTo>
                  <a:pt x="1245943" y="442321"/>
                </a:moveTo>
                <a:cubicBezTo>
                  <a:pt x="1385322" y="288906"/>
                  <a:pt x="1530142" y="137014"/>
                  <a:pt x="1642613" y="4210"/>
                </a:cubicBezTo>
                <a:moveTo>
                  <a:pt x="1288573" y="439491"/>
                </a:moveTo>
                <a:cubicBezTo>
                  <a:pt x="1392653" y="339996"/>
                  <a:pt x="1478518" y="252548"/>
                  <a:pt x="1685318" y="1307"/>
                </a:cubicBezTo>
                <a:moveTo>
                  <a:pt x="1288573" y="439491"/>
                </a:moveTo>
                <a:cubicBezTo>
                  <a:pt x="1385170" y="342608"/>
                  <a:pt x="1463855" y="234550"/>
                  <a:pt x="1685318" y="1307"/>
                </a:cubicBezTo>
                <a:moveTo>
                  <a:pt x="1326290" y="442103"/>
                </a:moveTo>
                <a:cubicBezTo>
                  <a:pt x="1440876" y="289922"/>
                  <a:pt x="1580331" y="146957"/>
                  <a:pt x="1722960" y="3919"/>
                </a:cubicBezTo>
                <a:moveTo>
                  <a:pt x="1326290" y="442103"/>
                </a:moveTo>
                <a:cubicBezTo>
                  <a:pt x="1484111" y="273521"/>
                  <a:pt x="1646921" y="88900"/>
                  <a:pt x="1722960" y="3919"/>
                </a:cubicBezTo>
                <a:moveTo>
                  <a:pt x="1368920" y="439273"/>
                </a:moveTo>
                <a:cubicBezTo>
                  <a:pt x="1471413" y="318877"/>
                  <a:pt x="1577610" y="207118"/>
                  <a:pt x="1765665" y="1089"/>
                </a:cubicBezTo>
                <a:moveTo>
                  <a:pt x="1368920" y="439273"/>
                </a:moveTo>
                <a:cubicBezTo>
                  <a:pt x="1498699" y="301606"/>
                  <a:pt x="1613815" y="167857"/>
                  <a:pt x="1765665" y="1089"/>
                </a:cubicBezTo>
                <a:moveTo>
                  <a:pt x="1406637" y="441885"/>
                </a:moveTo>
                <a:cubicBezTo>
                  <a:pt x="1483355" y="355091"/>
                  <a:pt x="1582750" y="239557"/>
                  <a:pt x="1803306" y="3701"/>
                </a:cubicBezTo>
                <a:moveTo>
                  <a:pt x="1406637" y="441885"/>
                </a:moveTo>
                <a:cubicBezTo>
                  <a:pt x="1550777" y="280633"/>
                  <a:pt x="1701872" y="108349"/>
                  <a:pt x="1803306" y="3701"/>
                </a:cubicBezTo>
                <a:moveTo>
                  <a:pt x="1449267" y="438983"/>
                </a:moveTo>
                <a:cubicBezTo>
                  <a:pt x="1542387" y="320692"/>
                  <a:pt x="1644049" y="211763"/>
                  <a:pt x="1846012" y="799"/>
                </a:cubicBezTo>
                <a:moveTo>
                  <a:pt x="1449267" y="438983"/>
                </a:moveTo>
                <a:cubicBezTo>
                  <a:pt x="1549643" y="326715"/>
                  <a:pt x="1653875" y="218439"/>
                  <a:pt x="1846012" y="799"/>
                </a:cubicBezTo>
                <a:moveTo>
                  <a:pt x="1486984" y="441595"/>
                </a:moveTo>
                <a:cubicBezTo>
                  <a:pt x="1625077" y="279617"/>
                  <a:pt x="1767706" y="141659"/>
                  <a:pt x="1883653" y="3411"/>
                </a:cubicBezTo>
                <a:moveTo>
                  <a:pt x="1486984" y="441595"/>
                </a:moveTo>
                <a:cubicBezTo>
                  <a:pt x="1588494" y="335859"/>
                  <a:pt x="1686603" y="219310"/>
                  <a:pt x="1883653" y="3411"/>
                </a:cubicBezTo>
                <a:moveTo>
                  <a:pt x="1529613" y="438765"/>
                </a:moveTo>
                <a:cubicBezTo>
                  <a:pt x="1690609" y="275262"/>
                  <a:pt x="1824848" y="96738"/>
                  <a:pt x="1926359" y="581"/>
                </a:cubicBezTo>
                <a:moveTo>
                  <a:pt x="1529613" y="438765"/>
                </a:moveTo>
                <a:cubicBezTo>
                  <a:pt x="1640799" y="300735"/>
                  <a:pt x="1772241" y="172502"/>
                  <a:pt x="1926359" y="581"/>
                </a:cubicBezTo>
                <a:moveTo>
                  <a:pt x="1567330" y="441377"/>
                </a:moveTo>
                <a:cubicBezTo>
                  <a:pt x="1685998" y="317426"/>
                  <a:pt x="1783655" y="183097"/>
                  <a:pt x="1964000" y="3193"/>
                </a:cubicBezTo>
                <a:moveTo>
                  <a:pt x="1567330" y="441377"/>
                </a:moveTo>
                <a:cubicBezTo>
                  <a:pt x="1699301" y="293550"/>
                  <a:pt x="1826058" y="154359"/>
                  <a:pt x="1964000" y="3193"/>
                </a:cubicBezTo>
                <a:moveTo>
                  <a:pt x="1609960" y="438475"/>
                </a:moveTo>
                <a:cubicBezTo>
                  <a:pt x="1774282" y="256612"/>
                  <a:pt x="1931121" y="87231"/>
                  <a:pt x="2006706" y="291"/>
                </a:cubicBezTo>
                <a:moveTo>
                  <a:pt x="1609960" y="438475"/>
                </a:moveTo>
                <a:cubicBezTo>
                  <a:pt x="1766270" y="264086"/>
                  <a:pt x="1924620" y="95286"/>
                  <a:pt x="2006706" y="291"/>
                </a:cubicBezTo>
                <a:moveTo>
                  <a:pt x="1647677" y="441087"/>
                </a:moveTo>
                <a:cubicBezTo>
                  <a:pt x="1759165" y="325409"/>
                  <a:pt x="1878438" y="174389"/>
                  <a:pt x="2044347" y="2903"/>
                </a:cubicBezTo>
                <a:moveTo>
                  <a:pt x="1647677" y="441087"/>
                </a:moveTo>
                <a:cubicBezTo>
                  <a:pt x="1793783" y="286511"/>
                  <a:pt x="1916155" y="141006"/>
                  <a:pt x="2044347" y="2903"/>
                </a:cubicBezTo>
                <a:moveTo>
                  <a:pt x="1685394" y="443700"/>
                </a:moveTo>
                <a:cubicBezTo>
                  <a:pt x="1831726" y="301098"/>
                  <a:pt x="1961052" y="139046"/>
                  <a:pt x="2087052" y="73"/>
                </a:cubicBezTo>
                <a:moveTo>
                  <a:pt x="1685394" y="443700"/>
                </a:moveTo>
                <a:cubicBezTo>
                  <a:pt x="1795370" y="325046"/>
                  <a:pt x="1890153" y="210239"/>
                  <a:pt x="2087052" y="73"/>
                </a:cubicBezTo>
                <a:moveTo>
                  <a:pt x="1728024" y="440870"/>
                </a:moveTo>
                <a:cubicBezTo>
                  <a:pt x="1829837" y="306976"/>
                  <a:pt x="1960523" y="199789"/>
                  <a:pt x="2124694" y="2686"/>
                </a:cubicBezTo>
                <a:moveTo>
                  <a:pt x="1728024" y="440870"/>
                </a:moveTo>
                <a:cubicBezTo>
                  <a:pt x="1878362" y="261909"/>
                  <a:pt x="2043440" y="100729"/>
                  <a:pt x="2124694" y="2686"/>
                </a:cubicBezTo>
                <a:moveTo>
                  <a:pt x="1765741" y="443482"/>
                </a:moveTo>
                <a:cubicBezTo>
                  <a:pt x="1929911" y="266771"/>
                  <a:pt x="2063772" y="112340"/>
                  <a:pt x="2162411" y="5298"/>
                </a:cubicBezTo>
                <a:moveTo>
                  <a:pt x="1765741" y="443482"/>
                </a:moveTo>
                <a:cubicBezTo>
                  <a:pt x="1904288" y="290720"/>
                  <a:pt x="2037771" y="128669"/>
                  <a:pt x="2162411" y="5298"/>
                </a:cubicBezTo>
                <a:moveTo>
                  <a:pt x="1808370" y="440579"/>
                </a:moveTo>
                <a:cubicBezTo>
                  <a:pt x="1909352" y="305524"/>
                  <a:pt x="2022351" y="204796"/>
                  <a:pt x="2205041" y="2468"/>
                </a:cubicBezTo>
                <a:moveTo>
                  <a:pt x="1808370" y="440579"/>
                </a:moveTo>
                <a:cubicBezTo>
                  <a:pt x="1898770" y="334771"/>
                  <a:pt x="1999903" y="222866"/>
                  <a:pt x="2205041" y="2468"/>
                </a:cubicBezTo>
                <a:moveTo>
                  <a:pt x="1846088" y="443192"/>
                </a:moveTo>
                <a:cubicBezTo>
                  <a:pt x="1957273" y="311330"/>
                  <a:pt x="2059388" y="217423"/>
                  <a:pt x="2242758" y="5080"/>
                </a:cubicBezTo>
                <a:moveTo>
                  <a:pt x="1846088" y="443192"/>
                </a:moveTo>
                <a:cubicBezTo>
                  <a:pt x="1966495" y="311983"/>
                  <a:pt x="2089622" y="180775"/>
                  <a:pt x="2242758" y="5080"/>
                </a:cubicBezTo>
                <a:moveTo>
                  <a:pt x="1888717" y="440361"/>
                </a:moveTo>
                <a:cubicBezTo>
                  <a:pt x="2026887" y="284987"/>
                  <a:pt x="2183045" y="123589"/>
                  <a:pt x="2285388" y="2178"/>
                </a:cubicBezTo>
                <a:moveTo>
                  <a:pt x="1888717" y="440361"/>
                </a:moveTo>
                <a:cubicBezTo>
                  <a:pt x="2034143" y="267425"/>
                  <a:pt x="2194686" y="106607"/>
                  <a:pt x="2285388" y="2178"/>
                </a:cubicBezTo>
                <a:moveTo>
                  <a:pt x="1926434" y="442974"/>
                </a:moveTo>
                <a:cubicBezTo>
                  <a:pt x="2089320" y="256539"/>
                  <a:pt x="2233763" y="91295"/>
                  <a:pt x="2323104" y="4790"/>
                </a:cubicBezTo>
                <a:moveTo>
                  <a:pt x="1926434" y="442974"/>
                </a:moveTo>
                <a:cubicBezTo>
                  <a:pt x="2021520" y="352478"/>
                  <a:pt x="2107385" y="256902"/>
                  <a:pt x="2323104" y="4790"/>
                </a:cubicBezTo>
                <a:moveTo>
                  <a:pt x="1969064" y="440071"/>
                </a:moveTo>
                <a:cubicBezTo>
                  <a:pt x="2069743" y="308718"/>
                  <a:pt x="2198087" y="189483"/>
                  <a:pt x="2365734" y="1960"/>
                </a:cubicBezTo>
                <a:moveTo>
                  <a:pt x="1969064" y="440071"/>
                </a:moveTo>
                <a:cubicBezTo>
                  <a:pt x="2107385" y="297396"/>
                  <a:pt x="2238903" y="145505"/>
                  <a:pt x="2365734" y="1960"/>
                </a:cubicBezTo>
                <a:moveTo>
                  <a:pt x="2006781" y="442684"/>
                </a:moveTo>
                <a:cubicBezTo>
                  <a:pt x="2122653" y="297396"/>
                  <a:pt x="2266869" y="153198"/>
                  <a:pt x="2403451" y="4572"/>
                </a:cubicBezTo>
                <a:moveTo>
                  <a:pt x="2006781" y="442684"/>
                </a:moveTo>
                <a:cubicBezTo>
                  <a:pt x="2104815" y="328312"/>
                  <a:pt x="2206250" y="217496"/>
                  <a:pt x="2403451" y="4572"/>
                </a:cubicBezTo>
                <a:moveTo>
                  <a:pt x="2049411" y="439853"/>
                </a:moveTo>
                <a:cubicBezTo>
                  <a:pt x="2144044" y="315249"/>
                  <a:pt x="2278736" y="200514"/>
                  <a:pt x="2446081" y="1669"/>
                </a:cubicBezTo>
                <a:moveTo>
                  <a:pt x="2049411" y="439853"/>
                </a:moveTo>
                <a:cubicBezTo>
                  <a:pt x="2134746" y="337674"/>
                  <a:pt x="2226658" y="244202"/>
                  <a:pt x="2446081" y="1669"/>
                </a:cubicBezTo>
                <a:moveTo>
                  <a:pt x="2087128" y="442466"/>
                </a:moveTo>
                <a:cubicBezTo>
                  <a:pt x="2239507" y="277367"/>
                  <a:pt x="2379415" y="109438"/>
                  <a:pt x="2483798" y="4282"/>
                </a:cubicBezTo>
                <a:moveTo>
                  <a:pt x="2087128" y="442466"/>
                </a:moveTo>
                <a:cubicBezTo>
                  <a:pt x="2188563" y="334117"/>
                  <a:pt x="2269288" y="236945"/>
                  <a:pt x="2483798" y="4282"/>
                </a:cubicBezTo>
                <a:moveTo>
                  <a:pt x="2129758" y="439563"/>
                </a:moveTo>
                <a:cubicBezTo>
                  <a:pt x="2232402" y="320982"/>
                  <a:pt x="2351675" y="203490"/>
                  <a:pt x="2526428" y="1452"/>
                </a:cubicBezTo>
                <a:moveTo>
                  <a:pt x="2129758" y="439563"/>
                </a:moveTo>
                <a:cubicBezTo>
                  <a:pt x="2279643" y="279617"/>
                  <a:pt x="2433156" y="107986"/>
                  <a:pt x="2526428" y="1452"/>
                </a:cubicBezTo>
                <a:moveTo>
                  <a:pt x="2167475" y="442176"/>
                </a:moveTo>
                <a:cubicBezTo>
                  <a:pt x="2290981" y="318877"/>
                  <a:pt x="2421743" y="181646"/>
                  <a:pt x="2564145" y="4064"/>
                </a:cubicBezTo>
                <a:moveTo>
                  <a:pt x="2167475" y="442176"/>
                </a:moveTo>
                <a:cubicBezTo>
                  <a:pt x="2316529" y="281213"/>
                  <a:pt x="2480926" y="106680"/>
                  <a:pt x="2564145" y="4064"/>
                </a:cubicBezTo>
                <a:moveTo>
                  <a:pt x="2210105" y="439345"/>
                </a:moveTo>
                <a:cubicBezTo>
                  <a:pt x="2277753" y="349938"/>
                  <a:pt x="2382136" y="262708"/>
                  <a:pt x="2606774" y="1161"/>
                </a:cubicBezTo>
                <a:moveTo>
                  <a:pt x="2210105" y="439345"/>
                </a:moveTo>
                <a:cubicBezTo>
                  <a:pt x="2306853" y="319313"/>
                  <a:pt x="2423934" y="210964"/>
                  <a:pt x="2606774" y="1161"/>
                </a:cubicBezTo>
                <a:moveTo>
                  <a:pt x="2247822" y="441958"/>
                </a:moveTo>
                <a:cubicBezTo>
                  <a:pt x="2367473" y="324103"/>
                  <a:pt x="2479490" y="184549"/>
                  <a:pt x="2644491" y="3774"/>
                </a:cubicBezTo>
                <a:moveTo>
                  <a:pt x="2247822" y="441958"/>
                </a:moveTo>
                <a:cubicBezTo>
                  <a:pt x="2331419" y="337746"/>
                  <a:pt x="2421743" y="243767"/>
                  <a:pt x="2644491" y="3774"/>
                </a:cubicBezTo>
                <a:moveTo>
                  <a:pt x="2290452" y="439128"/>
                </a:moveTo>
                <a:cubicBezTo>
                  <a:pt x="2366792" y="335133"/>
                  <a:pt x="2446610" y="259805"/>
                  <a:pt x="2687121" y="944"/>
                </a:cubicBezTo>
                <a:moveTo>
                  <a:pt x="2290452" y="439128"/>
                </a:moveTo>
                <a:cubicBezTo>
                  <a:pt x="2393852" y="323449"/>
                  <a:pt x="2494758" y="213287"/>
                  <a:pt x="2687121" y="944"/>
                </a:cubicBezTo>
                <a:moveTo>
                  <a:pt x="2328168" y="441740"/>
                </a:moveTo>
                <a:cubicBezTo>
                  <a:pt x="2413579" y="343624"/>
                  <a:pt x="2502241" y="259079"/>
                  <a:pt x="2724838" y="3556"/>
                </a:cubicBezTo>
                <a:moveTo>
                  <a:pt x="2328168" y="441740"/>
                </a:moveTo>
                <a:cubicBezTo>
                  <a:pt x="2440488" y="306613"/>
                  <a:pt x="2564901" y="179323"/>
                  <a:pt x="2724838" y="3556"/>
                </a:cubicBezTo>
                <a:moveTo>
                  <a:pt x="2370798" y="438837"/>
                </a:moveTo>
                <a:cubicBezTo>
                  <a:pt x="2511084" y="301315"/>
                  <a:pt x="2637538" y="139337"/>
                  <a:pt x="2722873" y="50002"/>
                </a:cubicBezTo>
                <a:moveTo>
                  <a:pt x="2370798" y="438837"/>
                </a:moveTo>
                <a:cubicBezTo>
                  <a:pt x="2435650" y="350083"/>
                  <a:pt x="2511915" y="265828"/>
                  <a:pt x="2722873" y="50002"/>
                </a:cubicBezTo>
                <a:moveTo>
                  <a:pt x="2408515" y="441450"/>
                </a:moveTo>
                <a:cubicBezTo>
                  <a:pt x="2460518" y="350736"/>
                  <a:pt x="2535801" y="301315"/>
                  <a:pt x="2725821" y="90932"/>
                </a:cubicBezTo>
                <a:moveTo>
                  <a:pt x="2408515" y="441450"/>
                </a:moveTo>
                <a:cubicBezTo>
                  <a:pt x="2470192" y="368226"/>
                  <a:pt x="2534818" y="296090"/>
                  <a:pt x="2725821" y="90932"/>
                </a:cubicBezTo>
                <a:moveTo>
                  <a:pt x="2451145" y="438620"/>
                </a:moveTo>
                <a:cubicBezTo>
                  <a:pt x="2543510" y="340866"/>
                  <a:pt x="2650916" y="204651"/>
                  <a:pt x="2723856" y="137377"/>
                </a:cubicBezTo>
                <a:moveTo>
                  <a:pt x="2451145" y="438620"/>
                </a:moveTo>
                <a:cubicBezTo>
                  <a:pt x="2527108" y="350954"/>
                  <a:pt x="2608438" y="261184"/>
                  <a:pt x="2723856" y="137377"/>
                </a:cubicBezTo>
                <a:moveTo>
                  <a:pt x="2488862" y="441232"/>
                </a:moveTo>
                <a:cubicBezTo>
                  <a:pt x="2564220" y="369750"/>
                  <a:pt x="2626427" y="290212"/>
                  <a:pt x="2726879" y="178307"/>
                </a:cubicBezTo>
                <a:moveTo>
                  <a:pt x="2488862" y="441232"/>
                </a:moveTo>
                <a:cubicBezTo>
                  <a:pt x="2569360" y="345366"/>
                  <a:pt x="2671702" y="238977"/>
                  <a:pt x="2726879" y="178307"/>
                </a:cubicBezTo>
                <a:moveTo>
                  <a:pt x="2531492" y="438330"/>
                </a:moveTo>
                <a:cubicBezTo>
                  <a:pt x="2570721" y="397182"/>
                  <a:pt x="2635270" y="322361"/>
                  <a:pt x="2724914" y="224753"/>
                </a:cubicBezTo>
                <a:moveTo>
                  <a:pt x="2531492" y="438330"/>
                </a:moveTo>
                <a:cubicBezTo>
                  <a:pt x="2608060" y="364815"/>
                  <a:pt x="2672458" y="292970"/>
                  <a:pt x="2724914" y="224753"/>
                </a:cubicBezTo>
                <a:moveTo>
                  <a:pt x="2569209" y="440942"/>
                </a:moveTo>
                <a:cubicBezTo>
                  <a:pt x="2612293" y="377660"/>
                  <a:pt x="2694982" y="319095"/>
                  <a:pt x="2722873" y="271198"/>
                </a:cubicBezTo>
                <a:moveTo>
                  <a:pt x="2569209" y="440942"/>
                </a:moveTo>
                <a:cubicBezTo>
                  <a:pt x="2621287" y="386223"/>
                  <a:pt x="2673970" y="324030"/>
                  <a:pt x="2722873" y="271198"/>
                </a:cubicBezTo>
                <a:moveTo>
                  <a:pt x="2606850" y="443555"/>
                </a:moveTo>
                <a:cubicBezTo>
                  <a:pt x="2650387" y="394569"/>
                  <a:pt x="2707152" y="351244"/>
                  <a:pt x="2725896" y="312128"/>
                </a:cubicBezTo>
                <a:moveTo>
                  <a:pt x="2606850" y="443555"/>
                </a:moveTo>
                <a:cubicBezTo>
                  <a:pt x="2653864" y="404802"/>
                  <a:pt x="2689389" y="349720"/>
                  <a:pt x="2725896" y="312128"/>
                </a:cubicBezTo>
                <a:moveTo>
                  <a:pt x="2649556" y="440724"/>
                </a:moveTo>
                <a:cubicBezTo>
                  <a:pt x="2668754" y="423090"/>
                  <a:pt x="2702994" y="393118"/>
                  <a:pt x="2723931" y="358574"/>
                </a:cubicBezTo>
                <a:moveTo>
                  <a:pt x="2649556" y="440724"/>
                </a:moveTo>
                <a:cubicBezTo>
                  <a:pt x="2674347" y="409446"/>
                  <a:pt x="2710250" y="381724"/>
                  <a:pt x="2723931" y="358574"/>
                </a:cubicBezTo>
                <a:moveTo>
                  <a:pt x="2687197" y="443337"/>
                </a:moveTo>
                <a:cubicBezTo>
                  <a:pt x="2699215" y="433540"/>
                  <a:pt x="2709570" y="421493"/>
                  <a:pt x="2721966" y="404947"/>
                </a:cubicBezTo>
                <a:moveTo>
                  <a:pt x="2687197" y="443337"/>
                </a:moveTo>
                <a:cubicBezTo>
                  <a:pt x="2700424" y="431871"/>
                  <a:pt x="2710175" y="419969"/>
                  <a:pt x="2721966" y="404947"/>
                </a:cubicBezTo>
              </a:path>
            </a:pathLst>
          </a:custGeom>
          <a:noFill/>
          <a:ln w="3775" cap="rnd">
            <a:solidFill>
              <a:srgbClr val="D5E8D4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2285" name="!!صورة 29">
            <a:extLst>
              <a:ext uri="{FF2B5EF4-FFF2-40B4-BE49-F238E27FC236}">
                <a16:creationId xmlns:a16="http://schemas.microsoft.com/office/drawing/2014/main" id="{CB5D4E83-14E5-EA88-82F6-60F0450C9E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4618" y="982963"/>
            <a:ext cx="2705941" cy="123370"/>
          </a:xfrm>
          <a:custGeom>
            <a:avLst/>
            <a:gdLst>
              <a:gd name="csX0" fmla="*/ 0 w 2705941"/>
              <a:gd name="csY0" fmla="*/ 0 h 123370"/>
              <a:gd name="csX1" fmla="*/ 2705942 w 2705941"/>
              <a:gd name="csY1" fmla="*/ 0 h 123370"/>
              <a:gd name="csX2" fmla="*/ 2705942 w 2705941"/>
              <a:gd name="csY2" fmla="*/ 123371 h 123370"/>
              <a:gd name="csX3" fmla="*/ 0 w 2705941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705941" h="123370">
                <a:moveTo>
                  <a:pt x="0" y="0"/>
                </a:moveTo>
                <a:lnTo>
                  <a:pt x="2705942" y="0"/>
                </a:lnTo>
                <a:lnTo>
                  <a:pt x="2705942" y="123371"/>
                </a:lnTo>
                <a:lnTo>
                  <a:pt x="0" y="123371"/>
                </a:lnTo>
                <a:close/>
              </a:path>
            </a:pathLst>
          </a:custGeom>
        </p:spPr>
      </p:pic>
      <p:sp>
        <p:nvSpPr>
          <p:cNvPr id="2291" name="!!شكل حر: شكل 33">
            <a:extLst>
              <a:ext uri="{FF2B5EF4-FFF2-40B4-BE49-F238E27FC236}">
                <a16:creationId xmlns:a16="http://schemas.microsoft.com/office/drawing/2014/main" id="{E04F2CCC-4528-BDF8-7E47-3375CFE3404C}"/>
              </a:ext>
            </a:extLst>
          </p:cNvPr>
          <p:cNvSpPr/>
          <p:nvPr/>
        </p:nvSpPr>
        <p:spPr>
          <a:xfrm>
            <a:off x="10487814" y="863457"/>
            <a:ext cx="1473991" cy="363162"/>
          </a:xfrm>
          <a:custGeom>
            <a:avLst/>
            <a:gdLst>
              <a:gd name="csX0" fmla="*/ 10733 w 772554"/>
              <a:gd name="csY0" fmla="*/ 10160 h 300298"/>
              <a:gd name="csX1" fmla="*/ 767112 w 772554"/>
              <a:gd name="csY1" fmla="*/ 1 h 300298"/>
              <a:gd name="csX2" fmla="*/ 772555 w 772554"/>
              <a:gd name="csY2" fmla="*/ 300299 h 300298"/>
              <a:gd name="csX3" fmla="*/ 1 w 772554"/>
              <a:gd name="csY3" fmla="*/ 294276 h 30029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72554" h="300298">
                <a:moveTo>
                  <a:pt x="10733" y="10160"/>
                </a:moveTo>
                <a:lnTo>
                  <a:pt x="767112" y="1"/>
                </a:lnTo>
                <a:lnTo>
                  <a:pt x="772555" y="300299"/>
                </a:lnTo>
                <a:lnTo>
                  <a:pt x="1" y="294276"/>
                </a:lnTo>
              </a:path>
            </a:pathLst>
          </a:custGeom>
          <a:solidFill>
            <a:srgbClr val="FFFFFF"/>
          </a:solidFill>
          <a:ln w="755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2293" name="!!صورة 35">
            <a:extLst>
              <a:ext uri="{FF2B5EF4-FFF2-40B4-BE49-F238E27FC236}">
                <a16:creationId xmlns:a16="http://schemas.microsoft.com/office/drawing/2014/main" id="{60F3CDC9-3B10-CFDA-B758-BC6EE05C51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89479" y="938001"/>
            <a:ext cx="1050629" cy="174984"/>
          </a:xfrm>
          <a:custGeom>
            <a:avLst/>
            <a:gdLst>
              <a:gd name="csX0" fmla="*/ 0 w 740732"/>
              <a:gd name="csY0" fmla="*/ 0 h 123370"/>
              <a:gd name="csX1" fmla="*/ 740733 w 740732"/>
              <a:gd name="csY1" fmla="*/ 0 h 123370"/>
              <a:gd name="csX2" fmla="*/ 740733 w 740732"/>
              <a:gd name="csY2" fmla="*/ 123371 h 123370"/>
              <a:gd name="csX3" fmla="*/ 0 w 74073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740732" h="123370">
                <a:moveTo>
                  <a:pt x="0" y="0"/>
                </a:moveTo>
                <a:lnTo>
                  <a:pt x="740733" y="0"/>
                </a:lnTo>
                <a:lnTo>
                  <a:pt x="740733" y="123371"/>
                </a:lnTo>
                <a:lnTo>
                  <a:pt x="0" y="123371"/>
                </a:lnTo>
                <a:close/>
              </a:path>
            </a:pathLst>
          </a:custGeom>
        </p:spPr>
      </p:pic>
      <p:sp>
        <p:nvSpPr>
          <p:cNvPr id="2297" name="!!Rectangle 2296">
            <a:extLst>
              <a:ext uri="{FF2B5EF4-FFF2-40B4-BE49-F238E27FC236}">
                <a16:creationId xmlns:a16="http://schemas.microsoft.com/office/drawing/2014/main" id="{6BFAC9D1-5F63-A9C7-A107-9E9B1294ADCB}"/>
              </a:ext>
            </a:extLst>
          </p:cNvPr>
          <p:cNvSpPr/>
          <p:nvPr/>
        </p:nvSpPr>
        <p:spPr>
          <a:xfrm>
            <a:off x="9297148" y="834865"/>
            <a:ext cx="2744586" cy="43414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300" name="!!Straight Connector 2299">
            <a:extLst>
              <a:ext uri="{FF2B5EF4-FFF2-40B4-BE49-F238E27FC236}">
                <a16:creationId xmlns:a16="http://schemas.microsoft.com/office/drawing/2014/main" id="{21E692FC-5F42-0657-82A0-9CB17A4DFDB0}"/>
              </a:ext>
            </a:extLst>
          </p:cNvPr>
          <p:cNvCxnSpPr>
            <a:cxnSpLocks/>
          </p:cNvCxnSpPr>
          <p:nvPr/>
        </p:nvCxnSpPr>
        <p:spPr>
          <a:xfrm>
            <a:off x="0" y="3732326"/>
            <a:ext cx="121920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3" name="!!Rectangle 60">
            <a:extLst>
              <a:ext uri="{FF2B5EF4-FFF2-40B4-BE49-F238E27FC236}">
                <a16:creationId xmlns:a16="http://schemas.microsoft.com/office/drawing/2014/main" id="{92CA07ED-DFDE-4D93-0786-18C6960B74F6}"/>
              </a:ext>
            </a:extLst>
          </p:cNvPr>
          <p:cNvSpPr/>
          <p:nvPr/>
        </p:nvSpPr>
        <p:spPr>
          <a:xfrm>
            <a:off x="10481983" y="883233"/>
            <a:ext cx="1485652" cy="327846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0BF32E-9F80-11D2-5313-D48B5F8ED81B}"/>
              </a:ext>
            </a:extLst>
          </p:cNvPr>
          <p:cNvCxnSpPr/>
          <p:nvPr/>
        </p:nvCxnSpPr>
        <p:spPr>
          <a:xfrm flipV="1">
            <a:off x="10053686" y="2231779"/>
            <a:ext cx="0" cy="52674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!!Straight Arrow Connector 1601">
            <a:extLst>
              <a:ext uri="{FF2B5EF4-FFF2-40B4-BE49-F238E27FC236}">
                <a16:creationId xmlns:a16="http://schemas.microsoft.com/office/drawing/2014/main" id="{4C43AF05-948A-A371-7EF1-822F206E0AEE}"/>
              </a:ext>
            </a:extLst>
          </p:cNvPr>
          <p:cNvCxnSpPr/>
          <p:nvPr/>
        </p:nvCxnSpPr>
        <p:spPr>
          <a:xfrm flipV="1">
            <a:off x="10053686" y="1705039"/>
            <a:ext cx="0" cy="288618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!!Straight Arrow Connector 1603">
            <a:extLst>
              <a:ext uri="{FF2B5EF4-FFF2-40B4-BE49-F238E27FC236}">
                <a16:creationId xmlns:a16="http://schemas.microsoft.com/office/drawing/2014/main" id="{02EF6FCD-983B-B3BA-D142-57DE330EC3DE}"/>
              </a:ext>
            </a:extLst>
          </p:cNvPr>
          <p:cNvCxnSpPr/>
          <p:nvPr/>
        </p:nvCxnSpPr>
        <p:spPr>
          <a:xfrm flipV="1">
            <a:off x="10515087" y="5095830"/>
            <a:ext cx="0" cy="503952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0" name="!!Picture 14">
            <a:extLst>
              <a:ext uri="{FF2B5EF4-FFF2-40B4-BE49-F238E27FC236}">
                <a16:creationId xmlns:a16="http://schemas.microsoft.com/office/drawing/2014/main" id="{E0AA283C-8A58-0395-3A31-C6D6729A698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740" r="2461" b="14191"/>
          <a:stretch>
            <a:fillRect/>
          </a:stretch>
        </p:blipFill>
        <p:spPr>
          <a:xfrm>
            <a:off x="397213" y="3784715"/>
            <a:ext cx="7910368" cy="268489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  <p:pic>
        <p:nvPicPr>
          <p:cNvPr id="51" name="!!Picture 51">
            <a:extLst>
              <a:ext uri="{FF2B5EF4-FFF2-40B4-BE49-F238E27FC236}">
                <a16:creationId xmlns:a16="http://schemas.microsoft.com/office/drawing/2014/main" id="{D0ACC943-847E-AF7F-5CB2-288C3E34763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4" t="11574" b="28302"/>
          <a:stretch>
            <a:fillRect/>
          </a:stretch>
        </p:blipFill>
        <p:spPr>
          <a:xfrm>
            <a:off x="822374" y="833046"/>
            <a:ext cx="7060047" cy="279746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23704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A7094-3A76-7B36-2A07-2485906FC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!!Title 2">
            <a:extLst>
              <a:ext uri="{FF2B5EF4-FFF2-40B4-BE49-F238E27FC236}">
                <a16:creationId xmlns:a16="http://schemas.microsoft.com/office/drawing/2014/main" id="{4B57A048-1480-A824-C68D-A511DBFBD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287001" cy="470898"/>
          </a:xfrm>
        </p:spPr>
        <p:txBody>
          <a:bodyPr/>
          <a:lstStyle/>
          <a:p>
            <a:r>
              <a:rPr lang="en-US"/>
              <a:t>HWPE :Next Steps</a:t>
            </a:r>
          </a:p>
        </p:txBody>
      </p:sp>
      <p:sp>
        <p:nvSpPr>
          <p:cNvPr id="4" name="!!Footer Placeholder 3">
            <a:extLst>
              <a:ext uri="{FF2B5EF4-FFF2-40B4-BE49-F238E27FC236}">
                <a16:creationId xmlns:a16="http://schemas.microsoft.com/office/drawing/2014/main" id="{2E43BC1D-CA39-C152-EF64-E3B8E08B11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!!Slide Number Placeholder 4">
            <a:extLst>
              <a:ext uri="{FF2B5EF4-FFF2-40B4-BE49-F238E27FC236}">
                <a16:creationId xmlns:a16="http://schemas.microsoft.com/office/drawing/2014/main" id="{B90F56A7-8226-75D7-7D15-A2A95C1479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50</a:t>
            </a:fld>
            <a:endParaRPr lang="en-US" baseline="-11000"/>
          </a:p>
        </p:txBody>
      </p:sp>
      <p:sp>
        <p:nvSpPr>
          <p:cNvPr id="6" name="!!Date Placeholder 5">
            <a:extLst>
              <a:ext uri="{FF2B5EF4-FFF2-40B4-BE49-F238E27FC236}">
                <a16:creationId xmlns:a16="http://schemas.microsoft.com/office/drawing/2014/main" id="{1BA8C68D-D6C5-1635-013B-60A16C1B4AB1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78B01B-55F1-40DB-84FB-8ED9F5C09DD5}"/>
              </a:ext>
            </a:extLst>
          </p:cNvPr>
          <p:cNvSpPr txBox="1"/>
          <p:nvPr/>
        </p:nvSpPr>
        <p:spPr>
          <a:xfrm>
            <a:off x="66040" y="928140"/>
            <a:ext cx="11450320" cy="85433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r>
              <a:rPr lang="en-US" sz="2000">
                <a:solidFill>
                  <a:srgbClr val="000000"/>
                </a:solidFill>
              </a:rPr>
              <a:t>Implementation of 8 parallel 4096-point using the new Memory management approach </a:t>
            </a:r>
          </a:p>
          <a:p>
            <a:pPr marL="228600" indent="-228600" defTabSz="457200">
              <a:spcBef>
                <a:spcPts val="1000"/>
              </a:spcBef>
              <a:buClr>
                <a:srgbClr val="1E4056"/>
              </a:buClr>
              <a:buSzPct val="75000"/>
              <a:buFont typeface="Barlow"/>
              <a:buChar char="►"/>
            </a:pPr>
            <a:r>
              <a:rPr lang="en-US" sz="2000">
                <a:solidFill>
                  <a:srgbClr val="000000"/>
                </a:solidFill>
              </a:rPr>
              <a:t>Using the DMA in the cluster domain to overcome the high utilization of cores in transferring data 80%</a:t>
            </a:r>
          </a:p>
        </p:txBody>
      </p:sp>
      <p:grpSp>
        <p:nvGrpSpPr>
          <p:cNvPr id="11" name="!!رسم 9">
            <a:extLst>
              <a:ext uri="{FF2B5EF4-FFF2-40B4-BE49-F238E27FC236}">
                <a16:creationId xmlns:a16="http://schemas.microsoft.com/office/drawing/2014/main" id="{48FD95C2-8DB2-92B3-88D4-1DB816F12C5A}"/>
              </a:ext>
            </a:extLst>
          </p:cNvPr>
          <p:cNvGrpSpPr/>
          <p:nvPr/>
        </p:nvGrpSpPr>
        <p:grpSpPr>
          <a:xfrm>
            <a:off x="5554840" y="2050798"/>
            <a:ext cx="1291595" cy="2289616"/>
            <a:chOff x="6225400" y="1706781"/>
            <a:chExt cx="1291595" cy="2289616"/>
          </a:xfrm>
        </p:grpSpPr>
        <p:grpSp>
          <p:nvGrpSpPr>
            <p:cNvPr id="12" name="رسم 9">
              <a:extLst>
                <a:ext uri="{FF2B5EF4-FFF2-40B4-BE49-F238E27FC236}">
                  <a16:creationId xmlns:a16="http://schemas.microsoft.com/office/drawing/2014/main" id="{E8C6AA2D-B943-85D6-8239-7C7B764F9256}"/>
                </a:ext>
              </a:extLst>
            </p:cNvPr>
            <p:cNvGrpSpPr/>
            <p:nvPr/>
          </p:nvGrpSpPr>
          <p:grpSpPr>
            <a:xfrm>
              <a:off x="6225400" y="1727964"/>
              <a:ext cx="1291595" cy="2268433"/>
              <a:chOff x="6225400" y="1727964"/>
              <a:chExt cx="1291595" cy="2268433"/>
            </a:xfrm>
          </p:grpSpPr>
          <p:sp>
            <p:nvSpPr>
              <p:cNvPr id="14" name="شكل حر: شكل 13">
                <a:extLst>
                  <a:ext uri="{FF2B5EF4-FFF2-40B4-BE49-F238E27FC236}">
                    <a16:creationId xmlns:a16="http://schemas.microsoft.com/office/drawing/2014/main" id="{0BB44E43-BC16-6006-70CD-D2B2EED4DF53}"/>
                  </a:ext>
                </a:extLst>
              </p:cNvPr>
              <p:cNvSpPr/>
              <p:nvPr/>
            </p:nvSpPr>
            <p:spPr>
              <a:xfrm>
                <a:off x="6265083" y="1753952"/>
                <a:ext cx="1251913" cy="2242444"/>
              </a:xfrm>
              <a:custGeom>
                <a:avLst/>
                <a:gdLst>
                  <a:gd name="csX0" fmla="*/ 1251914 w 1251913"/>
                  <a:gd name="csY0" fmla="*/ 2242446 h 2242444"/>
                  <a:gd name="csX1" fmla="*/ 1251914 w 1251913"/>
                  <a:gd name="csY1" fmla="*/ 1 h 2242444"/>
                  <a:gd name="csX2" fmla="*/ 1 w 1251913"/>
                  <a:gd name="csY2" fmla="*/ 1 h 22424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51913" h="2242444">
                    <a:moveTo>
                      <a:pt x="1251914" y="2242446"/>
                    </a:moveTo>
                    <a:lnTo>
                      <a:pt x="1251914" y="1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شكل حر: شكل 14">
                <a:extLst>
                  <a:ext uri="{FF2B5EF4-FFF2-40B4-BE49-F238E27FC236}">
                    <a16:creationId xmlns:a16="http://schemas.microsoft.com/office/drawing/2014/main" id="{65913322-3F3A-04B0-DA92-D9F568F660B4}"/>
                  </a:ext>
                </a:extLst>
              </p:cNvPr>
              <p:cNvSpPr/>
              <p:nvPr/>
            </p:nvSpPr>
            <p:spPr>
              <a:xfrm>
                <a:off x="6225400" y="172855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شكل حر: شكل 15">
                <a:extLst>
                  <a:ext uri="{FF2B5EF4-FFF2-40B4-BE49-F238E27FC236}">
                    <a16:creationId xmlns:a16="http://schemas.microsoft.com/office/drawing/2014/main" id="{CD0D6BA7-9D8C-EB7C-3714-9B47FAF806D9}"/>
                  </a:ext>
                </a:extLst>
              </p:cNvPr>
              <p:cNvSpPr/>
              <p:nvPr/>
            </p:nvSpPr>
            <p:spPr>
              <a:xfrm>
                <a:off x="6265083" y="1736940"/>
                <a:ext cx="1251913" cy="2259457"/>
              </a:xfrm>
              <a:custGeom>
                <a:avLst/>
                <a:gdLst>
                  <a:gd name="csX0" fmla="*/ 1251914 w 1251913"/>
                  <a:gd name="csY0" fmla="*/ 2259458 h 2259457"/>
                  <a:gd name="csX1" fmla="*/ 1251914 w 1251913"/>
                  <a:gd name="csY1" fmla="*/ 17013 h 2259457"/>
                  <a:gd name="csX2" fmla="*/ 1251914 w 1251913"/>
                  <a:gd name="csY2" fmla="*/ 2259458 h 2259457"/>
                  <a:gd name="csX3" fmla="*/ 1251914 w 1251913"/>
                  <a:gd name="csY3" fmla="*/ 17013 h 2259457"/>
                  <a:gd name="csX4" fmla="*/ 1251914 w 1251913"/>
                  <a:gd name="csY4" fmla="*/ 17013 h 2259457"/>
                  <a:gd name="csX5" fmla="*/ 1 w 1251913"/>
                  <a:gd name="csY5" fmla="*/ 17013 h 2259457"/>
                  <a:gd name="csX6" fmla="*/ 1251914 w 1251913"/>
                  <a:gd name="csY6" fmla="*/ 17013 h 2259457"/>
                  <a:gd name="csX7" fmla="*/ 1 w 1251913"/>
                  <a:gd name="csY7" fmla="*/ 17013 h 22594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251913" h="2259457">
                    <a:moveTo>
                      <a:pt x="1251914" y="2259458"/>
                    </a:moveTo>
                    <a:cubicBezTo>
                      <a:pt x="1243675" y="1808357"/>
                      <a:pt x="1234001" y="1346515"/>
                      <a:pt x="1251914" y="17013"/>
                    </a:cubicBezTo>
                    <a:moveTo>
                      <a:pt x="1251914" y="2259458"/>
                    </a:moveTo>
                    <a:cubicBezTo>
                      <a:pt x="1232640" y="1628961"/>
                      <a:pt x="1238989" y="999480"/>
                      <a:pt x="1251914" y="17013"/>
                    </a:cubicBezTo>
                    <a:moveTo>
                      <a:pt x="1251914" y="17013"/>
                    </a:moveTo>
                    <a:cubicBezTo>
                      <a:pt x="781474" y="-6355"/>
                      <a:pt x="294933" y="-4976"/>
                      <a:pt x="1" y="17013"/>
                    </a:cubicBezTo>
                    <a:moveTo>
                      <a:pt x="1251914" y="17013"/>
                    </a:moveTo>
                    <a:cubicBezTo>
                      <a:pt x="778903" y="23037"/>
                      <a:pt x="303625" y="15997"/>
                      <a:pt x="1" y="1701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شكل حر: شكل 16">
                <a:extLst>
                  <a:ext uri="{FF2B5EF4-FFF2-40B4-BE49-F238E27FC236}">
                    <a16:creationId xmlns:a16="http://schemas.microsoft.com/office/drawing/2014/main" id="{BDB57DBD-381F-DBAF-D74A-801193875D9B}"/>
                  </a:ext>
                </a:extLst>
              </p:cNvPr>
              <p:cNvSpPr/>
              <p:nvPr/>
            </p:nvSpPr>
            <p:spPr>
              <a:xfrm>
                <a:off x="6225400" y="1727964"/>
                <a:ext cx="52909" cy="51388"/>
              </a:xfrm>
              <a:custGeom>
                <a:avLst/>
                <a:gdLst>
                  <a:gd name="csX0" fmla="*/ 1 w 52909"/>
                  <a:gd name="csY0" fmla="*/ 25989 h 51388"/>
                  <a:gd name="csX1" fmla="*/ 52910 w 52909"/>
                  <a:gd name="csY1" fmla="*/ 589 h 51388"/>
                  <a:gd name="csX2" fmla="*/ 39683 w 52909"/>
                  <a:gd name="csY2" fmla="*/ 25989 h 51388"/>
                  <a:gd name="csX3" fmla="*/ 52910 w 52909"/>
                  <a:gd name="csY3" fmla="*/ 51389 h 51388"/>
                  <a:gd name="csX4" fmla="*/ 1 w 52909"/>
                  <a:gd name="csY4" fmla="*/ 25989 h 513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1388">
                    <a:moveTo>
                      <a:pt x="1" y="25989"/>
                    </a:moveTo>
                    <a:cubicBezTo>
                      <a:pt x="15193" y="19385"/>
                      <a:pt x="34543" y="-3983"/>
                      <a:pt x="52910" y="589"/>
                    </a:cubicBezTo>
                    <a:cubicBezTo>
                      <a:pt x="44747" y="6467"/>
                      <a:pt x="41572" y="24610"/>
                      <a:pt x="39683" y="25989"/>
                    </a:cubicBezTo>
                    <a:cubicBezTo>
                      <a:pt x="49055" y="38181"/>
                      <a:pt x="45730" y="45583"/>
                      <a:pt x="52910" y="51389"/>
                    </a:cubicBezTo>
                    <a:cubicBezTo>
                      <a:pt x="29554" y="49357"/>
                      <a:pt x="10205" y="29545"/>
                      <a:pt x="1" y="25989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شكل حر: شكل 17">
                <a:extLst>
                  <a:ext uri="{FF2B5EF4-FFF2-40B4-BE49-F238E27FC236}">
                    <a16:creationId xmlns:a16="http://schemas.microsoft.com/office/drawing/2014/main" id="{E0A454E2-51D1-371D-AB20-7E40631B8CF8}"/>
                  </a:ext>
                </a:extLst>
              </p:cNvPr>
              <p:cNvSpPr/>
              <p:nvPr/>
            </p:nvSpPr>
            <p:spPr>
              <a:xfrm>
                <a:off x="6225400" y="172855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4286" y="23514"/>
                      <a:pt x="19804" y="15748"/>
                      <a:pt x="52910" y="1"/>
                    </a:cubicBezTo>
                    <a:moveTo>
                      <a:pt x="1" y="25400"/>
                    </a:moveTo>
                    <a:cubicBezTo>
                      <a:pt x="11792" y="17998"/>
                      <a:pt x="30083" y="11467"/>
                      <a:pt x="52910" y="1"/>
                    </a:cubicBezTo>
                    <a:moveTo>
                      <a:pt x="52910" y="1"/>
                    </a:moveTo>
                    <a:cubicBezTo>
                      <a:pt x="48753" y="7040"/>
                      <a:pt x="41497" y="16910"/>
                      <a:pt x="39683" y="25400"/>
                    </a:cubicBezTo>
                    <a:moveTo>
                      <a:pt x="52910" y="1"/>
                    </a:moveTo>
                    <a:cubicBezTo>
                      <a:pt x="48073" y="10741"/>
                      <a:pt x="42706" y="19014"/>
                      <a:pt x="39683" y="25400"/>
                    </a:cubicBezTo>
                    <a:moveTo>
                      <a:pt x="39683" y="25400"/>
                    </a:moveTo>
                    <a:cubicBezTo>
                      <a:pt x="44898" y="31351"/>
                      <a:pt x="48148" y="42455"/>
                      <a:pt x="52910" y="50800"/>
                    </a:cubicBezTo>
                    <a:moveTo>
                      <a:pt x="39683" y="25400"/>
                    </a:moveTo>
                    <a:cubicBezTo>
                      <a:pt x="45125" y="32803"/>
                      <a:pt x="49357" y="41729"/>
                      <a:pt x="52910" y="50800"/>
                    </a:cubicBezTo>
                    <a:moveTo>
                      <a:pt x="52910" y="50800"/>
                    </a:moveTo>
                    <a:cubicBezTo>
                      <a:pt x="37566" y="45140"/>
                      <a:pt x="33863" y="45285"/>
                      <a:pt x="1" y="25400"/>
                    </a:cubicBezTo>
                    <a:moveTo>
                      <a:pt x="52910" y="50800"/>
                    </a:moveTo>
                    <a:cubicBezTo>
                      <a:pt x="36130" y="45865"/>
                      <a:pt x="20106" y="33020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3" name="صورة 18">
              <a:extLst>
                <a:ext uri="{FF2B5EF4-FFF2-40B4-BE49-F238E27FC236}">
                  <a16:creationId xmlns:a16="http://schemas.microsoft.com/office/drawing/2014/main" id="{9FE51290-C646-3867-09EC-1ACC78EA7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91080" y="1706781"/>
              <a:ext cx="755849" cy="114299"/>
            </a:xfrm>
            <a:custGeom>
              <a:avLst/>
              <a:gdLst>
                <a:gd name="csX0" fmla="*/ 0 w 755849"/>
                <a:gd name="csY0" fmla="*/ 0 h 114299"/>
                <a:gd name="csX1" fmla="*/ 755850 w 755849"/>
                <a:gd name="csY1" fmla="*/ 0 h 114299"/>
                <a:gd name="csX2" fmla="*/ 755850 w 755849"/>
                <a:gd name="csY2" fmla="*/ 114299 h 114299"/>
                <a:gd name="csX3" fmla="*/ 0 w 755849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55849" h="114299">
                  <a:moveTo>
                    <a:pt x="0" y="0"/>
                  </a:moveTo>
                  <a:lnTo>
                    <a:pt x="755850" y="0"/>
                  </a:lnTo>
                  <a:lnTo>
                    <a:pt x="755850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sp>
        <p:nvSpPr>
          <p:cNvPr id="47" name="!!شكل حر: شكل 19">
            <a:extLst>
              <a:ext uri="{FF2B5EF4-FFF2-40B4-BE49-F238E27FC236}">
                <a16:creationId xmlns:a16="http://schemas.microsoft.com/office/drawing/2014/main" id="{828FD5BC-5CD0-FC50-A37F-B6FA8A88C466}"/>
              </a:ext>
            </a:extLst>
          </p:cNvPr>
          <p:cNvSpPr/>
          <p:nvPr/>
        </p:nvSpPr>
        <p:spPr>
          <a:xfrm>
            <a:off x="5240256" y="3255477"/>
            <a:ext cx="151169" cy="145142"/>
          </a:xfrm>
          <a:custGeom>
            <a:avLst/>
            <a:gdLst>
              <a:gd name="csX0" fmla="*/ 0 w 151169"/>
              <a:gd name="csY0" fmla="*/ 145142 h 145142"/>
              <a:gd name="csX1" fmla="*/ 15117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0" y="145142"/>
                </a:moveTo>
                <a:lnTo>
                  <a:pt x="15117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8" name="!!شكل حر: شكل 20">
            <a:extLst>
              <a:ext uri="{FF2B5EF4-FFF2-40B4-BE49-F238E27FC236}">
                <a16:creationId xmlns:a16="http://schemas.microsoft.com/office/drawing/2014/main" id="{4C99AAA5-99BA-6F51-4553-BD297AC21AA0}"/>
              </a:ext>
            </a:extLst>
          </p:cNvPr>
          <p:cNvSpPr/>
          <p:nvPr/>
        </p:nvSpPr>
        <p:spPr>
          <a:xfrm>
            <a:off x="5240256" y="3255477"/>
            <a:ext cx="151169" cy="145142"/>
          </a:xfrm>
          <a:custGeom>
            <a:avLst/>
            <a:gdLst>
              <a:gd name="csX0" fmla="*/ 151170 w 151169"/>
              <a:gd name="csY0" fmla="*/ 145142 h 145142"/>
              <a:gd name="csX1" fmla="*/ 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151170" y="145142"/>
                </a:moveTo>
                <a:lnTo>
                  <a:pt x="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49" name="!!شكل حر: شكل 21">
            <a:extLst>
              <a:ext uri="{FF2B5EF4-FFF2-40B4-BE49-F238E27FC236}">
                <a16:creationId xmlns:a16="http://schemas.microsoft.com/office/drawing/2014/main" id="{475F27F1-E9CB-079A-88D9-2C531AD71168}"/>
              </a:ext>
            </a:extLst>
          </p:cNvPr>
          <p:cNvSpPr/>
          <p:nvPr/>
        </p:nvSpPr>
        <p:spPr>
          <a:xfrm>
            <a:off x="4408821" y="3618333"/>
            <a:ext cx="151169" cy="145142"/>
          </a:xfrm>
          <a:custGeom>
            <a:avLst/>
            <a:gdLst>
              <a:gd name="csX0" fmla="*/ 0 w 151169"/>
              <a:gd name="csY0" fmla="*/ 145142 h 145142"/>
              <a:gd name="csX1" fmla="*/ 15117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0" y="145142"/>
                </a:moveTo>
                <a:lnTo>
                  <a:pt x="15117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0" name="!!شكل حر: شكل 22">
            <a:extLst>
              <a:ext uri="{FF2B5EF4-FFF2-40B4-BE49-F238E27FC236}">
                <a16:creationId xmlns:a16="http://schemas.microsoft.com/office/drawing/2014/main" id="{0915D963-FDD5-8180-7CE4-74FF49B3EA0E}"/>
              </a:ext>
            </a:extLst>
          </p:cNvPr>
          <p:cNvSpPr/>
          <p:nvPr/>
        </p:nvSpPr>
        <p:spPr>
          <a:xfrm>
            <a:off x="4408821" y="3618333"/>
            <a:ext cx="151169" cy="145142"/>
          </a:xfrm>
          <a:custGeom>
            <a:avLst/>
            <a:gdLst>
              <a:gd name="csX0" fmla="*/ 151170 w 151169"/>
              <a:gd name="csY0" fmla="*/ 145142 h 145142"/>
              <a:gd name="csX1" fmla="*/ 0 w 151169"/>
              <a:gd name="csY1" fmla="*/ 0 h 145142"/>
            </a:gdLst>
            <a:ahLst/>
            <a:cxnLst>
              <a:cxn ang="0">
                <a:pos x="csX0" y="csY0"/>
              </a:cxn>
              <a:cxn ang="0">
                <a:pos x="csX1" y="csY1"/>
              </a:cxn>
            </a:cxnLst>
            <a:rect l="l" t="t" r="r" b="b"/>
            <a:pathLst>
              <a:path w="151169" h="145142">
                <a:moveTo>
                  <a:pt x="151170" y="145142"/>
                </a:moveTo>
                <a:lnTo>
                  <a:pt x="0" y="0"/>
                </a:lnTo>
              </a:path>
            </a:pathLst>
          </a:custGeom>
          <a:noFill/>
          <a:ln w="37752" cap="flat">
            <a:solidFill>
              <a:srgbClr val="FF3333"/>
            </a:solidFill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51" name="!!رسم 9">
            <a:extLst>
              <a:ext uri="{FF2B5EF4-FFF2-40B4-BE49-F238E27FC236}">
                <a16:creationId xmlns:a16="http://schemas.microsoft.com/office/drawing/2014/main" id="{4DD04A76-45D0-3045-5C18-97B7FEB94D6D}"/>
              </a:ext>
            </a:extLst>
          </p:cNvPr>
          <p:cNvGrpSpPr/>
          <p:nvPr/>
        </p:nvGrpSpPr>
        <p:grpSpPr>
          <a:xfrm>
            <a:off x="5467157" y="3328059"/>
            <a:ext cx="2728924" cy="444704"/>
            <a:chOff x="6137717" y="2984042"/>
            <a:chExt cx="2728924" cy="444704"/>
          </a:xfrm>
        </p:grpSpPr>
        <p:grpSp>
          <p:nvGrpSpPr>
            <p:cNvPr id="53" name="رسم 9">
              <a:extLst>
                <a:ext uri="{FF2B5EF4-FFF2-40B4-BE49-F238E27FC236}">
                  <a16:creationId xmlns:a16="http://schemas.microsoft.com/office/drawing/2014/main" id="{92EA42DB-A0DA-827C-0574-D0DE7B513612}"/>
                </a:ext>
              </a:extLst>
            </p:cNvPr>
            <p:cNvGrpSpPr/>
            <p:nvPr/>
          </p:nvGrpSpPr>
          <p:grpSpPr>
            <a:xfrm>
              <a:off x="6137717" y="2984042"/>
              <a:ext cx="2728924" cy="444704"/>
              <a:chOff x="6137717" y="2984042"/>
              <a:chExt cx="2728924" cy="444704"/>
            </a:xfrm>
            <a:noFill/>
          </p:grpSpPr>
          <p:grpSp>
            <p:nvGrpSpPr>
              <p:cNvPr id="2249" name="رسم 9">
                <a:extLst>
                  <a:ext uri="{FF2B5EF4-FFF2-40B4-BE49-F238E27FC236}">
                    <a16:creationId xmlns:a16="http://schemas.microsoft.com/office/drawing/2014/main" id="{C9FEF237-56A0-99C4-5562-E9112C898748}"/>
                  </a:ext>
                </a:extLst>
              </p:cNvPr>
              <p:cNvGrpSpPr/>
              <p:nvPr/>
            </p:nvGrpSpPr>
            <p:grpSpPr>
              <a:xfrm>
                <a:off x="6137717" y="2984042"/>
                <a:ext cx="2728924" cy="444704"/>
                <a:chOff x="6137717" y="2984042"/>
                <a:chExt cx="2728924" cy="444704"/>
              </a:xfrm>
              <a:noFill/>
            </p:grpSpPr>
            <p:sp>
              <p:nvSpPr>
                <p:cNvPr id="2251" name="مستطيل 26">
                  <a:extLst>
                    <a:ext uri="{FF2B5EF4-FFF2-40B4-BE49-F238E27FC236}">
                      <a16:creationId xmlns:a16="http://schemas.microsoft.com/office/drawing/2014/main" id="{155D45F4-F261-0CF2-AC37-B34A7C088210}"/>
                    </a:ext>
                  </a:extLst>
                </p:cNvPr>
                <p:cNvSpPr/>
                <p:nvPr/>
              </p:nvSpPr>
              <p:spPr>
                <a:xfrm>
                  <a:off x="6141350" y="2987660"/>
                  <a:ext cx="2721058" cy="435426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2" name="شكل حر: شكل 27">
                  <a:extLst>
                    <a:ext uri="{FF2B5EF4-FFF2-40B4-BE49-F238E27FC236}">
                      <a16:creationId xmlns:a16="http://schemas.microsoft.com/office/drawing/2014/main" id="{212B84E3-1D7D-E7A2-4F2C-415525611171}"/>
                    </a:ext>
                  </a:extLst>
                </p:cNvPr>
                <p:cNvSpPr/>
                <p:nvPr/>
              </p:nvSpPr>
              <p:spPr>
                <a:xfrm>
                  <a:off x="6139763" y="2985048"/>
                  <a:ext cx="2726878" cy="443699"/>
                </a:xfrm>
                <a:custGeom>
                  <a:avLst/>
                  <a:gdLst>
                    <a:gd name="csX0" fmla="*/ 2948 w 2726878"/>
                    <a:gd name="csY0" fmla="*/ 1089 h 443699"/>
                    <a:gd name="csX1" fmla="*/ 2948 w 2726878"/>
                    <a:gd name="csY1" fmla="*/ 1089 h 443699"/>
                    <a:gd name="csX2" fmla="*/ 2948 w 2726878"/>
                    <a:gd name="csY2" fmla="*/ 1089 h 443699"/>
                    <a:gd name="csX3" fmla="*/ 2948 w 2726878"/>
                    <a:gd name="csY3" fmla="*/ 1089 h 443699"/>
                    <a:gd name="csX4" fmla="*/ 983 w 2726878"/>
                    <a:gd name="csY4" fmla="*/ 47534 h 443699"/>
                    <a:gd name="csX5" fmla="*/ 40665 w 2726878"/>
                    <a:gd name="csY5" fmla="*/ 3701 h 443699"/>
                    <a:gd name="csX6" fmla="*/ 983 w 2726878"/>
                    <a:gd name="csY6" fmla="*/ 47534 h 443699"/>
                    <a:gd name="csX7" fmla="*/ 40665 w 2726878"/>
                    <a:gd name="csY7" fmla="*/ 3701 h 443699"/>
                    <a:gd name="csX8" fmla="*/ 3931 w 2726878"/>
                    <a:gd name="csY8" fmla="*/ 88464 h 443699"/>
                    <a:gd name="csX9" fmla="*/ 83295 w 2726878"/>
                    <a:gd name="csY9" fmla="*/ 871 h 443699"/>
                    <a:gd name="csX10" fmla="*/ 3931 w 2726878"/>
                    <a:gd name="csY10" fmla="*/ 88464 h 443699"/>
                    <a:gd name="csX11" fmla="*/ 83295 w 2726878"/>
                    <a:gd name="csY11" fmla="*/ 871 h 443699"/>
                    <a:gd name="csX12" fmla="*/ 1966 w 2726878"/>
                    <a:gd name="csY12" fmla="*/ 134910 h 443699"/>
                    <a:gd name="csX13" fmla="*/ 121012 w 2726878"/>
                    <a:gd name="csY13" fmla="*/ 3484 h 443699"/>
                    <a:gd name="csX14" fmla="*/ 1966 w 2726878"/>
                    <a:gd name="csY14" fmla="*/ 134910 h 443699"/>
                    <a:gd name="csX15" fmla="*/ 121012 w 2726878"/>
                    <a:gd name="csY15" fmla="*/ 3484 h 443699"/>
                    <a:gd name="csX16" fmla="*/ 1 w 2726878"/>
                    <a:gd name="csY16" fmla="*/ 181355 h 443699"/>
                    <a:gd name="csX17" fmla="*/ 163642 w 2726878"/>
                    <a:gd name="csY17" fmla="*/ 581 h 443699"/>
                    <a:gd name="csX18" fmla="*/ 1 w 2726878"/>
                    <a:gd name="csY18" fmla="*/ 181355 h 443699"/>
                    <a:gd name="csX19" fmla="*/ 163642 w 2726878"/>
                    <a:gd name="csY19" fmla="*/ 581 h 443699"/>
                    <a:gd name="csX20" fmla="*/ 3024 w 2726878"/>
                    <a:gd name="csY20" fmla="*/ 222285 h 443699"/>
                    <a:gd name="csX21" fmla="*/ 201359 w 2726878"/>
                    <a:gd name="csY21" fmla="*/ 3193 h 443699"/>
                    <a:gd name="csX22" fmla="*/ 3024 w 2726878"/>
                    <a:gd name="csY22" fmla="*/ 222285 h 443699"/>
                    <a:gd name="csX23" fmla="*/ 201359 w 2726878"/>
                    <a:gd name="csY23" fmla="*/ 3193 h 443699"/>
                    <a:gd name="csX24" fmla="*/ 983 w 2726878"/>
                    <a:gd name="csY24" fmla="*/ 268731 h 443699"/>
                    <a:gd name="csX25" fmla="*/ 243989 w 2726878"/>
                    <a:gd name="csY25" fmla="*/ 363 h 443699"/>
                    <a:gd name="csX26" fmla="*/ 983 w 2726878"/>
                    <a:gd name="csY26" fmla="*/ 268731 h 443699"/>
                    <a:gd name="csX27" fmla="*/ 243989 w 2726878"/>
                    <a:gd name="csY27" fmla="*/ 363 h 443699"/>
                    <a:gd name="csX28" fmla="*/ 4006 w 2726878"/>
                    <a:gd name="csY28" fmla="*/ 309661 h 443699"/>
                    <a:gd name="csX29" fmla="*/ 281706 w 2726878"/>
                    <a:gd name="csY29" fmla="*/ 2976 h 443699"/>
                    <a:gd name="csX30" fmla="*/ 4006 w 2726878"/>
                    <a:gd name="csY30" fmla="*/ 309661 h 443699"/>
                    <a:gd name="csX31" fmla="*/ 281706 w 2726878"/>
                    <a:gd name="csY31" fmla="*/ 2976 h 443699"/>
                    <a:gd name="csX32" fmla="*/ 2041 w 2726878"/>
                    <a:gd name="csY32" fmla="*/ 356106 h 443699"/>
                    <a:gd name="csX33" fmla="*/ 324336 w 2726878"/>
                    <a:gd name="csY33" fmla="*/ 73 h 443699"/>
                    <a:gd name="csX34" fmla="*/ 2041 w 2726878"/>
                    <a:gd name="csY34" fmla="*/ 356106 h 443699"/>
                    <a:gd name="csX35" fmla="*/ 324336 w 2726878"/>
                    <a:gd name="csY35" fmla="*/ 73 h 443699"/>
                    <a:gd name="csX36" fmla="*/ 76 w 2726878"/>
                    <a:gd name="csY36" fmla="*/ 402552 h 443699"/>
                    <a:gd name="csX37" fmla="*/ 362052 w 2726878"/>
                    <a:gd name="csY37" fmla="*/ 2686 h 443699"/>
                    <a:gd name="csX38" fmla="*/ 76 w 2726878"/>
                    <a:gd name="csY38" fmla="*/ 402552 h 443699"/>
                    <a:gd name="csX39" fmla="*/ 362052 w 2726878"/>
                    <a:gd name="csY39" fmla="*/ 2686 h 443699"/>
                    <a:gd name="csX40" fmla="*/ 3024 w 2726878"/>
                    <a:gd name="csY40" fmla="*/ 443482 h 443699"/>
                    <a:gd name="csX41" fmla="*/ 399694 w 2726878"/>
                    <a:gd name="csY41" fmla="*/ 5298 h 443699"/>
                    <a:gd name="csX42" fmla="*/ 3024 w 2726878"/>
                    <a:gd name="csY42" fmla="*/ 443482 h 443699"/>
                    <a:gd name="csX43" fmla="*/ 399694 w 2726878"/>
                    <a:gd name="csY43" fmla="*/ 5298 h 443699"/>
                    <a:gd name="csX44" fmla="*/ 45654 w 2726878"/>
                    <a:gd name="csY44" fmla="*/ 440652 h 443699"/>
                    <a:gd name="csX45" fmla="*/ 442399 w 2726878"/>
                    <a:gd name="csY45" fmla="*/ 2468 h 443699"/>
                    <a:gd name="csX46" fmla="*/ 45654 w 2726878"/>
                    <a:gd name="csY46" fmla="*/ 440652 h 443699"/>
                    <a:gd name="csX47" fmla="*/ 442399 w 2726878"/>
                    <a:gd name="csY47" fmla="*/ 2468 h 443699"/>
                    <a:gd name="csX48" fmla="*/ 83371 w 2726878"/>
                    <a:gd name="csY48" fmla="*/ 443264 h 443699"/>
                    <a:gd name="csX49" fmla="*/ 480040 w 2726878"/>
                    <a:gd name="csY49" fmla="*/ 5080 h 443699"/>
                    <a:gd name="csX50" fmla="*/ 83371 w 2726878"/>
                    <a:gd name="csY50" fmla="*/ 443264 h 443699"/>
                    <a:gd name="csX51" fmla="*/ 480040 w 2726878"/>
                    <a:gd name="csY51" fmla="*/ 5080 h 443699"/>
                    <a:gd name="csX52" fmla="*/ 126001 w 2726878"/>
                    <a:gd name="csY52" fmla="*/ 440361 h 443699"/>
                    <a:gd name="csX53" fmla="*/ 522746 w 2726878"/>
                    <a:gd name="csY53" fmla="*/ 2250 h 443699"/>
                    <a:gd name="csX54" fmla="*/ 126001 w 2726878"/>
                    <a:gd name="csY54" fmla="*/ 440361 h 443699"/>
                    <a:gd name="csX55" fmla="*/ 522746 w 2726878"/>
                    <a:gd name="csY55" fmla="*/ 2250 h 443699"/>
                    <a:gd name="csX56" fmla="*/ 163718 w 2726878"/>
                    <a:gd name="csY56" fmla="*/ 442974 h 443699"/>
                    <a:gd name="csX57" fmla="*/ 560463 w 2726878"/>
                    <a:gd name="csY57" fmla="*/ 4863 h 443699"/>
                    <a:gd name="csX58" fmla="*/ 163718 w 2726878"/>
                    <a:gd name="csY58" fmla="*/ 442974 h 443699"/>
                    <a:gd name="csX59" fmla="*/ 560463 w 2726878"/>
                    <a:gd name="csY59" fmla="*/ 4863 h 443699"/>
                    <a:gd name="csX60" fmla="*/ 206347 w 2726878"/>
                    <a:gd name="csY60" fmla="*/ 440144 h 443699"/>
                    <a:gd name="csX61" fmla="*/ 603093 w 2726878"/>
                    <a:gd name="csY61" fmla="*/ 1960 h 443699"/>
                    <a:gd name="csX62" fmla="*/ 206347 w 2726878"/>
                    <a:gd name="csY62" fmla="*/ 440144 h 443699"/>
                    <a:gd name="csX63" fmla="*/ 603093 w 2726878"/>
                    <a:gd name="csY63" fmla="*/ 1960 h 443699"/>
                    <a:gd name="csX64" fmla="*/ 244064 w 2726878"/>
                    <a:gd name="csY64" fmla="*/ 442756 h 443699"/>
                    <a:gd name="csX65" fmla="*/ 640810 w 2726878"/>
                    <a:gd name="csY65" fmla="*/ 4572 h 443699"/>
                    <a:gd name="csX66" fmla="*/ 244064 w 2726878"/>
                    <a:gd name="csY66" fmla="*/ 442756 h 443699"/>
                    <a:gd name="csX67" fmla="*/ 640810 w 2726878"/>
                    <a:gd name="csY67" fmla="*/ 4572 h 443699"/>
                    <a:gd name="csX68" fmla="*/ 286694 w 2726878"/>
                    <a:gd name="csY68" fmla="*/ 439853 h 443699"/>
                    <a:gd name="csX69" fmla="*/ 683440 w 2726878"/>
                    <a:gd name="csY69" fmla="*/ 1742 h 443699"/>
                    <a:gd name="csX70" fmla="*/ 286694 w 2726878"/>
                    <a:gd name="csY70" fmla="*/ 439853 h 443699"/>
                    <a:gd name="csX71" fmla="*/ 683440 w 2726878"/>
                    <a:gd name="csY71" fmla="*/ 1742 h 443699"/>
                    <a:gd name="csX72" fmla="*/ 324411 w 2726878"/>
                    <a:gd name="csY72" fmla="*/ 442466 h 443699"/>
                    <a:gd name="csX73" fmla="*/ 721157 w 2726878"/>
                    <a:gd name="csY73" fmla="*/ 4355 h 443699"/>
                    <a:gd name="csX74" fmla="*/ 324411 w 2726878"/>
                    <a:gd name="csY74" fmla="*/ 442466 h 443699"/>
                    <a:gd name="csX75" fmla="*/ 721157 w 2726878"/>
                    <a:gd name="csY75" fmla="*/ 4355 h 443699"/>
                    <a:gd name="csX76" fmla="*/ 367041 w 2726878"/>
                    <a:gd name="csY76" fmla="*/ 439636 h 443699"/>
                    <a:gd name="csX77" fmla="*/ 763787 w 2726878"/>
                    <a:gd name="csY77" fmla="*/ 1452 h 443699"/>
                    <a:gd name="csX78" fmla="*/ 367041 w 2726878"/>
                    <a:gd name="csY78" fmla="*/ 439636 h 443699"/>
                    <a:gd name="csX79" fmla="*/ 763787 w 2726878"/>
                    <a:gd name="csY79" fmla="*/ 1452 h 443699"/>
                    <a:gd name="csX80" fmla="*/ 404758 w 2726878"/>
                    <a:gd name="csY80" fmla="*/ 442248 h 443699"/>
                    <a:gd name="csX81" fmla="*/ 801503 w 2726878"/>
                    <a:gd name="csY81" fmla="*/ 4064 h 443699"/>
                    <a:gd name="csX82" fmla="*/ 404758 w 2726878"/>
                    <a:gd name="csY82" fmla="*/ 442248 h 443699"/>
                    <a:gd name="csX83" fmla="*/ 801503 w 2726878"/>
                    <a:gd name="csY83" fmla="*/ 4064 h 443699"/>
                    <a:gd name="csX84" fmla="*/ 447388 w 2726878"/>
                    <a:gd name="csY84" fmla="*/ 439345 h 443699"/>
                    <a:gd name="csX85" fmla="*/ 844133 w 2726878"/>
                    <a:gd name="csY85" fmla="*/ 1234 h 443699"/>
                    <a:gd name="csX86" fmla="*/ 447388 w 2726878"/>
                    <a:gd name="csY86" fmla="*/ 439345 h 443699"/>
                    <a:gd name="csX87" fmla="*/ 844133 w 2726878"/>
                    <a:gd name="csY87" fmla="*/ 1234 h 443699"/>
                    <a:gd name="csX88" fmla="*/ 485105 w 2726878"/>
                    <a:gd name="csY88" fmla="*/ 441958 h 443699"/>
                    <a:gd name="csX89" fmla="*/ 881850 w 2726878"/>
                    <a:gd name="csY89" fmla="*/ 3847 h 443699"/>
                    <a:gd name="csX90" fmla="*/ 485105 w 2726878"/>
                    <a:gd name="csY90" fmla="*/ 441958 h 443699"/>
                    <a:gd name="csX91" fmla="*/ 881850 w 2726878"/>
                    <a:gd name="csY91" fmla="*/ 3847 h 443699"/>
                    <a:gd name="csX92" fmla="*/ 527735 w 2726878"/>
                    <a:gd name="csY92" fmla="*/ 439128 h 443699"/>
                    <a:gd name="csX93" fmla="*/ 924480 w 2726878"/>
                    <a:gd name="csY93" fmla="*/ 944 h 443699"/>
                    <a:gd name="csX94" fmla="*/ 527735 w 2726878"/>
                    <a:gd name="csY94" fmla="*/ 439128 h 443699"/>
                    <a:gd name="csX95" fmla="*/ 924480 w 2726878"/>
                    <a:gd name="csY95" fmla="*/ 944 h 443699"/>
                    <a:gd name="csX96" fmla="*/ 565452 w 2726878"/>
                    <a:gd name="csY96" fmla="*/ 441740 h 443699"/>
                    <a:gd name="csX97" fmla="*/ 962197 w 2726878"/>
                    <a:gd name="csY97" fmla="*/ 3556 h 443699"/>
                    <a:gd name="csX98" fmla="*/ 565452 w 2726878"/>
                    <a:gd name="csY98" fmla="*/ 441740 h 443699"/>
                    <a:gd name="csX99" fmla="*/ 962197 w 2726878"/>
                    <a:gd name="csY99" fmla="*/ 3556 h 443699"/>
                    <a:gd name="csX100" fmla="*/ 608081 w 2726878"/>
                    <a:gd name="csY100" fmla="*/ 438910 h 443699"/>
                    <a:gd name="csX101" fmla="*/ 1004827 w 2726878"/>
                    <a:gd name="csY101" fmla="*/ 726 h 443699"/>
                    <a:gd name="csX102" fmla="*/ 608081 w 2726878"/>
                    <a:gd name="csY102" fmla="*/ 438910 h 443699"/>
                    <a:gd name="csX103" fmla="*/ 1004827 w 2726878"/>
                    <a:gd name="csY103" fmla="*/ 726 h 443699"/>
                    <a:gd name="csX104" fmla="*/ 645798 w 2726878"/>
                    <a:gd name="csY104" fmla="*/ 441523 h 443699"/>
                    <a:gd name="csX105" fmla="*/ 1042544 w 2726878"/>
                    <a:gd name="csY105" fmla="*/ 3339 h 443699"/>
                    <a:gd name="csX106" fmla="*/ 645798 w 2726878"/>
                    <a:gd name="csY106" fmla="*/ 441523 h 443699"/>
                    <a:gd name="csX107" fmla="*/ 1042544 w 2726878"/>
                    <a:gd name="csY107" fmla="*/ 3339 h 443699"/>
                    <a:gd name="csX108" fmla="*/ 688428 w 2726878"/>
                    <a:gd name="csY108" fmla="*/ 438620 h 443699"/>
                    <a:gd name="csX109" fmla="*/ 1085174 w 2726878"/>
                    <a:gd name="csY109" fmla="*/ 436 h 443699"/>
                    <a:gd name="csX110" fmla="*/ 688428 w 2726878"/>
                    <a:gd name="csY110" fmla="*/ 438620 h 443699"/>
                    <a:gd name="csX111" fmla="*/ 1085174 w 2726878"/>
                    <a:gd name="csY111" fmla="*/ 436 h 443699"/>
                    <a:gd name="csX112" fmla="*/ 726145 w 2726878"/>
                    <a:gd name="csY112" fmla="*/ 441232 h 443699"/>
                    <a:gd name="csX113" fmla="*/ 1122890 w 2726878"/>
                    <a:gd name="csY113" fmla="*/ 3048 h 443699"/>
                    <a:gd name="csX114" fmla="*/ 726145 w 2726878"/>
                    <a:gd name="csY114" fmla="*/ 441232 h 443699"/>
                    <a:gd name="csX115" fmla="*/ 1122890 w 2726878"/>
                    <a:gd name="csY115" fmla="*/ 3048 h 443699"/>
                    <a:gd name="csX116" fmla="*/ 768775 w 2726878"/>
                    <a:gd name="csY116" fmla="*/ 438402 h 443699"/>
                    <a:gd name="csX117" fmla="*/ 1165520 w 2726878"/>
                    <a:gd name="csY117" fmla="*/ 218 h 443699"/>
                    <a:gd name="csX118" fmla="*/ 768775 w 2726878"/>
                    <a:gd name="csY118" fmla="*/ 438402 h 443699"/>
                    <a:gd name="csX119" fmla="*/ 1165520 w 2726878"/>
                    <a:gd name="csY119" fmla="*/ 218 h 443699"/>
                    <a:gd name="csX120" fmla="*/ 806492 w 2726878"/>
                    <a:gd name="csY120" fmla="*/ 441015 h 443699"/>
                    <a:gd name="csX121" fmla="*/ 1203237 w 2726878"/>
                    <a:gd name="csY121" fmla="*/ 2831 h 443699"/>
                    <a:gd name="csX122" fmla="*/ 806492 w 2726878"/>
                    <a:gd name="csY122" fmla="*/ 441015 h 443699"/>
                    <a:gd name="csX123" fmla="*/ 1203237 w 2726878"/>
                    <a:gd name="csY123" fmla="*/ 2831 h 443699"/>
                    <a:gd name="csX124" fmla="*/ 844209 w 2726878"/>
                    <a:gd name="csY124" fmla="*/ 443627 h 443699"/>
                    <a:gd name="csX125" fmla="*/ 1245867 w 2726878"/>
                    <a:gd name="csY125" fmla="*/ 1 h 443699"/>
                    <a:gd name="csX126" fmla="*/ 844209 w 2726878"/>
                    <a:gd name="csY126" fmla="*/ 443627 h 443699"/>
                    <a:gd name="csX127" fmla="*/ 1245867 w 2726878"/>
                    <a:gd name="csY127" fmla="*/ 1 h 443699"/>
                    <a:gd name="csX128" fmla="*/ 886839 w 2726878"/>
                    <a:gd name="csY128" fmla="*/ 440724 h 443699"/>
                    <a:gd name="csX129" fmla="*/ 1283584 w 2726878"/>
                    <a:gd name="csY129" fmla="*/ 2613 h 443699"/>
                    <a:gd name="csX130" fmla="*/ 886839 w 2726878"/>
                    <a:gd name="csY130" fmla="*/ 440724 h 443699"/>
                    <a:gd name="csX131" fmla="*/ 1283584 w 2726878"/>
                    <a:gd name="csY131" fmla="*/ 2613 h 443699"/>
                    <a:gd name="csX132" fmla="*/ 924556 w 2726878"/>
                    <a:gd name="csY132" fmla="*/ 443337 h 443699"/>
                    <a:gd name="csX133" fmla="*/ 1321226 w 2726878"/>
                    <a:gd name="csY133" fmla="*/ 5225 h 443699"/>
                    <a:gd name="csX134" fmla="*/ 924556 w 2726878"/>
                    <a:gd name="csY134" fmla="*/ 443337 h 443699"/>
                    <a:gd name="csX135" fmla="*/ 1321226 w 2726878"/>
                    <a:gd name="csY135" fmla="*/ 5225 h 443699"/>
                    <a:gd name="csX136" fmla="*/ 967186 w 2726878"/>
                    <a:gd name="csY136" fmla="*/ 440507 h 443699"/>
                    <a:gd name="csX137" fmla="*/ 1363931 w 2726878"/>
                    <a:gd name="csY137" fmla="*/ 2323 h 443699"/>
                    <a:gd name="csX138" fmla="*/ 967186 w 2726878"/>
                    <a:gd name="csY138" fmla="*/ 440507 h 443699"/>
                    <a:gd name="csX139" fmla="*/ 1363931 w 2726878"/>
                    <a:gd name="csY139" fmla="*/ 2323 h 443699"/>
                    <a:gd name="csX140" fmla="*/ 1004902 w 2726878"/>
                    <a:gd name="csY140" fmla="*/ 443119 h 443699"/>
                    <a:gd name="csX141" fmla="*/ 1401572 w 2726878"/>
                    <a:gd name="csY141" fmla="*/ 4935 h 443699"/>
                    <a:gd name="csX142" fmla="*/ 1004902 w 2726878"/>
                    <a:gd name="csY142" fmla="*/ 443119 h 443699"/>
                    <a:gd name="csX143" fmla="*/ 1401572 w 2726878"/>
                    <a:gd name="csY143" fmla="*/ 4935 h 443699"/>
                    <a:gd name="csX144" fmla="*/ 1047532 w 2726878"/>
                    <a:gd name="csY144" fmla="*/ 440216 h 443699"/>
                    <a:gd name="csX145" fmla="*/ 1444278 w 2726878"/>
                    <a:gd name="csY145" fmla="*/ 2105 h 443699"/>
                    <a:gd name="csX146" fmla="*/ 1047532 w 2726878"/>
                    <a:gd name="csY146" fmla="*/ 440216 h 443699"/>
                    <a:gd name="csX147" fmla="*/ 1444278 w 2726878"/>
                    <a:gd name="csY147" fmla="*/ 2105 h 443699"/>
                    <a:gd name="csX148" fmla="*/ 1085249 w 2726878"/>
                    <a:gd name="csY148" fmla="*/ 442829 h 443699"/>
                    <a:gd name="csX149" fmla="*/ 1481919 w 2726878"/>
                    <a:gd name="csY149" fmla="*/ 4718 h 443699"/>
                    <a:gd name="csX150" fmla="*/ 1085249 w 2726878"/>
                    <a:gd name="csY150" fmla="*/ 442829 h 443699"/>
                    <a:gd name="csX151" fmla="*/ 1481919 w 2726878"/>
                    <a:gd name="csY151" fmla="*/ 4718 h 443699"/>
                    <a:gd name="csX152" fmla="*/ 1127879 w 2726878"/>
                    <a:gd name="csY152" fmla="*/ 439999 h 443699"/>
                    <a:gd name="csX153" fmla="*/ 1524625 w 2726878"/>
                    <a:gd name="csY153" fmla="*/ 1815 h 443699"/>
                    <a:gd name="csX154" fmla="*/ 1127879 w 2726878"/>
                    <a:gd name="csY154" fmla="*/ 439999 h 443699"/>
                    <a:gd name="csX155" fmla="*/ 1524625 w 2726878"/>
                    <a:gd name="csY155" fmla="*/ 1815 h 443699"/>
                    <a:gd name="csX156" fmla="*/ 1165596 w 2726878"/>
                    <a:gd name="csY156" fmla="*/ 442611 h 443699"/>
                    <a:gd name="csX157" fmla="*/ 1562266 w 2726878"/>
                    <a:gd name="csY157" fmla="*/ 4427 h 443699"/>
                    <a:gd name="csX158" fmla="*/ 1165596 w 2726878"/>
                    <a:gd name="csY158" fmla="*/ 442611 h 443699"/>
                    <a:gd name="csX159" fmla="*/ 1562266 w 2726878"/>
                    <a:gd name="csY159" fmla="*/ 4427 h 443699"/>
                    <a:gd name="csX160" fmla="*/ 1208226 w 2726878"/>
                    <a:gd name="csY160" fmla="*/ 439708 h 443699"/>
                    <a:gd name="csX161" fmla="*/ 1604972 w 2726878"/>
                    <a:gd name="csY161" fmla="*/ 1597 h 443699"/>
                    <a:gd name="csX162" fmla="*/ 1208226 w 2726878"/>
                    <a:gd name="csY162" fmla="*/ 439708 h 443699"/>
                    <a:gd name="csX163" fmla="*/ 1604972 w 2726878"/>
                    <a:gd name="csY163" fmla="*/ 1597 h 443699"/>
                    <a:gd name="csX164" fmla="*/ 1245943 w 2726878"/>
                    <a:gd name="csY164" fmla="*/ 442321 h 443699"/>
                    <a:gd name="csX165" fmla="*/ 1642613 w 2726878"/>
                    <a:gd name="csY165" fmla="*/ 4210 h 443699"/>
                    <a:gd name="csX166" fmla="*/ 1245943 w 2726878"/>
                    <a:gd name="csY166" fmla="*/ 442321 h 443699"/>
                    <a:gd name="csX167" fmla="*/ 1642613 w 2726878"/>
                    <a:gd name="csY167" fmla="*/ 4210 h 443699"/>
                    <a:gd name="csX168" fmla="*/ 1288573 w 2726878"/>
                    <a:gd name="csY168" fmla="*/ 439491 h 443699"/>
                    <a:gd name="csX169" fmla="*/ 1685318 w 2726878"/>
                    <a:gd name="csY169" fmla="*/ 1307 h 443699"/>
                    <a:gd name="csX170" fmla="*/ 1288573 w 2726878"/>
                    <a:gd name="csY170" fmla="*/ 439491 h 443699"/>
                    <a:gd name="csX171" fmla="*/ 1685318 w 2726878"/>
                    <a:gd name="csY171" fmla="*/ 1307 h 443699"/>
                    <a:gd name="csX172" fmla="*/ 1326290 w 2726878"/>
                    <a:gd name="csY172" fmla="*/ 442103 h 443699"/>
                    <a:gd name="csX173" fmla="*/ 1722960 w 2726878"/>
                    <a:gd name="csY173" fmla="*/ 3919 h 443699"/>
                    <a:gd name="csX174" fmla="*/ 1326290 w 2726878"/>
                    <a:gd name="csY174" fmla="*/ 442103 h 443699"/>
                    <a:gd name="csX175" fmla="*/ 1722960 w 2726878"/>
                    <a:gd name="csY175" fmla="*/ 3919 h 443699"/>
                    <a:gd name="csX176" fmla="*/ 1368920 w 2726878"/>
                    <a:gd name="csY176" fmla="*/ 439273 h 443699"/>
                    <a:gd name="csX177" fmla="*/ 1765665 w 2726878"/>
                    <a:gd name="csY177" fmla="*/ 1089 h 443699"/>
                    <a:gd name="csX178" fmla="*/ 1368920 w 2726878"/>
                    <a:gd name="csY178" fmla="*/ 439273 h 443699"/>
                    <a:gd name="csX179" fmla="*/ 1765665 w 2726878"/>
                    <a:gd name="csY179" fmla="*/ 1089 h 443699"/>
                    <a:gd name="csX180" fmla="*/ 1406637 w 2726878"/>
                    <a:gd name="csY180" fmla="*/ 441885 h 443699"/>
                    <a:gd name="csX181" fmla="*/ 1803306 w 2726878"/>
                    <a:gd name="csY181" fmla="*/ 3701 h 443699"/>
                    <a:gd name="csX182" fmla="*/ 1406637 w 2726878"/>
                    <a:gd name="csY182" fmla="*/ 441885 h 443699"/>
                    <a:gd name="csX183" fmla="*/ 1803306 w 2726878"/>
                    <a:gd name="csY183" fmla="*/ 3701 h 443699"/>
                    <a:gd name="csX184" fmla="*/ 1449267 w 2726878"/>
                    <a:gd name="csY184" fmla="*/ 438983 h 443699"/>
                    <a:gd name="csX185" fmla="*/ 1846012 w 2726878"/>
                    <a:gd name="csY185" fmla="*/ 799 h 443699"/>
                    <a:gd name="csX186" fmla="*/ 1449267 w 2726878"/>
                    <a:gd name="csY186" fmla="*/ 438983 h 443699"/>
                    <a:gd name="csX187" fmla="*/ 1846012 w 2726878"/>
                    <a:gd name="csY187" fmla="*/ 799 h 443699"/>
                    <a:gd name="csX188" fmla="*/ 1486984 w 2726878"/>
                    <a:gd name="csY188" fmla="*/ 441595 h 443699"/>
                    <a:gd name="csX189" fmla="*/ 1883653 w 2726878"/>
                    <a:gd name="csY189" fmla="*/ 3411 h 443699"/>
                    <a:gd name="csX190" fmla="*/ 1486984 w 2726878"/>
                    <a:gd name="csY190" fmla="*/ 441595 h 443699"/>
                    <a:gd name="csX191" fmla="*/ 1883653 w 2726878"/>
                    <a:gd name="csY191" fmla="*/ 3411 h 443699"/>
                    <a:gd name="csX192" fmla="*/ 1529613 w 2726878"/>
                    <a:gd name="csY192" fmla="*/ 438765 h 443699"/>
                    <a:gd name="csX193" fmla="*/ 1926359 w 2726878"/>
                    <a:gd name="csY193" fmla="*/ 581 h 443699"/>
                    <a:gd name="csX194" fmla="*/ 1529613 w 2726878"/>
                    <a:gd name="csY194" fmla="*/ 438765 h 443699"/>
                    <a:gd name="csX195" fmla="*/ 1926359 w 2726878"/>
                    <a:gd name="csY195" fmla="*/ 581 h 443699"/>
                    <a:gd name="csX196" fmla="*/ 1567330 w 2726878"/>
                    <a:gd name="csY196" fmla="*/ 441377 h 443699"/>
                    <a:gd name="csX197" fmla="*/ 1964000 w 2726878"/>
                    <a:gd name="csY197" fmla="*/ 3193 h 443699"/>
                    <a:gd name="csX198" fmla="*/ 1567330 w 2726878"/>
                    <a:gd name="csY198" fmla="*/ 441377 h 443699"/>
                    <a:gd name="csX199" fmla="*/ 1964000 w 2726878"/>
                    <a:gd name="csY199" fmla="*/ 3193 h 443699"/>
                    <a:gd name="csX200" fmla="*/ 1609960 w 2726878"/>
                    <a:gd name="csY200" fmla="*/ 438475 h 443699"/>
                    <a:gd name="csX201" fmla="*/ 2006706 w 2726878"/>
                    <a:gd name="csY201" fmla="*/ 291 h 443699"/>
                    <a:gd name="csX202" fmla="*/ 1609960 w 2726878"/>
                    <a:gd name="csY202" fmla="*/ 438475 h 443699"/>
                    <a:gd name="csX203" fmla="*/ 2006706 w 2726878"/>
                    <a:gd name="csY203" fmla="*/ 291 h 443699"/>
                    <a:gd name="csX204" fmla="*/ 1647677 w 2726878"/>
                    <a:gd name="csY204" fmla="*/ 441087 h 443699"/>
                    <a:gd name="csX205" fmla="*/ 2044347 w 2726878"/>
                    <a:gd name="csY205" fmla="*/ 2903 h 443699"/>
                    <a:gd name="csX206" fmla="*/ 1647677 w 2726878"/>
                    <a:gd name="csY206" fmla="*/ 441087 h 443699"/>
                    <a:gd name="csX207" fmla="*/ 2044347 w 2726878"/>
                    <a:gd name="csY207" fmla="*/ 2903 h 443699"/>
                    <a:gd name="csX208" fmla="*/ 1685394 w 2726878"/>
                    <a:gd name="csY208" fmla="*/ 443700 h 443699"/>
                    <a:gd name="csX209" fmla="*/ 2087052 w 2726878"/>
                    <a:gd name="csY209" fmla="*/ 73 h 443699"/>
                    <a:gd name="csX210" fmla="*/ 1685394 w 2726878"/>
                    <a:gd name="csY210" fmla="*/ 443700 h 443699"/>
                    <a:gd name="csX211" fmla="*/ 2087052 w 2726878"/>
                    <a:gd name="csY211" fmla="*/ 73 h 443699"/>
                    <a:gd name="csX212" fmla="*/ 1728024 w 2726878"/>
                    <a:gd name="csY212" fmla="*/ 440870 h 443699"/>
                    <a:gd name="csX213" fmla="*/ 2124694 w 2726878"/>
                    <a:gd name="csY213" fmla="*/ 2686 h 443699"/>
                    <a:gd name="csX214" fmla="*/ 1728024 w 2726878"/>
                    <a:gd name="csY214" fmla="*/ 440870 h 443699"/>
                    <a:gd name="csX215" fmla="*/ 2124694 w 2726878"/>
                    <a:gd name="csY215" fmla="*/ 2686 h 443699"/>
                    <a:gd name="csX216" fmla="*/ 1765741 w 2726878"/>
                    <a:gd name="csY216" fmla="*/ 443482 h 443699"/>
                    <a:gd name="csX217" fmla="*/ 2162411 w 2726878"/>
                    <a:gd name="csY217" fmla="*/ 5298 h 443699"/>
                    <a:gd name="csX218" fmla="*/ 1765741 w 2726878"/>
                    <a:gd name="csY218" fmla="*/ 443482 h 443699"/>
                    <a:gd name="csX219" fmla="*/ 2162411 w 2726878"/>
                    <a:gd name="csY219" fmla="*/ 5298 h 443699"/>
                    <a:gd name="csX220" fmla="*/ 1808370 w 2726878"/>
                    <a:gd name="csY220" fmla="*/ 440579 h 443699"/>
                    <a:gd name="csX221" fmla="*/ 2205041 w 2726878"/>
                    <a:gd name="csY221" fmla="*/ 2468 h 443699"/>
                    <a:gd name="csX222" fmla="*/ 1808370 w 2726878"/>
                    <a:gd name="csY222" fmla="*/ 440579 h 443699"/>
                    <a:gd name="csX223" fmla="*/ 2205041 w 2726878"/>
                    <a:gd name="csY223" fmla="*/ 2468 h 443699"/>
                    <a:gd name="csX224" fmla="*/ 1846088 w 2726878"/>
                    <a:gd name="csY224" fmla="*/ 443192 h 443699"/>
                    <a:gd name="csX225" fmla="*/ 2242758 w 2726878"/>
                    <a:gd name="csY225" fmla="*/ 5080 h 443699"/>
                    <a:gd name="csX226" fmla="*/ 1846088 w 2726878"/>
                    <a:gd name="csY226" fmla="*/ 443192 h 443699"/>
                    <a:gd name="csX227" fmla="*/ 2242758 w 2726878"/>
                    <a:gd name="csY227" fmla="*/ 5080 h 443699"/>
                    <a:gd name="csX228" fmla="*/ 1888717 w 2726878"/>
                    <a:gd name="csY228" fmla="*/ 440361 h 443699"/>
                    <a:gd name="csX229" fmla="*/ 2285388 w 2726878"/>
                    <a:gd name="csY229" fmla="*/ 2178 h 443699"/>
                    <a:gd name="csX230" fmla="*/ 1888717 w 2726878"/>
                    <a:gd name="csY230" fmla="*/ 440361 h 443699"/>
                    <a:gd name="csX231" fmla="*/ 2285388 w 2726878"/>
                    <a:gd name="csY231" fmla="*/ 2178 h 443699"/>
                    <a:gd name="csX232" fmla="*/ 1926434 w 2726878"/>
                    <a:gd name="csY232" fmla="*/ 442974 h 443699"/>
                    <a:gd name="csX233" fmla="*/ 2323104 w 2726878"/>
                    <a:gd name="csY233" fmla="*/ 4790 h 443699"/>
                    <a:gd name="csX234" fmla="*/ 1926434 w 2726878"/>
                    <a:gd name="csY234" fmla="*/ 442974 h 443699"/>
                    <a:gd name="csX235" fmla="*/ 2323104 w 2726878"/>
                    <a:gd name="csY235" fmla="*/ 4790 h 443699"/>
                    <a:gd name="csX236" fmla="*/ 1969064 w 2726878"/>
                    <a:gd name="csY236" fmla="*/ 440071 h 443699"/>
                    <a:gd name="csX237" fmla="*/ 2365734 w 2726878"/>
                    <a:gd name="csY237" fmla="*/ 1960 h 443699"/>
                    <a:gd name="csX238" fmla="*/ 1969064 w 2726878"/>
                    <a:gd name="csY238" fmla="*/ 440071 h 443699"/>
                    <a:gd name="csX239" fmla="*/ 2365734 w 2726878"/>
                    <a:gd name="csY239" fmla="*/ 1960 h 443699"/>
                    <a:gd name="csX240" fmla="*/ 2006781 w 2726878"/>
                    <a:gd name="csY240" fmla="*/ 442684 h 443699"/>
                    <a:gd name="csX241" fmla="*/ 2403451 w 2726878"/>
                    <a:gd name="csY241" fmla="*/ 4572 h 443699"/>
                    <a:gd name="csX242" fmla="*/ 2006781 w 2726878"/>
                    <a:gd name="csY242" fmla="*/ 442684 h 443699"/>
                    <a:gd name="csX243" fmla="*/ 2403451 w 2726878"/>
                    <a:gd name="csY243" fmla="*/ 4572 h 443699"/>
                    <a:gd name="csX244" fmla="*/ 2049411 w 2726878"/>
                    <a:gd name="csY244" fmla="*/ 439853 h 443699"/>
                    <a:gd name="csX245" fmla="*/ 2446081 w 2726878"/>
                    <a:gd name="csY245" fmla="*/ 1669 h 443699"/>
                    <a:gd name="csX246" fmla="*/ 2049411 w 2726878"/>
                    <a:gd name="csY246" fmla="*/ 439853 h 443699"/>
                    <a:gd name="csX247" fmla="*/ 2446081 w 2726878"/>
                    <a:gd name="csY247" fmla="*/ 1669 h 443699"/>
                    <a:gd name="csX248" fmla="*/ 2087128 w 2726878"/>
                    <a:gd name="csY248" fmla="*/ 442466 h 443699"/>
                    <a:gd name="csX249" fmla="*/ 2483798 w 2726878"/>
                    <a:gd name="csY249" fmla="*/ 4282 h 443699"/>
                    <a:gd name="csX250" fmla="*/ 2087128 w 2726878"/>
                    <a:gd name="csY250" fmla="*/ 442466 h 443699"/>
                    <a:gd name="csX251" fmla="*/ 2483798 w 2726878"/>
                    <a:gd name="csY251" fmla="*/ 4282 h 443699"/>
                    <a:gd name="csX252" fmla="*/ 2129758 w 2726878"/>
                    <a:gd name="csY252" fmla="*/ 439563 h 443699"/>
                    <a:gd name="csX253" fmla="*/ 2526428 w 2726878"/>
                    <a:gd name="csY253" fmla="*/ 1452 h 443699"/>
                    <a:gd name="csX254" fmla="*/ 2129758 w 2726878"/>
                    <a:gd name="csY254" fmla="*/ 439563 h 443699"/>
                    <a:gd name="csX255" fmla="*/ 2526428 w 2726878"/>
                    <a:gd name="csY255" fmla="*/ 1452 h 443699"/>
                    <a:gd name="csX256" fmla="*/ 2167475 w 2726878"/>
                    <a:gd name="csY256" fmla="*/ 442176 h 443699"/>
                    <a:gd name="csX257" fmla="*/ 2564145 w 2726878"/>
                    <a:gd name="csY257" fmla="*/ 4064 h 443699"/>
                    <a:gd name="csX258" fmla="*/ 2167475 w 2726878"/>
                    <a:gd name="csY258" fmla="*/ 442176 h 443699"/>
                    <a:gd name="csX259" fmla="*/ 2564145 w 2726878"/>
                    <a:gd name="csY259" fmla="*/ 4064 h 443699"/>
                    <a:gd name="csX260" fmla="*/ 2210105 w 2726878"/>
                    <a:gd name="csY260" fmla="*/ 439345 h 443699"/>
                    <a:gd name="csX261" fmla="*/ 2606774 w 2726878"/>
                    <a:gd name="csY261" fmla="*/ 1161 h 443699"/>
                    <a:gd name="csX262" fmla="*/ 2210105 w 2726878"/>
                    <a:gd name="csY262" fmla="*/ 439345 h 443699"/>
                    <a:gd name="csX263" fmla="*/ 2606774 w 2726878"/>
                    <a:gd name="csY263" fmla="*/ 1161 h 443699"/>
                    <a:gd name="csX264" fmla="*/ 2247822 w 2726878"/>
                    <a:gd name="csY264" fmla="*/ 441958 h 443699"/>
                    <a:gd name="csX265" fmla="*/ 2644491 w 2726878"/>
                    <a:gd name="csY265" fmla="*/ 3774 h 443699"/>
                    <a:gd name="csX266" fmla="*/ 2247822 w 2726878"/>
                    <a:gd name="csY266" fmla="*/ 441958 h 443699"/>
                    <a:gd name="csX267" fmla="*/ 2644491 w 2726878"/>
                    <a:gd name="csY267" fmla="*/ 3774 h 443699"/>
                    <a:gd name="csX268" fmla="*/ 2290452 w 2726878"/>
                    <a:gd name="csY268" fmla="*/ 439128 h 443699"/>
                    <a:gd name="csX269" fmla="*/ 2687121 w 2726878"/>
                    <a:gd name="csY269" fmla="*/ 944 h 443699"/>
                    <a:gd name="csX270" fmla="*/ 2290452 w 2726878"/>
                    <a:gd name="csY270" fmla="*/ 439128 h 443699"/>
                    <a:gd name="csX271" fmla="*/ 2687121 w 2726878"/>
                    <a:gd name="csY271" fmla="*/ 944 h 443699"/>
                    <a:gd name="csX272" fmla="*/ 2328168 w 2726878"/>
                    <a:gd name="csY272" fmla="*/ 441740 h 443699"/>
                    <a:gd name="csX273" fmla="*/ 2724838 w 2726878"/>
                    <a:gd name="csY273" fmla="*/ 3556 h 443699"/>
                    <a:gd name="csX274" fmla="*/ 2328168 w 2726878"/>
                    <a:gd name="csY274" fmla="*/ 441740 h 443699"/>
                    <a:gd name="csX275" fmla="*/ 2724838 w 2726878"/>
                    <a:gd name="csY275" fmla="*/ 3556 h 443699"/>
                    <a:gd name="csX276" fmla="*/ 2370798 w 2726878"/>
                    <a:gd name="csY276" fmla="*/ 438837 h 443699"/>
                    <a:gd name="csX277" fmla="*/ 2722873 w 2726878"/>
                    <a:gd name="csY277" fmla="*/ 50002 h 443699"/>
                    <a:gd name="csX278" fmla="*/ 2370798 w 2726878"/>
                    <a:gd name="csY278" fmla="*/ 438837 h 443699"/>
                    <a:gd name="csX279" fmla="*/ 2722873 w 2726878"/>
                    <a:gd name="csY279" fmla="*/ 50002 h 443699"/>
                    <a:gd name="csX280" fmla="*/ 2408515 w 2726878"/>
                    <a:gd name="csY280" fmla="*/ 441450 h 443699"/>
                    <a:gd name="csX281" fmla="*/ 2725821 w 2726878"/>
                    <a:gd name="csY281" fmla="*/ 90932 h 443699"/>
                    <a:gd name="csX282" fmla="*/ 2408515 w 2726878"/>
                    <a:gd name="csY282" fmla="*/ 441450 h 443699"/>
                    <a:gd name="csX283" fmla="*/ 2725821 w 2726878"/>
                    <a:gd name="csY283" fmla="*/ 90932 h 443699"/>
                    <a:gd name="csX284" fmla="*/ 2451145 w 2726878"/>
                    <a:gd name="csY284" fmla="*/ 438620 h 443699"/>
                    <a:gd name="csX285" fmla="*/ 2723856 w 2726878"/>
                    <a:gd name="csY285" fmla="*/ 137377 h 443699"/>
                    <a:gd name="csX286" fmla="*/ 2451145 w 2726878"/>
                    <a:gd name="csY286" fmla="*/ 438620 h 443699"/>
                    <a:gd name="csX287" fmla="*/ 2723856 w 2726878"/>
                    <a:gd name="csY287" fmla="*/ 137377 h 443699"/>
                    <a:gd name="csX288" fmla="*/ 2488862 w 2726878"/>
                    <a:gd name="csY288" fmla="*/ 441232 h 443699"/>
                    <a:gd name="csX289" fmla="*/ 2726879 w 2726878"/>
                    <a:gd name="csY289" fmla="*/ 178307 h 443699"/>
                    <a:gd name="csX290" fmla="*/ 2488862 w 2726878"/>
                    <a:gd name="csY290" fmla="*/ 441232 h 443699"/>
                    <a:gd name="csX291" fmla="*/ 2726879 w 2726878"/>
                    <a:gd name="csY291" fmla="*/ 178307 h 443699"/>
                    <a:gd name="csX292" fmla="*/ 2531492 w 2726878"/>
                    <a:gd name="csY292" fmla="*/ 438330 h 443699"/>
                    <a:gd name="csX293" fmla="*/ 2724914 w 2726878"/>
                    <a:gd name="csY293" fmla="*/ 224753 h 443699"/>
                    <a:gd name="csX294" fmla="*/ 2531492 w 2726878"/>
                    <a:gd name="csY294" fmla="*/ 438330 h 443699"/>
                    <a:gd name="csX295" fmla="*/ 2724914 w 2726878"/>
                    <a:gd name="csY295" fmla="*/ 224753 h 443699"/>
                    <a:gd name="csX296" fmla="*/ 2569209 w 2726878"/>
                    <a:gd name="csY296" fmla="*/ 440942 h 443699"/>
                    <a:gd name="csX297" fmla="*/ 2722873 w 2726878"/>
                    <a:gd name="csY297" fmla="*/ 271198 h 443699"/>
                    <a:gd name="csX298" fmla="*/ 2569209 w 2726878"/>
                    <a:gd name="csY298" fmla="*/ 440942 h 443699"/>
                    <a:gd name="csX299" fmla="*/ 2722873 w 2726878"/>
                    <a:gd name="csY299" fmla="*/ 271198 h 443699"/>
                    <a:gd name="csX300" fmla="*/ 2606850 w 2726878"/>
                    <a:gd name="csY300" fmla="*/ 443555 h 443699"/>
                    <a:gd name="csX301" fmla="*/ 2725896 w 2726878"/>
                    <a:gd name="csY301" fmla="*/ 312128 h 443699"/>
                    <a:gd name="csX302" fmla="*/ 2606850 w 2726878"/>
                    <a:gd name="csY302" fmla="*/ 443555 h 443699"/>
                    <a:gd name="csX303" fmla="*/ 2725896 w 2726878"/>
                    <a:gd name="csY303" fmla="*/ 312128 h 443699"/>
                    <a:gd name="csX304" fmla="*/ 2649556 w 2726878"/>
                    <a:gd name="csY304" fmla="*/ 440724 h 443699"/>
                    <a:gd name="csX305" fmla="*/ 2723931 w 2726878"/>
                    <a:gd name="csY305" fmla="*/ 358574 h 443699"/>
                    <a:gd name="csX306" fmla="*/ 2649556 w 2726878"/>
                    <a:gd name="csY306" fmla="*/ 440724 h 443699"/>
                    <a:gd name="csX307" fmla="*/ 2723931 w 2726878"/>
                    <a:gd name="csY307" fmla="*/ 358574 h 443699"/>
                    <a:gd name="csX308" fmla="*/ 2687197 w 2726878"/>
                    <a:gd name="csY308" fmla="*/ 443337 h 443699"/>
                    <a:gd name="csX309" fmla="*/ 2721966 w 2726878"/>
                    <a:gd name="csY309" fmla="*/ 404947 h 443699"/>
                    <a:gd name="csX310" fmla="*/ 2687197 w 2726878"/>
                    <a:gd name="csY310" fmla="*/ 443337 h 443699"/>
                    <a:gd name="csX311" fmla="*/ 2721966 w 2726878"/>
                    <a:gd name="csY311" fmla="*/ 404947 h 4436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  <a:cxn ang="0">
                      <a:pos x="csX128" y="csY128"/>
                    </a:cxn>
                    <a:cxn ang="0">
                      <a:pos x="csX129" y="csY129"/>
                    </a:cxn>
                    <a:cxn ang="0">
                      <a:pos x="csX130" y="csY130"/>
                    </a:cxn>
                    <a:cxn ang="0">
                      <a:pos x="csX131" y="csY131"/>
                    </a:cxn>
                    <a:cxn ang="0">
                      <a:pos x="csX132" y="csY132"/>
                    </a:cxn>
                    <a:cxn ang="0">
                      <a:pos x="csX133" y="csY133"/>
                    </a:cxn>
                    <a:cxn ang="0">
                      <a:pos x="csX134" y="csY134"/>
                    </a:cxn>
                    <a:cxn ang="0">
                      <a:pos x="csX135" y="csY135"/>
                    </a:cxn>
                    <a:cxn ang="0">
                      <a:pos x="csX136" y="csY136"/>
                    </a:cxn>
                    <a:cxn ang="0">
                      <a:pos x="csX137" y="csY137"/>
                    </a:cxn>
                    <a:cxn ang="0">
                      <a:pos x="csX138" y="csY138"/>
                    </a:cxn>
                    <a:cxn ang="0">
                      <a:pos x="csX139" y="csY139"/>
                    </a:cxn>
                    <a:cxn ang="0">
                      <a:pos x="csX140" y="csY140"/>
                    </a:cxn>
                    <a:cxn ang="0">
                      <a:pos x="csX141" y="csY141"/>
                    </a:cxn>
                    <a:cxn ang="0">
                      <a:pos x="csX142" y="csY142"/>
                    </a:cxn>
                    <a:cxn ang="0">
                      <a:pos x="csX143" y="csY143"/>
                    </a:cxn>
                    <a:cxn ang="0">
                      <a:pos x="csX144" y="csY144"/>
                    </a:cxn>
                    <a:cxn ang="0">
                      <a:pos x="csX145" y="csY145"/>
                    </a:cxn>
                    <a:cxn ang="0">
                      <a:pos x="csX146" y="csY146"/>
                    </a:cxn>
                    <a:cxn ang="0">
                      <a:pos x="csX147" y="csY147"/>
                    </a:cxn>
                    <a:cxn ang="0">
                      <a:pos x="csX148" y="csY148"/>
                    </a:cxn>
                    <a:cxn ang="0">
                      <a:pos x="csX149" y="csY149"/>
                    </a:cxn>
                    <a:cxn ang="0">
                      <a:pos x="csX150" y="csY150"/>
                    </a:cxn>
                    <a:cxn ang="0">
                      <a:pos x="csX151" y="csY151"/>
                    </a:cxn>
                    <a:cxn ang="0">
                      <a:pos x="csX152" y="csY152"/>
                    </a:cxn>
                    <a:cxn ang="0">
                      <a:pos x="csX153" y="csY153"/>
                    </a:cxn>
                    <a:cxn ang="0">
                      <a:pos x="csX154" y="csY154"/>
                    </a:cxn>
                    <a:cxn ang="0">
                      <a:pos x="csX155" y="csY155"/>
                    </a:cxn>
                    <a:cxn ang="0">
                      <a:pos x="csX156" y="csY156"/>
                    </a:cxn>
                    <a:cxn ang="0">
                      <a:pos x="csX157" y="csY157"/>
                    </a:cxn>
                    <a:cxn ang="0">
                      <a:pos x="csX158" y="csY158"/>
                    </a:cxn>
                    <a:cxn ang="0">
                      <a:pos x="csX159" y="csY159"/>
                    </a:cxn>
                    <a:cxn ang="0">
                      <a:pos x="csX160" y="csY160"/>
                    </a:cxn>
                    <a:cxn ang="0">
                      <a:pos x="csX161" y="csY161"/>
                    </a:cxn>
                    <a:cxn ang="0">
                      <a:pos x="csX162" y="csY162"/>
                    </a:cxn>
                    <a:cxn ang="0">
                      <a:pos x="csX163" y="csY163"/>
                    </a:cxn>
                    <a:cxn ang="0">
                      <a:pos x="csX164" y="csY164"/>
                    </a:cxn>
                    <a:cxn ang="0">
                      <a:pos x="csX165" y="csY165"/>
                    </a:cxn>
                    <a:cxn ang="0">
                      <a:pos x="csX166" y="csY166"/>
                    </a:cxn>
                    <a:cxn ang="0">
                      <a:pos x="csX167" y="csY167"/>
                    </a:cxn>
                    <a:cxn ang="0">
                      <a:pos x="csX168" y="csY168"/>
                    </a:cxn>
                    <a:cxn ang="0">
                      <a:pos x="csX169" y="csY169"/>
                    </a:cxn>
                    <a:cxn ang="0">
                      <a:pos x="csX170" y="csY170"/>
                    </a:cxn>
                    <a:cxn ang="0">
                      <a:pos x="csX171" y="csY171"/>
                    </a:cxn>
                    <a:cxn ang="0">
                      <a:pos x="csX172" y="csY172"/>
                    </a:cxn>
                    <a:cxn ang="0">
                      <a:pos x="csX173" y="csY173"/>
                    </a:cxn>
                    <a:cxn ang="0">
                      <a:pos x="csX174" y="csY174"/>
                    </a:cxn>
                    <a:cxn ang="0">
                      <a:pos x="csX175" y="csY175"/>
                    </a:cxn>
                    <a:cxn ang="0">
                      <a:pos x="csX176" y="csY176"/>
                    </a:cxn>
                    <a:cxn ang="0">
                      <a:pos x="csX177" y="csY177"/>
                    </a:cxn>
                    <a:cxn ang="0">
                      <a:pos x="csX178" y="csY178"/>
                    </a:cxn>
                    <a:cxn ang="0">
                      <a:pos x="csX179" y="csY179"/>
                    </a:cxn>
                    <a:cxn ang="0">
                      <a:pos x="csX180" y="csY180"/>
                    </a:cxn>
                    <a:cxn ang="0">
                      <a:pos x="csX181" y="csY181"/>
                    </a:cxn>
                    <a:cxn ang="0">
                      <a:pos x="csX182" y="csY182"/>
                    </a:cxn>
                    <a:cxn ang="0">
                      <a:pos x="csX183" y="csY183"/>
                    </a:cxn>
                    <a:cxn ang="0">
                      <a:pos x="csX184" y="csY184"/>
                    </a:cxn>
                    <a:cxn ang="0">
                      <a:pos x="csX185" y="csY185"/>
                    </a:cxn>
                    <a:cxn ang="0">
                      <a:pos x="csX186" y="csY186"/>
                    </a:cxn>
                    <a:cxn ang="0">
                      <a:pos x="csX187" y="csY187"/>
                    </a:cxn>
                    <a:cxn ang="0">
                      <a:pos x="csX188" y="csY188"/>
                    </a:cxn>
                    <a:cxn ang="0">
                      <a:pos x="csX189" y="csY189"/>
                    </a:cxn>
                    <a:cxn ang="0">
                      <a:pos x="csX190" y="csY190"/>
                    </a:cxn>
                    <a:cxn ang="0">
                      <a:pos x="csX191" y="csY191"/>
                    </a:cxn>
                    <a:cxn ang="0">
                      <a:pos x="csX192" y="csY192"/>
                    </a:cxn>
                    <a:cxn ang="0">
                      <a:pos x="csX193" y="csY193"/>
                    </a:cxn>
                    <a:cxn ang="0">
                      <a:pos x="csX194" y="csY194"/>
                    </a:cxn>
                    <a:cxn ang="0">
                      <a:pos x="csX195" y="csY195"/>
                    </a:cxn>
                    <a:cxn ang="0">
                      <a:pos x="csX196" y="csY196"/>
                    </a:cxn>
                    <a:cxn ang="0">
                      <a:pos x="csX197" y="csY197"/>
                    </a:cxn>
                    <a:cxn ang="0">
                      <a:pos x="csX198" y="csY198"/>
                    </a:cxn>
                    <a:cxn ang="0">
                      <a:pos x="csX199" y="csY199"/>
                    </a:cxn>
                    <a:cxn ang="0">
                      <a:pos x="csX200" y="csY200"/>
                    </a:cxn>
                    <a:cxn ang="0">
                      <a:pos x="csX201" y="csY201"/>
                    </a:cxn>
                    <a:cxn ang="0">
                      <a:pos x="csX202" y="csY202"/>
                    </a:cxn>
                    <a:cxn ang="0">
                      <a:pos x="csX203" y="csY203"/>
                    </a:cxn>
                    <a:cxn ang="0">
                      <a:pos x="csX204" y="csY204"/>
                    </a:cxn>
                    <a:cxn ang="0">
                      <a:pos x="csX205" y="csY205"/>
                    </a:cxn>
                    <a:cxn ang="0">
                      <a:pos x="csX206" y="csY206"/>
                    </a:cxn>
                    <a:cxn ang="0">
                      <a:pos x="csX207" y="csY207"/>
                    </a:cxn>
                    <a:cxn ang="0">
                      <a:pos x="csX208" y="csY208"/>
                    </a:cxn>
                    <a:cxn ang="0">
                      <a:pos x="csX209" y="csY209"/>
                    </a:cxn>
                    <a:cxn ang="0">
                      <a:pos x="csX210" y="csY210"/>
                    </a:cxn>
                    <a:cxn ang="0">
                      <a:pos x="csX211" y="csY211"/>
                    </a:cxn>
                    <a:cxn ang="0">
                      <a:pos x="csX212" y="csY212"/>
                    </a:cxn>
                    <a:cxn ang="0">
                      <a:pos x="csX213" y="csY213"/>
                    </a:cxn>
                    <a:cxn ang="0">
                      <a:pos x="csX214" y="csY214"/>
                    </a:cxn>
                    <a:cxn ang="0">
                      <a:pos x="csX215" y="csY215"/>
                    </a:cxn>
                    <a:cxn ang="0">
                      <a:pos x="csX216" y="csY216"/>
                    </a:cxn>
                    <a:cxn ang="0">
                      <a:pos x="csX217" y="csY217"/>
                    </a:cxn>
                    <a:cxn ang="0">
                      <a:pos x="csX218" y="csY218"/>
                    </a:cxn>
                    <a:cxn ang="0">
                      <a:pos x="csX219" y="csY219"/>
                    </a:cxn>
                    <a:cxn ang="0">
                      <a:pos x="csX220" y="csY220"/>
                    </a:cxn>
                    <a:cxn ang="0">
                      <a:pos x="csX221" y="csY221"/>
                    </a:cxn>
                    <a:cxn ang="0">
                      <a:pos x="csX222" y="csY222"/>
                    </a:cxn>
                    <a:cxn ang="0">
                      <a:pos x="csX223" y="csY223"/>
                    </a:cxn>
                    <a:cxn ang="0">
                      <a:pos x="csX224" y="csY224"/>
                    </a:cxn>
                    <a:cxn ang="0">
                      <a:pos x="csX225" y="csY225"/>
                    </a:cxn>
                    <a:cxn ang="0">
                      <a:pos x="csX226" y="csY226"/>
                    </a:cxn>
                    <a:cxn ang="0">
                      <a:pos x="csX227" y="csY227"/>
                    </a:cxn>
                    <a:cxn ang="0">
                      <a:pos x="csX228" y="csY228"/>
                    </a:cxn>
                    <a:cxn ang="0">
                      <a:pos x="csX229" y="csY229"/>
                    </a:cxn>
                    <a:cxn ang="0">
                      <a:pos x="csX230" y="csY230"/>
                    </a:cxn>
                    <a:cxn ang="0">
                      <a:pos x="csX231" y="csY231"/>
                    </a:cxn>
                    <a:cxn ang="0">
                      <a:pos x="csX232" y="csY232"/>
                    </a:cxn>
                    <a:cxn ang="0">
                      <a:pos x="csX233" y="csY233"/>
                    </a:cxn>
                    <a:cxn ang="0">
                      <a:pos x="csX234" y="csY234"/>
                    </a:cxn>
                    <a:cxn ang="0">
                      <a:pos x="csX235" y="csY235"/>
                    </a:cxn>
                    <a:cxn ang="0">
                      <a:pos x="csX236" y="csY236"/>
                    </a:cxn>
                    <a:cxn ang="0">
                      <a:pos x="csX237" y="csY237"/>
                    </a:cxn>
                    <a:cxn ang="0">
                      <a:pos x="csX238" y="csY238"/>
                    </a:cxn>
                    <a:cxn ang="0">
                      <a:pos x="csX239" y="csY239"/>
                    </a:cxn>
                    <a:cxn ang="0">
                      <a:pos x="csX240" y="csY240"/>
                    </a:cxn>
                    <a:cxn ang="0">
                      <a:pos x="csX241" y="csY241"/>
                    </a:cxn>
                    <a:cxn ang="0">
                      <a:pos x="csX242" y="csY242"/>
                    </a:cxn>
                    <a:cxn ang="0">
                      <a:pos x="csX243" y="csY243"/>
                    </a:cxn>
                    <a:cxn ang="0">
                      <a:pos x="csX244" y="csY244"/>
                    </a:cxn>
                    <a:cxn ang="0">
                      <a:pos x="csX245" y="csY245"/>
                    </a:cxn>
                    <a:cxn ang="0">
                      <a:pos x="csX246" y="csY246"/>
                    </a:cxn>
                    <a:cxn ang="0">
                      <a:pos x="csX247" y="csY247"/>
                    </a:cxn>
                    <a:cxn ang="0">
                      <a:pos x="csX248" y="csY248"/>
                    </a:cxn>
                    <a:cxn ang="0">
                      <a:pos x="csX249" y="csY249"/>
                    </a:cxn>
                    <a:cxn ang="0">
                      <a:pos x="csX250" y="csY250"/>
                    </a:cxn>
                    <a:cxn ang="0">
                      <a:pos x="csX251" y="csY251"/>
                    </a:cxn>
                    <a:cxn ang="0">
                      <a:pos x="csX252" y="csY252"/>
                    </a:cxn>
                    <a:cxn ang="0">
                      <a:pos x="csX253" y="csY253"/>
                    </a:cxn>
                    <a:cxn ang="0">
                      <a:pos x="csX254" y="csY254"/>
                    </a:cxn>
                    <a:cxn ang="0">
                      <a:pos x="csX255" y="csY255"/>
                    </a:cxn>
                    <a:cxn ang="0">
                      <a:pos x="csX256" y="csY256"/>
                    </a:cxn>
                    <a:cxn ang="0">
                      <a:pos x="csX257" y="csY257"/>
                    </a:cxn>
                    <a:cxn ang="0">
                      <a:pos x="csX258" y="csY258"/>
                    </a:cxn>
                    <a:cxn ang="0">
                      <a:pos x="csX259" y="csY259"/>
                    </a:cxn>
                    <a:cxn ang="0">
                      <a:pos x="csX260" y="csY260"/>
                    </a:cxn>
                    <a:cxn ang="0">
                      <a:pos x="csX261" y="csY261"/>
                    </a:cxn>
                    <a:cxn ang="0">
                      <a:pos x="csX262" y="csY262"/>
                    </a:cxn>
                    <a:cxn ang="0">
                      <a:pos x="csX263" y="csY263"/>
                    </a:cxn>
                    <a:cxn ang="0">
                      <a:pos x="csX264" y="csY264"/>
                    </a:cxn>
                    <a:cxn ang="0">
                      <a:pos x="csX265" y="csY265"/>
                    </a:cxn>
                    <a:cxn ang="0">
                      <a:pos x="csX266" y="csY266"/>
                    </a:cxn>
                    <a:cxn ang="0">
                      <a:pos x="csX267" y="csY267"/>
                    </a:cxn>
                    <a:cxn ang="0">
                      <a:pos x="csX268" y="csY268"/>
                    </a:cxn>
                    <a:cxn ang="0">
                      <a:pos x="csX269" y="csY269"/>
                    </a:cxn>
                    <a:cxn ang="0">
                      <a:pos x="csX270" y="csY270"/>
                    </a:cxn>
                    <a:cxn ang="0">
                      <a:pos x="csX271" y="csY271"/>
                    </a:cxn>
                    <a:cxn ang="0">
                      <a:pos x="csX272" y="csY272"/>
                    </a:cxn>
                    <a:cxn ang="0">
                      <a:pos x="csX273" y="csY273"/>
                    </a:cxn>
                    <a:cxn ang="0">
                      <a:pos x="csX274" y="csY274"/>
                    </a:cxn>
                    <a:cxn ang="0">
                      <a:pos x="csX275" y="csY275"/>
                    </a:cxn>
                    <a:cxn ang="0">
                      <a:pos x="csX276" y="csY276"/>
                    </a:cxn>
                    <a:cxn ang="0">
                      <a:pos x="csX277" y="csY277"/>
                    </a:cxn>
                    <a:cxn ang="0">
                      <a:pos x="csX278" y="csY278"/>
                    </a:cxn>
                    <a:cxn ang="0">
                      <a:pos x="csX279" y="csY279"/>
                    </a:cxn>
                    <a:cxn ang="0">
                      <a:pos x="csX280" y="csY280"/>
                    </a:cxn>
                    <a:cxn ang="0">
                      <a:pos x="csX281" y="csY281"/>
                    </a:cxn>
                    <a:cxn ang="0">
                      <a:pos x="csX282" y="csY282"/>
                    </a:cxn>
                    <a:cxn ang="0">
                      <a:pos x="csX283" y="csY283"/>
                    </a:cxn>
                    <a:cxn ang="0">
                      <a:pos x="csX284" y="csY284"/>
                    </a:cxn>
                    <a:cxn ang="0">
                      <a:pos x="csX285" y="csY285"/>
                    </a:cxn>
                    <a:cxn ang="0">
                      <a:pos x="csX286" y="csY286"/>
                    </a:cxn>
                    <a:cxn ang="0">
                      <a:pos x="csX287" y="csY287"/>
                    </a:cxn>
                    <a:cxn ang="0">
                      <a:pos x="csX288" y="csY288"/>
                    </a:cxn>
                    <a:cxn ang="0">
                      <a:pos x="csX289" y="csY289"/>
                    </a:cxn>
                    <a:cxn ang="0">
                      <a:pos x="csX290" y="csY290"/>
                    </a:cxn>
                    <a:cxn ang="0">
                      <a:pos x="csX291" y="csY291"/>
                    </a:cxn>
                    <a:cxn ang="0">
                      <a:pos x="csX292" y="csY292"/>
                    </a:cxn>
                    <a:cxn ang="0">
                      <a:pos x="csX293" y="csY293"/>
                    </a:cxn>
                    <a:cxn ang="0">
                      <a:pos x="csX294" y="csY294"/>
                    </a:cxn>
                    <a:cxn ang="0">
                      <a:pos x="csX295" y="csY295"/>
                    </a:cxn>
                    <a:cxn ang="0">
                      <a:pos x="csX296" y="csY296"/>
                    </a:cxn>
                    <a:cxn ang="0">
                      <a:pos x="csX297" y="csY297"/>
                    </a:cxn>
                    <a:cxn ang="0">
                      <a:pos x="csX298" y="csY298"/>
                    </a:cxn>
                    <a:cxn ang="0">
                      <a:pos x="csX299" y="csY299"/>
                    </a:cxn>
                    <a:cxn ang="0">
                      <a:pos x="csX300" y="csY300"/>
                    </a:cxn>
                    <a:cxn ang="0">
                      <a:pos x="csX301" y="csY301"/>
                    </a:cxn>
                    <a:cxn ang="0">
                      <a:pos x="csX302" y="csY302"/>
                    </a:cxn>
                    <a:cxn ang="0">
                      <a:pos x="csX303" y="csY303"/>
                    </a:cxn>
                    <a:cxn ang="0">
                      <a:pos x="csX304" y="csY304"/>
                    </a:cxn>
                    <a:cxn ang="0">
                      <a:pos x="csX305" y="csY305"/>
                    </a:cxn>
                    <a:cxn ang="0">
                      <a:pos x="csX306" y="csY306"/>
                    </a:cxn>
                    <a:cxn ang="0">
                      <a:pos x="csX307" y="csY307"/>
                    </a:cxn>
                    <a:cxn ang="0">
                      <a:pos x="csX308" y="csY308"/>
                    </a:cxn>
                    <a:cxn ang="0">
                      <a:pos x="csX309" y="csY309"/>
                    </a:cxn>
                    <a:cxn ang="0">
                      <a:pos x="csX310" y="csY310"/>
                    </a:cxn>
                    <a:cxn ang="0">
                      <a:pos x="csX311" y="csY311"/>
                    </a:cxn>
                  </a:cxnLst>
                  <a:rect l="l" t="t" r="r" b="b"/>
                  <a:pathLst>
                    <a:path w="2726878" h="443699">
                      <a:moveTo>
                        <a:pt x="2948" y="1089"/>
                      </a:moveTo>
                      <a:cubicBezTo>
                        <a:pt x="2948" y="1089"/>
                        <a:pt x="2948" y="1089"/>
                        <a:pt x="2948" y="1089"/>
                      </a:cubicBezTo>
                      <a:moveTo>
                        <a:pt x="2948" y="1089"/>
                      </a:moveTo>
                      <a:cubicBezTo>
                        <a:pt x="2948" y="1089"/>
                        <a:pt x="2948" y="1089"/>
                        <a:pt x="2948" y="1089"/>
                      </a:cubicBezTo>
                      <a:moveTo>
                        <a:pt x="983" y="47534"/>
                      </a:moveTo>
                      <a:cubicBezTo>
                        <a:pt x="6652" y="31133"/>
                        <a:pt x="27135" y="26634"/>
                        <a:pt x="40665" y="3701"/>
                      </a:cubicBezTo>
                      <a:moveTo>
                        <a:pt x="983" y="47534"/>
                      </a:moveTo>
                      <a:cubicBezTo>
                        <a:pt x="12094" y="40858"/>
                        <a:pt x="17536" y="28593"/>
                        <a:pt x="40665" y="3701"/>
                      </a:cubicBezTo>
                      <a:moveTo>
                        <a:pt x="3931" y="88464"/>
                      </a:moveTo>
                      <a:cubicBezTo>
                        <a:pt x="35450" y="61976"/>
                        <a:pt x="49811" y="30771"/>
                        <a:pt x="83295" y="871"/>
                      </a:cubicBezTo>
                      <a:moveTo>
                        <a:pt x="3931" y="88464"/>
                      </a:moveTo>
                      <a:cubicBezTo>
                        <a:pt x="30159" y="56315"/>
                        <a:pt x="59637" y="23296"/>
                        <a:pt x="83295" y="871"/>
                      </a:cubicBezTo>
                      <a:moveTo>
                        <a:pt x="1966" y="134910"/>
                      </a:moveTo>
                      <a:cubicBezTo>
                        <a:pt x="33182" y="105229"/>
                        <a:pt x="73620" y="69161"/>
                        <a:pt x="121012" y="3484"/>
                      </a:cubicBezTo>
                      <a:moveTo>
                        <a:pt x="1966" y="134910"/>
                      </a:moveTo>
                      <a:cubicBezTo>
                        <a:pt x="39758" y="90569"/>
                        <a:pt x="92365" y="34254"/>
                        <a:pt x="121012" y="3484"/>
                      </a:cubicBezTo>
                      <a:moveTo>
                        <a:pt x="1" y="181355"/>
                      </a:moveTo>
                      <a:cubicBezTo>
                        <a:pt x="36961" y="126056"/>
                        <a:pt x="102796" y="72862"/>
                        <a:pt x="163642" y="581"/>
                      </a:cubicBezTo>
                      <a:moveTo>
                        <a:pt x="1" y="181355"/>
                      </a:moveTo>
                      <a:cubicBezTo>
                        <a:pt x="44671" y="129104"/>
                        <a:pt x="82464" y="93690"/>
                        <a:pt x="163642" y="581"/>
                      </a:cubicBezTo>
                      <a:moveTo>
                        <a:pt x="3024" y="222285"/>
                      </a:moveTo>
                      <a:cubicBezTo>
                        <a:pt x="67573" y="142457"/>
                        <a:pt x="135675" y="76781"/>
                        <a:pt x="201359" y="3193"/>
                      </a:cubicBezTo>
                      <a:moveTo>
                        <a:pt x="3024" y="222285"/>
                      </a:moveTo>
                      <a:cubicBezTo>
                        <a:pt x="71579" y="143764"/>
                        <a:pt x="152758" y="58275"/>
                        <a:pt x="201359" y="3193"/>
                      </a:cubicBezTo>
                      <a:moveTo>
                        <a:pt x="983" y="268731"/>
                      </a:moveTo>
                      <a:cubicBezTo>
                        <a:pt x="96296" y="182807"/>
                        <a:pt x="190399" y="65169"/>
                        <a:pt x="243989" y="363"/>
                      </a:cubicBezTo>
                      <a:moveTo>
                        <a:pt x="983" y="268731"/>
                      </a:moveTo>
                      <a:cubicBezTo>
                        <a:pt x="62358" y="199426"/>
                        <a:pt x="120634" y="135636"/>
                        <a:pt x="243989" y="363"/>
                      </a:cubicBezTo>
                      <a:moveTo>
                        <a:pt x="4006" y="309661"/>
                      </a:moveTo>
                      <a:cubicBezTo>
                        <a:pt x="117913" y="191080"/>
                        <a:pt x="205818" y="110381"/>
                        <a:pt x="281706" y="2976"/>
                      </a:cubicBezTo>
                      <a:moveTo>
                        <a:pt x="4006" y="309661"/>
                      </a:moveTo>
                      <a:cubicBezTo>
                        <a:pt x="66213" y="250153"/>
                        <a:pt x="119122" y="183387"/>
                        <a:pt x="281706" y="2976"/>
                      </a:cubicBezTo>
                      <a:moveTo>
                        <a:pt x="2041" y="356106"/>
                      </a:moveTo>
                      <a:cubicBezTo>
                        <a:pt x="84731" y="256612"/>
                        <a:pt x="143234" y="195870"/>
                        <a:pt x="324336" y="73"/>
                      </a:cubicBezTo>
                      <a:moveTo>
                        <a:pt x="2041" y="356106"/>
                      </a:moveTo>
                      <a:cubicBezTo>
                        <a:pt x="84580" y="267062"/>
                        <a:pt x="173619" y="165317"/>
                        <a:pt x="324336" y="73"/>
                      </a:cubicBezTo>
                      <a:moveTo>
                        <a:pt x="76" y="402552"/>
                      </a:moveTo>
                      <a:cubicBezTo>
                        <a:pt x="81405" y="329400"/>
                        <a:pt x="156461" y="224753"/>
                        <a:pt x="362052" y="2686"/>
                      </a:cubicBezTo>
                      <a:moveTo>
                        <a:pt x="76" y="402552"/>
                      </a:moveTo>
                      <a:cubicBezTo>
                        <a:pt x="81935" y="326207"/>
                        <a:pt x="147542" y="234477"/>
                        <a:pt x="362052" y="2686"/>
                      </a:cubicBezTo>
                      <a:moveTo>
                        <a:pt x="3024" y="443482"/>
                      </a:moveTo>
                      <a:cubicBezTo>
                        <a:pt x="113227" y="331142"/>
                        <a:pt x="244745" y="183097"/>
                        <a:pt x="399694" y="5298"/>
                      </a:cubicBezTo>
                      <a:moveTo>
                        <a:pt x="3024" y="443482"/>
                      </a:moveTo>
                      <a:cubicBezTo>
                        <a:pt x="104988" y="323377"/>
                        <a:pt x="209976" y="213359"/>
                        <a:pt x="399694" y="5298"/>
                      </a:cubicBezTo>
                      <a:moveTo>
                        <a:pt x="45654" y="440652"/>
                      </a:moveTo>
                      <a:cubicBezTo>
                        <a:pt x="129478" y="351172"/>
                        <a:pt x="240361" y="239703"/>
                        <a:pt x="442399" y="2468"/>
                      </a:cubicBezTo>
                      <a:moveTo>
                        <a:pt x="45654" y="440652"/>
                      </a:moveTo>
                      <a:cubicBezTo>
                        <a:pt x="181404" y="279109"/>
                        <a:pt x="328417" y="132733"/>
                        <a:pt x="442399" y="2468"/>
                      </a:cubicBezTo>
                      <a:moveTo>
                        <a:pt x="83371" y="443264"/>
                      </a:moveTo>
                      <a:cubicBezTo>
                        <a:pt x="187073" y="334625"/>
                        <a:pt x="300451" y="220689"/>
                        <a:pt x="480040" y="5080"/>
                      </a:cubicBezTo>
                      <a:moveTo>
                        <a:pt x="83371" y="443264"/>
                      </a:moveTo>
                      <a:cubicBezTo>
                        <a:pt x="240814" y="265320"/>
                        <a:pt x="405589" y="98407"/>
                        <a:pt x="480040" y="5080"/>
                      </a:cubicBezTo>
                      <a:moveTo>
                        <a:pt x="126001" y="440361"/>
                      </a:moveTo>
                      <a:cubicBezTo>
                        <a:pt x="205516" y="348632"/>
                        <a:pt x="291910" y="247758"/>
                        <a:pt x="522746" y="2250"/>
                      </a:cubicBezTo>
                      <a:moveTo>
                        <a:pt x="126001" y="440361"/>
                      </a:moveTo>
                      <a:cubicBezTo>
                        <a:pt x="279060" y="282011"/>
                        <a:pt x="422747" y="111034"/>
                        <a:pt x="522746" y="2250"/>
                      </a:cubicBezTo>
                      <a:moveTo>
                        <a:pt x="163718" y="442974"/>
                      </a:moveTo>
                      <a:cubicBezTo>
                        <a:pt x="318893" y="269674"/>
                        <a:pt x="455097" y="112848"/>
                        <a:pt x="560463" y="4863"/>
                      </a:cubicBezTo>
                      <a:moveTo>
                        <a:pt x="163718" y="442974"/>
                      </a:moveTo>
                      <a:cubicBezTo>
                        <a:pt x="294253" y="288833"/>
                        <a:pt x="444062" y="130991"/>
                        <a:pt x="560463" y="4863"/>
                      </a:cubicBezTo>
                      <a:moveTo>
                        <a:pt x="206347" y="440144"/>
                      </a:moveTo>
                      <a:cubicBezTo>
                        <a:pt x="293346" y="330271"/>
                        <a:pt x="401205" y="237453"/>
                        <a:pt x="603093" y="1960"/>
                      </a:cubicBezTo>
                      <a:moveTo>
                        <a:pt x="206347" y="440144"/>
                      </a:moveTo>
                      <a:cubicBezTo>
                        <a:pt x="308387" y="344132"/>
                        <a:pt x="400072" y="230341"/>
                        <a:pt x="603093" y="1960"/>
                      </a:cubicBezTo>
                      <a:moveTo>
                        <a:pt x="244064" y="442756"/>
                      </a:moveTo>
                      <a:cubicBezTo>
                        <a:pt x="345424" y="345076"/>
                        <a:pt x="450336" y="242388"/>
                        <a:pt x="640810" y="4572"/>
                      </a:cubicBezTo>
                      <a:moveTo>
                        <a:pt x="244064" y="442756"/>
                      </a:moveTo>
                      <a:cubicBezTo>
                        <a:pt x="389565" y="275698"/>
                        <a:pt x="544892" y="114590"/>
                        <a:pt x="640810" y="4572"/>
                      </a:cubicBezTo>
                      <a:moveTo>
                        <a:pt x="286694" y="439853"/>
                      </a:moveTo>
                      <a:cubicBezTo>
                        <a:pt x="382612" y="353857"/>
                        <a:pt x="474750" y="236437"/>
                        <a:pt x="683440" y="1742"/>
                      </a:cubicBezTo>
                      <a:moveTo>
                        <a:pt x="286694" y="439853"/>
                      </a:moveTo>
                      <a:cubicBezTo>
                        <a:pt x="407857" y="309734"/>
                        <a:pt x="516548" y="187887"/>
                        <a:pt x="683440" y="1742"/>
                      </a:cubicBezTo>
                      <a:moveTo>
                        <a:pt x="324411" y="442466"/>
                      </a:moveTo>
                      <a:cubicBezTo>
                        <a:pt x="447161" y="284914"/>
                        <a:pt x="605814" y="145288"/>
                        <a:pt x="721157" y="4355"/>
                      </a:cubicBezTo>
                      <a:moveTo>
                        <a:pt x="324411" y="442466"/>
                      </a:moveTo>
                      <a:cubicBezTo>
                        <a:pt x="423276" y="334771"/>
                        <a:pt x="527054" y="215827"/>
                        <a:pt x="721157" y="4355"/>
                      </a:cubicBezTo>
                      <a:moveTo>
                        <a:pt x="367041" y="439636"/>
                      </a:moveTo>
                      <a:cubicBezTo>
                        <a:pt x="461371" y="328167"/>
                        <a:pt x="566132" y="234550"/>
                        <a:pt x="763787" y="1452"/>
                      </a:cubicBezTo>
                      <a:moveTo>
                        <a:pt x="367041" y="439636"/>
                      </a:moveTo>
                      <a:cubicBezTo>
                        <a:pt x="488128" y="309081"/>
                        <a:pt x="593116" y="183024"/>
                        <a:pt x="763787" y="1452"/>
                      </a:cubicBezTo>
                      <a:moveTo>
                        <a:pt x="404758" y="442248"/>
                      </a:moveTo>
                      <a:cubicBezTo>
                        <a:pt x="538997" y="305452"/>
                        <a:pt x="656456" y="174098"/>
                        <a:pt x="801503" y="4064"/>
                      </a:cubicBezTo>
                      <a:moveTo>
                        <a:pt x="404758" y="442248"/>
                      </a:moveTo>
                      <a:cubicBezTo>
                        <a:pt x="533933" y="291010"/>
                        <a:pt x="670288" y="146231"/>
                        <a:pt x="801503" y="4064"/>
                      </a:cubicBezTo>
                      <a:moveTo>
                        <a:pt x="447388" y="439345"/>
                      </a:moveTo>
                      <a:cubicBezTo>
                        <a:pt x="586993" y="271779"/>
                        <a:pt x="725389" y="109438"/>
                        <a:pt x="844133" y="1234"/>
                      </a:cubicBezTo>
                      <a:moveTo>
                        <a:pt x="447388" y="439345"/>
                      </a:moveTo>
                      <a:cubicBezTo>
                        <a:pt x="595081" y="278673"/>
                        <a:pt x="735593" y="115606"/>
                        <a:pt x="844133" y="1234"/>
                      </a:cubicBezTo>
                      <a:moveTo>
                        <a:pt x="485105" y="441958"/>
                      </a:moveTo>
                      <a:cubicBezTo>
                        <a:pt x="584877" y="315104"/>
                        <a:pt x="703999" y="186581"/>
                        <a:pt x="881850" y="3847"/>
                      </a:cubicBezTo>
                      <a:moveTo>
                        <a:pt x="485105" y="441958"/>
                      </a:moveTo>
                      <a:cubicBezTo>
                        <a:pt x="595232" y="320982"/>
                        <a:pt x="707400" y="207046"/>
                        <a:pt x="881850" y="3847"/>
                      </a:cubicBezTo>
                      <a:moveTo>
                        <a:pt x="527735" y="439128"/>
                      </a:moveTo>
                      <a:cubicBezTo>
                        <a:pt x="681323" y="273521"/>
                        <a:pt x="826749" y="95939"/>
                        <a:pt x="924480" y="944"/>
                      </a:cubicBezTo>
                      <a:moveTo>
                        <a:pt x="527735" y="439128"/>
                      </a:moveTo>
                      <a:cubicBezTo>
                        <a:pt x="638315" y="310169"/>
                        <a:pt x="769984" y="184258"/>
                        <a:pt x="924480" y="944"/>
                      </a:cubicBezTo>
                      <a:moveTo>
                        <a:pt x="565452" y="441740"/>
                      </a:moveTo>
                      <a:cubicBezTo>
                        <a:pt x="715412" y="260240"/>
                        <a:pt x="863634" y="110526"/>
                        <a:pt x="962197" y="3556"/>
                      </a:cubicBezTo>
                      <a:moveTo>
                        <a:pt x="565452" y="441740"/>
                      </a:moveTo>
                      <a:cubicBezTo>
                        <a:pt x="698935" y="300445"/>
                        <a:pt x="822819" y="154939"/>
                        <a:pt x="962197" y="3556"/>
                      </a:cubicBezTo>
                      <a:moveTo>
                        <a:pt x="608081" y="438910"/>
                      </a:moveTo>
                      <a:cubicBezTo>
                        <a:pt x="738919" y="269166"/>
                        <a:pt x="884193" y="139845"/>
                        <a:pt x="1004827" y="726"/>
                      </a:cubicBezTo>
                      <a:moveTo>
                        <a:pt x="608081" y="438910"/>
                      </a:moveTo>
                      <a:cubicBezTo>
                        <a:pt x="762879" y="264304"/>
                        <a:pt x="926597" y="90714"/>
                        <a:pt x="1004827" y="726"/>
                      </a:cubicBezTo>
                      <a:moveTo>
                        <a:pt x="645798" y="441523"/>
                      </a:moveTo>
                      <a:cubicBezTo>
                        <a:pt x="793038" y="276496"/>
                        <a:pt x="922288" y="110236"/>
                        <a:pt x="1042544" y="3339"/>
                      </a:cubicBezTo>
                      <a:moveTo>
                        <a:pt x="645798" y="441523"/>
                      </a:moveTo>
                      <a:cubicBezTo>
                        <a:pt x="760385" y="327804"/>
                        <a:pt x="867111" y="206973"/>
                        <a:pt x="1042544" y="3339"/>
                      </a:cubicBezTo>
                      <a:moveTo>
                        <a:pt x="688428" y="438620"/>
                      </a:moveTo>
                      <a:cubicBezTo>
                        <a:pt x="788730" y="351027"/>
                        <a:pt x="864239" y="252620"/>
                        <a:pt x="1085174" y="436"/>
                      </a:cubicBezTo>
                      <a:moveTo>
                        <a:pt x="688428" y="438620"/>
                      </a:moveTo>
                      <a:cubicBezTo>
                        <a:pt x="785857" y="339415"/>
                        <a:pt x="865902" y="236292"/>
                        <a:pt x="1085174" y="436"/>
                      </a:cubicBezTo>
                      <a:moveTo>
                        <a:pt x="726145" y="441232"/>
                      </a:moveTo>
                      <a:cubicBezTo>
                        <a:pt x="802033" y="347398"/>
                        <a:pt x="896438" y="258498"/>
                        <a:pt x="1122890" y="3048"/>
                      </a:cubicBezTo>
                      <a:moveTo>
                        <a:pt x="726145" y="441232"/>
                      </a:moveTo>
                      <a:cubicBezTo>
                        <a:pt x="824406" y="338980"/>
                        <a:pt x="929317" y="217641"/>
                        <a:pt x="1122890" y="3048"/>
                      </a:cubicBezTo>
                      <a:moveTo>
                        <a:pt x="768775" y="438402"/>
                      </a:moveTo>
                      <a:cubicBezTo>
                        <a:pt x="918358" y="277439"/>
                        <a:pt x="1059324" y="120686"/>
                        <a:pt x="1165520" y="218"/>
                      </a:cubicBezTo>
                      <a:moveTo>
                        <a:pt x="768775" y="438402"/>
                      </a:moveTo>
                      <a:cubicBezTo>
                        <a:pt x="900368" y="292897"/>
                        <a:pt x="1027351" y="154939"/>
                        <a:pt x="1165520" y="218"/>
                      </a:cubicBezTo>
                      <a:moveTo>
                        <a:pt x="806492" y="441015"/>
                      </a:moveTo>
                      <a:cubicBezTo>
                        <a:pt x="951010" y="273738"/>
                        <a:pt x="1102861" y="142240"/>
                        <a:pt x="1203237" y="2831"/>
                      </a:cubicBezTo>
                      <a:moveTo>
                        <a:pt x="806492" y="441015"/>
                      </a:moveTo>
                      <a:cubicBezTo>
                        <a:pt x="942318" y="301678"/>
                        <a:pt x="1061062" y="165245"/>
                        <a:pt x="1203237" y="2831"/>
                      </a:cubicBezTo>
                      <a:moveTo>
                        <a:pt x="844209" y="443627"/>
                      </a:moveTo>
                      <a:cubicBezTo>
                        <a:pt x="980186" y="295074"/>
                        <a:pt x="1098854" y="176348"/>
                        <a:pt x="1245867" y="1"/>
                      </a:cubicBezTo>
                      <a:moveTo>
                        <a:pt x="844209" y="443627"/>
                      </a:moveTo>
                      <a:cubicBezTo>
                        <a:pt x="933550" y="331577"/>
                        <a:pt x="1043980" y="234695"/>
                        <a:pt x="1245867" y="1"/>
                      </a:cubicBezTo>
                      <a:moveTo>
                        <a:pt x="886839" y="440724"/>
                      </a:moveTo>
                      <a:cubicBezTo>
                        <a:pt x="1041259" y="266263"/>
                        <a:pt x="1222134" y="82804"/>
                        <a:pt x="1283584" y="2613"/>
                      </a:cubicBezTo>
                      <a:moveTo>
                        <a:pt x="886839" y="440724"/>
                      </a:moveTo>
                      <a:cubicBezTo>
                        <a:pt x="1023723" y="298630"/>
                        <a:pt x="1148514" y="147610"/>
                        <a:pt x="1283584" y="2613"/>
                      </a:cubicBezTo>
                      <a:moveTo>
                        <a:pt x="924556" y="443337"/>
                      </a:moveTo>
                      <a:cubicBezTo>
                        <a:pt x="1082982" y="283971"/>
                        <a:pt x="1227954" y="93907"/>
                        <a:pt x="1321226" y="5225"/>
                      </a:cubicBezTo>
                      <a:moveTo>
                        <a:pt x="924556" y="443337"/>
                      </a:moveTo>
                      <a:cubicBezTo>
                        <a:pt x="1037782" y="312419"/>
                        <a:pt x="1161968" y="180339"/>
                        <a:pt x="1321226" y="5225"/>
                      </a:cubicBezTo>
                      <a:moveTo>
                        <a:pt x="967186" y="440507"/>
                      </a:moveTo>
                      <a:cubicBezTo>
                        <a:pt x="1058039" y="323087"/>
                        <a:pt x="1145717" y="234623"/>
                        <a:pt x="1363931" y="2323"/>
                      </a:cubicBezTo>
                      <a:moveTo>
                        <a:pt x="967186" y="440507"/>
                      </a:moveTo>
                      <a:cubicBezTo>
                        <a:pt x="1048817" y="336222"/>
                        <a:pt x="1138839" y="248484"/>
                        <a:pt x="1363931" y="2323"/>
                      </a:cubicBezTo>
                      <a:moveTo>
                        <a:pt x="1004902" y="443119"/>
                      </a:moveTo>
                      <a:cubicBezTo>
                        <a:pt x="1110797" y="332085"/>
                        <a:pt x="1216767" y="207046"/>
                        <a:pt x="1401572" y="4935"/>
                      </a:cubicBezTo>
                      <a:moveTo>
                        <a:pt x="1004902" y="443119"/>
                      </a:moveTo>
                      <a:cubicBezTo>
                        <a:pt x="1111628" y="327949"/>
                        <a:pt x="1204144" y="227511"/>
                        <a:pt x="1401572" y="4935"/>
                      </a:cubicBezTo>
                      <a:moveTo>
                        <a:pt x="1047532" y="440216"/>
                      </a:moveTo>
                      <a:cubicBezTo>
                        <a:pt x="1185929" y="276859"/>
                        <a:pt x="1321679" y="152617"/>
                        <a:pt x="1444278" y="2105"/>
                      </a:cubicBezTo>
                      <a:moveTo>
                        <a:pt x="1047532" y="440216"/>
                      </a:moveTo>
                      <a:cubicBezTo>
                        <a:pt x="1200063" y="278963"/>
                        <a:pt x="1350704" y="108131"/>
                        <a:pt x="1444278" y="2105"/>
                      </a:cubicBezTo>
                      <a:moveTo>
                        <a:pt x="1085249" y="442829"/>
                      </a:moveTo>
                      <a:cubicBezTo>
                        <a:pt x="1169451" y="338834"/>
                        <a:pt x="1276706" y="211908"/>
                        <a:pt x="1481919" y="4718"/>
                      </a:cubicBezTo>
                      <a:moveTo>
                        <a:pt x="1085249" y="442829"/>
                      </a:moveTo>
                      <a:cubicBezTo>
                        <a:pt x="1164991" y="343769"/>
                        <a:pt x="1249117" y="254217"/>
                        <a:pt x="1481919" y="4718"/>
                      </a:cubicBezTo>
                      <a:moveTo>
                        <a:pt x="1127879" y="439999"/>
                      </a:moveTo>
                      <a:cubicBezTo>
                        <a:pt x="1217976" y="316047"/>
                        <a:pt x="1326516" y="232083"/>
                        <a:pt x="1524625" y="1815"/>
                      </a:cubicBezTo>
                      <a:moveTo>
                        <a:pt x="1127879" y="439999"/>
                      </a:moveTo>
                      <a:cubicBezTo>
                        <a:pt x="1203766" y="353131"/>
                        <a:pt x="1285020" y="257845"/>
                        <a:pt x="1524625" y="1815"/>
                      </a:cubicBezTo>
                      <a:moveTo>
                        <a:pt x="1165596" y="442611"/>
                      </a:moveTo>
                      <a:cubicBezTo>
                        <a:pt x="1296736" y="301315"/>
                        <a:pt x="1421829" y="158423"/>
                        <a:pt x="1562266" y="4427"/>
                      </a:cubicBezTo>
                      <a:moveTo>
                        <a:pt x="1165596" y="442611"/>
                      </a:moveTo>
                      <a:cubicBezTo>
                        <a:pt x="1297719" y="287672"/>
                        <a:pt x="1436795" y="139627"/>
                        <a:pt x="1562266" y="4427"/>
                      </a:cubicBezTo>
                      <a:moveTo>
                        <a:pt x="1208226" y="439708"/>
                      </a:moveTo>
                      <a:cubicBezTo>
                        <a:pt x="1304370" y="302985"/>
                        <a:pt x="1439969" y="194491"/>
                        <a:pt x="1604972" y="1597"/>
                      </a:cubicBezTo>
                      <a:moveTo>
                        <a:pt x="1208226" y="439708"/>
                      </a:moveTo>
                      <a:cubicBezTo>
                        <a:pt x="1354181" y="264377"/>
                        <a:pt x="1512833" y="99931"/>
                        <a:pt x="1604972" y="1597"/>
                      </a:cubicBezTo>
                      <a:moveTo>
                        <a:pt x="1245943" y="442321"/>
                      </a:moveTo>
                      <a:cubicBezTo>
                        <a:pt x="1399532" y="289269"/>
                        <a:pt x="1534375" y="121339"/>
                        <a:pt x="1642613" y="4210"/>
                      </a:cubicBezTo>
                      <a:moveTo>
                        <a:pt x="1245943" y="442321"/>
                      </a:moveTo>
                      <a:cubicBezTo>
                        <a:pt x="1385322" y="288906"/>
                        <a:pt x="1530142" y="137014"/>
                        <a:pt x="1642613" y="4210"/>
                      </a:cubicBezTo>
                      <a:moveTo>
                        <a:pt x="1288573" y="439491"/>
                      </a:moveTo>
                      <a:cubicBezTo>
                        <a:pt x="1392653" y="339996"/>
                        <a:pt x="1478518" y="252548"/>
                        <a:pt x="1685318" y="1307"/>
                      </a:cubicBezTo>
                      <a:moveTo>
                        <a:pt x="1288573" y="439491"/>
                      </a:moveTo>
                      <a:cubicBezTo>
                        <a:pt x="1385170" y="342608"/>
                        <a:pt x="1463855" y="234550"/>
                        <a:pt x="1685318" y="1307"/>
                      </a:cubicBezTo>
                      <a:moveTo>
                        <a:pt x="1326290" y="442103"/>
                      </a:moveTo>
                      <a:cubicBezTo>
                        <a:pt x="1440876" y="289922"/>
                        <a:pt x="1580331" y="146957"/>
                        <a:pt x="1722960" y="3919"/>
                      </a:cubicBezTo>
                      <a:moveTo>
                        <a:pt x="1326290" y="442103"/>
                      </a:moveTo>
                      <a:cubicBezTo>
                        <a:pt x="1484111" y="273521"/>
                        <a:pt x="1646921" y="88900"/>
                        <a:pt x="1722960" y="3919"/>
                      </a:cubicBezTo>
                      <a:moveTo>
                        <a:pt x="1368920" y="439273"/>
                      </a:moveTo>
                      <a:cubicBezTo>
                        <a:pt x="1471413" y="318877"/>
                        <a:pt x="1577610" y="207118"/>
                        <a:pt x="1765665" y="1089"/>
                      </a:cubicBezTo>
                      <a:moveTo>
                        <a:pt x="1368920" y="439273"/>
                      </a:moveTo>
                      <a:cubicBezTo>
                        <a:pt x="1498699" y="301606"/>
                        <a:pt x="1613815" y="167857"/>
                        <a:pt x="1765665" y="1089"/>
                      </a:cubicBezTo>
                      <a:moveTo>
                        <a:pt x="1406637" y="441885"/>
                      </a:moveTo>
                      <a:cubicBezTo>
                        <a:pt x="1483355" y="355091"/>
                        <a:pt x="1582750" y="239557"/>
                        <a:pt x="1803306" y="3701"/>
                      </a:cubicBezTo>
                      <a:moveTo>
                        <a:pt x="1406637" y="441885"/>
                      </a:moveTo>
                      <a:cubicBezTo>
                        <a:pt x="1550777" y="280633"/>
                        <a:pt x="1701872" y="108349"/>
                        <a:pt x="1803306" y="3701"/>
                      </a:cubicBezTo>
                      <a:moveTo>
                        <a:pt x="1449267" y="438983"/>
                      </a:moveTo>
                      <a:cubicBezTo>
                        <a:pt x="1542387" y="320692"/>
                        <a:pt x="1644049" y="211763"/>
                        <a:pt x="1846012" y="799"/>
                      </a:cubicBezTo>
                      <a:moveTo>
                        <a:pt x="1449267" y="438983"/>
                      </a:moveTo>
                      <a:cubicBezTo>
                        <a:pt x="1549643" y="326715"/>
                        <a:pt x="1653875" y="218439"/>
                        <a:pt x="1846012" y="799"/>
                      </a:cubicBezTo>
                      <a:moveTo>
                        <a:pt x="1486984" y="441595"/>
                      </a:moveTo>
                      <a:cubicBezTo>
                        <a:pt x="1625077" y="279617"/>
                        <a:pt x="1767706" y="141659"/>
                        <a:pt x="1883653" y="3411"/>
                      </a:cubicBezTo>
                      <a:moveTo>
                        <a:pt x="1486984" y="441595"/>
                      </a:moveTo>
                      <a:cubicBezTo>
                        <a:pt x="1588494" y="335859"/>
                        <a:pt x="1686603" y="219310"/>
                        <a:pt x="1883653" y="3411"/>
                      </a:cubicBezTo>
                      <a:moveTo>
                        <a:pt x="1529613" y="438765"/>
                      </a:moveTo>
                      <a:cubicBezTo>
                        <a:pt x="1690609" y="275262"/>
                        <a:pt x="1824848" y="96738"/>
                        <a:pt x="1926359" y="581"/>
                      </a:cubicBezTo>
                      <a:moveTo>
                        <a:pt x="1529613" y="438765"/>
                      </a:moveTo>
                      <a:cubicBezTo>
                        <a:pt x="1640799" y="300735"/>
                        <a:pt x="1772241" y="172502"/>
                        <a:pt x="1926359" y="581"/>
                      </a:cubicBezTo>
                      <a:moveTo>
                        <a:pt x="1567330" y="441377"/>
                      </a:moveTo>
                      <a:cubicBezTo>
                        <a:pt x="1685998" y="317426"/>
                        <a:pt x="1783655" y="183097"/>
                        <a:pt x="1964000" y="3193"/>
                      </a:cubicBezTo>
                      <a:moveTo>
                        <a:pt x="1567330" y="441377"/>
                      </a:moveTo>
                      <a:cubicBezTo>
                        <a:pt x="1699301" y="293550"/>
                        <a:pt x="1826058" y="154359"/>
                        <a:pt x="1964000" y="3193"/>
                      </a:cubicBezTo>
                      <a:moveTo>
                        <a:pt x="1609960" y="438475"/>
                      </a:moveTo>
                      <a:cubicBezTo>
                        <a:pt x="1774282" y="256612"/>
                        <a:pt x="1931121" y="87231"/>
                        <a:pt x="2006706" y="291"/>
                      </a:cubicBezTo>
                      <a:moveTo>
                        <a:pt x="1609960" y="438475"/>
                      </a:moveTo>
                      <a:cubicBezTo>
                        <a:pt x="1766270" y="264086"/>
                        <a:pt x="1924620" y="95286"/>
                        <a:pt x="2006706" y="291"/>
                      </a:cubicBezTo>
                      <a:moveTo>
                        <a:pt x="1647677" y="441087"/>
                      </a:moveTo>
                      <a:cubicBezTo>
                        <a:pt x="1759165" y="325409"/>
                        <a:pt x="1878438" y="174389"/>
                        <a:pt x="2044347" y="2903"/>
                      </a:cubicBezTo>
                      <a:moveTo>
                        <a:pt x="1647677" y="441087"/>
                      </a:moveTo>
                      <a:cubicBezTo>
                        <a:pt x="1793783" y="286511"/>
                        <a:pt x="1916155" y="141006"/>
                        <a:pt x="2044347" y="2903"/>
                      </a:cubicBezTo>
                      <a:moveTo>
                        <a:pt x="1685394" y="443700"/>
                      </a:moveTo>
                      <a:cubicBezTo>
                        <a:pt x="1831726" y="301098"/>
                        <a:pt x="1961052" y="139046"/>
                        <a:pt x="2087052" y="73"/>
                      </a:cubicBezTo>
                      <a:moveTo>
                        <a:pt x="1685394" y="443700"/>
                      </a:moveTo>
                      <a:cubicBezTo>
                        <a:pt x="1795370" y="325046"/>
                        <a:pt x="1890153" y="210239"/>
                        <a:pt x="2087052" y="73"/>
                      </a:cubicBezTo>
                      <a:moveTo>
                        <a:pt x="1728024" y="440870"/>
                      </a:moveTo>
                      <a:cubicBezTo>
                        <a:pt x="1829837" y="306976"/>
                        <a:pt x="1960523" y="199789"/>
                        <a:pt x="2124694" y="2686"/>
                      </a:cubicBezTo>
                      <a:moveTo>
                        <a:pt x="1728024" y="440870"/>
                      </a:moveTo>
                      <a:cubicBezTo>
                        <a:pt x="1878362" y="261909"/>
                        <a:pt x="2043440" y="100729"/>
                        <a:pt x="2124694" y="2686"/>
                      </a:cubicBezTo>
                      <a:moveTo>
                        <a:pt x="1765741" y="443482"/>
                      </a:moveTo>
                      <a:cubicBezTo>
                        <a:pt x="1929911" y="266771"/>
                        <a:pt x="2063772" y="112340"/>
                        <a:pt x="2162411" y="5298"/>
                      </a:cubicBezTo>
                      <a:moveTo>
                        <a:pt x="1765741" y="443482"/>
                      </a:moveTo>
                      <a:cubicBezTo>
                        <a:pt x="1904288" y="290720"/>
                        <a:pt x="2037771" y="128669"/>
                        <a:pt x="2162411" y="5298"/>
                      </a:cubicBezTo>
                      <a:moveTo>
                        <a:pt x="1808370" y="440579"/>
                      </a:moveTo>
                      <a:cubicBezTo>
                        <a:pt x="1909352" y="305524"/>
                        <a:pt x="2022351" y="204796"/>
                        <a:pt x="2205041" y="2468"/>
                      </a:cubicBezTo>
                      <a:moveTo>
                        <a:pt x="1808370" y="440579"/>
                      </a:moveTo>
                      <a:cubicBezTo>
                        <a:pt x="1898770" y="334771"/>
                        <a:pt x="1999903" y="222866"/>
                        <a:pt x="2205041" y="2468"/>
                      </a:cubicBezTo>
                      <a:moveTo>
                        <a:pt x="1846088" y="443192"/>
                      </a:moveTo>
                      <a:cubicBezTo>
                        <a:pt x="1957273" y="311330"/>
                        <a:pt x="2059388" y="217423"/>
                        <a:pt x="2242758" y="5080"/>
                      </a:cubicBezTo>
                      <a:moveTo>
                        <a:pt x="1846088" y="443192"/>
                      </a:moveTo>
                      <a:cubicBezTo>
                        <a:pt x="1966495" y="311983"/>
                        <a:pt x="2089622" y="180775"/>
                        <a:pt x="2242758" y="5080"/>
                      </a:cubicBezTo>
                      <a:moveTo>
                        <a:pt x="1888717" y="440361"/>
                      </a:moveTo>
                      <a:cubicBezTo>
                        <a:pt x="2026887" y="284987"/>
                        <a:pt x="2183045" y="123589"/>
                        <a:pt x="2285388" y="2178"/>
                      </a:cubicBezTo>
                      <a:moveTo>
                        <a:pt x="1888717" y="440361"/>
                      </a:moveTo>
                      <a:cubicBezTo>
                        <a:pt x="2034143" y="267425"/>
                        <a:pt x="2194686" y="106607"/>
                        <a:pt x="2285388" y="2178"/>
                      </a:cubicBezTo>
                      <a:moveTo>
                        <a:pt x="1926434" y="442974"/>
                      </a:moveTo>
                      <a:cubicBezTo>
                        <a:pt x="2089320" y="256539"/>
                        <a:pt x="2233763" y="91295"/>
                        <a:pt x="2323104" y="4790"/>
                      </a:cubicBezTo>
                      <a:moveTo>
                        <a:pt x="1926434" y="442974"/>
                      </a:moveTo>
                      <a:cubicBezTo>
                        <a:pt x="2021520" y="352478"/>
                        <a:pt x="2107385" y="256902"/>
                        <a:pt x="2323104" y="4790"/>
                      </a:cubicBezTo>
                      <a:moveTo>
                        <a:pt x="1969064" y="440071"/>
                      </a:moveTo>
                      <a:cubicBezTo>
                        <a:pt x="2069743" y="308718"/>
                        <a:pt x="2198087" y="189483"/>
                        <a:pt x="2365734" y="1960"/>
                      </a:cubicBezTo>
                      <a:moveTo>
                        <a:pt x="1969064" y="440071"/>
                      </a:moveTo>
                      <a:cubicBezTo>
                        <a:pt x="2107385" y="297396"/>
                        <a:pt x="2238903" y="145505"/>
                        <a:pt x="2365734" y="1960"/>
                      </a:cubicBezTo>
                      <a:moveTo>
                        <a:pt x="2006781" y="442684"/>
                      </a:moveTo>
                      <a:cubicBezTo>
                        <a:pt x="2122653" y="297396"/>
                        <a:pt x="2266869" y="153198"/>
                        <a:pt x="2403451" y="4572"/>
                      </a:cubicBezTo>
                      <a:moveTo>
                        <a:pt x="2006781" y="442684"/>
                      </a:moveTo>
                      <a:cubicBezTo>
                        <a:pt x="2104815" y="328312"/>
                        <a:pt x="2206250" y="217496"/>
                        <a:pt x="2403451" y="4572"/>
                      </a:cubicBezTo>
                      <a:moveTo>
                        <a:pt x="2049411" y="439853"/>
                      </a:moveTo>
                      <a:cubicBezTo>
                        <a:pt x="2144044" y="315249"/>
                        <a:pt x="2278736" y="200514"/>
                        <a:pt x="2446081" y="1669"/>
                      </a:cubicBezTo>
                      <a:moveTo>
                        <a:pt x="2049411" y="439853"/>
                      </a:moveTo>
                      <a:cubicBezTo>
                        <a:pt x="2134746" y="337674"/>
                        <a:pt x="2226658" y="244202"/>
                        <a:pt x="2446081" y="1669"/>
                      </a:cubicBezTo>
                      <a:moveTo>
                        <a:pt x="2087128" y="442466"/>
                      </a:moveTo>
                      <a:cubicBezTo>
                        <a:pt x="2239507" y="277367"/>
                        <a:pt x="2379415" y="109438"/>
                        <a:pt x="2483798" y="4282"/>
                      </a:cubicBezTo>
                      <a:moveTo>
                        <a:pt x="2087128" y="442466"/>
                      </a:moveTo>
                      <a:cubicBezTo>
                        <a:pt x="2188563" y="334117"/>
                        <a:pt x="2269288" y="236945"/>
                        <a:pt x="2483798" y="4282"/>
                      </a:cubicBezTo>
                      <a:moveTo>
                        <a:pt x="2129758" y="439563"/>
                      </a:moveTo>
                      <a:cubicBezTo>
                        <a:pt x="2232402" y="320982"/>
                        <a:pt x="2351675" y="203490"/>
                        <a:pt x="2526428" y="1452"/>
                      </a:cubicBezTo>
                      <a:moveTo>
                        <a:pt x="2129758" y="439563"/>
                      </a:moveTo>
                      <a:cubicBezTo>
                        <a:pt x="2279643" y="279617"/>
                        <a:pt x="2433156" y="107986"/>
                        <a:pt x="2526428" y="1452"/>
                      </a:cubicBezTo>
                      <a:moveTo>
                        <a:pt x="2167475" y="442176"/>
                      </a:moveTo>
                      <a:cubicBezTo>
                        <a:pt x="2290981" y="318877"/>
                        <a:pt x="2421743" y="181646"/>
                        <a:pt x="2564145" y="4064"/>
                      </a:cubicBezTo>
                      <a:moveTo>
                        <a:pt x="2167475" y="442176"/>
                      </a:moveTo>
                      <a:cubicBezTo>
                        <a:pt x="2316529" y="281213"/>
                        <a:pt x="2480926" y="106680"/>
                        <a:pt x="2564145" y="4064"/>
                      </a:cubicBezTo>
                      <a:moveTo>
                        <a:pt x="2210105" y="439345"/>
                      </a:moveTo>
                      <a:cubicBezTo>
                        <a:pt x="2277753" y="349938"/>
                        <a:pt x="2382136" y="262708"/>
                        <a:pt x="2606774" y="1161"/>
                      </a:cubicBezTo>
                      <a:moveTo>
                        <a:pt x="2210105" y="439345"/>
                      </a:moveTo>
                      <a:cubicBezTo>
                        <a:pt x="2306853" y="319313"/>
                        <a:pt x="2423934" y="210964"/>
                        <a:pt x="2606774" y="1161"/>
                      </a:cubicBezTo>
                      <a:moveTo>
                        <a:pt x="2247822" y="441958"/>
                      </a:moveTo>
                      <a:cubicBezTo>
                        <a:pt x="2367473" y="324103"/>
                        <a:pt x="2479490" y="184549"/>
                        <a:pt x="2644491" y="3774"/>
                      </a:cubicBezTo>
                      <a:moveTo>
                        <a:pt x="2247822" y="441958"/>
                      </a:moveTo>
                      <a:cubicBezTo>
                        <a:pt x="2331419" y="337746"/>
                        <a:pt x="2421743" y="243767"/>
                        <a:pt x="2644491" y="3774"/>
                      </a:cubicBezTo>
                      <a:moveTo>
                        <a:pt x="2290452" y="439128"/>
                      </a:moveTo>
                      <a:cubicBezTo>
                        <a:pt x="2366792" y="335133"/>
                        <a:pt x="2446610" y="259805"/>
                        <a:pt x="2687121" y="944"/>
                      </a:cubicBezTo>
                      <a:moveTo>
                        <a:pt x="2290452" y="439128"/>
                      </a:moveTo>
                      <a:cubicBezTo>
                        <a:pt x="2393852" y="323449"/>
                        <a:pt x="2494758" y="213287"/>
                        <a:pt x="2687121" y="944"/>
                      </a:cubicBezTo>
                      <a:moveTo>
                        <a:pt x="2328168" y="441740"/>
                      </a:moveTo>
                      <a:cubicBezTo>
                        <a:pt x="2413579" y="343624"/>
                        <a:pt x="2502241" y="259079"/>
                        <a:pt x="2724838" y="3556"/>
                      </a:cubicBezTo>
                      <a:moveTo>
                        <a:pt x="2328168" y="441740"/>
                      </a:moveTo>
                      <a:cubicBezTo>
                        <a:pt x="2440488" y="306613"/>
                        <a:pt x="2564901" y="179323"/>
                        <a:pt x="2724838" y="3556"/>
                      </a:cubicBezTo>
                      <a:moveTo>
                        <a:pt x="2370798" y="438837"/>
                      </a:moveTo>
                      <a:cubicBezTo>
                        <a:pt x="2511084" y="301315"/>
                        <a:pt x="2637538" y="139337"/>
                        <a:pt x="2722873" y="50002"/>
                      </a:cubicBezTo>
                      <a:moveTo>
                        <a:pt x="2370798" y="438837"/>
                      </a:moveTo>
                      <a:cubicBezTo>
                        <a:pt x="2435650" y="350083"/>
                        <a:pt x="2511915" y="265828"/>
                        <a:pt x="2722873" y="50002"/>
                      </a:cubicBezTo>
                      <a:moveTo>
                        <a:pt x="2408515" y="441450"/>
                      </a:moveTo>
                      <a:cubicBezTo>
                        <a:pt x="2460518" y="350736"/>
                        <a:pt x="2535801" y="301315"/>
                        <a:pt x="2725821" y="90932"/>
                      </a:cubicBezTo>
                      <a:moveTo>
                        <a:pt x="2408515" y="441450"/>
                      </a:moveTo>
                      <a:cubicBezTo>
                        <a:pt x="2470192" y="368226"/>
                        <a:pt x="2534818" y="296090"/>
                        <a:pt x="2725821" y="90932"/>
                      </a:cubicBezTo>
                      <a:moveTo>
                        <a:pt x="2451145" y="438620"/>
                      </a:moveTo>
                      <a:cubicBezTo>
                        <a:pt x="2543510" y="340866"/>
                        <a:pt x="2650916" y="204651"/>
                        <a:pt x="2723856" y="137377"/>
                      </a:cubicBezTo>
                      <a:moveTo>
                        <a:pt x="2451145" y="438620"/>
                      </a:moveTo>
                      <a:cubicBezTo>
                        <a:pt x="2527108" y="350954"/>
                        <a:pt x="2608438" y="261184"/>
                        <a:pt x="2723856" y="137377"/>
                      </a:cubicBezTo>
                      <a:moveTo>
                        <a:pt x="2488862" y="441232"/>
                      </a:moveTo>
                      <a:cubicBezTo>
                        <a:pt x="2564220" y="369750"/>
                        <a:pt x="2626427" y="290212"/>
                        <a:pt x="2726879" y="178307"/>
                      </a:cubicBezTo>
                      <a:moveTo>
                        <a:pt x="2488862" y="441232"/>
                      </a:moveTo>
                      <a:cubicBezTo>
                        <a:pt x="2569360" y="345366"/>
                        <a:pt x="2671702" y="238977"/>
                        <a:pt x="2726879" y="178307"/>
                      </a:cubicBezTo>
                      <a:moveTo>
                        <a:pt x="2531492" y="438330"/>
                      </a:moveTo>
                      <a:cubicBezTo>
                        <a:pt x="2570721" y="397182"/>
                        <a:pt x="2635270" y="322361"/>
                        <a:pt x="2724914" y="224753"/>
                      </a:cubicBezTo>
                      <a:moveTo>
                        <a:pt x="2531492" y="438330"/>
                      </a:moveTo>
                      <a:cubicBezTo>
                        <a:pt x="2608060" y="364815"/>
                        <a:pt x="2672458" y="292970"/>
                        <a:pt x="2724914" y="224753"/>
                      </a:cubicBezTo>
                      <a:moveTo>
                        <a:pt x="2569209" y="440942"/>
                      </a:moveTo>
                      <a:cubicBezTo>
                        <a:pt x="2612293" y="377660"/>
                        <a:pt x="2694982" y="319095"/>
                        <a:pt x="2722873" y="271198"/>
                      </a:cubicBezTo>
                      <a:moveTo>
                        <a:pt x="2569209" y="440942"/>
                      </a:moveTo>
                      <a:cubicBezTo>
                        <a:pt x="2621287" y="386223"/>
                        <a:pt x="2673970" y="324030"/>
                        <a:pt x="2722873" y="271198"/>
                      </a:cubicBezTo>
                      <a:moveTo>
                        <a:pt x="2606850" y="443555"/>
                      </a:moveTo>
                      <a:cubicBezTo>
                        <a:pt x="2650387" y="394569"/>
                        <a:pt x="2707152" y="351244"/>
                        <a:pt x="2725896" y="312128"/>
                      </a:cubicBezTo>
                      <a:moveTo>
                        <a:pt x="2606850" y="443555"/>
                      </a:moveTo>
                      <a:cubicBezTo>
                        <a:pt x="2653864" y="404802"/>
                        <a:pt x="2689389" y="349720"/>
                        <a:pt x="2725896" y="312128"/>
                      </a:cubicBezTo>
                      <a:moveTo>
                        <a:pt x="2649556" y="440724"/>
                      </a:moveTo>
                      <a:cubicBezTo>
                        <a:pt x="2668754" y="423090"/>
                        <a:pt x="2702994" y="393118"/>
                        <a:pt x="2723931" y="358574"/>
                      </a:cubicBezTo>
                      <a:moveTo>
                        <a:pt x="2649556" y="440724"/>
                      </a:moveTo>
                      <a:cubicBezTo>
                        <a:pt x="2674347" y="409446"/>
                        <a:pt x="2710250" y="381724"/>
                        <a:pt x="2723931" y="358574"/>
                      </a:cubicBezTo>
                      <a:moveTo>
                        <a:pt x="2687197" y="443337"/>
                      </a:moveTo>
                      <a:cubicBezTo>
                        <a:pt x="2699215" y="433540"/>
                        <a:pt x="2709570" y="421493"/>
                        <a:pt x="2721966" y="404947"/>
                      </a:cubicBezTo>
                      <a:moveTo>
                        <a:pt x="2687197" y="443337"/>
                      </a:moveTo>
                      <a:cubicBezTo>
                        <a:pt x="2700424" y="431871"/>
                        <a:pt x="2710175" y="419969"/>
                        <a:pt x="2721966" y="404947"/>
                      </a:cubicBezTo>
                    </a:path>
                  </a:pathLst>
                </a:custGeom>
                <a:noFill/>
                <a:ln w="3775" cap="rnd">
                  <a:solidFill>
                    <a:srgbClr val="D5E8D4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53" name="شكل حر: شكل 28">
                  <a:extLst>
                    <a:ext uri="{FF2B5EF4-FFF2-40B4-BE49-F238E27FC236}">
                      <a16:creationId xmlns:a16="http://schemas.microsoft.com/office/drawing/2014/main" id="{4699D1B4-3465-2FA9-8ACE-AF496F2E8BA8}"/>
                    </a:ext>
                  </a:extLst>
                </p:cNvPr>
                <p:cNvSpPr/>
                <p:nvPr/>
              </p:nvSpPr>
              <p:spPr>
                <a:xfrm>
                  <a:off x="6137717" y="2984042"/>
                  <a:ext cx="2724781" cy="439044"/>
                </a:xfrm>
                <a:custGeom>
                  <a:avLst/>
                  <a:gdLst>
                    <a:gd name="csX0" fmla="*/ 3634 w 2724781"/>
                    <a:gd name="csY0" fmla="*/ 3619 h 439044"/>
                    <a:gd name="csX1" fmla="*/ 2724692 w 2724781"/>
                    <a:gd name="csY1" fmla="*/ 3619 h 439044"/>
                    <a:gd name="csX2" fmla="*/ 3634 w 2724781"/>
                    <a:gd name="csY2" fmla="*/ 3619 h 439044"/>
                    <a:gd name="csX3" fmla="*/ 2724692 w 2724781"/>
                    <a:gd name="csY3" fmla="*/ 3619 h 439044"/>
                    <a:gd name="csX4" fmla="*/ 2724692 w 2724781"/>
                    <a:gd name="csY4" fmla="*/ 3619 h 439044"/>
                    <a:gd name="csX5" fmla="*/ 2724692 w 2724781"/>
                    <a:gd name="csY5" fmla="*/ 439045 h 439044"/>
                    <a:gd name="csX6" fmla="*/ 2724692 w 2724781"/>
                    <a:gd name="csY6" fmla="*/ 3619 h 439044"/>
                    <a:gd name="csX7" fmla="*/ 2724692 w 2724781"/>
                    <a:gd name="csY7" fmla="*/ 439045 h 439044"/>
                    <a:gd name="csX8" fmla="*/ 2724692 w 2724781"/>
                    <a:gd name="csY8" fmla="*/ 439045 h 439044"/>
                    <a:gd name="csX9" fmla="*/ 3634 w 2724781"/>
                    <a:gd name="csY9" fmla="*/ 439045 h 439044"/>
                    <a:gd name="csX10" fmla="*/ 2724692 w 2724781"/>
                    <a:gd name="csY10" fmla="*/ 439045 h 439044"/>
                    <a:gd name="csX11" fmla="*/ 3634 w 2724781"/>
                    <a:gd name="csY11" fmla="*/ 439045 h 439044"/>
                    <a:gd name="csX12" fmla="*/ 3634 w 2724781"/>
                    <a:gd name="csY12" fmla="*/ 439045 h 439044"/>
                    <a:gd name="csX13" fmla="*/ 3634 w 2724781"/>
                    <a:gd name="csY13" fmla="*/ 3619 h 439044"/>
                    <a:gd name="csX14" fmla="*/ 3634 w 2724781"/>
                    <a:gd name="csY14" fmla="*/ 439045 h 439044"/>
                    <a:gd name="csX15" fmla="*/ 3634 w 2724781"/>
                    <a:gd name="csY15" fmla="*/ 3619 h 43904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724781" h="439044">
                      <a:moveTo>
                        <a:pt x="3634" y="3619"/>
                      </a:moveTo>
                      <a:cubicBezTo>
                        <a:pt x="550869" y="10223"/>
                        <a:pt x="1120855" y="11674"/>
                        <a:pt x="2724692" y="3619"/>
                      </a:cubicBezTo>
                      <a:moveTo>
                        <a:pt x="3634" y="3619"/>
                      </a:moveTo>
                      <a:cubicBezTo>
                        <a:pt x="856761" y="-4146"/>
                        <a:pt x="1712005" y="2893"/>
                        <a:pt x="2724692" y="3619"/>
                      </a:cubicBezTo>
                      <a:moveTo>
                        <a:pt x="2724692" y="3619"/>
                      </a:moveTo>
                      <a:cubicBezTo>
                        <a:pt x="2710029" y="168282"/>
                        <a:pt x="2707384" y="339550"/>
                        <a:pt x="2724692" y="439045"/>
                      </a:cubicBezTo>
                      <a:moveTo>
                        <a:pt x="2724692" y="3619"/>
                      </a:moveTo>
                      <a:cubicBezTo>
                        <a:pt x="2716983" y="99485"/>
                        <a:pt x="2725751" y="197601"/>
                        <a:pt x="2724692" y="439045"/>
                      </a:cubicBezTo>
                      <a:moveTo>
                        <a:pt x="2724692" y="439045"/>
                      </a:moveTo>
                      <a:cubicBezTo>
                        <a:pt x="1882827" y="434908"/>
                        <a:pt x="1031741" y="428957"/>
                        <a:pt x="3634" y="439045"/>
                      </a:cubicBezTo>
                      <a:moveTo>
                        <a:pt x="2724692" y="439045"/>
                      </a:moveTo>
                      <a:cubicBezTo>
                        <a:pt x="1716540" y="426055"/>
                        <a:pt x="707330" y="424966"/>
                        <a:pt x="3634" y="439045"/>
                      </a:cubicBezTo>
                      <a:moveTo>
                        <a:pt x="3634" y="439045"/>
                      </a:moveTo>
                      <a:cubicBezTo>
                        <a:pt x="-6570" y="319375"/>
                        <a:pt x="8471" y="208124"/>
                        <a:pt x="3634" y="3619"/>
                      </a:cubicBezTo>
                      <a:moveTo>
                        <a:pt x="3634" y="439045"/>
                      </a:moveTo>
                      <a:cubicBezTo>
                        <a:pt x="-3093" y="349202"/>
                        <a:pt x="4616" y="251449"/>
                        <a:pt x="3634" y="3619"/>
                      </a:cubicBezTo>
                    </a:path>
                  </a:pathLst>
                </a:custGeom>
                <a:noFill/>
                <a:ln w="7550" cap="rnd">
                  <a:solidFill>
                    <a:srgbClr val="82B366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250" name="صورة 29">
                <a:extLst>
                  <a:ext uri="{FF2B5EF4-FFF2-40B4-BE49-F238E27FC236}">
                    <a16:creationId xmlns:a16="http://schemas.microsoft.com/office/drawing/2014/main" id="{91EBF638-39C6-8B52-050D-3A47C56392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145129" y="3154573"/>
                <a:ext cx="2705941" cy="123370"/>
              </a:xfrm>
              <a:custGeom>
                <a:avLst/>
                <a:gdLst>
                  <a:gd name="csX0" fmla="*/ 0 w 2705941"/>
                  <a:gd name="csY0" fmla="*/ 0 h 123370"/>
                  <a:gd name="csX1" fmla="*/ 2705942 w 2705941"/>
                  <a:gd name="csY1" fmla="*/ 0 h 123370"/>
                  <a:gd name="csX2" fmla="*/ 2705942 w 2705941"/>
                  <a:gd name="csY2" fmla="*/ 123371 h 123370"/>
                  <a:gd name="csX3" fmla="*/ 0 w 2705941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705941" h="123370">
                    <a:moveTo>
                      <a:pt x="0" y="0"/>
                    </a:moveTo>
                    <a:lnTo>
                      <a:pt x="2705942" y="0"/>
                    </a:lnTo>
                    <a:lnTo>
                      <a:pt x="2705942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54" name="رسم 9">
              <a:extLst>
                <a:ext uri="{FF2B5EF4-FFF2-40B4-BE49-F238E27FC236}">
                  <a16:creationId xmlns:a16="http://schemas.microsoft.com/office/drawing/2014/main" id="{12419A23-23CA-D621-33A2-D7F9169E5F62}"/>
                </a:ext>
              </a:extLst>
            </p:cNvPr>
            <p:cNvGrpSpPr/>
            <p:nvPr/>
          </p:nvGrpSpPr>
          <p:grpSpPr>
            <a:xfrm>
              <a:off x="8025305" y="3052248"/>
              <a:ext cx="772554" cy="300298"/>
              <a:chOff x="8025305" y="3052248"/>
              <a:chExt cx="772554" cy="300298"/>
            </a:xfrm>
          </p:grpSpPr>
          <p:grpSp>
            <p:nvGrpSpPr>
              <p:cNvPr id="2243" name="رسم 9">
                <a:extLst>
                  <a:ext uri="{FF2B5EF4-FFF2-40B4-BE49-F238E27FC236}">
                    <a16:creationId xmlns:a16="http://schemas.microsoft.com/office/drawing/2014/main" id="{ADE1DBF6-F8D9-4DB9-07EB-7E0750692FCA}"/>
                  </a:ext>
                </a:extLst>
              </p:cNvPr>
              <p:cNvGrpSpPr/>
              <p:nvPr/>
            </p:nvGrpSpPr>
            <p:grpSpPr>
              <a:xfrm>
                <a:off x="8025305" y="3052248"/>
                <a:ext cx="772554" cy="300298"/>
                <a:chOff x="8025305" y="3052248"/>
                <a:chExt cx="772554" cy="300298"/>
              </a:xfrm>
            </p:grpSpPr>
            <p:sp>
              <p:nvSpPr>
                <p:cNvPr id="2245" name="مستطيل 32">
                  <a:extLst>
                    <a:ext uri="{FF2B5EF4-FFF2-40B4-BE49-F238E27FC236}">
                      <a16:creationId xmlns:a16="http://schemas.microsoft.com/office/drawing/2014/main" id="{D3269532-BE17-2E9D-D6F7-2082743D308B}"/>
                    </a:ext>
                  </a:extLst>
                </p:cNvPr>
                <p:cNvSpPr/>
                <p:nvPr/>
              </p:nvSpPr>
              <p:spPr>
                <a:xfrm>
                  <a:off x="8030974" y="3060231"/>
                  <a:ext cx="755849" cy="290284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6" name="شكل حر: شكل 33">
                  <a:extLst>
                    <a:ext uri="{FF2B5EF4-FFF2-40B4-BE49-F238E27FC236}">
                      <a16:creationId xmlns:a16="http://schemas.microsoft.com/office/drawing/2014/main" id="{7A98C25D-1BFC-3613-9C82-DD5319F811DE}"/>
                    </a:ext>
                  </a:extLst>
                </p:cNvPr>
                <p:cNvSpPr/>
                <p:nvPr/>
              </p:nvSpPr>
              <p:spPr>
                <a:xfrm>
                  <a:off x="8025305" y="3052248"/>
                  <a:ext cx="772554" cy="300298"/>
                </a:xfrm>
                <a:custGeom>
                  <a:avLst/>
                  <a:gdLst>
                    <a:gd name="csX0" fmla="*/ 10733 w 772554"/>
                    <a:gd name="csY0" fmla="*/ 10160 h 300298"/>
                    <a:gd name="csX1" fmla="*/ 767112 w 772554"/>
                    <a:gd name="csY1" fmla="*/ 1 h 300298"/>
                    <a:gd name="csX2" fmla="*/ 772555 w 772554"/>
                    <a:gd name="csY2" fmla="*/ 300299 h 300298"/>
                    <a:gd name="csX3" fmla="*/ 1 w 772554"/>
                    <a:gd name="csY3" fmla="*/ 294276 h 30029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72554" h="300298">
                      <a:moveTo>
                        <a:pt x="10733" y="10160"/>
                      </a:moveTo>
                      <a:lnTo>
                        <a:pt x="767112" y="1"/>
                      </a:lnTo>
                      <a:lnTo>
                        <a:pt x="772555" y="300299"/>
                      </a:lnTo>
                      <a:lnTo>
                        <a:pt x="1" y="294276"/>
                      </a:lnTo>
                    </a:path>
                  </a:pathLst>
                </a:custGeom>
                <a:solidFill>
                  <a:srgbClr val="FFFFFF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8" name="شكل حر: شكل 34">
                  <a:extLst>
                    <a:ext uri="{FF2B5EF4-FFF2-40B4-BE49-F238E27FC236}">
                      <a16:creationId xmlns:a16="http://schemas.microsoft.com/office/drawing/2014/main" id="{35955929-CC6A-3A9D-4A92-35EC0558E39D}"/>
                    </a:ext>
                  </a:extLst>
                </p:cNvPr>
                <p:cNvSpPr/>
                <p:nvPr/>
              </p:nvSpPr>
              <p:spPr>
                <a:xfrm>
                  <a:off x="8028144" y="3054719"/>
                  <a:ext cx="761289" cy="295796"/>
                </a:xfrm>
                <a:custGeom>
                  <a:avLst/>
                  <a:gdLst>
                    <a:gd name="csX0" fmla="*/ 2830 w 761289"/>
                    <a:gd name="csY0" fmla="*/ 5513 h 295796"/>
                    <a:gd name="csX1" fmla="*/ 758680 w 761289"/>
                    <a:gd name="csY1" fmla="*/ 5513 h 295796"/>
                    <a:gd name="csX2" fmla="*/ 2830 w 761289"/>
                    <a:gd name="csY2" fmla="*/ 5513 h 295796"/>
                    <a:gd name="csX3" fmla="*/ 758680 w 761289"/>
                    <a:gd name="csY3" fmla="*/ 5513 h 295796"/>
                    <a:gd name="csX4" fmla="*/ 758680 w 761289"/>
                    <a:gd name="csY4" fmla="*/ 5513 h 295796"/>
                    <a:gd name="csX5" fmla="*/ 758680 w 761289"/>
                    <a:gd name="csY5" fmla="*/ 295797 h 295796"/>
                    <a:gd name="csX6" fmla="*/ 758680 w 761289"/>
                    <a:gd name="csY6" fmla="*/ 5513 h 295796"/>
                    <a:gd name="csX7" fmla="*/ 758680 w 761289"/>
                    <a:gd name="csY7" fmla="*/ 295797 h 295796"/>
                    <a:gd name="csX8" fmla="*/ 758680 w 761289"/>
                    <a:gd name="csY8" fmla="*/ 295797 h 295796"/>
                    <a:gd name="csX9" fmla="*/ 2830 w 761289"/>
                    <a:gd name="csY9" fmla="*/ 295797 h 295796"/>
                    <a:gd name="csX10" fmla="*/ 758680 w 761289"/>
                    <a:gd name="csY10" fmla="*/ 295797 h 295796"/>
                    <a:gd name="csX11" fmla="*/ 2830 w 761289"/>
                    <a:gd name="csY11" fmla="*/ 295797 h 295796"/>
                    <a:gd name="csX12" fmla="*/ 2830 w 761289"/>
                    <a:gd name="csY12" fmla="*/ 295797 h 295796"/>
                    <a:gd name="csX13" fmla="*/ 2830 w 761289"/>
                    <a:gd name="csY13" fmla="*/ 5513 h 295796"/>
                    <a:gd name="csX14" fmla="*/ 2830 w 761289"/>
                    <a:gd name="csY14" fmla="*/ 295797 h 295796"/>
                    <a:gd name="csX15" fmla="*/ 2830 w 761289"/>
                    <a:gd name="csY15" fmla="*/ 5513 h 295796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761289" h="295796">
                      <a:moveTo>
                        <a:pt x="2830" y="5513"/>
                      </a:moveTo>
                      <a:cubicBezTo>
                        <a:pt x="166547" y="15673"/>
                        <a:pt x="305472" y="-9655"/>
                        <a:pt x="758680" y="5513"/>
                      </a:cubicBezTo>
                      <a:moveTo>
                        <a:pt x="2830" y="5513"/>
                      </a:moveTo>
                      <a:cubicBezTo>
                        <a:pt x="289373" y="-4284"/>
                        <a:pt x="582038" y="1086"/>
                        <a:pt x="758680" y="5513"/>
                      </a:cubicBezTo>
                      <a:moveTo>
                        <a:pt x="758680" y="5513"/>
                      </a:moveTo>
                      <a:cubicBezTo>
                        <a:pt x="745830" y="81422"/>
                        <a:pt x="764878" y="138535"/>
                        <a:pt x="758680" y="295797"/>
                      </a:cubicBezTo>
                      <a:moveTo>
                        <a:pt x="758680" y="5513"/>
                      </a:moveTo>
                      <a:cubicBezTo>
                        <a:pt x="761930" y="59143"/>
                        <a:pt x="762383" y="129609"/>
                        <a:pt x="758680" y="295797"/>
                      </a:cubicBezTo>
                      <a:moveTo>
                        <a:pt x="758680" y="295797"/>
                      </a:moveTo>
                      <a:cubicBezTo>
                        <a:pt x="554827" y="279106"/>
                        <a:pt x="356039" y="280557"/>
                        <a:pt x="2830" y="295797"/>
                      </a:cubicBezTo>
                      <a:moveTo>
                        <a:pt x="758680" y="295797"/>
                      </a:moveTo>
                      <a:cubicBezTo>
                        <a:pt x="594812" y="293765"/>
                        <a:pt x="442810" y="284040"/>
                        <a:pt x="2830" y="295797"/>
                      </a:cubicBezTo>
                      <a:moveTo>
                        <a:pt x="2830" y="295797"/>
                      </a:moveTo>
                      <a:cubicBezTo>
                        <a:pt x="6156" y="232588"/>
                        <a:pt x="-4955" y="161976"/>
                        <a:pt x="2830" y="5513"/>
                      </a:cubicBezTo>
                      <a:moveTo>
                        <a:pt x="2830" y="295797"/>
                      </a:moveTo>
                      <a:cubicBezTo>
                        <a:pt x="5022" y="192093"/>
                        <a:pt x="-1176" y="79971"/>
                        <a:pt x="2830" y="5513"/>
                      </a:cubicBezTo>
                    </a:path>
                  </a:pathLst>
                </a:custGeom>
                <a:noFill/>
                <a:ln w="7550" cap="rnd">
                  <a:solidFill>
                    <a:srgbClr val="82B366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244" name="صورة 35">
                <a:extLst>
                  <a:ext uri="{FF2B5EF4-FFF2-40B4-BE49-F238E27FC236}">
                    <a16:creationId xmlns:a16="http://schemas.microsoft.com/office/drawing/2014/main" id="{D8F659B5-B4A0-BCCB-1E38-A464BCC9B67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034753" y="3154573"/>
                <a:ext cx="740732" cy="123370"/>
              </a:xfrm>
              <a:custGeom>
                <a:avLst/>
                <a:gdLst>
                  <a:gd name="csX0" fmla="*/ 0 w 740732"/>
                  <a:gd name="csY0" fmla="*/ 0 h 123370"/>
                  <a:gd name="csX1" fmla="*/ 740733 w 740732"/>
                  <a:gd name="csY1" fmla="*/ 0 h 123370"/>
                  <a:gd name="csX2" fmla="*/ 740733 w 740732"/>
                  <a:gd name="csY2" fmla="*/ 123371 h 123370"/>
                  <a:gd name="csX3" fmla="*/ 0 w 740732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0732" h="123370">
                    <a:moveTo>
                      <a:pt x="0" y="0"/>
                    </a:moveTo>
                    <a:lnTo>
                      <a:pt x="740733" y="0"/>
                    </a:lnTo>
                    <a:lnTo>
                      <a:pt x="740733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59" name="رسم 9">
              <a:extLst>
                <a:ext uri="{FF2B5EF4-FFF2-40B4-BE49-F238E27FC236}">
                  <a16:creationId xmlns:a16="http://schemas.microsoft.com/office/drawing/2014/main" id="{A06B3991-93B4-858C-97BE-633AFA27DC4F}"/>
                </a:ext>
              </a:extLst>
            </p:cNvPr>
            <p:cNvGrpSpPr/>
            <p:nvPr/>
          </p:nvGrpSpPr>
          <p:grpSpPr>
            <a:xfrm>
              <a:off x="6203330" y="3049563"/>
              <a:ext cx="624785" cy="311402"/>
              <a:chOff x="6203330" y="3049563"/>
              <a:chExt cx="624785" cy="311402"/>
            </a:xfrm>
          </p:grpSpPr>
          <p:grpSp>
            <p:nvGrpSpPr>
              <p:cNvPr id="62" name="رسم 9">
                <a:extLst>
                  <a:ext uri="{FF2B5EF4-FFF2-40B4-BE49-F238E27FC236}">
                    <a16:creationId xmlns:a16="http://schemas.microsoft.com/office/drawing/2014/main" id="{8111CDB2-4E4D-7A9A-B8F2-47DB6BEAF056}"/>
                  </a:ext>
                </a:extLst>
              </p:cNvPr>
              <p:cNvGrpSpPr/>
              <p:nvPr/>
            </p:nvGrpSpPr>
            <p:grpSpPr>
              <a:xfrm>
                <a:off x="6203330" y="3049563"/>
                <a:ext cx="624785" cy="311402"/>
                <a:chOff x="6203330" y="3049563"/>
                <a:chExt cx="624785" cy="311402"/>
              </a:xfrm>
            </p:grpSpPr>
            <p:sp>
              <p:nvSpPr>
                <p:cNvPr id="2240" name="مستطيل 38">
                  <a:extLst>
                    <a:ext uri="{FF2B5EF4-FFF2-40B4-BE49-F238E27FC236}">
                      <a16:creationId xmlns:a16="http://schemas.microsoft.com/office/drawing/2014/main" id="{0044401E-E64F-6823-6A9A-AB496AB06D8E}"/>
                    </a:ext>
                  </a:extLst>
                </p:cNvPr>
                <p:cNvSpPr/>
                <p:nvPr/>
              </p:nvSpPr>
              <p:spPr>
                <a:xfrm>
                  <a:off x="6216935" y="3060231"/>
                  <a:ext cx="604679" cy="290284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1" name="شكل حر: شكل 39">
                  <a:extLst>
                    <a:ext uri="{FF2B5EF4-FFF2-40B4-BE49-F238E27FC236}">
                      <a16:creationId xmlns:a16="http://schemas.microsoft.com/office/drawing/2014/main" id="{E5E2E658-46B1-7439-2B23-73164180179D}"/>
                    </a:ext>
                  </a:extLst>
                </p:cNvPr>
                <p:cNvSpPr/>
                <p:nvPr/>
              </p:nvSpPr>
              <p:spPr>
                <a:xfrm>
                  <a:off x="6203330" y="3049563"/>
                  <a:ext cx="624785" cy="311402"/>
                </a:xfrm>
                <a:custGeom>
                  <a:avLst/>
                  <a:gdLst>
                    <a:gd name="csX0" fmla="*/ 1 w 624785"/>
                    <a:gd name="csY0" fmla="*/ 1 h 311402"/>
                    <a:gd name="csX1" fmla="*/ 624786 w 624785"/>
                    <a:gd name="csY1" fmla="*/ 15095 h 311402"/>
                    <a:gd name="csX2" fmla="*/ 612844 w 624785"/>
                    <a:gd name="csY2" fmla="*/ 292244 h 311402"/>
                    <a:gd name="csX3" fmla="*/ 4838 w 624785"/>
                    <a:gd name="csY3" fmla="*/ 311403 h 31140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624785" h="311402">
                      <a:moveTo>
                        <a:pt x="1" y="1"/>
                      </a:moveTo>
                      <a:lnTo>
                        <a:pt x="624786" y="15095"/>
                      </a:lnTo>
                      <a:lnTo>
                        <a:pt x="612844" y="292244"/>
                      </a:lnTo>
                      <a:lnTo>
                        <a:pt x="4838" y="311403"/>
                      </a:lnTo>
                    </a:path>
                  </a:pathLst>
                </a:custGeom>
                <a:solidFill>
                  <a:srgbClr val="FFFFFF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242" name="شكل حر: شكل 40">
                  <a:extLst>
                    <a:ext uri="{FF2B5EF4-FFF2-40B4-BE49-F238E27FC236}">
                      <a16:creationId xmlns:a16="http://schemas.microsoft.com/office/drawing/2014/main" id="{540A98FE-90C9-DE77-E03A-BD6951A05996}"/>
                    </a:ext>
                  </a:extLst>
                </p:cNvPr>
                <p:cNvSpPr/>
                <p:nvPr/>
              </p:nvSpPr>
              <p:spPr>
                <a:xfrm>
                  <a:off x="6209614" y="3060231"/>
                  <a:ext cx="616146" cy="291681"/>
                </a:xfrm>
                <a:custGeom>
                  <a:avLst/>
                  <a:gdLst>
                    <a:gd name="csX0" fmla="*/ 7322 w 616146"/>
                    <a:gd name="csY0" fmla="*/ 1 h 291681"/>
                    <a:gd name="csX1" fmla="*/ 612001 w 616146"/>
                    <a:gd name="csY1" fmla="*/ 1 h 291681"/>
                    <a:gd name="csX2" fmla="*/ 7322 w 616146"/>
                    <a:gd name="csY2" fmla="*/ 1 h 291681"/>
                    <a:gd name="csX3" fmla="*/ 612001 w 616146"/>
                    <a:gd name="csY3" fmla="*/ 1 h 291681"/>
                    <a:gd name="csX4" fmla="*/ 612001 w 616146"/>
                    <a:gd name="csY4" fmla="*/ 1 h 291681"/>
                    <a:gd name="csX5" fmla="*/ 612001 w 616146"/>
                    <a:gd name="csY5" fmla="*/ 290285 h 291681"/>
                    <a:gd name="csX6" fmla="*/ 612001 w 616146"/>
                    <a:gd name="csY6" fmla="*/ 1 h 291681"/>
                    <a:gd name="csX7" fmla="*/ 612001 w 616146"/>
                    <a:gd name="csY7" fmla="*/ 290285 h 291681"/>
                    <a:gd name="csX8" fmla="*/ 612001 w 616146"/>
                    <a:gd name="csY8" fmla="*/ 290285 h 291681"/>
                    <a:gd name="csX9" fmla="*/ 7322 w 616146"/>
                    <a:gd name="csY9" fmla="*/ 290285 h 291681"/>
                    <a:gd name="csX10" fmla="*/ 612001 w 616146"/>
                    <a:gd name="csY10" fmla="*/ 290285 h 291681"/>
                    <a:gd name="csX11" fmla="*/ 7322 w 616146"/>
                    <a:gd name="csY11" fmla="*/ 290285 h 291681"/>
                    <a:gd name="csX12" fmla="*/ 7322 w 616146"/>
                    <a:gd name="csY12" fmla="*/ 290285 h 291681"/>
                    <a:gd name="csX13" fmla="*/ 7322 w 616146"/>
                    <a:gd name="csY13" fmla="*/ 1 h 291681"/>
                    <a:gd name="csX14" fmla="*/ 7322 w 616146"/>
                    <a:gd name="csY14" fmla="*/ 290285 h 291681"/>
                    <a:gd name="csX15" fmla="*/ 7322 w 616146"/>
                    <a:gd name="csY15" fmla="*/ 1 h 29168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16146" h="291681">
                      <a:moveTo>
                        <a:pt x="7322" y="1"/>
                      </a:moveTo>
                      <a:cubicBezTo>
                        <a:pt x="131583" y="8056"/>
                        <a:pt x="260985" y="13136"/>
                        <a:pt x="612001" y="1"/>
                      </a:cubicBezTo>
                      <a:moveTo>
                        <a:pt x="7322" y="1"/>
                      </a:moveTo>
                      <a:cubicBezTo>
                        <a:pt x="167259" y="1089"/>
                        <a:pt x="321075" y="871"/>
                        <a:pt x="612001" y="1"/>
                      </a:cubicBezTo>
                      <a:moveTo>
                        <a:pt x="612001" y="1"/>
                      </a:moveTo>
                      <a:cubicBezTo>
                        <a:pt x="624322" y="72862"/>
                        <a:pt x="604519" y="159512"/>
                        <a:pt x="612001" y="290285"/>
                      </a:cubicBezTo>
                      <a:moveTo>
                        <a:pt x="612001" y="1"/>
                      </a:moveTo>
                      <a:cubicBezTo>
                        <a:pt x="609960" y="117348"/>
                        <a:pt x="617141" y="222576"/>
                        <a:pt x="612001" y="290285"/>
                      </a:cubicBezTo>
                      <a:moveTo>
                        <a:pt x="612001" y="290285"/>
                      </a:moveTo>
                      <a:cubicBezTo>
                        <a:pt x="468012" y="283318"/>
                        <a:pt x="318429" y="295655"/>
                        <a:pt x="7322" y="290285"/>
                      </a:cubicBezTo>
                      <a:moveTo>
                        <a:pt x="612001" y="290285"/>
                      </a:moveTo>
                      <a:cubicBezTo>
                        <a:pt x="464837" y="291373"/>
                        <a:pt x="312761" y="288108"/>
                        <a:pt x="7322" y="290285"/>
                      </a:cubicBezTo>
                      <a:moveTo>
                        <a:pt x="7322" y="290285"/>
                      </a:moveTo>
                      <a:cubicBezTo>
                        <a:pt x="1426" y="186073"/>
                        <a:pt x="-5679" y="87739"/>
                        <a:pt x="7322" y="1"/>
                      </a:cubicBezTo>
                      <a:moveTo>
                        <a:pt x="7322" y="290285"/>
                      </a:moveTo>
                      <a:cubicBezTo>
                        <a:pt x="11630" y="200079"/>
                        <a:pt x="6641" y="100802"/>
                        <a:pt x="7322" y="1"/>
                      </a:cubicBezTo>
                    </a:path>
                  </a:pathLst>
                </a:custGeom>
                <a:noFill/>
                <a:ln w="7550" cap="rnd">
                  <a:solidFill>
                    <a:srgbClr val="82B366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63" name="صورة 41">
                <a:extLst>
                  <a:ext uri="{FF2B5EF4-FFF2-40B4-BE49-F238E27FC236}">
                    <a16:creationId xmlns:a16="http://schemas.microsoft.com/office/drawing/2014/main" id="{BC793DEE-2AD2-5E93-4080-549E003C865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20714" y="3154573"/>
                <a:ext cx="589562" cy="123370"/>
              </a:xfrm>
              <a:custGeom>
                <a:avLst/>
                <a:gdLst>
                  <a:gd name="csX0" fmla="*/ 0 w 589562"/>
                  <a:gd name="csY0" fmla="*/ 0 h 123370"/>
                  <a:gd name="csX1" fmla="*/ 589563 w 589562"/>
                  <a:gd name="csY1" fmla="*/ 0 h 123370"/>
                  <a:gd name="csX2" fmla="*/ 589563 w 589562"/>
                  <a:gd name="csY2" fmla="*/ 123371 h 123370"/>
                  <a:gd name="csX3" fmla="*/ 0 w 589562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89562" h="123370">
                    <a:moveTo>
                      <a:pt x="0" y="0"/>
                    </a:moveTo>
                    <a:lnTo>
                      <a:pt x="589563" y="0"/>
                    </a:lnTo>
                    <a:lnTo>
                      <a:pt x="589563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254" name="!!رسم 9">
            <a:extLst>
              <a:ext uri="{FF2B5EF4-FFF2-40B4-BE49-F238E27FC236}">
                <a16:creationId xmlns:a16="http://schemas.microsoft.com/office/drawing/2014/main" id="{868CC934-ACCB-26D9-9E53-A6EAE954D27E}"/>
              </a:ext>
            </a:extLst>
          </p:cNvPr>
          <p:cNvGrpSpPr/>
          <p:nvPr/>
        </p:nvGrpSpPr>
        <p:grpSpPr>
          <a:xfrm>
            <a:off x="6902318" y="2029027"/>
            <a:ext cx="1523708" cy="856338"/>
            <a:chOff x="7572878" y="1685010"/>
            <a:chExt cx="1523708" cy="856338"/>
          </a:xfrm>
          <a:noFill/>
        </p:grpSpPr>
        <p:grpSp>
          <p:nvGrpSpPr>
            <p:cNvPr id="2256" name="رسم 9">
              <a:extLst>
                <a:ext uri="{FF2B5EF4-FFF2-40B4-BE49-F238E27FC236}">
                  <a16:creationId xmlns:a16="http://schemas.microsoft.com/office/drawing/2014/main" id="{FC882CF0-E352-4FA3-AC40-F5B012E9B532}"/>
                </a:ext>
              </a:extLst>
            </p:cNvPr>
            <p:cNvGrpSpPr/>
            <p:nvPr/>
          </p:nvGrpSpPr>
          <p:grpSpPr>
            <a:xfrm>
              <a:off x="7572878" y="1708359"/>
              <a:ext cx="1523708" cy="774569"/>
              <a:chOff x="7572878" y="1708359"/>
              <a:chExt cx="1523708" cy="774569"/>
            </a:xfrm>
            <a:noFill/>
          </p:grpSpPr>
          <p:sp>
            <p:nvSpPr>
              <p:cNvPr id="2260" name="مستطيل 44">
                <a:extLst>
                  <a:ext uri="{FF2B5EF4-FFF2-40B4-BE49-F238E27FC236}">
                    <a16:creationId xmlns:a16="http://schemas.microsoft.com/office/drawing/2014/main" id="{D5C66624-297D-371D-AC09-67EB6B042E0B}"/>
                  </a:ext>
                </a:extLst>
              </p:cNvPr>
              <p:cNvSpPr/>
              <p:nvPr/>
            </p:nvSpPr>
            <p:spPr>
              <a:xfrm>
                <a:off x="7577464" y="1717667"/>
                <a:ext cx="1511699" cy="761995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" name="شكل حر: شكل 45">
                <a:extLst>
                  <a:ext uri="{FF2B5EF4-FFF2-40B4-BE49-F238E27FC236}">
                    <a16:creationId xmlns:a16="http://schemas.microsoft.com/office/drawing/2014/main" id="{C3FB3A2D-FF7E-269C-F4FD-67EDDB9B5495}"/>
                  </a:ext>
                </a:extLst>
              </p:cNvPr>
              <p:cNvSpPr/>
              <p:nvPr/>
            </p:nvSpPr>
            <p:spPr>
              <a:xfrm>
                <a:off x="7575197" y="1714982"/>
                <a:ext cx="1516763" cy="767946"/>
              </a:xfrm>
              <a:custGeom>
                <a:avLst/>
                <a:gdLst>
                  <a:gd name="csX0" fmla="*/ 1 w 1516763"/>
                  <a:gd name="csY0" fmla="*/ 5153 h 767946"/>
                  <a:gd name="csX1" fmla="*/ 1 w 1516763"/>
                  <a:gd name="csY1" fmla="*/ 5153 h 767946"/>
                  <a:gd name="csX2" fmla="*/ 1 w 1516763"/>
                  <a:gd name="csY2" fmla="*/ 5153 h 767946"/>
                  <a:gd name="csX3" fmla="*/ 1 w 1516763"/>
                  <a:gd name="csY3" fmla="*/ 5153 h 767946"/>
                  <a:gd name="csX4" fmla="*/ 3024 w 1516763"/>
                  <a:gd name="csY4" fmla="*/ 46083 h 767946"/>
                  <a:gd name="csX5" fmla="*/ 42706 w 1516763"/>
                  <a:gd name="csY5" fmla="*/ 2323 h 767946"/>
                  <a:gd name="csX6" fmla="*/ 3024 w 1516763"/>
                  <a:gd name="csY6" fmla="*/ 46083 h 767946"/>
                  <a:gd name="csX7" fmla="*/ 42706 w 1516763"/>
                  <a:gd name="csY7" fmla="*/ 2323 h 767946"/>
                  <a:gd name="csX8" fmla="*/ 1059 w 1516763"/>
                  <a:gd name="csY8" fmla="*/ 92529 h 767946"/>
                  <a:gd name="csX9" fmla="*/ 80347 w 1516763"/>
                  <a:gd name="csY9" fmla="*/ 4935 h 767946"/>
                  <a:gd name="csX10" fmla="*/ 1059 w 1516763"/>
                  <a:gd name="csY10" fmla="*/ 92529 h 767946"/>
                  <a:gd name="csX11" fmla="*/ 80347 w 1516763"/>
                  <a:gd name="csY11" fmla="*/ 4935 h 767946"/>
                  <a:gd name="csX12" fmla="*/ 4006 w 1516763"/>
                  <a:gd name="csY12" fmla="*/ 133459 h 767946"/>
                  <a:gd name="csX13" fmla="*/ 123053 w 1516763"/>
                  <a:gd name="csY13" fmla="*/ 2033 h 767946"/>
                  <a:gd name="csX14" fmla="*/ 4006 w 1516763"/>
                  <a:gd name="csY14" fmla="*/ 133459 h 767946"/>
                  <a:gd name="csX15" fmla="*/ 123053 w 1516763"/>
                  <a:gd name="csY15" fmla="*/ 2033 h 767946"/>
                  <a:gd name="csX16" fmla="*/ 2041 w 1516763"/>
                  <a:gd name="csY16" fmla="*/ 179904 h 767946"/>
                  <a:gd name="csX17" fmla="*/ 160694 w 1516763"/>
                  <a:gd name="csY17" fmla="*/ 4645 h 767946"/>
                  <a:gd name="csX18" fmla="*/ 2041 w 1516763"/>
                  <a:gd name="csY18" fmla="*/ 179904 h 767946"/>
                  <a:gd name="csX19" fmla="*/ 160694 w 1516763"/>
                  <a:gd name="csY19" fmla="*/ 4645 h 767946"/>
                  <a:gd name="csX20" fmla="*/ 76 w 1516763"/>
                  <a:gd name="csY20" fmla="*/ 226350 h 767946"/>
                  <a:gd name="csX21" fmla="*/ 203399 w 1516763"/>
                  <a:gd name="csY21" fmla="*/ 1815 h 767946"/>
                  <a:gd name="csX22" fmla="*/ 76 w 1516763"/>
                  <a:gd name="csY22" fmla="*/ 226350 h 767946"/>
                  <a:gd name="csX23" fmla="*/ 203399 w 1516763"/>
                  <a:gd name="csY23" fmla="*/ 1815 h 767946"/>
                  <a:gd name="csX24" fmla="*/ 3024 w 1516763"/>
                  <a:gd name="csY24" fmla="*/ 267280 h 767946"/>
                  <a:gd name="csX25" fmla="*/ 241041 w 1516763"/>
                  <a:gd name="csY25" fmla="*/ 4427 h 767946"/>
                  <a:gd name="csX26" fmla="*/ 3024 w 1516763"/>
                  <a:gd name="csY26" fmla="*/ 267280 h 767946"/>
                  <a:gd name="csX27" fmla="*/ 241041 w 1516763"/>
                  <a:gd name="csY27" fmla="*/ 4427 h 767946"/>
                  <a:gd name="csX28" fmla="*/ 1059 w 1516763"/>
                  <a:gd name="csY28" fmla="*/ 313725 h 767946"/>
                  <a:gd name="csX29" fmla="*/ 283746 w 1516763"/>
                  <a:gd name="csY29" fmla="*/ 1524 h 767946"/>
                  <a:gd name="csX30" fmla="*/ 1059 w 1516763"/>
                  <a:gd name="csY30" fmla="*/ 313725 h 767946"/>
                  <a:gd name="csX31" fmla="*/ 283746 w 1516763"/>
                  <a:gd name="csY31" fmla="*/ 1524 h 767946"/>
                  <a:gd name="csX32" fmla="*/ 4082 w 1516763"/>
                  <a:gd name="csY32" fmla="*/ 354655 h 767946"/>
                  <a:gd name="csX33" fmla="*/ 321387 w 1516763"/>
                  <a:gd name="csY33" fmla="*/ 4137 h 767946"/>
                  <a:gd name="csX34" fmla="*/ 4082 w 1516763"/>
                  <a:gd name="csY34" fmla="*/ 354655 h 767946"/>
                  <a:gd name="csX35" fmla="*/ 321387 w 1516763"/>
                  <a:gd name="csY35" fmla="*/ 4137 h 767946"/>
                  <a:gd name="csX36" fmla="*/ 2117 w 1516763"/>
                  <a:gd name="csY36" fmla="*/ 401101 h 767946"/>
                  <a:gd name="csX37" fmla="*/ 364093 w 1516763"/>
                  <a:gd name="csY37" fmla="*/ 1307 h 767946"/>
                  <a:gd name="csX38" fmla="*/ 2117 w 1516763"/>
                  <a:gd name="csY38" fmla="*/ 401101 h 767946"/>
                  <a:gd name="csX39" fmla="*/ 364093 w 1516763"/>
                  <a:gd name="csY39" fmla="*/ 1307 h 767946"/>
                  <a:gd name="csX40" fmla="*/ 76 w 1516763"/>
                  <a:gd name="csY40" fmla="*/ 447546 h 767946"/>
                  <a:gd name="csX41" fmla="*/ 401734 w 1516763"/>
                  <a:gd name="csY41" fmla="*/ 3919 h 767946"/>
                  <a:gd name="csX42" fmla="*/ 76 w 1516763"/>
                  <a:gd name="csY42" fmla="*/ 447546 h 767946"/>
                  <a:gd name="csX43" fmla="*/ 401734 w 1516763"/>
                  <a:gd name="csY43" fmla="*/ 3919 h 767946"/>
                  <a:gd name="csX44" fmla="*/ 3099 w 1516763"/>
                  <a:gd name="csY44" fmla="*/ 488476 h 767946"/>
                  <a:gd name="csX45" fmla="*/ 444440 w 1516763"/>
                  <a:gd name="csY45" fmla="*/ 1016 h 767946"/>
                  <a:gd name="csX46" fmla="*/ 3099 w 1516763"/>
                  <a:gd name="csY46" fmla="*/ 488476 h 767946"/>
                  <a:gd name="csX47" fmla="*/ 444440 w 1516763"/>
                  <a:gd name="csY47" fmla="*/ 1016 h 767946"/>
                  <a:gd name="csX48" fmla="*/ 1134 w 1516763"/>
                  <a:gd name="csY48" fmla="*/ 534922 h 767946"/>
                  <a:gd name="csX49" fmla="*/ 482157 w 1516763"/>
                  <a:gd name="csY49" fmla="*/ 3629 h 767946"/>
                  <a:gd name="csX50" fmla="*/ 1134 w 1516763"/>
                  <a:gd name="csY50" fmla="*/ 534922 h 767946"/>
                  <a:gd name="csX51" fmla="*/ 482157 w 1516763"/>
                  <a:gd name="csY51" fmla="*/ 3629 h 767946"/>
                  <a:gd name="csX52" fmla="*/ 4082 w 1516763"/>
                  <a:gd name="csY52" fmla="*/ 575852 h 767946"/>
                  <a:gd name="csX53" fmla="*/ 524787 w 1516763"/>
                  <a:gd name="csY53" fmla="*/ 799 h 767946"/>
                  <a:gd name="csX54" fmla="*/ 4082 w 1516763"/>
                  <a:gd name="csY54" fmla="*/ 575852 h 767946"/>
                  <a:gd name="csX55" fmla="*/ 524787 w 1516763"/>
                  <a:gd name="csY55" fmla="*/ 799 h 767946"/>
                  <a:gd name="csX56" fmla="*/ 2117 w 1516763"/>
                  <a:gd name="csY56" fmla="*/ 622297 h 767946"/>
                  <a:gd name="csX57" fmla="*/ 562504 w 1516763"/>
                  <a:gd name="csY57" fmla="*/ 3411 h 767946"/>
                  <a:gd name="csX58" fmla="*/ 2117 w 1516763"/>
                  <a:gd name="csY58" fmla="*/ 622297 h 767946"/>
                  <a:gd name="csX59" fmla="*/ 562504 w 1516763"/>
                  <a:gd name="csY59" fmla="*/ 3411 h 767946"/>
                  <a:gd name="csX60" fmla="*/ 151 w 1516763"/>
                  <a:gd name="csY60" fmla="*/ 668743 h 767946"/>
                  <a:gd name="csX61" fmla="*/ 605134 w 1516763"/>
                  <a:gd name="csY61" fmla="*/ 508 h 767946"/>
                  <a:gd name="csX62" fmla="*/ 151 w 1516763"/>
                  <a:gd name="csY62" fmla="*/ 668743 h 767946"/>
                  <a:gd name="csX63" fmla="*/ 605134 w 1516763"/>
                  <a:gd name="csY63" fmla="*/ 508 h 767946"/>
                  <a:gd name="csX64" fmla="*/ 3099 w 1516763"/>
                  <a:gd name="csY64" fmla="*/ 709673 h 767946"/>
                  <a:gd name="csX65" fmla="*/ 642851 w 1516763"/>
                  <a:gd name="csY65" fmla="*/ 3121 h 767946"/>
                  <a:gd name="csX66" fmla="*/ 3099 w 1516763"/>
                  <a:gd name="csY66" fmla="*/ 709673 h 767946"/>
                  <a:gd name="csX67" fmla="*/ 642851 w 1516763"/>
                  <a:gd name="csY67" fmla="*/ 3121 h 767946"/>
                  <a:gd name="csX68" fmla="*/ 1134 w 1516763"/>
                  <a:gd name="csY68" fmla="*/ 756118 h 767946"/>
                  <a:gd name="csX69" fmla="*/ 685481 w 1516763"/>
                  <a:gd name="csY69" fmla="*/ 291 h 767946"/>
                  <a:gd name="csX70" fmla="*/ 1134 w 1516763"/>
                  <a:gd name="csY70" fmla="*/ 756118 h 767946"/>
                  <a:gd name="csX71" fmla="*/ 685481 w 1516763"/>
                  <a:gd name="csY71" fmla="*/ 291 h 767946"/>
                  <a:gd name="csX72" fmla="*/ 33862 w 1516763"/>
                  <a:gd name="csY72" fmla="*/ 764173 h 767946"/>
                  <a:gd name="csX73" fmla="*/ 723197 w 1516763"/>
                  <a:gd name="csY73" fmla="*/ 2903 h 767946"/>
                  <a:gd name="csX74" fmla="*/ 33862 w 1516763"/>
                  <a:gd name="csY74" fmla="*/ 764173 h 767946"/>
                  <a:gd name="csX75" fmla="*/ 723197 w 1516763"/>
                  <a:gd name="csY75" fmla="*/ 2903 h 767946"/>
                  <a:gd name="csX76" fmla="*/ 71579 w 1516763"/>
                  <a:gd name="csY76" fmla="*/ 766786 h 767946"/>
                  <a:gd name="csX77" fmla="*/ 765827 w 1516763"/>
                  <a:gd name="csY77" fmla="*/ 1 h 767946"/>
                  <a:gd name="csX78" fmla="*/ 71579 w 1516763"/>
                  <a:gd name="csY78" fmla="*/ 766786 h 767946"/>
                  <a:gd name="csX79" fmla="*/ 765827 w 1516763"/>
                  <a:gd name="csY79" fmla="*/ 1 h 767946"/>
                  <a:gd name="csX80" fmla="*/ 114209 w 1516763"/>
                  <a:gd name="csY80" fmla="*/ 763956 h 767946"/>
                  <a:gd name="csX81" fmla="*/ 803544 w 1516763"/>
                  <a:gd name="csY81" fmla="*/ 2613 h 767946"/>
                  <a:gd name="csX82" fmla="*/ 114209 w 1516763"/>
                  <a:gd name="csY82" fmla="*/ 763956 h 767946"/>
                  <a:gd name="csX83" fmla="*/ 803544 w 1516763"/>
                  <a:gd name="csY83" fmla="*/ 2613 h 767946"/>
                  <a:gd name="csX84" fmla="*/ 151926 w 1516763"/>
                  <a:gd name="csY84" fmla="*/ 766568 h 767946"/>
                  <a:gd name="csX85" fmla="*/ 841185 w 1516763"/>
                  <a:gd name="csY85" fmla="*/ 5298 h 767946"/>
                  <a:gd name="csX86" fmla="*/ 151926 w 1516763"/>
                  <a:gd name="csY86" fmla="*/ 766568 h 767946"/>
                  <a:gd name="csX87" fmla="*/ 841185 w 1516763"/>
                  <a:gd name="csY87" fmla="*/ 5298 h 767946"/>
                  <a:gd name="csX88" fmla="*/ 194556 w 1516763"/>
                  <a:gd name="csY88" fmla="*/ 763738 h 767946"/>
                  <a:gd name="csX89" fmla="*/ 883891 w 1516763"/>
                  <a:gd name="csY89" fmla="*/ 2395 h 767946"/>
                  <a:gd name="csX90" fmla="*/ 194556 w 1516763"/>
                  <a:gd name="csY90" fmla="*/ 763738 h 767946"/>
                  <a:gd name="csX91" fmla="*/ 883891 w 1516763"/>
                  <a:gd name="csY91" fmla="*/ 2395 h 767946"/>
                  <a:gd name="csX92" fmla="*/ 232273 w 1516763"/>
                  <a:gd name="csY92" fmla="*/ 766351 h 767946"/>
                  <a:gd name="csX93" fmla="*/ 921532 w 1516763"/>
                  <a:gd name="csY93" fmla="*/ 5008 h 767946"/>
                  <a:gd name="csX94" fmla="*/ 232273 w 1516763"/>
                  <a:gd name="csY94" fmla="*/ 766351 h 767946"/>
                  <a:gd name="csX95" fmla="*/ 921532 w 1516763"/>
                  <a:gd name="csY95" fmla="*/ 5008 h 767946"/>
                  <a:gd name="csX96" fmla="*/ 274903 w 1516763"/>
                  <a:gd name="csY96" fmla="*/ 763448 h 767946"/>
                  <a:gd name="csX97" fmla="*/ 964238 w 1516763"/>
                  <a:gd name="csY97" fmla="*/ 2178 h 767946"/>
                  <a:gd name="csX98" fmla="*/ 274903 w 1516763"/>
                  <a:gd name="csY98" fmla="*/ 763448 h 767946"/>
                  <a:gd name="csX99" fmla="*/ 964238 w 1516763"/>
                  <a:gd name="csY99" fmla="*/ 2178 h 767946"/>
                  <a:gd name="csX100" fmla="*/ 312620 w 1516763"/>
                  <a:gd name="csY100" fmla="*/ 766060 h 767946"/>
                  <a:gd name="csX101" fmla="*/ 1001879 w 1516763"/>
                  <a:gd name="csY101" fmla="*/ 4790 h 767946"/>
                  <a:gd name="csX102" fmla="*/ 312620 w 1516763"/>
                  <a:gd name="csY102" fmla="*/ 766060 h 767946"/>
                  <a:gd name="csX103" fmla="*/ 1001879 w 1516763"/>
                  <a:gd name="csY103" fmla="*/ 4790 h 767946"/>
                  <a:gd name="csX104" fmla="*/ 355250 w 1516763"/>
                  <a:gd name="csY104" fmla="*/ 763230 h 767946"/>
                  <a:gd name="csX105" fmla="*/ 1044585 w 1516763"/>
                  <a:gd name="csY105" fmla="*/ 1887 h 767946"/>
                  <a:gd name="csX106" fmla="*/ 355250 w 1516763"/>
                  <a:gd name="csY106" fmla="*/ 763230 h 767946"/>
                  <a:gd name="csX107" fmla="*/ 1044585 w 1516763"/>
                  <a:gd name="csY107" fmla="*/ 1887 h 767946"/>
                  <a:gd name="csX108" fmla="*/ 392967 w 1516763"/>
                  <a:gd name="csY108" fmla="*/ 765843 h 767946"/>
                  <a:gd name="csX109" fmla="*/ 1082226 w 1516763"/>
                  <a:gd name="csY109" fmla="*/ 4500 h 767946"/>
                  <a:gd name="csX110" fmla="*/ 392967 w 1516763"/>
                  <a:gd name="csY110" fmla="*/ 765843 h 767946"/>
                  <a:gd name="csX111" fmla="*/ 1082226 w 1516763"/>
                  <a:gd name="csY111" fmla="*/ 4500 h 767946"/>
                  <a:gd name="csX112" fmla="*/ 435597 w 1516763"/>
                  <a:gd name="csY112" fmla="*/ 762940 h 767946"/>
                  <a:gd name="csX113" fmla="*/ 1124932 w 1516763"/>
                  <a:gd name="csY113" fmla="*/ 1670 h 767946"/>
                  <a:gd name="csX114" fmla="*/ 435597 w 1516763"/>
                  <a:gd name="csY114" fmla="*/ 762940 h 767946"/>
                  <a:gd name="csX115" fmla="*/ 1124932 w 1516763"/>
                  <a:gd name="csY115" fmla="*/ 1670 h 767946"/>
                  <a:gd name="csX116" fmla="*/ 473313 w 1516763"/>
                  <a:gd name="csY116" fmla="*/ 765552 h 767946"/>
                  <a:gd name="csX117" fmla="*/ 1162573 w 1516763"/>
                  <a:gd name="csY117" fmla="*/ 4282 h 767946"/>
                  <a:gd name="csX118" fmla="*/ 473313 w 1516763"/>
                  <a:gd name="csY118" fmla="*/ 765552 h 767946"/>
                  <a:gd name="csX119" fmla="*/ 1162573 w 1516763"/>
                  <a:gd name="csY119" fmla="*/ 4282 h 767946"/>
                  <a:gd name="csX120" fmla="*/ 515944 w 1516763"/>
                  <a:gd name="csY120" fmla="*/ 762722 h 767946"/>
                  <a:gd name="csX121" fmla="*/ 1205278 w 1516763"/>
                  <a:gd name="csY121" fmla="*/ 1379 h 767946"/>
                  <a:gd name="csX122" fmla="*/ 515944 w 1516763"/>
                  <a:gd name="csY122" fmla="*/ 762722 h 767946"/>
                  <a:gd name="csX123" fmla="*/ 1205278 w 1516763"/>
                  <a:gd name="csY123" fmla="*/ 1379 h 767946"/>
                  <a:gd name="csX124" fmla="*/ 553660 w 1516763"/>
                  <a:gd name="csY124" fmla="*/ 765335 h 767946"/>
                  <a:gd name="csX125" fmla="*/ 1242920 w 1516763"/>
                  <a:gd name="csY125" fmla="*/ 3992 h 767946"/>
                  <a:gd name="csX126" fmla="*/ 553660 w 1516763"/>
                  <a:gd name="csY126" fmla="*/ 765335 h 767946"/>
                  <a:gd name="csX127" fmla="*/ 1242920 w 1516763"/>
                  <a:gd name="csY127" fmla="*/ 3992 h 767946"/>
                  <a:gd name="csX128" fmla="*/ 591377 w 1516763"/>
                  <a:gd name="csY128" fmla="*/ 767947 h 767946"/>
                  <a:gd name="csX129" fmla="*/ 1285625 w 1516763"/>
                  <a:gd name="csY129" fmla="*/ 1162 h 767946"/>
                  <a:gd name="csX130" fmla="*/ 591377 w 1516763"/>
                  <a:gd name="csY130" fmla="*/ 767947 h 767946"/>
                  <a:gd name="csX131" fmla="*/ 1285625 w 1516763"/>
                  <a:gd name="csY131" fmla="*/ 1162 h 767946"/>
                  <a:gd name="csX132" fmla="*/ 634007 w 1516763"/>
                  <a:gd name="csY132" fmla="*/ 765044 h 767946"/>
                  <a:gd name="csX133" fmla="*/ 1323266 w 1516763"/>
                  <a:gd name="csY133" fmla="*/ 3774 h 767946"/>
                  <a:gd name="csX134" fmla="*/ 634007 w 1516763"/>
                  <a:gd name="csY134" fmla="*/ 765044 h 767946"/>
                  <a:gd name="csX135" fmla="*/ 1323266 w 1516763"/>
                  <a:gd name="csY135" fmla="*/ 3774 h 767946"/>
                  <a:gd name="csX136" fmla="*/ 671724 w 1516763"/>
                  <a:gd name="csY136" fmla="*/ 767657 h 767946"/>
                  <a:gd name="csX137" fmla="*/ 1365972 w 1516763"/>
                  <a:gd name="csY137" fmla="*/ 871 h 767946"/>
                  <a:gd name="csX138" fmla="*/ 671724 w 1516763"/>
                  <a:gd name="csY138" fmla="*/ 767657 h 767946"/>
                  <a:gd name="csX139" fmla="*/ 1365972 w 1516763"/>
                  <a:gd name="csY139" fmla="*/ 871 h 767946"/>
                  <a:gd name="csX140" fmla="*/ 714354 w 1516763"/>
                  <a:gd name="csY140" fmla="*/ 764827 h 767946"/>
                  <a:gd name="csX141" fmla="*/ 1403613 w 1516763"/>
                  <a:gd name="csY141" fmla="*/ 3484 h 767946"/>
                  <a:gd name="csX142" fmla="*/ 714354 w 1516763"/>
                  <a:gd name="csY142" fmla="*/ 764827 h 767946"/>
                  <a:gd name="csX143" fmla="*/ 1403613 w 1516763"/>
                  <a:gd name="csY143" fmla="*/ 3484 h 767946"/>
                  <a:gd name="csX144" fmla="*/ 752071 w 1516763"/>
                  <a:gd name="csY144" fmla="*/ 767439 h 767946"/>
                  <a:gd name="csX145" fmla="*/ 1446319 w 1516763"/>
                  <a:gd name="csY145" fmla="*/ 654 h 767946"/>
                  <a:gd name="csX146" fmla="*/ 752071 w 1516763"/>
                  <a:gd name="csY146" fmla="*/ 767439 h 767946"/>
                  <a:gd name="csX147" fmla="*/ 1446319 w 1516763"/>
                  <a:gd name="csY147" fmla="*/ 654 h 767946"/>
                  <a:gd name="csX148" fmla="*/ 794701 w 1516763"/>
                  <a:gd name="csY148" fmla="*/ 764536 h 767946"/>
                  <a:gd name="csX149" fmla="*/ 1483960 w 1516763"/>
                  <a:gd name="csY149" fmla="*/ 3266 h 767946"/>
                  <a:gd name="csX150" fmla="*/ 794701 w 1516763"/>
                  <a:gd name="csY150" fmla="*/ 764536 h 767946"/>
                  <a:gd name="csX151" fmla="*/ 1483960 w 1516763"/>
                  <a:gd name="csY151" fmla="*/ 3266 h 767946"/>
                  <a:gd name="csX152" fmla="*/ 832418 w 1516763"/>
                  <a:gd name="csY152" fmla="*/ 767149 h 767946"/>
                  <a:gd name="csX153" fmla="*/ 1516688 w 1516763"/>
                  <a:gd name="csY153" fmla="*/ 11322 h 767946"/>
                  <a:gd name="csX154" fmla="*/ 832418 w 1516763"/>
                  <a:gd name="csY154" fmla="*/ 767149 h 767946"/>
                  <a:gd name="csX155" fmla="*/ 1516688 w 1516763"/>
                  <a:gd name="csY155" fmla="*/ 11322 h 767946"/>
                  <a:gd name="csX156" fmla="*/ 875047 w 1516763"/>
                  <a:gd name="csY156" fmla="*/ 764319 h 767946"/>
                  <a:gd name="csX157" fmla="*/ 1514723 w 1516763"/>
                  <a:gd name="csY157" fmla="*/ 57767 h 767946"/>
                  <a:gd name="csX158" fmla="*/ 875047 w 1516763"/>
                  <a:gd name="csY158" fmla="*/ 764319 h 767946"/>
                  <a:gd name="csX159" fmla="*/ 1514723 w 1516763"/>
                  <a:gd name="csY159" fmla="*/ 57767 h 767946"/>
                  <a:gd name="csX160" fmla="*/ 912765 w 1516763"/>
                  <a:gd name="csY160" fmla="*/ 766931 h 767946"/>
                  <a:gd name="csX161" fmla="*/ 1512758 w 1516763"/>
                  <a:gd name="csY161" fmla="*/ 104213 h 767946"/>
                  <a:gd name="csX162" fmla="*/ 912765 w 1516763"/>
                  <a:gd name="csY162" fmla="*/ 766931 h 767946"/>
                  <a:gd name="csX163" fmla="*/ 1512758 w 1516763"/>
                  <a:gd name="csY163" fmla="*/ 104213 h 767946"/>
                  <a:gd name="csX164" fmla="*/ 955394 w 1516763"/>
                  <a:gd name="csY164" fmla="*/ 764028 h 767946"/>
                  <a:gd name="csX165" fmla="*/ 1515781 w 1516763"/>
                  <a:gd name="csY165" fmla="*/ 145143 h 767946"/>
                  <a:gd name="csX166" fmla="*/ 955394 w 1516763"/>
                  <a:gd name="csY166" fmla="*/ 764028 h 767946"/>
                  <a:gd name="csX167" fmla="*/ 1515781 w 1516763"/>
                  <a:gd name="csY167" fmla="*/ 145143 h 767946"/>
                  <a:gd name="csX168" fmla="*/ 993111 w 1516763"/>
                  <a:gd name="csY168" fmla="*/ 766641 h 767946"/>
                  <a:gd name="csX169" fmla="*/ 1513740 w 1516763"/>
                  <a:gd name="csY169" fmla="*/ 191588 h 767946"/>
                  <a:gd name="csX170" fmla="*/ 993111 w 1516763"/>
                  <a:gd name="csY170" fmla="*/ 766641 h 767946"/>
                  <a:gd name="csX171" fmla="*/ 1513740 w 1516763"/>
                  <a:gd name="csY171" fmla="*/ 191588 h 767946"/>
                  <a:gd name="csX172" fmla="*/ 1035741 w 1516763"/>
                  <a:gd name="csY172" fmla="*/ 763811 h 767946"/>
                  <a:gd name="csX173" fmla="*/ 1516764 w 1516763"/>
                  <a:gd name="csY173" fmla="*/ 232518 h 767946"/>
                  <a:gd name="csX174" fmla="*/ 1035741 w 1516763"/>
                  <a:gd name="csY174" fmla="*/ 763811 h 767946"/>
                  <a:gd name="csX175" fmla="*/ 1516764 w 1516763"/>
                  <a:gd name="csY175" fmla="*/ 232518 h 767946"/>
                  <a:gd name="csX176" fmla="*/ 1073458 w 1516763"/>
                  <a:gd name="csY176" fmla="*/ 766423 h 767946"/>
                  <a:gd name="csX177" fmla="*/ 1514799 w 1516763"/>
                  <a:gd name="csY177" fmla="*/ 278964 h 767946"/>
                  <a:gd name="csX178" fmla="*/ 1073458 w 1516763"/>
                  <a:gd name="csY178" fmla="*/ 766423 h 767946"/>
                  <a:gd name="csX179" fmla="*/ 1514799 w 1516763"/>
                  <a:gd name="csY179" fmla="*/ 278964 h 767946"/>
                  <a:gd name="csX180" fmla="*/ 1116088 w 1516763"/>
                  <a:gd name="csY180" fmla="*/ 763593 h 767946"/>
                  <a:gd name="csX181" fmla="*/ 1512833 w 1516763"/>
                  <a:gd name="csY181" fmla="*/ 325409 h 767946"/>
                  <a:gd name="csX182" fmla="*/ 1116088 w 1516763"/>
                  <a:gd name="csY182" fmla="*/ 763593 h 767946"/>
                  <a:gd name="csX183" fmla="*/ 1512833 w 1516763"/>
                  <a:gd name="csY183" fmla="*/ 325409 h 767946"/>
                  <a:gd name="csX184" fmla="*/ 1153805 w 1516763"/>
                  <a:gd name="csY184" fmla="*/ 766206 h 767946"/>
                  <a:gd name="csX185" fmla="*/ 1515781 w 1516763"/>
                  <a:gd name="csY185" fmla="*/ 366339 h 767946"/>
                  <a:gd name="csX186" fmla="*/ 1153805 w 1516763"/>
                  <a:gd name="csY186" fmla="*/ 766206 h 767946"/>
                  <a:gd name="csX187" fmla="*/ 1515781 w 1516763"/>
                  <a:gd name="csY187" fmla="*/ 366339 h 767946"/>
                  <a:gd name="csX188" fmla="*/ 1196435 w 1516763"/>
                  <a:gd name="csY188" fmla="*/ 763303 h 767946"/>
                  <a:gd name="csX189" fmla="*/ 1513816 w 1516763"/>
                  <a:gd name="csY189" fmla="*/ 412785 h 767946"/>
                  <a:gd name="csX190" fmla="*/ 1196435 w 1516763"/>
                  <a:gd name="csY190" fmla="*/ 763303 h 767946"/>
                  <a:gd name="csX191" fmla="*/ 1513816 w 1516763"/>
                  <a:gd name="csY191" fmla="*/ 412785 h 767946"/>
                  <a:gd name="csX192" fmla="*/ 1234152 w 1516763"/>
                  <a:gd name="csY192" fmla="*/ 765915 h 767946"/>
                  <a:gd name="csX193" fmla="*/ 1511851 w 1516763"/>
                  <a:gd name="csY193" fmla="*/ 459230 h 767946"/>
                  <a:gd name="csX194" fmla="*/ 1234152 w 1516763"/>
                  <a:gd name="csY194" fmla="*/ 765915 h 767946"/>
                  <a:gd name="csX195" fmla="*/ 1511851 w 1516763"/>
                  <a:gd name="csY195" fmla="*/ 459230 h 767946"/>
                  <a:gd name="csX196" fmla="*/ 1276782 w 1516763"/>
                  <a:gd name="csY196" fmla="*/ 763085 h 767946"/>
                  <a:gd name="csX197" fmla="*/ 1514799 w 1516763"/>
                  <a:gd name="csY197" fmla="*/ 500160 h 767946"/>
                  <a:gd name="csX198" fmla="*/ 1276782 w 1516763"/>
                  <a:gd name="csY198" fmla="*/ 763085 h 767946"/>
                  <a:gd name="csX199" fmla="*/ 1514799 w 1516763"/>
                  <a:gd name="csY199" fmla="*/ 500160 h 767946"/>
                  <a:gd name="csX200" fmla="*/ 1314498 w 1516763"/>
                  <a:gd name="csY200" fmla="*/ 765698 h 767946"/>
                  <a:gd name="csX201" fmla="*/ 1512833 w 1516763"/>
                  <a:gd name="csY201" fmla="*/ 546606 h 767946"/>
                  <a:gd name="csX202" fmla="*/ 1314498 w 1516763"/>
                  <a:gd name="csY202" fmla="*/ 765698 h 767946"/>
                  <a:gd name="csX203" fmla="*/ 1512833 w 1516763"/>
                  <a:gd name="csY203" fmla="*/ 546606 h 767946"/>
                  <a:gd name="csX204" fmla="*/ 1357128 w 1516763"/>
                  <a:gd name="csY204" fmla="*/ 762795 h 767946"/>
                  <a:gd name="csX205" fmla="*/ 1515857 w 1516763"/>
                  <a:gd name="csY205" fmla="*/ 587536 h 767946"/>
                  <a:gd name="csX206" fmla="*/ 1357128 w 1516763"/>
                  <a:gd name="csY206" fmla="*/ 762795 h 767946"/>
                  <a:gd name="csX207" fmla="*/ 1515857 w 1516763"/>
                  <a:gd name="csY207" fmla="*/ 587536 h 767946"/>
                  <a:gd name="csX208" fmla="*/ 1394845 w 1516763"/>
                  <a:gd name="csY208" fmla="*/ 765407 h 767946"/>
                  <a:gd name="csX209" fmla="*/ 1513816 w 1516763"/>
                  <a:gd name="csY209" fmla="*/ 633981 h 767946"/>
                  <a:gd name="csX210" fmla="*/ 1394845 w 1516763"/>
                  <a:gd name="csY210" fmla="*/ 765407 h 767946"/>
                  <a:gd name="csX211" fmla="*/ 1513816 w 1516763"/>
                  <a:gd name="csY211" fmla="*/ 633981 h 767946"/>
                  <a:gd name="csX212" fmla="*/ 1437475 w 1516763"/>
                  <a:gd name="csY212" fmla="*/ 762577 h 767946"/>
                  <a:gd name="csX213" fmla="*/ 1511851 w 1516763"/>
                  <a:gd name="csY213" fmla="*/ 680427 h 767946"/>
                  <a:gd name="csX214" fmla="*/ 1437475 w 1516763"/>
                  <a:gd name="csY214" fmla="*/ 762577 h 767946"/>
                  <a:gd name="csX215" fmla="*/ 1511851 w 1516763"/>
                  <a:gd name="csY215" fmla="*/ 680427 h 767946"/>
                  <a:gd name="csX216" fmla="*/ 1475192 w 1516763"/>
                  <a:gd name="csY216" fmla="*/ 765190 h 767946"/>
                  <a:gd name="csX217" fmla="*/ 1514874 w 1516763"/>
                  <a:gd name="csY217" fmla="*/ 721357 h 767946"/>
                  <a:gd name="csX218" fmla="*/ 1475192 w 1516763"/>
                  <a:gd name="csY218" fmla="*/ 765190 h 767946"/>
                  <a:gd name="csX219" fmla="*/ 1514874 w 1516763"/>
                  <a:gd name="csY219" fmla="*/ 721357 h 76794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</a:cxnLst>
                <a:rect l="l" t="t" r="r" b="b"/>
                <a:pathLst>
                  <a:path w="1516763" h="767946"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1" y="5153"/>
                    </a:moveTo>
                    <a:cubicBezTo>
                      <a:pt x="1" y="5153"/>
                      <a:pt x="1" y="5153"/>
                      <a:pt x="1" y="5153"/>
                    </a:cubicBezTo>
                    <a:moveTo>
                      <a:pt x="3024" y="46083"/>
                    </a:moveTo>
                    <a:cubicBezTo>
                      <a:pt x="18141" y="32367"/>
                      <a:pt x="39305" y="9870"/>
                      <a:pt x="42706" y="2323"/>
                    </a:cubicBezTo>
                    <a:moveTo>
                      <a:pt x="3024" y="46083"/>
                    </a:moveTo>
                    <a:cubicBezTo>
                      <a:pt x="20484" y="32077"/>
                      <a:pt x="32351" y="13499"/>
                      <a:pt x="42706" y="2323"/>
                    </a:cubicBezTo>
                    <a:moveTo>
                      <a:pt x="1059" y="92529"/>
                    </a:moveTo>
                    <a:cubicBezTo>
                      <a:pt x="39380" y="57404"/>
                      <a:pt x="58579" y="23296"/>
                      <a:pt x="80347" y="4935"/>
                    </a:cubicBezTo>
                    <a:moveTo>
                      <a:pt x="1059" y="92529"/>
                    </a:moveTo>
                    <a:cubicBezTo>
                      <a:pt x="17083" y="69959"/>
                      <a:pt x="34619" y="56316"/>
                      <a:pt x="80347" y="4935"/>
                    </a:cubicBezTo>
                    <a:moveTo>
                      <a:pt x="4006" y="133459"/>
                    </a:moveTo>
                    <a:cubicBezTo>
                      <a:pt x="30083" y="94633"/>
                      <a:pt x="60468" y="63210"/>
                      <a:pt x="123053" y="2033"/>
                    </a:cubicBezTo>
                    <a:moveTo>
                      <a:pt x="4006" y="133459"/>
                    </a:moveTo>
                    <a:cubicBezTo>
                      <a:pt x="48375" y="87957"/>
                      <a:pt x="93121" y="40640"/>
                      <a:pt x="123053" y="2033"/>
                    </a:cubicBezTo>
                    <a:moveTo>
                      <a:pt x="2041" y="179904"/>
                    </a:moveTo>
                    <a:cubicBezTo>
                      <a:pt x="43159" y="142167"/>
                      <a:pt x="87603" y="85126"/>
                      <a:pt x="160694" y="4645"/>
                    </a:cubicBezTo>
                    <a:moveTo>
                      <a:pt x="2041" y="179904"/>
                    </a:moveTo>
                    <a:cubicBezTo>
                      <a:pt x="41421" y="132443"/>
                      <a:pt x="92668" y="68435"/>
                      <a:pt x="160694" y="4645"/>
                    </a:cubicBezTo>
                    <a:moveTo>
                      <a:pt x="76" y="226350"/>
                    </a:moveTo>
                    <a:cubicBezTo>
                      <a:pt x="35979" y="173736"/>
                      <a:pt x="82237" y="115751"/>
                      <a:pt x="203399" y="1815"/>
                    </a:cubicBezTo>
                    <a:moveTo>
                      <a:pt x="76" y="226350"/>
                    </a:moveTo>
                    <a:cubicBezTo>
                      <a:pt x="54497" y="162777"/>
                      <a:pt x="113378" y="105446"/>
                      <a:pt x="203399" y="1815"/>
                    </a:cubicBezTo>
                    <a:moveTo>
                      <a:pt x="3024" y="267280"/>
                    </a:moveTo>
                    <a:cubicBezTo>
                      <a:pt x="102872" y="163285"/>
                      <a:pt x="192364" y="86723"/>
                      <a:pt x="241041" y="4427"/>
                    </a:cubicBezTo>
                    <a:moveTo>
                      <a:pt x="3024" y="267280"/>
                    </a:moveTo>
                    <a:cubicBezTo>
                      <a:pt x="54043" y="202909"/>
                      <a:pt x="107785" y="145651"/>
                      <a:pt x="241041" y="4427"/>
                    </a:cubicBezTo>
                    <a:moveTo>
                      <a:pt x="1059" y="313725"/>
                    </a:moveTo>
                    <a:cubicBezTo>
                      <a:pt x="72486" y="222721"/>
                      <a:pt x="154798" y="145868"/>
                      <a:pt x="283746" y="1524"/>
                    </a:cubicBezTo>
                    <a:moveTo>
                      <a:pt x="1059" y="313725"/>
                    </a:moveTo>
                    <a:cubicBezTo>
                      <a:pt x="98790" y="211618"/>
                      <a:pt x="187829" y="97101"/>
                      <a:pt x="283746" y="1524"/>
                    </a:cubicBezTo>
                    <a:moveTo>
                      <a:pt x="4082" y="354655"/>
                    </a:moveTo>
                    <a:cubicBezTo>
                      <a:pt x="109372" y="214085"/>
                      <a:pt x="241797" y="97609"/>
                      <a:pt x="321387" y="4137"/>
                    </a:cubicBezTo>
                    <a:moveTo>
                      <a:pt x="4082" y="354655"/>
                    </a:moveTo>
                    <a:cubicBezTo>
                      <a:pt x="85714" y="271126"/>
                      <a:pt x="175509" y="176784"/>
                      <a:pt x="321387" y="4137"/>
                    </a:cubicBezTo>
                    <a:moveTo>
                      <a:pt x="2117" y="401101"/>
                    </a:moveTo>
                    <a:cubicBezTo>
                      <a:pt x="104308" y="293478"/>
                      <a:pt x="211185" y="189846"/>
                      <a:pt x="364093" y="1307"/>
                    </a:cubicBezTo>
                    <a:moveTo>
                      <a:pt x="2117" y="401101"/>
                    </a:moveTo>
                    <a:cubicBezTo>
                      <a:pt x="118971" y="266119"/>
                      <a:pt x="238849" y="135636"/>
                      <a:pt x="364093" y="1307"/>
                    </a:cubicBezTo>
                    <a:moveTo>
                      <a:pt x="76" y="447546"/>
                    </a:moveTo>
                    <a:cubicBezTo>
                      <a:pt x="131292" y="313943"/>
                      <a:pt x="254722" y="164156"/>
                      <a:pt x="401734" y="3919"/>
                    </a:cubicBezTo>
                    <a:moveTo>
                      <a:pt x="76" y="447546"/>
                    </a:moveTo>
                    <a:cubicBezTo>
                      <a:pt x="151246" y="278891"/>
                      <a:pt x="299846" y="106535"/>
                      <a:pt x="401734" y="3919"/>
                    </a:cubicBezTo>
                    <a:moveTo>
                      <a:pt x="3099" y="488476"/>
                    </a:moveTo>
                    <a:cubicBezTo>
                      <a:pt x="155025" y="315322"/>
                      <a:pt x="319800" y="135491"/>
                      <a:pt x="444440" y="1016"/>
                    </a:cubicBezTo>
                    <a:moveTo>
                      <a:pt x="3099" y="488476"/>
                    </a:moveTo>
                    <a:cubicBezTo>
                      <a:pt x="146560" y="335859"/>
                      <a:pt x="282084" y="182226"/>
                      <a:pt x="444440" y="1016"/>
                    </a:cubicBezTo>
                    <a:moveTo>
                      <a:pt x="1134" y="534922"/>
                    </a:moveTo>
                    <a:cubicBezTo>
                      <a:pt x="196219" y="328747"/>
                      <a:pt x="384048" y="120614"/>
                      <a:pt x="482157" y="3629"/>
                    </a:cubicBezTo>
                    <a:moveTo>
                      <a:pt x="1134" y="534922"/>
                    </a:moveTo>
                    <a:cubicBezTo>
                      <a:pt x="178079" y="333392"/>
                      <a:pt x="371500" y="127798"/>
                      <a:pt x="482157" y="3629"/>
                    </a:cubicBezTo>
                    <a:moveTo>
                      <a:pt x="4082" y="575852"/>
                    </a:moveTo>
                    <a:cubicBezTo>
                      <a:pt x="111413" y="476139"/>
                      <a:pt x="208313" y="355889"/>
                      <a:pt x="524787" y="799"/>
                    </a:cubicBezTo>
                    <a:moveTo>
                      <a:pt x="4082" y="575852"/>
                    </a:moveTo>
                    <a:cubicBezTo>
                      <a:pt x="160921" y="406979"/>
                      <a:pt x="322597" y="221487"/>
                      <a:pt x="524787" y="799"/>
                    </a:cubicBezTo>
                    <a:moveTo>
                      <a:pt x="2117" y="622297"/>
                    </a:moveTo>
                    <a:cubicBezTo>
                      <a:pt x="153287" y="474325"/>
                      <a:pt x="260088" y="307339"/>
                      <a:pt x="562504" y="3411"/>
                    </a:cubicBezTo>
                    <a:moveTo>
                      <a:pt x="2117" y="622297"/>
                    </a:moveTo>
                    <a:cubicBezTo>
                      <a:pt x="220255" y="384917"/>
                      <a:pt x="431742" y="149352"/>
                      <a:pt x="562504" y="3411"/>
                    </a:cubicBezTo>
                    <a:moveTo>
                      <a:pt x="151" y="668743"/>
                    </a:moveTo>
                    <a:cubicBezTo>
                      <a:pt x="140211" y="496241"/>
                      <a:pt x="296369" y="335569"/>
                      <a:pt x="605134" y="508"/>
                    </a:cubicBezTo>
                    <a:moveTo>
                      <a:pt x="151" y="668743"/>
                    </a:moveTo>
                    <a:cubicBezTo>
                      <a:pt x="129326" y="532744"/>
                      <a:pt x="247843" y="388038"/>
                      <a:pt x="605134" y="508"/>
                    </a:cubicBezTo>
                    <a:moveTo>
                      <a:pt x="3099" y="709673"/>
                    </a:moveTo>
                    <a:cubicBezTo>
                      <a:pt x="133483" y="561991"/>
                      <a:pt x="274223" y="385933"/>
                      <a:pt x="642851" y="3121"/>
                    </a:cubicBezTo>
                    <a:moveTo>
                      <a:pt x="3099" y="709673"/>
                    </a:moveTo>
                    <a:cubicBezTo>
                      <a:pt x="201359" y="475849"/>
                      <a:pt x="412468" y="250661"/>
                      <a:pt x="642851" y="3121"/>
                    </a:cubicBezTo>
                    <a:moveTo>
                      <a:pt x="1134" y="756118"/>
                    </a:moveTo>
                    <a:cubicBezTo>
                      <a:pt x="166590" y="582310"/>
                      <a:pt x="319649" y="401899"/>
                      <a:pt x="685481" y="291"/>
                    </a:cubicBezTo>
                    <a:moveTo>
                      <a:pt x="1134" y="756118"/>
                    </a:moveTo>
                    <a:cubicBezTo>
                      <a:pt x="180422" y="559378"/>
                      <a:pt x="343912" y="365396"/>
                      <a:pt x="685481" y="291"/>
                    </a:cubicBezTo>
                    <a:moveTo>
                      <a:pt x="33862" y="764173"/>
                    </a:moveTo>
                    <a:cubicBezTo>
                      <a:pt x="200527" y="559088"/>
                      <a:pt x="391833" y="375483"/>
                      <a:pt x="723197" y="2903"/>
                    </a:cubicBezTo>
                    <a:moveTo>
                      <a:pt x="33862" y="764173"/>
                    </a:moveTo>
                    <a:cubicBezTo>
                      <a:pt x="214737" y="562353"/>
                      <a:pt x="391606" y="366557"/>
                      <a:pt x="723197" y="2903"/>
                    </a:cubicBezTo>
                    <a:moveTo>
                      <a:pt x="71579" y="766786"/>
                    </a:moveTo>
                    <a:cubicBezTo>
                      <a:pt x="340435" y="484775"/>
                      <a:pt x="580720" y="211763"/>
                      <a:pt x="765827" y="1"/>
                    </a:cubicBezTo>
                    <a:moveTo>
                      <a:pt x="71579" y="766786"/>
                    </a:moveTo>
                    <a:cubicBezTo>
                      <a:pt x="343307" y="466415"/>
                      <a:pt x="614053" y="174679"/>
                      <a:pt x="765827" y="1"/>
                    </a:cubicBezTo>
                    <a:moveTo>
                      <a:pt x="114209" y="763956"/>
                    </a:moveTo>
                    <a:cubicBezTo>
                      <a:pt x="304835" y="543993"/>
                      <a:pt x="517757" y="323958"/>
                      <a:pt x="803544" y="2613"/>
                    </a:cubicBezTo>
                    <a:moveTo>
                      <a:pt x="114209" y="763956"/>
                    </a:moveTo>
                    <a:cubicBezTo>
                      <a:pt x="286921" y="562716"/>
                      <a:pt x="471197" y="375193"/>
                      <a:pt x="803544" y="2613"/>
                    </a:cubicBezTo>
                    <a:moveTo>
                      <a:pt x="151926" y="766568"/>
                    </a:moveTo>
                    <a:cubicBezTo>
                      <a:pt x="370518" y="538695"/>
                      <a:pt x="580115" y="310387"/>
                      <a:pt x="841185" y="5298"/>
                    </a:cubicBezTo>
                    <a:moveTo>
                      <a:pt x="151926" y="766568"/>
                    </a:moveTo>
                    <a:cubicBezTo>
                      <a:pt x="344063" y="549654"/>
                      <a:pt x="535444" y="332376"/>
                      <a:pt x="841185" y="5298"/>
                    </a:cubicBezTo>
                    <a:moveTo>
                      <a:pt x="194556" y="763738"/>
                    </a:moveTo>
                    <a:cubicBezTo>
                      <a:pt x="344895" y="577158"/>
                      <a:pt x="527961" y="387094"/>
                      <a:pt x="883891" y="2395"/>
                    </a:cubicBezTo>
                    <a:moveTo>
                      <a:pt x="194556" y="763738"/>
                    </a:moveTo>
                    <a:cubicBezTo>
                      <a:pt x="387524" y="548347"/>
                      <a:pt x="589941" y="328530"/>
                      <a:pt x="883891" y="2395"/>
                    </a:cubicBezTo>
                    <a:moveTo>
                      <a:pt x="232273" y="766351"/>
                    </a:moveTo>
                    <a:cubicBezTo>
                      <a:pt x="479436" y="501176"/>
                      <a:pt x="723953" y="229035"/>
                      <a:pt x="921532" y="5008"/>
                    </a:cubicBezTo>
                    <a:moveTo>
                      <a:pt x="232273" y="766351"/>
                    </a:moveTo>
                    <a:cubicBezTo>
                      <a:pt x="431440" y="532817"/>
                      <a:pt x="639071" y="293623"/>
                      <a:pt x="921532" y="5008"/>
                    </a:cubicBezTo>
                    <a:moveTo>
                      <a:pt x="274903" y="763448"/>
                    </a:moveTo>
                    <a:cubicBezTo>
                      <a:pt x="495838" y="545082"/>
                      <a:pt x="688201" y="297469"/>
                      <a:pt x="964238" y="2178"/>
                    </a:cubicBezTo>
                    <a:moveTo>
                      <a:pt x="274903" y="763448"/>
                    </a:moveTo>
                    <a:cubicBezTo>
                      <a:pt x="545119" y="475921"/>
                      <a:pt x="797951" y="201022"/>
                      <a:pt x="964238" y="2178"/>
                    </a:cubicBezTo>
                    <a:moveTo>
                      <a:pt x="312620" y="766060"/>
                    </a:moveTo>
                    <a:cubicBezTo>
                      <a:pt x="527659" y="539058"/>
                      <a:pt x="716244" y="314741"/>
                      <a:pt x="1001879" y="4790"/>
                    </a:cubicBezTo>
                    <a:moveTo>
                      <a:pt x="312620" y="766060"/>
                    </a:moveTo>
                    <a:cubicBezTo>
                      <a:pt x="567190" y="483832"/>
                      <a:pt x="842168" y="186581"/>
                      <a:pt x="1001879" y="4790"/>
                    </a:cubicBezTo>
                    <a:moveTo>
                      <a:pt x="355250" y="763230"/>
                    </a:moveTo>
                    <a:cubicBezTo>
                      <a:pt x="494855" y="614024"/>
                      <a:pt x="650182" y="454803"/>
                      <a:pt x="1044585" y="1887"/>
                    </a:cubicBezTo>
                    <a:moveTo>
                      <a:pt x="355250" y="763230"/>
                    </a:moveTo>
                    <a:cubicBezTo>
                      <a:pt x="511030" y="590729"/>
                      <a:pt x="669457" y="416921"/>
                      <a:pt x="1044585" y="1887"/>
                    </a:cubicBezTo>
                    <a:moveTo>
                      <a:pt x="392967" y="765843"/>
                    </a:moveTo>
                    <a:cubicBezTo>
                      <a:pt x="617076" y="514674"/>
                      <a:pt x="853128" y="260966"/>
                      <a:pt x="1082226" y="4500"/>
                    </a:cubicBezTo>
                    <a:moveTo>
                      <a:pt x="392967" y="765843"/>
                    </a:moveTo>
                    <a:cubicBezTo>
                      <a:pt x="603546" y="532962"/>
                      <a:pt x="799160" y="318878"/>
                      <a:pt x="1082226" y="4500"/>
                    </a:cubicBezTo>
                    <a:moveTo>
                      <a:pt x="435597" y="762940"/>
                    </a:moveTo>
                    <a:cubicBezTo>
                      <a:pt x="667416" y="511626"/>
                      <a:pt x="903241" y="254072"/>
                      <a:pt x="1124932" y="1670"/>
                    </a:cubicBezTo>
                    <a:moveTo>
                      <a:pt x="435597" y="762940"/>
                    </a:moveTo>
                    <a:cubicBezTo>
                      <a:pt x="704830" y="462060"/>
                      <a:pt x="976029" y="163939"/>
                      <a:pt x="1124932" y="1670"/>
                    </a:cubicBezTo>
                    <a:moveTo>
                      <a:pt x="473313" y="765552"/>
                    </a:moveTo>
                    <a:cubicBezTo>
                      <a:pt x="746099" y="478534"/>
                      <a:pt x="1012839" y="164664"/>
                      <a:pt x="1162573" y="4282"/>
                    </a:cubicBezTo>
                    <a:moveTo>
                      <a:pt x="473313" y="765552"/>
                    </a:moveTo>
                    <a:cubicBezTo>
                      <a:pt x="627431" y="603356"/>
                      <a:pt x="768926" y="442611"/>
                      <a:pt x="1162573" y="4282"/>
                    </a:cubicBezTo>
                    <a:moveTo>
                      <a:pt x="515944" y="762722"/>
                    </a:moveTo>
                    <a:cubicBezTo>
                      <a:pt x="717680" y="541671"/>
                      <a:pt x="893415" y="358501"/>
                      <a:pt x="1205278" y="1379"/>
                    </a:cubicBezTo>
                    <a:moveTo>
                      <a:pt x="515944" y="762722"/>
                    </a:moveTo>
                    <a:cubicBezTo>
                      <a:pt x="733401" y="530495"/>
                      <a:pt x="941713" y="285350"/>
                      <a:pt x="1205278" y="1379"/>
                    </a:cubicBezTo>
                    <a:moveTo>
                      <a:pt x="553660" y="765335"/>
                    </a:moveTo>
                    <a:cubicBezTo>
                      <a:pt x="799311" y="493556"/>
                      <a:pt x="1063103" y="209150"/>
                      <a:pt x="1242920" y="3992"/>
                    </a:cubicBezTo>
                    <a:moveTo>
                      <a:pt x="553660" y="765335"/>
                    </a:moveTo>
                    <a:cubicBezTo>
                      <a:pt x="799160" y="500233"/>
                      <a:pt x="1051009" y="216770"/>
                      <a:pt x="1242920" y="3992"/>
                    </a:cubicBezTo>
                    <a:moveTo>
                      <a:pt x="591377" y="767947"/>
                    </a:moveTo>
                    <a:cubicBezTo>
                      <a:pt x="859477" y="460101"/>
                      <a:pt x="1147456" y="162705"/>
                      <a:pt x="1285625" y="1162"/>
                    </a:cubicBezTo>
                    <a:moveTo>
                      <a:pt x="591377" y="767947"/>
                    </a:moveTo>
                    <a:cubicBezTo>
                      <a:pt x="791677" y="551105"/>
                      <a:pt x="984645" y="333682"/>
                      <a:pt x="1285625" y="1162"/>
                    </a:cubicBezTo>
                    <a:moveTo>
                      <a:pt x="634007" y="765044"/>
                    </a:moveTo>
                    <a:cubicBezTo>
                      <a:pt x="850860" y="524689"/>
                      <a:pt x="1052597" y="303130"/>
                      <a:pt x="1323266" y="3774"/>
                    </a:cubicBezTo>
                    <a:moveTo>
                      <a:pt x="634007" y="765044"/>
                    </a:moveTo>
                    <a:cubicBezTo>
                      <a:pt x="869001" y="515473"/>
                      <a:pt x="1094849" y="258063"/>
                      <a:pt x="1323266" y="3774"/>
                    </a:cubicBezTo>
                    <a:moveTo>
                      <a:pt x="671724" y="767657"/>
                    </a:moveTo>
                    <a:cubicBezTo>
                      <a:pt x="876862" y="544864"/>
                      <a:pt x="1061516" y="340649"/>
                      <a:pt x="1365972" y="871"/>
                    </a:cubicBezTo>
                    <a:moveTo>
                      <a:pt x="671724" y="767657"/>
                    </a:moveTo>
                    <a:cubicBezTo>
                      <a:pt x="852674" y="570481"/>
                      <a:pt x="1037858" y="361985"/>
                      <a:pt x="1365972" y="871"/>
                    </a:cubicBezTo>
                    <a:moveTo>
                      <a:pt x="714354" y="764827"/>
                    </a:moveTo>
                    <a:cubicBezTo>
                      <a:pt x="859477" y="578464"/>
                      <a:pt x="1048364" y="412857"/>
                      <a:pt x="1403613" y="3484"/>
                    </a:cubicBezTo>
                    <a:moveTo>
                      <a:pt x="714354" y="764827"/>
                    </a:moveTo>
                    <a:cubicBezTo>
                      <a:pt x="982076" y="477082"/>
                      <a:pt x="1230901" y="186073"/>
                      <a:pt x="1403613" y="3484"/>
                    </a:cubicBezTo>
                    <a:moveTo>
                      <a:pt x="752071" y="767439"/>
                    </a:moveTo>
                    <a:cubicBezTo>
                      <a:pt x="999385" y="477300"/>
                      <a:pt x="1265595" y="213577"/>
                      <a:pt x="1446319" y="654"/>
                    </a:cubicBezTo>
                    <a:moveTo>
                      <a:pt x="752071" y="767439"/>
                    </a:moveTo>
                    <a:cubicBezTo>
                      <a:pt x="953051" y="552048"/>
                      <a:pt x="1140426" y="340068"/>
                      <a:pt x="1446319" y="654"/>
                    </a:cubicBezTo>
                    <a:moveTo>
                      <a:pt x="794701" y="764536"/>
                    </a:moveTo>
                    <a:cubicBezTo>
                      <a:pt x="989559" y="544864"/>
                      <a:pt x="1193260" y="298776"/>
                      <a:pt x="1483960" y="3266"/>
                    </a:cubicBezTo>
                    <a:moveTo>
                      <a:pt x="794701" y="764536"/>
                    </a:moveTo>
                    <a:cubicBezTo>
                      <a:pt x="1028409" y="504297"/>
                      <a:pt x="1263025" y="244275"/>
                      <a:pt x="1483960" y="3266"/>
                    </a:cubicBezTo>
                    <a:moveTo>
                      <a:pt x="832418" y="767149"/>
                    </a:moveTo>
                    <a:cubicBezTo>
                      <a:pt x="983285" y="597696"/>
                      <a:pt x="1154485" y="432742"/>
                      <a:pt x="1516688" y="11322"/>
                    </a:cubicBezTo>
                    <a:moveTo>
                      <a:pt x="832418" y="767149"/>
                    </a:moveTo>
                    <a:cubicBezTo>
                      <a:pt x="1002635" y="583036"/>
                      <a:pt x="1169904" y="389780"/>
                      <a:pt x="1516688" y="11322"/>
                    </a:cubicBezTo>
                    <a:moveTo>
                      <a:pt x="875047" y="764319"/>
                    </a:moveTo>
                    <a:cubicBezTo>
                      <a:pt x="1033096" y="588479"/>
                      <a:pt x="1164689" y="445224"/>
                      <a:pt x="1514723" y="57767"/>
                    </a:cubicBezTo>
                    <a:moveTo>
                      <a:pt x="875047" y="764319"/>
                    </a:moveTo>
                    <a:cubicBezTo>
                      <a:pt x="1061894" y="546606"/>
                      <a:pt x="1263479" y="338399"/>
                      <a:pt x="1514723" y="57767"/>
                    </a:cubicBezTo>
                    <a:moveTo>
                      <a:pt x="912765" y="766931"/>
                    </a:moveTo>
                    <a:cubicBezTo>
                      <a:pt x="1099384" y="576650"/>
                      <a:pt x="1281695" y="365105"/>
                      <a:pt x="1512758" y="104213"/>
                    </a:cubicBezTo>
                    <a:moveTo>
                      <a:pt x="912765" y="766931"/>
                    </a:moveTo>
                    <a:cubicBezTo>
                      <a:pt x="1103541" y="566345"/>
                      <a:pt x="1292428" y="351752"/>
                      <a:pt x="1512758" y="104213"/>
                    </a:cubicBezTo>
                    <a:moveTo>
                      <a:pt x="955394" y="764028"/>
                    </a:moveTo>
                    <a:cubicBezTo>
                      <a:pt x="1131281" y="565619"/>
                      <a:pt x="1322662" y="366847"/>
                      <a:pt x="1515781" y="145143"/>
                    </a:cubicBezTo>
                    <a:moveTo>
                      <a:pt x="955394" y="764028"/>
                    </a:moveTo>
                    <a:cubicBezTo>
                      <a:pt x="1142316" y="552701"/>
                      <a:pt x="1331203" y="353712"/>
                      <a:pt x="1515781" y="145143"/>
                    </a:cubicBezTo>
                    <a:moveTo>
                      <a:pt x="993111" y="766641"/>
                    </a:moveTo>
                    <a:cubicBezTo>
                      <a:pt x="1179655" y="554588"/>
                      <a:pt x="1385775" y="326715"/>
                      <a:pt x="1513740" y="191588"/>
                    </a:cubicBezTo>
                    <a:moveTo>
                      <a:pt x="993111" y="766641"/>
                    </a:moveTo>
                    <a:cubicBezTo>
                      <a:pt x="1170660" y="576795"/>
                      <a:pt x="1347982" y="378821"/>
                      <a:pt x="1513740" y="191588"/>
                    </a:cubicBezTo>
                    <a:moveTo>
                      <a:pt x="1035741" y="763811"/>
                    </a:moveTo>
                    <a:cubicBezTo>
                      <a:pt x="1145113" y="643198"/>
                      <a:pt x="1246018" y="537171"/>
                      <a:pt x="1516764" y="232518"/>
                    </a:cubicBezTo>
                    <a:moveTo>
                      <a:pt x="1035741" y="763811"/>
                    </a:moveTo>
                    <a:cubicBezTo>
                      <a:pt x="1209738" y="565111"/>
                      <a:pt x="1387514" y="366775"/>
                      <a:pt x="1516764" y="232518"/>
                    </a:cubicBezTo>
                    <a:moveTo>
                      <a:pt x="1073458" y="766423"/>
                    </a:moveTo>
                    <a:cubicBezTo>
                      <a:pt x="1219942" y="582383"/>
                      <a:pt x="1377461" y="440071"/>
                      <a:pt x="1514799" y="278964"/>
                    </a:cubicBezTo>
                    <a:moveTo>
                      <a:pt x="1073458" y="766423"/>
                    </a:moveTo>
                    <a:cubicBezTo>
                      <a:pt x="1248513" y="574255"/>
                      <a:pt x="1420469" y="382377"/>
                      <a:pt x="1514799" y="278964"/>
                    </a:cubicBezTo>
                    <a:moveTo>
                      <a:pt x="1116088" y="763593"/>
                    </a:moveTo>
                    <a:cubicBezTo>
                      <a:pt x="1236419" y="659454"/>
                      <a:pt x="1323191" y="528680"/>
                      <a:pt x="1512833" y="325409"/>
                    </a:cubicBezTo>
                    <a:moveTo>
                      <a:pt x="1116088" y="763593"/>
                    </a:moveTo>
                    <a:cubicBezTo>
                      <a:pt x="1233698" y="642835"/>
                      <a:pt x="1346773" y="520117"/>
                      <a:pt x="1512833" y="325409"/>
                    </a:cubicBezTo>
                    <a:moveTo>
                      <a:pt x="1153805" y="766206"/>
                    </a:moveTo>
                    <a:cubicBezTo>
                      <a:pt x="1284340" y="614605"/>
                      <a:pt x="1449191" y="442829"/>
                      <a:pt x="1515781" y="366339"/>
                    </a:cubicBezTo>
                    <a:moveTo>
                      <a:pt x="1153805" y="766206"/>
                    </a:moveTo>
                    <a:cubicBezTo>
                      <a:pt x="1254937" y="656478"/>
                      <a:pt x="1353349" y="553717"/>
                      <a:pt x="1515781" y="366339"/>
                    </a:cubicBezTo>
                    <a:moveTo>
                      <a:pt x="1196435" y="763303"/>
                    </a:moveTo>
                    <a:cubicBezTo>
                      <a:pt x="1299759" y="665332"/>
                      <a:pt x="1377536" y="543775"/>
                      <a:pt x="1513816" y="412785"/>
                    </a:cubicBezTo>
                    <a:moveTo>
                      <a:pt x="1196435" y="763303"/>
                    </a:moveTo>
                    <a:cubicBezTo>
                      <a:pt x="1270886" y="677669"/>
                      <a:pt x="1360076" y="583907"/>
                      <a:pt x="1513816" y="412785"/>
                    </a:cubicBezTo>
                    <a:moveTo>
                      <a:pt x="1234152" y="765915"/>
                    </a:moveTo>
                    <a:cubicBezTo>
                      <a:pt x="1348965" y="648278"/>
                      <a:pt x="1455691" y="524109"/>
                      <a:pt x="1511851" y="459230"/>
                    </a:cubicBezTo>
                    <a:moveTo>
                      <a:pt x="1234152" y="765915"/>
                    </a:moveTo>
                    <a:cubicBezTo>
                      <a:pt x="1339215" y="655607"/>
                      <a:pt x="1440725" y="529479"/>
                      <a:pt x="1511851" y="459230"/>
                    </a:cubicBezTo>
                    <a:moveTo>
                      <a:pt x="1276782" y="763085"/>
                    </a:moveTo>
                    <a:cubicBezTo>
                      <a:pt x="1355012" y="667944"/>
                      <a:pt x="1445185" y="578900"/>
                      <a:pt x="1514799" y="500160"/>
                    </a:cubicBezTo>
                    <a:moveTo>
                      <a:pt x="1276782" y="763085"/>
                    </a:moveTo>
                    <a:cubicBezTo>
                      <a:pt x="1335209" y="700746"/>
                      <a:pt x="1389101" y="639642"/>
                      <a:pt x="1514799" y="500160"/>
                    </a:cubicBezTo>
                    <a:moveTo>
                      <a:pt x="1314498" y="765698"/>
                    </a:moveTo>
                    <a:cubicBezTo>
                      <a:pt x="1386153" y="667509"/>
                      <a:pt x="1485018" y="592180"/>
                      <a:pt x="1512833" y="546606"/>
                    </a:cubicBezTo>
                    <a:moveTo>
                      <a:pt x="1314498" y="765698"/>
                    </a:moveTo>
                    <a:cubicBezTo>
                      <a:pt x="1368844" y="715841"/>
                      <a:pt x="1418277" y="655244"/>
                      <a:pt x="1512833" y="546606"/>
                    </a:cubicBezTo>
                    <a:moveTo>
                      <a:pt x="1357128" y="762795"/>
                    </a:moveTo>
                    <a:cubicBezTo>
                      <a:pt x="1420544" y="683983"/>
                      <a:pt x="1480181" y="609380"/>
                      <a:pt x="1515857" y="587536"/>
                    </a:cubicBezTo>
                    <a:moveTo>
                      <a:pt x="1357128" y="762795"/>
                    </a:moveTo>
                    <a:cubicBezTo>
                      <a:pt x="1415555" y="697626"/>
                      <a:pt x="1478140" y="624765"/>
                      <a:pt x="1515857" y="587536"/>
                    </a:cubicBezTo>
                    <a:moveTo>
                      <a:pt x="1394845" y="765407"/>
                    </a:moveTo>
                    <a:cubicBezTo>
                      <a:pt x="1423417" y="743563"/>
                      <a:pt x="1474058" y="700238"/>
                      <a:pt x="1513816" y="633981"/>
                    </a:cubicBezTo>
                    <a:moveTo>
                      <a:pt x="1394845" y="765407"/>
                    </a:moveTo>
                    <a:cubicBezTo>
                      <a:pt x="1415329" y="742402"/>
                      <a:pt x="1450854" y="699222"/>
                      <a:pt x="1513816" y="633981"/>
                    </a:cubicBezTo>
                    <a:moveTo>
                      <a:pt x="1437475" y="762577"/>
                    </a:moveTo>
                    <a:cubicBezTo>
                      <a:pt x="1475268" y="725856"/>
                      <a:pt x="1481390" y="699513"/>
                      <a:pt x="1511851" y="680427"/>
                    </a:cubicBezTo>
                    <a:moveTo>
                      <a:pt x="1437475" y="762577"/>
                    </a:moveTo>
                    <a:cubicBezTo>
                      <a:pt x="1459244" y="737685"/>
                      <a:pt x="1480937" y="718381"/>
                      <a:pt x="1511851" y="680427"/>
                    </a:cubicBezTo>
                    <a:moveTo>
                      <a:pt x="1475192" y="765190"/>
                    </a:moveTo>
                    <a:cubicBezTo>
                      <a:pt x="1485925" y="748281"/>
                      <a:pt x="1500815" y="743346"/>
                      <a:pt x="1514874" y="721357"/>
                    </a:cubicBezTo>
                    <a:moveTo>
                      <a:pt x="1475192" y="765190"/>
                    </a:moveTo>
                    <a:cubicBezTo>
                      <a:pt x="1487664" y="750312"/>
                      <a:pt x="1502176" y="733766"/>
                      <a:pt x="1514874" y="721357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" name="شكل حر: شكل 46">
                <a:extLst>
                  <a:ext uri="{FF2B5EF4-FFF2-40B4-BE49-F238E27FC236}">
                    <a16:creationId xmlns:a16="http://schemas.microsoft.com/office/drawing/2014/main" id="{DBC4970D-186D-A6D7-E10D-979EB0D1770F}"/>
                  </a:ext>
                </a:extLst>
              </p:cNvPr>
              <p:cNvSpPr/>
              <p:nvPr/>
            </p:nvSpPr>
            <p:spPr>
              <a:xfrm>
                <a:off x="7572878" y="1708359"/>
                <a:ext cx="1523708" cy="771610"/>
              </a:xfrm>
              <a:custGeom>
                <a:avLst/>
                <a:gdLst>
                  <a:gd name="csX0" fmla="*/ 4587 w 1523708"/>
                  <a:gd name="csY0" fmla="*/ 9308 h 771610"/>
                  <a:gd name="csX1" fmla="*/ 1516286 w 1523708"/>
                  <a:gd name="csY1" fmla="*/ 9308 h 771610"/>
                  <a:gd name="csX2" fmla="*/ 4587 w 1523708"/>
                  <a:gd name="csY2" fmla="*/ 9308 h 771610"/>
                  <a:gd name="csX3" fmla="*/ 1516286 w 1523708"/>
                  <a:gd name="csY3" fmla="*/ 9308 h 771610"/>
                  <a:gd name="csX4" fmla="*/ 1516286 w 1523708"/>
                  <a:gd name="csY4" fmla="*/ 9308 h 771610"/>
                  <a:gd name="csX5" fmla="*/ 1516286 w 1523708"/>
                  <a:gd name="csY5" fmla="*/ 771304 h 771610"/>
                  <a:gd name="csX6" fmla="*/ 1516286 w 1523708"/>
                  <a:gd name="csY6" fmla="*/ 9308 h 771610"/>
                  <a:gd name="csX7" fmla="*/ 1516286 w 1523708"/>
                  <a:gd name="csY7" fmla="*/ 771304 h 771610"/>
                  <a:gd name="csX8" fmla="*/ 1516286 w 1523708"/>
                  <a:gd name="csY8" fmla="*/ 771304 h 771610"/>
                  <a:gd name="csX9" fmla="*/ 4587 w 1523708"/>
                  <a:gd name="csY9" fmla="*/ 771304 h 771610"/>
                  <a:gd name="csX10" fmla="*/ 1516286 w 1523708"/>
                  <a:gd name="csY10" fmla="*/ 771304 h 771610"/>
                  <a:gd name="csX11" fmla="*/ 4587 w 1523708"/>
                  <a:gd name="csY11" fmla="*/ 771304 h 771610"/>
                  <a:gd name="csX12" fmla="*/ 4587 w 1523708"/>
                  <a:gd name="csY12" fmla="*/ 771304 h 771610"/>
                  <a:gd name="csX13" fmla="*/ 4587 w 1523708"/>
                  <a:gd name="csY13" fmla="*/ 9308 h 771610"/>
                  <a:gd name="csX14" fmla="*/ 4587 w 1523708"/>
                  <a:gd name="csY14" fmla="*/ 771304 h 771610"/>
                  <a:gd name="csX15" fmla="*/ 4587 w 1523708"/>
                  <a:gd name="csY15" fmla="*/ 9308 h 7716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523708" h="771610">
                    <a:moveTo>
                      <a:pt x="4587" y="9308"/>
                    </a:moveTo>
                    <a:cubicBezTo>
                      <a:pt x="491429" y="-8907"/>
                      <a:pt x="979935" y="4373"/>
                      <a:pt x="1516286" y="9308"/>
                    </a:cubicBezTo>
                    <a:moveTo>
                      <a:pt x="4587" y="9308"/>
                    </a:moveTo>
                    <a:cubicBezTo>
                      <a:pt x="576463" y="12501"/>
                      <a:pt x="1140478" y="20847"/>
                      <a:pt x="1516286" y="9308"/>
                    </a:cubicBezTo>
                    <a:moveTo>
                      <a:pt x="1516286" y="9308"/>
                    </a:moveTo>
                    <a:cubicBezTo>
                      <a:pt x="1530723" y="211491"/>
                      <a:pt x="1520368" y="387186"/>
                      <a:pt x="1516286" y="771304"/>
                    </a:cubicBezTo>
                    <a:moveTo>
                      <a:pt x="1516286" y="9308"/>
                    </a:moveTo>
                    <a:cubicBezTo>
                      <a:pt x="1512885" y="265557"/>
                      <a:pt x="1513263" y="521660"/>
                      <a:pt x="1516286" y="771304"/>
                    </a:cubicBezTo>
                    <a:moveTo>
                      <a:pt x="1516286" y="771304"/>
                    </a:moveTo>
                    <a:cubicBezTo>
                      <a:pt x="983110" y="766297"/>
                      <a:pt x="447742" y="771594"/>
                      <a:pt x="4587" y="771304"/>
                    </a:cubicBezTo>
                    <a:moveTo>
                      <a:pt x="1516286" y="771304"/>
                    </a:moveTo>
                    <a:cubicBezTo>
                      <a:pt x="1137681" y="769853"/>
                      <a:pt x="742221" y="772465"/>
                      <a:pt x="4587" y="771304"/>
                    </a:cubicBezTo>
                    <a:moveTo>
                      <a:pt x="4587" y="771304"/>
                    </a:moveTo>
                    <a:cubicBezTo>
                      <a:pt x="6099" y="475940"/>
                      <a:pt x="11314" y="174915"/>
                      <a:pt x="4587" y="9308"/>
                    </a:cubicBezTo>
                    <a:moveTo>
                      <a:pt x="4587" y="771304"/>
                    </a:moveTo>
                    <a:cubicBezTo>
                      <a:pt x="-3047" y="571444"/>
                      <a:pt x="203" y="378405"/>
                      <a:pt x="4587" y="9308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257" name="صورة 47">
              <a:extLst>
                <a:ext uri="{FF2B5EF4-FFF2-40B4-BE49-F238E27FC236}">
                  <a16:creationId xmlns:a16="http://schemas.microsoft.com/office/drawing/2014/main" id="{F8359BB8-0E74-919E-54E2-FEF43EB3178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81243" y="1685010"/>
              <a:ext cx="1496582" cy="856338"/>
            </a:xfrm>
            <a:custGeom>
              <a:avLst/>
              <a:gdLst>
                <a:gd name="csX0" fmla="*/ 0 w 1496582"/>
                <a:gd name="csY0" fmla="*/ 0 h 856338"/>
                <a:gd name="csX1" fmla="*/ 1496582 w 1496582"/>
                <a:gd name="csY1" fmla="*/ 0 h 856338"/>
                <a:gd name="csX2" fmla="*/ 1496582 w 1496582"/>
                <a:gd name="csY2" fmla="*/ 856338 h 856338"/>
                <a:gd name="csX3" fmla="*/ 0 w 1496582"/>
                <a:gd name="csY3" fmla="*/ 856338 h 85633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496582" h="856338">
                  <a:moveTo>
                    <a:pt x="0" y="0"/>
                  </a:moveTo>
                  <a:lnTo>
                    <a:pt x="1496582" y="0"/>
                  </a:lnTo>
                  <a:lnTo>
                    <a:pt x="1496582" y="856338"/>
                  </a:lnTo>
                  <a:lnTo>
                    <a:pt x="0" y="856338"/>
                  </a:lnTo>
                  <a:close/>
                </a:path>
              </a:pathLst>
            </a:custGeom>
          </p:spPr>
        </p:pic>
      </p:grpSp>
      <p:grpSp>
        <p:nvGrpSpPr>
          <p:cNvPr id="2263" name="!!رسم 9">
            <a:extLst>
              <a:ext uri="{FF2B5EF4-FFF2-40B4-BE49-F238E27FC236}">
                <a16:creationId xmlns:a16="http://schemas.microsoft.com/office/drawing/2014/main" id="{CF294929-B343-9F93-3334-4A7564621EA3}"/>
              </a:ext>
            </a:extLst>
          </p:cNvPr>
          <p:cNvGrpSpPr/>
          <p:nvPr/>
        </p:nvGrpSpPr>
        <p:grpSpPr>
          <a:xfrm>
            <a:off x="7711884" y="3702660"/>
            <a:ext cx="578224" cy="1733576"/>
            <a:chOff x="8382444" y="3358643"/>
            <a:chExt cx="578224" cy="1733576"/>
          </a:xfrm>
        </p:grpSpPr>
        <p:grpSp>
          <p:nvGrpSpPr>
            <p:cNvPr id="2264" name="رسم 9">
              <a:extLst>
                <a:ext uri="{FF2B5EF4-FFF2-40B4-BE49-F238E27FC236}">
                  <a16:creationId xmlns:a16="http://schemas.microsoft.com/office/drawing/2014/main" id="{B6FF9956-A39E-26EE-BB2C-7EEFB92FF083}"/>
                </a:ext>
              </a:extLst>
            </p:cNvPr>
            <p:cNvGrpSpPr/>
            <p:nvPr/>
          </p:nvGrpSpPr>
          <p:grpSpPr>
            <a:xfrm>
              <a:off x="8382444" y="3358643"/>
              <a:ext cx="555549" cy="1733576"/>
              <a:chOff x="8382444" y="3358643"/>
              <a:chExt cx="555549" cy="1733576"/>
            </a:xfrm>
          </p:grpSpPr>
          <p:sp>
            <p:nvSpPr>
              <p:cNvPr id="2284" name="شكل حر: شكل 50">
                <a:extLst>
                  <a:ext uri="{FF2B5EF4-FFF2-40B4-BE49-F238E27FC236}">
                    <a16:creationId xmlns:a16="http://schemas.microsoft.com/office/drawing/2014/main" id="{939151E1-E1F3-7FA3-6872-AA1B84E58502}"/>
                  </a:ext>
                </a:extLst>
              </p:cNvPr>
              <p:cNvSpPr/>
              <p:nvPr/>
            </p:nvSpPr>
            <p:spPr>
              <a:xfrm>
                <a:off x="8408899" y="3396743"/>
                <a:ext cx="529094" cy="1695477"/>
              </a:xfrm>
              <a:custGeom>
                <a:avLst/>
                <a:gdLst>
                  <a:gd name="csX0" fmla="*/ 302340 w 529094"/>
                  <a:gd name="csY0" fmla="*/ 1695478 h 1695477"/>
                  <a:gd name="csX1" fmla="*/ 302340 w 529094"/>
                  <a:gd name="csY1" fmla="*/ 1405194 h 1695477"/>
                  <a:gd name="csX2" fmla="*/ 529095 w 529094"/>
                  <a:gd name="csY2" fmla="*/ 1405194 h 1695477"/>
                  <a:gd name="csX3" fmla="*/ 529095 w 529094"/>
                  <a:gd name="csY3" fmla="*/ 461770 h 1695477"/>
                  <a:gd name="csX4" fmla="*/ 1 w 529094"/>
                  <a:gd name="csY4" fmla="*/ 461770 h 1695477"/>
                  <a:gd name="csX5" fmla="*/ 1 w 529094"/>
                  <a:gd name="csY5" fmla="*/ 1 h 16954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529094" h="1695477">
                    <a:moveTo>
                      <a:pt x="302340" y="1695478"/>
                    </a:moveTo>
                    <a:lnTo>
                      <a:pt x="302340" y="1405194"/>
                    </a:lnTo>
                    <a:lnTo>
                      <a:pt x="529095" y="1405194"/>
                    </a:lnTo>
                    <a:lnTo>
                      <a:pt x="529095" y="461770"/>
                    </a:lnTo>
                    <a:lnTo>
                      <a:pt x="1" y="461770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2" name="شكل حر: شكل 51">
                <a:extLst>
                  <a:ext uri="{FF2B5EF4-FFF2-40B4-BE49-F238E27FC236}">
                    <a16:creationId xmlns:a16="http://schemas.microsoft.com/office/drawing/2014/main" id="{51CC72B0-8520-2534-DDEC-5A72F0AB4618}"/>
                  </a:ext>
                </a:extLst>
              </p:cNvPr>
              <p:cNvSpPr/>
              <p:nvPr/>
            </p:nvSpPr>
            <p:spPr>
              <a:xfrm>
                <a:off x="8382444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" name="شكل حر: شكل 52">
                <a:extLst>
                  <a:ext uri="{FF2B5EF4-FFF2-40B4-BE49-F238E27FC236}">
                    <a16:creationId xmlns:a16="http://schemas.microsoft.com/office/drawing/2014/main" id="{339F1402-4CB6-000F-3454-C59F4EEAF0F1}"/>
                  </a:ext>
                </a:extLst>
              </p:cNvPr>
              <p:cNvSpPr/>
              <p:nvPr/>
            </p:nvSpPr>
            <p:spPr>
              <a:xfrm>
                <a:off x="8404780" y="3396743"/>
                <a:ext cx="533213" cy="1695477"/>
              </a:xfrm>
              <a:custGeom>
                <a:avLst/>
                <a:gdLst>
                  <a:gd name="csX0" fmla="*/ 306459 w 533213"/>
                  <a:gd name="csY0" fmla="*/ 1695478 h 1695477"/>
                  <a:gd name="csX1" fmla="*/ 306459 w 533213"/>
                  <a:gd name="csY1" fmla="*/ 1405194 h 1695477"/>
                  <a:gd name="csX2" fmla="*/ 306459 w 533213"/>
                  <a:gd name="csY2" fmla="*/ 1695478 h 1695477"/>
                  <a:gd name="csX3" fmla="*/ 306459 w 533213"/>
                  <a:gd name="csY3" fmla="*/ 1405194 h 1695477"/>
                  <a:gd name="csX4" fmla="*/ 306459 w 533213"/>
                  <a:gd name="csY4" fmla="*/ 1405194 h 1695477"/>
                  <a:gd name="csX5" fmla="*/ 533214 w 533213"/>
                  <a:gd name="csY5" fmla="*/ 1405194 h 1695477"/>
                  <a:gd name="csX6" fmla="*/ 306459 w 533213"/>
                  <a:gd name="csY6" fmla="*/ 1405194 h 1695477"/>
                  <a:gd name="csX7" fmla="*/ 533214 w 533213"/>
                  <a:gd name="csY7" fmla="*/ 1405194 h 1695477"/>
                  <a:gd name="csX8" fmla="*/ 533214 w 533213"/>
                  <a:gd name="csY8" fmla="*/ 1405194 h 1695477"/>
                  <a:gd name="csX9" fmla="*/ 533214 w 533213"/>
                  <a:gd name="csY9" fmla="*/ 461770 h 1695477"/>
                  <a:gd name="csX10" fmla="*/ 533214 w 533213"/>
                  <a:gd name="csY10" fmla="*/ 1405194 h 1695477"/>
                  <a:gd name="csX11" fmla="*/ 533214 w 533213"/>
                  <a:gd name="csY11" fmla="*/ 461770 h 1695477"/>
                  <a:gd name="csX12" fmla="*/ 533214 w 533213"/>
                  <a:gd name="csY12" fmla="*/ 461770 h 1695477"/>
                  <a:gd name="csX13" fmla="*/ 4119 w 533213"/>
                  <a:gd name="csY13" fmla="*/ 461770 h 1695477"/>
                  <a:gd name="csX14" fmla="*/ 533214 w 533213"/>
                  <a:gd name="csY14" fmla="*/ 461770 h 1695477"/>
                  <a:gd name="csX15" fmla="*/ 4119 w 533213"/>
                  <a:gd name="csY15" fmla="*/ 461770 h 1695477"/>
                  <a:gd name="csX16" fmla="*/ 4119 w 533213"/>
                  <a:gd name="csY16" fmla="*/ 461770 h 1695477"/>
                  <a:gd name="csX17" fmla="*/ 4119 w 533213"/>
                  <a:gd name="csY17" fmla="*/ 1 h 1695477"/>
                  <a:gd name="csX18" fmla="*/ 4119 w 533213"/>
                  <a:gd name="csY18" fmla="*/ 461770 h 1695477"/>
                  <a:gd name="csX19" fmla="*/ 4119 w 533213"/>
                  <a:gd name="csY19" fmla="*/ 1 h 169547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533213" h="1695477">
                    <a:moveTo>
                      <a:pt x="306459" y="1695478"/>
                    </a:moveTo>
                    <a:cubicBezTo>
                      <a:pt x="299430" y="1612239"/>
                      <a:pt x="294895" y="1506358"/>
                      <a:pt x="306459" y="1405194"/>
                    </a:cubicBezTo>
                    <a:moveTo>
                      <a:pt x="306459" y="1695478"/>
                    </a:moveTo>
                    <a:cubicBezTo>
                      <a:pt x="306535" y="1620512"/>
                      <a:pt x="302075" y="1552731"/>
                      <a:pt x="306459" y="1405194"/>
                    </a:cubicBezTo>
                    <a:moveTo>
                      <a:pt x="306459" y="1405194"/>
                    </a:moveTo>
                    <a:cubicBezTo>
                      <a:pt x="378643" y="1403307"/>
                      <a:pt x="424750" y="1406282"/>
                      <a:pt x="533214" y="1405194"/>
                    </a:cubicBezTo>
                    <a:moveTo>
                      <a:pt x="306459" y="1405194"/>
                    </a:moveTo>
                    <a:cubicBezTo>
                      <a:pt x="379852" y="1399025"/>
                      <a:pt x="443268" y="1409185"/>
                      <a:pt x="533214" y="1405194"/>
                    </a:cubicBezTo>
                    <a:moveTo>
                      <a:pt x="533214" y="1405194"/>
                    </a:moveTo>
                    <a:cubicBezTo>
                      <a:pt x="523237" y="1115853"/>
                      <a:pt x="532534" y="809022"/>
                      <a:pt x="533214" y="461770"/>
                    </a:cubicBezTo>
                    <a:moveTo>
                      <a:pt x="533214" y="1405194"/>
                    </a:moveTo>
                    <a:cubicBezTo>
                      <a:pt x="527923" y="1125940"/>
                      <a:pt x="524068" y="841897"/>
                      <a:pt x="533214" y="461770"/>
                    </a:cubicBezTo>
                    <a:moveTo>
                      <a:pt x="533214" y="461770"/>
                    </a:moveTo>
                    <a:cubicBezTo>
                      <a:pt x="352112" y="467068"/>
                      <a:pt x="186808" y="475631"/>
                      <a:pt x="4119" y="461770"/>
                    </a:cubicBezTo>
                    <a:moveTo>
                      <a:pt x="533214" y="461770"/>
                    </a:moveTo>
                    <a:cubicBezTo>
                      <a:pt x="425883" y="460536"/>
                      <a:pt x="320216" y="461988"/>
                      <a:pt x="4119" y="461770"/>
                    </a:cubicBezTo>
                    <a:moveTo>
                      <a:pt x="4119" y="461770"/>
                    </a:moveTo>
                    <a:cubicBezTo>
                      <a:pt x="-6160" y="303710"/>
                      <a:pt x="6311" y="173300"/>
                      <a:pt x="4119" y="1"/>
                    </a:cubicBezTo>
                    <a:moveTo>
                      <a:pt x="4119" y="461770"/>
                    </a:moveTo>
                    <a:cubicBezTo>
                      <a:pt x="9561" y="288543"/>
                      <a:pt x="9486" y="104358"/>
                      <a:pt x="4119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" name="شكل حر: شكل 53">
                <a:extLst>
                  <a:ext uri="{FF2B5EF4-FFF2-40B4-BE49-F238E27FC236}">
                    <a16:creationId xmlns:a16="http://schemas.microsoft.com/office/drawing/2014/main" id="{C2FC9397-C4EF-A2B5-1BD6-27F665D8A04C}"/>
                  </a:ext>
                </a:extLst>
              </p:cNvPr>
              <p:cNvSpPr/>
              <p:nvPr/>
            </p:nvSpPr>
            <p:spPr>
              <a:xfrm>
                <a:off x="8382444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5019" y="10088"/>
                      <a:pt x="42328" y="39770"/>
                      <a:pt x="52910" y="50800"/>
                    </a:cubicBezTo>
                    <a:cubicBezTo>
                      <a:pt x="46258" y="48042"/>
                      <a:pt x="35979" y="37883"/>
                      <a:pt x="26455" y="38100"/>
                    </a:cubicBezTo>
                    <a:cubicBezTo>
                      <a:pt x="18292" y="36068"/>
                      <a:pt x="12547" y="40713"/>
                      <a:pt x="1" y="50800"/>
                    </a:cubicBezTo>
                    <a:cubicBezTo>
                      <a:pt x="1437" y="46954"/>
                      <a:pt x="3175" y="28013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" name="شكل حر: شكل 54">
                <a:extLst>
                  <a:ext uri="{FF2B5EF4-FFF2-40B4-BE49-F238E27FC236}">
                    <a16:creationId xmlns:a16="http://schemas.microsoft.com/office/drawing/2014/main" id="{FF497B54-892A-CDA3-6333-4515C962CCEE}"/>
                  </a:ext>
                </a:extLst>
              </p:cNvPr>
              <p:cNvSpPr/>
              <p:nvPr/>
            </p:nvSpPr>
            <p:spPr>
              <a:xfrm>
                <a:off x="8382444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2653" y="20175"/>
                      <a:pt x="39380" y="31424"/>
                      <a:pt x="52910" y="50800"/>
                    </a:cubicBezTo>
                    <a:moveTo>
                      <a:pt x="26455" y="1"/>
                    </a:moveTo>
                    <a:cubicBezTo>
                      <a:pt x="33636" y="11104"/>
                      <a:pt x="38398" y="24965"/>
                      <a:pt x="52910" y="50800"/>
                    </a:cubicBezTo>
                    <a:moveTo>
                      <a:pt x="52910" y="50800"/>
                    </a:moveTo>
                    <a:cubicBezTo>
                      <a:pt x="46712" y="46373"/>
                      <a:pt x="35374" y="43325"/>
                      <a:pt x="26455" y="38100"/>
                    </a:cubicBezTo>
                    <a:moveTo>
                      <a:pt x="52910" y="50800"/>
                    </a:moveTo>
                    <a:cubicBezTo>
                      <a:pt x="44898" y="46228"/>
                      <a:pt x="34996" y="44196"/>
                      <a:pt x="26455" y="38100"/>
                    </a:cubicBezTo>
                    <a:moveTo>
                      <a:pt x="26455" y="38100"/>
                    </a:moveTo>
                    <a:cubicBezTo>
                      <a:pt x="16705" y="43108"/>
                      <a:pt x="10204" y="44704"/>
                      <a:pt x="1" y="50800"/>
                    </a:cubicBezTo>
                    <a:moveTo>
                      <a:pt x="26455" y="38100"/>
                    </a:moveTo>
                    <a:cubicBezTo>
                      <a:pt x="18972" y="41801"/>
                      <a:pt x="10431" y="44559"/>
                      <a:pt x="1" y="50800"/>
                    </a:cubicBezTo>
                    <a:moveTo>
                      <a:pt x="1" y="50800"/>
                    </a:moveTo>
                    <a:cubicBezTo>
                      <a:pt x="6274" y="34181"/>
                      <a:pt x="18595" y="20756"/>
                      <a:pt x="26455" y="1"/>
                    </a:cubicBezTo>
                    <a:moveTo>
                      <a:pt x="1" y="50800"/>
                    </a:moveTo>
                    <a:cubicBezTo>
                      <a:pt x="6803" y="38100"/>
                      <a:pt x="14059" y="28085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265" name="صورة 55">
              <a:extLst>
                <a:ext uri="{FF2B5EF4-FFF2-40B4-BE49-F238E27FC236}">
                  <a16:creationId xmlns:a16="http://schemas.microsoft.com/office/drawing/2014/main" id="{00C431AD-DFAF-3F78-0588-B3FC7BEDBF0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454250" y="4910792"/>
              <a:ext cx="506419" cy="123370"/>
            </a:xfrm>
            <a:custGeom>
              <a:avLst/>
              <a:gdLst>
                <a:gd name="csX0" fmla="*/ 0 w 506419"/>
                <a:gd name="csY0" fmla="*/ 0 h 123370"/>
                <a:gd name="csX1" fmla="*/ 506419 w 506419"/>
                <a:gd name="csY1" fmla="*/ 0 h 123370"/>
                <a:gd name="csX2" fmla="*/ 506419 w 506419"/>
                <a:gd name="csY2" fmla="*/ 123371 h 123370"/>
                <a:gd name="csX3" fmla="*/ 0 w 506419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6419" h="123370">
                  <a:moveTo>
                    <a:pt x="0" y="0"/>
                  </a:moveTo>
                  <a:lnTo>
                    <a:pt x="506419" y="0"/>
                  </a:lnTo>
                  <a:lnTo>
                    <a:pt x="506419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2302" name="!!58p">
            <a:extLst>
              <a:ext uri="{FF2B5EF4-FFF2-40B4-BE49-F238E27FC236}">
                <a16:creationId xmlns:a16="http://schemas.microsoft.com/office/drawing/2014/main" id="{5FDB2298-2151-DE73-98F0-6679A6546B2E}"/>
              </a:ext>
            </a:extLst>
          </p:cNvPr>
          <p:cNvSpPr/>
          <p:nvPr/>
        </p:nvSpPr>
        <p:spPr>
          <a:xfrm>
            <a:off x="7587169" y="5436237"/>
            <a:ext cx="604679" cy="507997"/>
          </a:xfrm>
          <a:prstGeom prst="rect">
            <a:avLst/>
          </a:prstGeom>
          <a:noFill/>
          <a:ln w="7550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1601" name="!!59p">
            <a:extLst>
              <a:ext uri="{FF2B5EF4-FFF2-40B4-BE49-F238E27FC236}">
                <a16:creationId xmlns:a16="http://schemas.microsoft.com/office/drawing/2014/main" id="{BD4C27DC-E421-3279-1D12-A834A0488DD3}"/>
              </a:ext>
            </a:extLst>
          </p:cNvPr>
          <p:cNvSpPr/>
          <p:nvPr/>
        </p:nvSpPr>
        <p:spPr>
          <a:xfrm>
            <a:off x="7585431" y="5433552"/>
            <a:ext cx="628942" cy="523309"/>
          </a:xfrm>
          <a:custGeom>
            <a:avLst/>
            <a:gdLst>
              <a:gd name="csX0" fmla="*/ 3931 w 628942"/>
              <a:gd name="csY0" fmla="*/ 218 h 523309"/>
              <a:gd name="csX1" fmla="*/ 3931 w 628942"/>
              <a:gd name="csY1" fmla="*/ 218 h 523309"/>
              <a:gd name="csX2" fmla="*/ 3931 w 628942"/>
              <a:gd name="csY2" fmla="*/ 218 h 523309"/>
              <a:gd name="csX3" fmla="*/ 3931 w 628942"/>
              <a:gd name="csY3" fmla="*/ 218 h 523309"/>
              <a:gd name="csX4" fmla="*/ 1966 w 628942"/>
              <a:gd name="csY4" fmla="*/ 46664 h 523309"/>
              <a:gd name="csX5" fmla="*/ 41648 w 628942"/>
              <a:gd name="csY5" fmla="*/ 2831 h 523309"/>
              <a:gd name="csX6" fmla="*/ 1966 w 628942"/>
              <a:gd name="csY6" fmla="*/ 46664 h 523309"/>
              <a:gd name="csX7" fmla="*/ 41648 w 628942"/>
              <a:gd name="csY7" fmla="*/ 2831 h 523309"/>
              <a:gd name="csX8" fmla="*/ 1 w 628942"/>
              <a:gd name="csY8" fmla="*/ 93109 h 523309"/>
              <a:gd name="csX9" fmla="*/ 84277 w 628942"/>
              <a:gd name="csY9" fmla="*/ 1 h 523309"/>
              <a:gd name="csX10" fmla="*/ 1 w 628942"/>
              <a:gd name="csY10" fmla="*/ 93109 h 523309"/>
              <a:gd name="csX11" fmla="*/ 84277 w 628942"/>
              <a:gd name="csY11" fmla="*/ 1 h 523309"/>
              <a:gd name="csX12" fmla="*/ 2948 w 628942"/>
              <a:gd name="csY12" fmla="*/ 134039 h 523309"/>
              <a:gd name="csX13" fmla="*/ 121994 w 628942"/>
              <a:gd name="csY13" fmla="*/ 2613 h 523309"/>
              <a:gd name="csX14" fmla="*/ 2948 w 628942"/>
              <a:gd name="csY14" fmla="*/ 134039 h 523309"/>
              <a:gd name="csX15" fmla="*/ 121994 w 628942"/>
              <a:gd name="csY15" fmla="*/ 2613 h 523309"/>
              <a:gd name="csX16" fmla="*/ 983 w 628942"/>
              <a:gd name="csY16" fmla="*/ 180485 h 523309"/>
              <a:gd name="csX17" fmla="*/ 159712 w 628942"/>
              <a:gd name="csY17" fmla="*/ 5225 h 523309"/>
              <a:gd name="csX18" fmla="*/ 983 w 628942"/>
              <a:gd name="csY18" fmla="*/ 180485 h 523309"/>
              <a:gd name="csX19" fmla="*/ 159712 w 628942"/>
              <a:gd name="csY19" fmla="*/ 5225 h 523309"/>
              <a:gd name="csX20" fmla="*/ 4006 w 628942"/>
              <a:gd name="csY20" fmla="*/ 221415 h 523309"/>
              <a:gd name="csX21" fmla="*/ 202341 w 628942"/>
              <a:gd name="csY21" fmla="*/ 2395 h 523309"/>
              <a:gd name="csX22" fmla="*/ 4006 w 628942"/>
              <a:gd name="csY22" fmla="*/ 221415 h 523309"/>
              <a:gd name="csX23" fmla="*/ 202341 w 628942"/>
              <a:gd name="csY23" fmla="*/ 2395 h 523309"/>
              <a:gd name="csX24" fmla="*/ 1966 w 628942"/>
              <a:gd name="csY24" fmla="*/ 267860 h 523309"/>
              <a:gd name="csX25" fmla="*/ 240058 w 628942"/>
              <a:gd name="csY25" fmla="*/ 5008 h 523309"/>
              <a:gd name="csX26" fmla="*/ 1966 w 628942"/>
              <a:gd name="csY26" fmla="*/ 267860 h 523309"/>
              <a:gd name="csX27" fmla="*/ 240058 w 628942"/>
              <a:gd name="csY27" fmla="*/ 5008 h 523309"/>
              <a:gd name="csX28" fmla="*/ 1 w 628942"/>
              <a:gd name="csY28" fmla="*/ 314306 h 523309"/>
              <a:gd name="csX29" fmla="*/ 282688 w 628942"/>
              <a:gd name="csY29" fmla="*/ 2105 h 523309"/>
              <a:gd name="csX30" fmla="*/ 1 w 628942"/>
              <a:gd name="csY30" fmla="*/ 314306 h 523309"/>
              <a:gd name="csX31" fmla="*/ 282688 w 628942"/>
              <a:gd name="csY31" fmla="*/ 2105 h 523309"/>
              <a:gd name="csX32" fmla="*/ 3024 w 628942"/>
              <a:gd name="csY32" fmla="*/ 355236 h 523309"/>
              <a:gd name="csX33" fmla="*/ 320405 w 628942"/>
              <a:gd name="csY33" fmla="*/ 4718 h 523309"/>
              <a:gd name="csX34" fmla="*/ 3024 w 628942"/>
              <a:gd name="csY34" fmla="*/ 355236 h 523309"/>
              <a:gd name="csX35" fmla="*/ 320405 w 628942"/>
              <a:gd name="csY35" fmla="*/ 4718 h 523309"/>
              <a:gd name="csX36" fmla="*/ 1058 w 628942"/>
              <a:gd name="csY36" fmla="*/ 401681 h 523309"/>
              <a:gd name="csX37" fmla="*/ 363035 w 628942"/>
              <a:gd name="csY37" fmla="*/ 1887 h 523309"/>
              <a:gd name="csX38" fmla="*/ 1058 w 628942"/>
              <a:gd name="csY38" fmla="*/ 401681 h 523309"/>
              <a:gd name="csX39" fmla="*/ 363035 w 628942"/>
              <a:gd name="csY39" fmla="*/ 1887 h 523309"/>
              <a:gd name="csX40" fmla="*/ 4006 w 628942"/>
              <a:gd name="csY40" fmla="*/ 442611 h 523309"/>
              <a:gd name="csX41" fmla="*/ 400752 w 628942"/>
              <a:gd name="csY41" fmla="*/ 4500 h 523309"/>
              <a:gd name="csX42" fmla="*/ 4006 w 628942"/>
              <a:gd name="csY42" fmla="*/ 442611 h 523309"/>
              <a:gd name="csX43" fmla="*/ 400752 w 628942"/>
              <a:gd name="csY43" fmla="*/ 4500 h 523309"/>
              <a:gd name="csX44" fmla="*/ 2041 w 628942"/>
              <a:gd name="csY44" fmla="*/ 489057 h 523309"/>
              <a:gd name="csX45" fmla="*/ 443382 w 628942"/>
              <a:gd name="csY45" fmla="*/ 1597 h 523309"/>
              <a:gd name="csX46" fmla="*/ 2041 w 628942"/>
              <a:gd name="csY46" fmla="*/ 489057 h 523309"/>
              <a:gd name="csX47" fmla="*/ 443382 w 628942"/>
              <a:gd name="csY47" fmla="*/ 1597 h 523309"/>
              <a:gd name="csX48" fmla="*/ 14966 w 628942"/>
              <a:gd name="csY48" fmla="*/ 519101 h 523309"/>
              <a:gd name="csX49" fmla="*/ 481099 w 628942"/>
              <a:gd name="csY49" fmla="*/ 4210 h 523309"/>
              <a:gd name="csX50" fmla="*/ 14966 w 628942"/>
              <a:gd name="csY50" fmla="*/ 519101 h 523309"/>
              <a:gd name="csX51" fmla="*/ 481099 w 628942"/>
              <a:gd name="csY51" fmla="*/ 4210 h 523309"/>
              <a:gd name="csX52" fmla="*/ 52607 w 628942"/>
              <a:gd name="csY52" fmla="*/ 521714 h 523309"/>
              <a:gd name="csX53" fmla="*/ 523729 w 628942"/>
              <a:gd name="csY53" fmla="*/ 1379 h 523309"/>
              <a:gd name="csX54" fmla="*/ 52607 w 628942"/>
              <a:gd name="csY54" fmla="*/ 521714 h 523309"/>
              <a:gd name="csX55" fmla="*/ 523729 w 628942"/>
              <a:gd name="csY55" fmla="*/ 1379 h 523309"/>
              <a:gd name="csX56" fmla="*/ 95313 w 628942"/>
              <a:gd name="csY56" fmla="*/ 518811 h 523309"/>
              <a:gd name="csX57" fmla="*/ 561445 w 628942"/>
              <a:gd name="csY57" fmla="*/ 3992 h 523309"/>
              <a:gd name="csX58" fmla="*/ 95313 w 628942"/>
              <a:gd name="csY58" fmla="*/ 518811 h 523309"/>
              <a:gd name="csX59" fmla="*/ 561445 w 628942"/>
              <a:gd name="csY59" fmla="*/ 3992 h 523309"/>
              <a:gd name="csX60" fmla="*/ 132954 w 628942"/>
              <a:gd name="csY60" fmla="*/ 521423 h 523309"/>
              <a:gd name="csX61" fmla="*/ 604075 w 628942"/>
              <a:gd name="csY61" fmla="*/ 1089 h 523309"/>
              <a:gd name="csX62" fmla="*/ 132954 w 628942"/>
              <a:gd name="csY62" fmla="*/ 521423 h 523309"/>
              <a:gd name="csX63" fmla="*/ 604075 w 628942"/>
              <a:gd name="csY63" fmla="*/ 1089 h 523309"/>
              <a:gd name="csX64" fmla="*/ 175660 w 628942"/>
              <a:gd name="csY64" fmla="*/ 518593 h 523309"/>
              <a:gd name="csX65" fmla="*/ 626902 w 628942"/>
              <a:gd name="csY65" fmla="*/ 20175 h 523309"/>
              <a:gd name="csX66" fmla="*/ 175660 w 628942"/>
              <a:gd name="csY66" fmla="*/ 518593 h 523309"/>
              <a:gd name="csX67" fmla="*/ 626902 w 628942"/>
              <a:gd name="csY67" fmla="*/ 20175 h 523309"/>
              <a:gd name="csX68" fmla="*/ 213301 w 628942"/>
              <a:gd name="csY68" fmla="*/ 521206 h 523309"/>
              <a:gd name="csX69" fmla="*/ 624937 w 628942"/>
              <a:gd name="csY69" fmla="*/ 66621 h 523309"/>
              <a:gd name="csX70" fmla="*/ 213301 w 628942"/>
              <a:gd name="csY70" fmla="*/ 521206 h 523309"/>
              <a:gd name="csX71" fmla="*/ 624937 w 628942"/>
              <a:gd name="csY71" fmla="*/ 66621 h 523309"/>
              <a:gd name="csX72" fmla="*/ 256007 w 628942"/>
              <a:gd name="csY72" fmla="*/ 518303 h 523309"/>
              <a:gd name="csX73" fmla="*/ 627885 w 628942"/>
              <a:gd name="csY73" fmla="*/ 107551 h 523309"/>
              <a:gd name="csX74" fmla="*/ 256007 w 628942"/>
              <a:gd name="csY74" fmla="*/ 518303 h 523309"/>
              <a:gd name="csX75" fmla="*/ 627885 w 628942"/>
              <a:gd name="csY75" fmla="*/ 107551 h 523309"/>
              <a:gd name="csX76" fmla="*/ 293648 w 628942"/>
              <a:gd name="csY76" fmla="*/ 520915 h 523309"/>
              <a:gd name="csX77" fmla="*/ 625920 w 628942"/>
              <a:gd name="csY77" fmla="*/ 153996 h 523309"/>
              <a:gd name="csX78" fmla="*/ 293648 w 628942"/>
              <a:gd name="csY78" fmla="*/ 520915 h 523309"/>
              <a:gd name="csX79" fmla="*/ 625920 w 628942"/>
              <a:gd name="csY79" fmla="*/ 153996 h 523309"/>
              <a:gd name="csX80" fmla="*/ 336354 w 628942"/>
              <a:gd name="csY80" fmla="*/ 518085 h 523309"/>
              <a:gd name="csX81" fmla="*/ 628867 w 628942"/>
              <a:gd name="csY81" fmla="*/ 194926 h 523309"/>
              <a:gd name="csX82" fmla="*/ 336354 w 628942"/>
              <a:gd name="csY82" fmla="*/ 518085 h 523309"/>
              <a:gd name="csX83" fmla="*/ 628867 w 628942"/>
              <a:gd name="csY83" fmla="*/ 194926 h 523309"/>
              <a:gd name="csX84" fmla="*/ 373995 w 628942"/>
              <a:gd name="csY84" fmla="*/ 520698 h 523309"/>
              <a:gd name="csX85" fmla="*/ 626902 w 628942"/>
              <a:gd name="csY85" fmla="*/ 241372 h 523309"/>
              <a:gd name="csX86" fmla="*/ 373995 w 628942"/>
              <a:gd name="csY86" fmla="*/ 520698 h 523309"/>
              <a:gd name="csX87" fmla="*/ 626902 w 628942"/>
              <a:gd name="csY87" fmla="*/ 241372 h 523309"/>
              <a:gd name="csX88" fmla="*/ 411712 w 628942"/>
              <a:gd name="csY88" fmla="*/ 523310 h 523309"/>
              <a:gd name="csX89" fmla="*/ 624937 w 628942"/>
              <a:gd name="csY89" fmla="*/ 287745 h 523309"/>
              <a:gd name="csX90" fmla="*/ 411712 w 628942"/>
              <a:gd name="csY90" fmla="*/ 523310 h 523309"/>
              <a:gd name="csX91" fmla="*/ 624937 w 628942"/>
              <a:gd name="csY91" fmla="*/ 287745 h 523309"/>
              <a:gd name="csX92" fmla="*/ 454342 w 628942"/>
              <a:gd name="csY92" fmla="*/ 520408 h 523309"/>
              <a:gd name="csX93" fmla="*/ 627960 w 628942"/>
              <a:gd name="csY93" fmla="*/ 328747 h 523309"/>
              <a:gd name="csX94" fmla="*/ 454342 w 628942"/>
              <a:gd name="csY94" fmla="*/ 520408 h 523309"/>
              <a:gd name="csX95" fmla="*/ 627960 w 628942"/>
              <a:gd name="csY95" fmla="*/ 328747 h 523309"/>
              <a:gd name="csX96" fmla="*/ 492058 w 628942"/>
              <a:gd name="csY96" fmla="*/ 523020 h 523309"/>
              <a:gd name="csX97" fmla="*/ 625920 w 628942"/>
              <a:gd name="csY97" fmla="*/ 375193 h 523309"/>
              <a:gd name="csX98" fmla="*/ 492058 w 628942"/>
              <a:gd name="csY98" fmla="*/ 523020 h 523309"/>
              <a:gd name="csX99" fmla="*/ 625920 w 628942"/>
              <a:gd name="csY99" fmla="*/ 375193 h 523309"/>
              <a:gd name="csX100" fmla="*/ 534688 w 628942"/>
              <a:gd name="csY100" fmla="*/ 520190 h 523309"/>
              <a:gd name="csX101" fmla="*/ 628943 w 628942"/>
              <a:gd name="csY101" fmla="*/ 416123 h 523309"/>
              <a:gd name="csX102" fmla="*/ 534688 w 628942"/>
              <a:gd name="csY102" fmla="*/ 520190 h 523309"/>
              <a:gd name="csX103" fmla="*/ 628943 w 628942"/>
              <a:gd name="csY103" fmla="*/ 416123 h 523309"/>
              <a:gd name="csX104" fmla="*/ 572405 w 628942"/>
              <a:gd name="csY104" fmla="*/ 522802 h 523309"/>
              <a:gd name="csX105" fmla="*/ 626977 w 628942"/>
              <a:gd name="csY105" fmla="*/ 462568 h 523309"/>
              <a:gd name="csX106" fmla="*/ 572405 w 628942"/>
              <a:gd name="csY106" fmla="*/ 522802 h 523309"/>
              <a:gd name="csX107" fmla="*/ 626977 w 628942"/>
              <a:gd name="csY107" fmla="*/ 462568 h 5233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</a:cxnLst>
            <a:rect l="l" t="t" r="r" b="b"/>
            <a:pathLst>
              <a:path w="628942" h="523309"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3931" y="218"/>
                </a:moveTo>
                <a:cubicBezTo>
                  <a:pt x="3931" y="218"/>
                  <a:pt x="3931" y="218"/>
                  <a:pt x="3931" y="218"/>
                </a:cubicBezTo>
                <a:moveTo>
                  <a:pt x="1966" y="46664"/>
                </a:moveTo>
                <a:cubicBezTo>
                  <a:pt x="15042" y="28231"/>
                  <a:pt x="24868" y="24457"/>
                  <a:pt x="41648" y="2831"/>
                </a:cubicBezTo>
                <a:moveTo>
                  <a:pt x="1966" y="46664"/>
                </a:moveTo>
                <a:cubicBezTo>
                  <a:pt x="16024" y="31351"/>
                  <a:pt x="26984" y="19087"/>
                  <a:pt x="41648" y="2831"/>
                </a:cubicBezTo>
                <a:moveTo>
                  <a:pt x="1" y="93109"/>
                </a:moveTo>
                <a:cubicBezTo>
                  <a:pt x="21013" y="71483"/>
                  <a:pt x="51323" y="38246"/>
                  <a:pt x="84277" y="1"/>
                </a:cubicBezTo>
                <a:moveTo>
                  <a:pt x="1" y="93109"/>
                </a:moveTo>
                <a:cubicBezTo>
                  <a:pt x="15873" y="70685"/>
                  <a:pt x="41270" y="50655"/>
                  <a:pt x="84277" y="1"/>
                </a:cubicBezTo>
                <a:moveTo>
                  <a:pt x="2948" y="134039"/>
                </a:moveTo>
                <a:cubicBezTo>
                  <a:pt x="22978" y="90352"/>
                  <a:pt x="77929" y="70322"/>
                  <a:pt x="121994" y="2613"/>
                </a:cubicBezTo>
                <a:moveTo>
                  <a:pt x="2948" y="134039"/>
                </a:moveTo>
                <a:cubicBezTo>
                  <a:pt x="39153" y="96520"/>
                  <a:pt x="55404" y="68508"/>
                  <a:pt x="121994" y="2613"/>
                </a:cubicBezTo>
                <a:moveTo>
                  <a:pt x="983" y="180485"/>
                </a:moveTo>
                <a:cubicBezTo>
                  <a:pt x="41043" y="114808"/>
                  <a:pt x="101511" y="79901"/>
                  <a:pt x="159712" y="5225"/>
                </a:cubicBezTo>
                <a:moveTo>
                  <a:pt x="983" y="180485"/>
                </a:moveTo>
                <a:cubicBezTo>
                  <a:pt x="40438" y="136942"/>
                  <a:pt x="77399" y="98117"/>
                  <a:pt x="159712" y="5225"/>
                </a:cubicBezTo>
                <a:moveTo>
                  <a:pt x="4006" y="221415"/>
                </a:moveTo>
                <a:cubicBezTo>
                  <a:pt x="60393" y="171849"/>
                  <a:pt x="82690" y="131064"/>
                  <a:pt x="202341" y="2395"/>
                </a:cubicBezTo>
                <a:moveTo>
                  <a:pt x="4006" y="221415"/>
                </a:moveTo>
                <a:cubicBezTo>
                  <a:pt x="73696" y="143691"/>
                  <a:pt x="155932" y="61396"/>
                  <a:pt x="202341" y="2395"/>
                </a:cubicBezTo>
                <a:moveTo>
                  <a:pt x="1966" y="267860"/>
                </a:moveTo>
                <a:cubicBezTo>
                  <a:pt x="77097" y="182734"/>
                  <a:pt x="141193" y="108494"/>
                  <a:pt x="240058" y="5008"/>
                </a:cubicBezTo>
                <a:moveTo>
                  <a:pt x="1966" y="267860"/>
                </a:moveTo>
                <a:cubicBezTo>
                  <a:pt x="56614" y="201675"/>
                  <a:pt x="117308" y="143981"/>
                  <a:pt x="240058" y="5008"/>
                </a:cubicBezTo>
                <a:moveTo>
                  <a:pt x="1" y="314306"/>
                </a:moveTo>
                <a:cubicBezTo>
                  <a:pt x="70974" y="242968"/>
                  <a:pt x="129478" y="173736"/>
                  <a:pt x="282688" y="2105"/>
                </a:cubicBezTo>
                <a:moveTo>
                  <a:pt x="1" y="314306"/>
                </a:moveTo>
                <a:cubicBezTo>
                  <a:pt x="71579" y="243476"/>
                  <a:pt x="129553" y="175477"/>
                  <a:pt x="282688" y="2105"/>
                </a:cubicBezTo>
                <a:moveTo>
                  <a:pt x="3024" y="355236"/>
                </a:moveTo>
                <a:cubicBezTo>
                  <a:pt x="96447" y="267570"/>
                  <a:pt x="178532" y="147682"/>
                  <a:pt x="320405" y="4718"/>
                </a:cubicBezTo>
                <a:moveTo>
                  <a:pt x="3024" y="355236"/>
                </a:moveTo>
                <a:cubicBezTo>
                  <a:pt x="132425" y="216262"/>
                  <a:pt x="252227" y="77216"/>
                  <a:pt x="320405" y="4718"/>
                </a:cubicBezTo>
                <a:moveTo>
                  <a:pt x="1058" y="401681"/>
                </a:moveTo>
                <a:cubicBezTo>
                  <a:pt x="147618" y="265393"/>
                  <a:pt x="262960" y="97173"/>
                  <a:pt x="363035" y="1887"/>
                </a:cubicBezTo>
                <a:moveTo>
                  <a:pt x="1058" y="401681"/>
                </a:moveTo>
                <a:cubicBezTo>
                  <a:pt x="127890" y="265102"/>
                  <a:pt x="255629" y="136869"/>
                  <a:pt x="363035" y="1887"/>
                </a:cubicBezTo>
                <a:moveTo>
                  <a:pt x="4006" y="442611"/>
                </a:moveTo>
                <a:cubicBezTo>
                  <a:pt x="114058" y="321273"/>
                  <a:pt x="211411" y="209586"/>
                  <a:pt x="400752" y="4500"/>
                </a:cubicBezTo>
                <a:moveTo>
                  <a:pt x="4006" y="442611"/>
                </a:moveTo>
                <a:cubicBezTo>
                  <a:pt x="96749" y="327586"/>
                  <a:pt x="209068" y="213650"/>
                  <a:pt x="400752" y="4500"/>
                </a:cubicBezTo>
                <a:moveTo>
                  <a:pt x="2041" y="489057"/>
                </a:moveTo>
                <a:cubicBezTo>
                  <a:pt x="111488" y="361694"/>
                  <a:pt x="210429" y="264667"/>
                  <a:pt x="443382" y="1597"/>
                </a:cubicBezTo>
                <a:moveTo>
                  <a:pt x="2041" y="489057"/>
                </a:moveTo>
                <a:cubicBezTo>
                  <a:pt x="164246" y="309661"/>
                  <a:pt x="324562" y="120976"/>
                  <a:pt x="443382" y="1597"/>
                </a:cubicBezTo>
                <a:moveTo>
                  <a:pt x="14966" y="519101"/>
                </a:moveTo>
                <a:cubicBezTo>
                  <a:pt x="121994" y="399867"/>
                  <a:pt x="215720" y="292970"/>
                  <a:pt x="481099" y="4210"/>
                </a:cubicBezTo>
                <a:moveTo>
                  <a:pt x="14966" y="519101"/>
                </a:moveTo>
                <a:cubicBezTo>
                  <a:pt x="204760" y="315322"/>
                  <a:pt x="377245" y="126782"/>
                  <a:pt x="481099" y="4210"/>
                </a:cubicBezTo>
                <a:moveTo>
                  <a:pt x="52607" y="521714"/>
                </a:moveTo>
                <a:cubicBezTo>
                  <a:pt x="144065" y="421348"/>
                  <a:pt x="239529" y="303057"/>
                  <a:pt x="523729" y="1379"/>
                </a:cubicBezTo>
                <a:moveTo>
                  <a:pt x="52607" y="521714"/>
                </a:moveTo>
                <a:cubicBezTo>
                  <a:pt x="226377" y="323014"/>
                  <a:pt x="415113" y="122936"/>
                  <a:pt x="523729" y="1379"/>
                </a:cubicBezTo>
                <a:moveTo>
                  <a:pt x="95313" y="518811"/>
                </a:moveTo>
                <a:cubicBezTo>
                  <a:pt x="224412" y="370548"/>
                  <a:pt x="373617" y="222431"/>
                  <a:pt x="561445" y="3992"/>
                </a:cubicBezTo>
                <a:moveTo>
                  <a:pt x="95313" y="518811"/>
                </a:moveTo>
                <a:cubicBezTo>
                  <a:pt x="192440" y="414599"/>
                  <a:pt x="292439" y="320039"/>
                  <a:pt x="561445" y="3992"/>
                </a:cubicBezTo>
                <a:moveTo>
                  <a:pt x="132954" y="521423"/>
                </a:moveTo>
                <a:cubicBezTo>
                  <a:pt x="235070" y="418082"/>
                  <a:pt x="326376" y="302404"/>
                  <a:pt x="604075" y="1089"/>
                </a:cubicBezTo>
                <a:moveTo>
                  <a:pt x="132954" y="521423"/>
                </a:moveTo>
                <a:cubicBezTo>
                  <a:pt x="292892" y="336730"/>
                  <a:pt x="467040" y="148336"/>
                  <a:pt x="604075" y="1089"/>
                </a:cubicBezTo>
                <a:moveTo>
                  <a:pt x="175660" y="518593"/>
                </a:moveTo>
                <a:cubicBezTo>
                  <a:pt x="339830" y="348269"/>
                  <a:pt x="482081" y="194346"/>
                  <a:pt x="626902" y="20175"/>
                </a:cubicBezTo>
                <a:moveTo>
                  <a:pt x="175660" y="518593"/>
                </a:moveTo>
                <a:cubicBezTo>
                  <a:pt x="287148" y="378168"/>
                  <a:pt x="416776" y="244638"/>
                  <a:pt x="626902" y="20175"/>
                </a:cubicBezTo>
                <a:moveTo>
                  <a:pt x="213301" y="521206"/>
                </a:moveTo>
                <a:cubicBezTo>
                  <a:pt x="347842" y="365613"/>
                  <a:pt x="479814" y="210529"/>
                  <a:pt x="624937" y="66621"/>
                </a:cubicBezTo>
                <a:moveTo>
                  <a:pt x="213301" y="521206"/>
                </a:moveTo>
                <a:cubicBezTo>
                  <a:pt x="337790" y="396093"/>
                  <a:pt x="460237" y="260385"/>
                  <a:pt x="624937" y="66621"/>
                </a:cubicBezTo>
                <a:moveTo>
                  <a:pt x="256007" y="518303"/>
                </a:moveTo>
                <a:cubicBezTo>
                  <a:pt x="366738" y="394497"/>
                  <a:pt x="477924" y="249354"/>
                  <a:pt x="627885" y="107551"/>
                </a:cubicBezTo>
                <a:moveTo>
                  <a:pt x="256007" y="518303"/>
                </a:moveTo>
                <a:cubicBezTo>
                  <a:pt x="341040" y="420985"/>
                  <a:pt x="426526" y="332594"/>
                  <a:pt x="627885" y="107551"/>
                </a:cubicBezTo>
                <a:moveTo>
                  <a:pt x="293648" y="520915"/>
                </a:moveTo>
                <a:cubicBezTo>
                  <a:pt x="357064" y="433903"/>
                  <a:pt x="453661" y="347253"/>
                  <a:pt x="625920" y="153996"/>
                </a:cubicBezTo>
                <a:moveTo>
                  <a:pt x="293648" y="520915"/>
                </a:moveTo>
                <a:cubicBezTo>
                  <a:pt x="392135" y="418880"/>
                  <a:pt x="491000" y="298848"/>
                  <a:pt x="625920" y="153996"/>
                </a:cubicBezTo>
                <a:moveTo>
                  <a:pt x="336354" y="518085"/>
                </a:moveTo>
                <a:cubicBezTo>
                  <a:pt x="424788" y="427589"/>
                  <a:pt x="519496" y="332666"/>
                  <a:pt x="628867" y="194926"/>
                </a:cubicBezTo>
                <a:moveTo>
                  <a:pt x="336354" y="518085"/>
                </a:moveTo>
                <a:cubicBezTo>
                  <a:pt x="413223" y="419679"/>
                  <a:pt x="498408" y="341737"/>
                  <a:pt x="628867" y="194926"/>
                </a:cubicBezTo>
                <a:moveTo>
                  <a:pt x="373995" y="520698"/>
                </a:moveTo>
                <a:cubicBezTo>
                  <a:pt x="444364" y="429694"/>
                  <a:pt x="528944" y="324829"/>
                  <a:pt x="626902" y="241372"/>
                </a:cubicBezTo>
                <a:moveTo>
                  <a:pt x="373995" y="520698"/>
                </a:moveTo>
                <a:cubicBezTo>
                  <a:pt x="450335" y="435499"/>
                  <a:pt x="531287" y="342609"/>
                  <a:pt x="626902" y="241372"/>
                </a:cubicBezTo>
                <a:moveTo>
                  <a:pt x="411712" y="523310"/>
                </a:moveTo>
                <a:cubicBezTo>
                  <a:pt x="453283" y="456037"/>
                  <a:pt x="504832" y="417211"/>
                  <a:pt x="624937" y="287745"/>
                </a:cubicBezTo>
                <a:moveTo>
                  <a:pt x="411712" y="523310"/>
                </a:moveTo>
                <a:cubicBezTo>
                  <a:pt x="472255" y="457125"/>
                  <a:pt x="542398" y="383030"/>
                  <a:pt x="624937" y="287745"/>
                </a:cubicBezTo>
                <a:moveTo>
                  <a:pt x="454342" y="520408"/>
                </a:moveTo>
                <a:cubicBezTo>
                  <a:pt x="531211" y="437604"/>
                  <a:pt x="577243" y="388764"/>
                  <a:pt x="627960" y="328747"/>
                </a:cubicBezTo>
                <a:moveTo>
                  <a:pt x="454342" y="520408"/>
                </a:moveTo>
                <a:cubicBezTo>
                  <a:pt x="505437" y="458287"/>
                  <a:pt x="577394" y="393480"/>
                  <a:pt x="627960" y="328747"/>
                </a:cubicBezTo>
                <a:moveTo>
                  <a:pt x="492058" y="523020"/>
                </a:moveTo>
                <a:cubicBezTo>
                  <a:pt x="523351" y="490944"/>
                  <a:pt x="553282" y="450086"/>
                  <a:pt x="625920" y="375193"/>
                </a:cubicBezTo>
                <a:moveTo>
                  <a:pt x="492058" y="523020"/>
                </a:moveTo>
                <a:cubicBezTo>
                  <a:pt x="542398" y="463874"/>
                  <a:pt x="592057" y="414018"/>
                  <a:pt x="625920" y="375193"/>
                </a:cubicBezTo>
                <a:moveTo>
                  <a:pt x="534688" y="520190"/>
                </a:moveTo>
                <a:cubicBezTo>
                  <a:pt x="553282" y="498056"/>
                  <a:pt x="604907" y="463947"/>
                  <a:pt x="628943" y="416123"/>
                </a:cubicBezTo>
                <a:moveTo>
                  <a:pt x="534688" y="520190"/>
                </a:moveTo>
                <a:cubicBezTo>
                  <a:pt x="565754" y="492903"/>
                  <a:pt x="584726" y="461625"/>
                  <a:pt x="628943" y="416123"/>
                </a:cubicBezTo>
                <a:moveTo>
                  <a:pt x="572405" y="522802"/>
                </a:moveTo>
                <a:cubicBezTo>
                  <a:pt x="595081" y="503136"/>
                  <a:pt x="613750" y="468011"/>
                  <a:pt x="626977" y="462568"/>
                </a:cubicBezTo>
                <a:moveTo>
                  <a:pt x="572405" y="522802"/>
                </a:moveTo>
                <a:cubicBezTo>
                  <a:pt x="587976" y="505675"/>
                  <a:pt x="604907" y="486952"/>
                  <a:pt x="626977" y="462568"/>
                </a:cubicBezTo>
              </a:path>
            </a:pathLst>
          </a:custGeom>
          <a:noFill/>
          <a:ln w="3775" cap="rnd">
            <a:solidFill>
              <a:srgbClr val="FFE6CC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1602" name="!!60p">
            <a:extLst>
              <a:ext uri="{FF2B5EF4-FFF2-40B4-BE49-F238E27FC236}">
                <a16:creationId xmlns:a16="http://schemas.microsoft.com/office/drawing/2014/main" id="{9831DECE-AD60-4AB8-C323-C9EA9DC8C371}"/>
              </a:ext>
            </a:extLst>
          </p:cNvPr>
          <p:cNvSpPr/>
          <p:nvPr/>
        </p:nvSpPr>
        <p:spPr>
          <a:xfrm>
            <a:off x="7585861" y="5428813"/>
            <a:ext cx="606834" cy="525796"/>
          </a:xfrm>
          <a:custGeom>
            <a:avLst/>
            <a:gdLst>
              <a:gd name="csX0" fmla="*/ 1308 w 606834"/>
              <a:gd name="csY0" fmla="*/ 7425 h 525796"/>
              <a:gd name="csX1" fmla="*/ 605988 w 606834"/>
              <a:gd name="csY1" fmla="*/ 7425 h 525796"/>
              <a:gd name="csX2" fmla="*/ 1308 w 606834"/>
              <a:gd name="csY2" fmla="*/ 7425 h 525796"/>
              <a:gd name="csX3" fmla="*/ 605988 w 606834"/>
              <a:gd name="csY3" fmla="*/ 7425 h 525796"/>
              <a:gd name="csX4" fmla="*/ 605988 w 606834"/>
              <a:gd name="csY4" fmla="*/ 7425 h 525796"/>
              <a:gd name="csX5" fmla="*/ 605988 w 606834"/>
              <a:gd name="csY5" fmla="*/ 515422 h 525796"/>
              <a:gd name="csX6" fmla="*/ 605988 w 606834"/>
              <a:gd name="csY6" fmla="*/ 7425 h 525796"/>
              <a:gd name="csX7" fmla="*/ 605988 w 606834"/>
              <a:gd name="csY7" fmla="*/ 515422 h 525796"/>
              <a:gd name="csX8" fmla="*/ 605988 w 606834"/>
              <a:gd name="csY8" fmla="*/ 515422 h 525796"/>
              <a:gd name="csX9" fmla="*/ 1308 w 606834"/>
              <a:gd name="csY9" fmla="*/ 515422 h 525796"/>
              <a:gd name="csX10" fmla="*/ 605988 w 606834"/>
              <a:gd name="csY10" fmla="*/ 515422 h 525796"/>
              <a:gd name="csX11" fmla="*/ 1308 w 606834"/>
              <a:gd name="csY11" fmla="*/ 515422 h 525796"/>
              <a:gd name="csX12" fmla="*/ 1308 w 606834"/>
              <a:gd name="csY12" fmla="*/ 515422 h 525796"/>
              <a:gd name="csX13" fmla="*/ 1308 w 606834"/>
              <a:gd name="csY13" fmla="*/ 7425 h 525796"/>
              <a:gd name="csX14" fmla="*/ 1308 w 606834"/>
              <a:gd name="csY14" fmla="*/ 515422 h 525796"/>
              <a:gd name="csX15" fmla="*/ 1308 w 606834"/>
              <a:gd name="csY15" fmla="*/ 7425 h 5257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606834" h="525796">
                <a:moveTo>
                  <a:pt x="1308" y="7425"/>
                </a:moveTo>
                <a:cubicBezTo>
                  <a:pt x="180369" y="3941"/>
                  <a:pt x="391024" y="-7380"/>
                  <a:pt x="605988" y="7425"/>
                </a:cubicBezTo>
                <a:moveTo>
                  <a:pt x="1308" y="7425"/>
                </a:moveTo>
                <a:cubicBezTo>
                  <a:pt x="188683" y="1837"/>
                  <a:pt x="388379" y="-195"/>
                  <a:pt x="605988" y="7425"/>
                </a:cubicBezTo>
                <a:moveTo>
                  <a:pt x="605988" y="7425"/>
                </a:moveTo>
                <a:cubicBezTo>
                  <a:pt x="605534" y="183772"/>
                  <a:pt x="608104" y="340816"/>
                  <a:pt x="605988" y="515422"/>
                </a:cubicBezTo>
                <a:moveTo>
                  <a:pt x="605988" y="7425"/>
                </a:moveTo>
                <a:cubicBezTo>
                  <a:pt x="606592" y="148938"/>
                  <a:pt x="605383" y="304966"/>
                  <a:pt x="605988" y="515422"/>
                </a:cubicBezTo>
                <a:moveTo>
                  <a:pt x="605988" y="515422"/>
                </a:moveTo>
                <a:cubicBezTo>
                  <a:pt x="427909" y="529936"/>
                  <a:pt x="286641" y="528557"/>
                  <a:pt x="1308" y="515422"/>
                </a:cubicBezTo>
                <a:moveTo>
                  <a:pt x="605988" y="515422"/>
                </a:moveTo>
                <a:cubicBezTo>
                  <a:pt x="398205" y="518325"/>
                  <a:pt x="198584" y="519559"/>
                  <a:pt x="1308" y="515422"/>
                </a:cubicBezTo>
                <a:moveTo>
                  <a:pt x="1308" y="515422"/>
                </a:moveTo>
                <a:cubicBezTo>
                  <a:pt x="18617" y="378843"/>
                  <a:pt x="1535" y="234064"/>
                  <a:pt x="1308" y="7425"/>
                </a:cubicBezTo>
                <a:moveTo>
                  <a:pt x="1308" y="515422"/>
                </a:moveTo>
                <a:cubicBezTo>
                  <a:pt x="6145" y="327173"/>
                  <a:pt x="-3303" y="144729"/>
                  <a:pt x="1308" y="7425"/>
                </a:cubicBezTo>
              </a:path>
            </a:pathLst>
          </a:custGeom>
          <a:noFill/>
          <a:ln w="7550" cap="rnd">
            <a:solidFill>
              <a:srgbClr val="D79B00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pic>
        <p:nvPicPr>
          <p:cNvPr id="1603" name="!!61p">
            <a:extLst>
              <a:ext uri="{FF2B5EF4-FFF2-40B4-BE49-F238E27FC236}">
                <a16:creationId xmlns:a16="http://schemas.microsoft.com/office/drawing/2014/main" id="{9DBB8D9D-18AA-9362-833B-9904A4A2837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90948" y="5639436"/>
            <a:ext cx="589562" cy="123370"/>
          </a:xfrm>
          <a:custGeom>
            <a:avLst/>
            <a:gdLst>
              <a:gd name="csX0" fmla="*/ 0 w 589562"/>
              <a:gd name="csY0" fmla="*/ 0 h 123370"/>
              <a:gd name="csX1" fmla="*/ 589563 w 589562"/>
              <a:gd name="csY1" fmla="*/ 0 h 123370"/>
              <a:gd name="csX2" fmla="*/ 589563 w 589562"/>
              <a:gd name="csY2" fmla="*/ 123371 h 123370"/>
              <a:gd name="csX3" fmla="*/ 0 w 589562"/>
              <a:gd name="csY3" fmla="*/ 123371 h 1233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589562" h="123370">
                <a:moveTo>
                  <a:pt x="0" y="0"/>
                </a:moveTo>
                <a:lnTo>
                  <a:pt x="589563" y="0"/>
                </a:lnTo>
                <a:lnTo>
                  <a:pt x="589563" y="123371"/>
                </a:lnTo>
                <a:lnTo>
                  <a:pt x="0" y="123371"/>
                </a:lnTo>
                <a:close/>
              </a:path>
            </a:pathLst>
          </a:custGeom>
        </p:spPr>
      </p:pic>
      <p:grpSp>
        <p:nvGrpSpPr>
          <p:cNvPr id="1604" name="!!رسم 9">
            <a:extLst>
              <a:ext uri="{FF2B5EF4-FFF2-40B4-BE49-F238E27FC236}">
                <a16:creationId xmlns:a16="http://schemas.microsoft.com/office/drawing/2014/main" id="{0FFBFF03-C258-3307-2DA2-9A04B31BC423}"/>
              </a:ext>
            </a:extLst>
          </p:cNvPr>
          <p:cNvGrpSpPr/>
          <p:nvPr/>
        </p:nvGrpSpPr>
        <p:grpSpPr>
          <a:xfrm>
            <a:off x="5918014" y="5818251"/>
            <a:ext cx="917839" cy="443699"/>
            <a:chOff x="6588574" y="5474234"/>
            <a:chExt cx="917839" cy="443699"/>
          </a:xfrm>
          <a:noFill/>
        </p:grpSpPr>
        <p:grpSp>
          <p:nvGrpSpPr>
            <p:cNvPr id="1605" name="رسم 9">
              <a:extLst>
                <a:ext uri="{FF2B5EF4-FFF2-40B4-BE49-F238E27FC236}">
                  <a16:creationId xmlns:a16="http://schemas.microsoft.com/office/drawing/2014/main" id="{C27A5AFB-7FFB-846F-B03A-F9BEEFA072A7}"/>
                </a:ext>
              </a:extLst>
            </p:cNvPr>
            <p:cNvGrpSpPr/>
            <p:nvPr/>
          </p:nvGrpSpPr>
          <p:grpSpPr>
            <a:xfrm>
              <a:off x="6588574" y="5474234"/>
              <a:ext cx="917839" cy="443699"/>
              <a:chOff x="6588574" y="5474234"/>
              <a:chExt cx="917839" cy="443699"/>
            </a:xfrm>
            <a:noFill/>
          </p:grpSpPr>
          <p:sp>
            <p:nvSpPr>
              <p:cNvPr id="1607" name="مستطيل 64">
                <a:extLst>
                  <a:ext uri="{FF2B5EF4-FFF2-40B4-BE49-F238E27FC236}">
                    <a16:creationId xmlns:a16="http://schemas.microsoft.com/office/drawing/2014/main" id="{2FB128E0-7E97-F32E-316E-0ECE0B465332}"/>
                  </a:ext>
                </a:extLst>
              </p:cNvPr>
              <p:cNvSpPr/>
              <p:nvPr/>
            </p:nvSpPr>
            <p:spPr>
              <a:xfrm>
                <a:off x="6594860" y="5476846"/>
                <a:ext cx="907019" cy="435426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8" name="شكل حر: شكل 65">
                <a:extLst>
                  <a:ext uri="{FF2B5EF4-FFF2-40B4-BE49-F238E27FC236}">
                    <a16:creationId xmlns:a16="http://schemas.microsoft.com/office/drawing/2014/main" id="{23D2B751-B1AD-4D99-A962-AFF389EA5D75}"/>
                  </a:ext>
                </a:extLst>
              </p:cNvPr>
              <p:cNvSpPr/>
              <p:nvPr/>
            </p:nvSpPr>
            <p:spPr>
              <a:xfrm>
                <a:off x="6592819" y="5474234"/>
                <a:ext cx="913595" cy="443699"/>
              </a:xfrm>
              <a:custGeom>
                <a:avLst/>
                <a:gdLst>
                  <a:gd name="csX0" fmla="*/ 907 w 913595"/>
                  <a:gd name="csY0" fmla="*/ 3847 h 443699"/>
                  <a:gd name="csX1" fmla="*/ 907 w 913595"/>
                  <a:gd name="csY1" fmla="*/ 3847 h 443699"/>
                  <a:gd name="csX2" fmla="*/ 907 w 913595"/>
                  <a:gd name="csY2" fmla="*/ 3847 h 443699"/>
                  <a:gd name="csX3" fmla="*/ 907 w 913595"/>
                  <a:gd name="csY3" fmla="*/ 3847 h 443699"/>
                  <a:gd name="csX4" fmla="*/ 3931 w 913595"/>
                  <a:gd name="csY4" fmla="*/ 44777 h 443699"/>
                  <a:gd name="csX5" fmla="*/ 43613 w 913595"/>
                  <a:gd name="csY5" fmla="*/ 944 h 443699"/>
                  <a:gd name="csX6" fmla="*/ 3931 w 913595"/>
                  <a:gd name="csY6" fmla="*/ 44777 h 443699"/>
                  <a:gd name="csX7" fmla="*/ 43613 w 913595"/>
                  <a:gd name="csY7" fmla="*/ 944 h 443699"/>
                  <a:gd name="csX8" fmla="*/ 1966 w 913595"/>
                  <a:gd name="csY8" fmla="*/ 91222 h 443699"/>
                  <a:gd name="csX9" fmla="*/ 81254 w 913595"/>
                  <a:gd name="csY9" fmla="*/ 3556 h 443699"/>
                  <a:gd name="csX10" fmla="*/ 1966 w 913595"/>
                  <a:gd name="csY10" fmla="*/ 91222 h 443699"/>
                  <a:gd name="csX11" fmla="*/ 81254 w 913595"/>
                  <a:gd name="csY11" fmla="*/ 3556 h 443699"/>
                  <a:gd name="csX12" fmla="*/ 1 w 913595"/>
                  <a:gd name="csY12" fmla="*/ 137668 h 443699"/>
                  <a:gd name="csX13" fmla="*/ 123960 w 913595"/>
                  <a:gd name="csY13" fmla="*/ 726 h 443699"/>
                  <a:gd name="csX14" fmla="*/ 1 w 913595"/>
                  <a:gd name="csY14" fmla="*/ 137668 h 443699"/>
                  <a:gd name="csX15" fmla="*/ 123960 w 913595"/>
                  <a:gd name="csY15" fmla="*/ 726 h 443699"/>
                  <a:gd name="csX16" fmla="*/ 2948 w 913595"/>
                  <a:gd name="csY16" fmla="*/ 178598 h 443699"/>
                  <a:gd name="csX17" fmla="*/ 161601 w 913595"/>
                  <a:gd name="csY17" fmla="*/ 3338 h 443699"/>
                  <a:gd name="csX18" fmla="*/ 2948 w 913595"/>
                  <a:gd name="csY18" fmla="*/ 178598 h 443699"/>
                  <a:gd name="csX19" fmla="*/ 161601 w 913595"/>
                  <a:gd name="csY19" fmla="*/ 3338 h 443699"/>
                  <a:gd name="csX20" fmla="*/ 983 w 913595"/>
                  <a:gd name="csY20" fmla="*/ 225043 h 443699"/>
                  <a:gd name="csX21" fmla="*/ 204307 w 913595"/>
                  <a:gd name="csY21" fmla="*/ 436 h 443699"/>
                  <a:gd name="csX22" fmla="*/ 983 w 913595"/>
                  <a:gd name="csY22" fmla="*/ 225043 h 443699"/>
                  <a:gd name="csX23" fmla="*/ 204307 w 913595"/>
                  <a:gd name="csY23" fmla="*/ 436 h 443699"/>
                  <a:gd name="csX24" fmla="*/ 3931 w 913595"/>
                  <a:gd name="csY24" fmla="*/ 265973 h 443699"/>
                  <a:gd name="csX25" fmla="*/ 241948 w 913595"/>
                  <a:gd name="csY25" fmla="*/ 3048 h 443699"/>
                  <a:gd name="csX26" fmla="*/ 3931 w 913595"/>
                  <a:gd name="csY26" fmla="*/ 265973 h 443699"/>
                  <a:gd name="csX27" fmla="*/ 241948 w 913595"/>
                  <a:gd name="csY27" fmla="*/ 3048 h 443699"/>
                  <a:gd name="csX28" fmla="*/ 1966 w 913595"/>
                  <a:gd name="csY28" fmla="*/ 312419 h 443699"/>
                  <a:gd name="csX29" fmla="*/ 284653 w 913595"/>
                  <a:gd name="csY29" fmla="*/ 218 h 443699"/>
                  <a:gd name="csX30" fmla="*/ 1966 w 913595"/>
                  <a:gd name="csY30" fmla="*/ 312419 h 443699"/>
                  <a:gd name="csX31" fmla="*/ 284653 w 913595"/>
                  <a:gd name="csY31" fmla="*/ 218 h 443699"/>
                  <a:gd name="csX32" fmla="*/ 1 w 913595"/>
                  <a:gd name="csY32" fmla="*/ 358864 h 443699"/>
                  <a:gd name="csX33" fmla="*/ 322295 w 913595"/>
                  <a:gd name="csY33" fmla="*/ 2831 h 443699"/>
                  <a:gd name="csX34" fmla="*/ 1 w 913595"/>
                  <a:gd name="csY34" fmla="*/ 358864 h 443699"/>
                  <a:gd name="csX35" fmla="*/ 322295 w 913595"/>
                  <a:gd name="csY35" fmla="*/ 2831 h 443699"/>
                  <a:gd name="csX36" fmla="*/ 2948 w 913595"/>
                  <a:gd name="csY36" fmla="*/ 399794 h 443699"/>
                  <a:gd name="csX37" fmla="*/ 365000 w 913595"/>
                  <a:gd name="csY37" fmla="*/ 1 h 443699"/>
                  <a:gd name="csX38" fmla="*/ 2948 w 913595"/>
                  <a:gd name="csY38" fmla="*/ 399794 h 443699"/>
                  <a:gd name="csX39" fmla="*/ 365000 w 913595"/>
                  <a:gd name="csY39" fmla="*/ 1 h 443699"/>
                  <a:gd name="csX40" fmla="*/ 5972 w 913595"/>
                  <a:gd name="csY40" fmla="*/ 440724 h 443699"/>
                  <a:gd name="csX41" fmla="*/ 402642 w 913595"/>
                  <a:gd name="csY41" fmla="*/ 2613 h 443699"/>
                  <a:gd name="csX42" fmla="*/ 5972 w 913595"/>
                  <a:gd name="csY42" fmla="*/ 440724 h 443699"/>
                  <a:gd name="csX43" fmla="*/ 402642 w 913595"/>
                  <a:gd name="csY43" fmla="*/ 2613 h 443699"/>
                  <a:gd name="csX44" fmla="*/ 43689 w 913595"/>
                  <a:gd name="csY44" fmla="*/ 443337 h 443699"/>
                  <a:gd name="csX45" fmla="*/ 440358 w 913595"/>
                  <a:gd name="csY45" fmla="*/ 5225 h 443699"/>
                  <a:gd name="csX46" fmla="*/ 43689 w 913595"/>
                  <a:gd name="csY46" fmla="*/ 443337 h 443699"/>
                  <a:gd name="csX47" fmla="*/ 440358 w 913595"/>
                  <a:gd name="csY47" fmla="*/ 5225 h 443699"/>
                  <a:gd name="csX48" fmla="*/ 86318 w 913595"/>
                  <a:gd name="csY48" fmla="*/ 440507 h 443699"/>
                  <a:gd name="csX49" fmla="*/ 482988 w 913595"/>
                  <a:gd name="csY49" fmla="*/ 2323 h 443699"/>
                  <a:gd name="csX50" fmla="*/ 86318 w 913595"/>
                  <a:gd name="csY50" fmla="*/ 440507 h 443699"/>
                  <a:gd name="csX51" fmla="*/ 482988 w 913595"/>
                  <a:gd name="csY51" fmla="*/ 2323 h 443699"/>
                  <a:gd name="csX52" fmla="*/ 124035 w 913595"/>
                  <a:gd name="csY52" fmla="*/ 443119 h 443699"/>
                  <a:gd name="csX53" fmla="*/ 520705 w 913595"/>
                  <a:gd name="csY53" fmla="*/ 4935 h 443699"/>
                  <a:gd name="csX54" fmla="*/ 124035 w 913595"/>
                  <a:gd name="csY54" fmla="*/ 443119 h 443699"/>
                  <a:gd name="csX55" fmla="*/ 520705 w 913595"/>
                  <a:gd name="csY55" fmla="*/ 4935 h 443699"/>
                  <a:gd name="csX56" fmla="*/ 166665 w 913595"/>
                  <a:gd name="csY56" fmla="*/ 440216 h 443699"/>
                  <a:gd name="csX57" fmla="*/ 563335 w 913595"/>
                  <a:gd name="csY57" fmla="*/ 2105 h 443699"/>
                  <a:gd name="csX58" fmla="*/ 166665 w 913595"/>
                  <a:gd name="csY58" fmla="*/ 440216 h 443699"/>
                  <a:gd name="csX59" fmla="*/ 563335 w 913595"/>
                  <a:gd name="csY59" fmla="*/ 2105 h 443699"/>
                  <a:gd name="csX60" fmla="*/ 204382 w 913595"/>
                  <a:gd name="csY60" fmla="*/ 442829 h 443699"/>
                  <a:gd name="csX61" fmla="*/ 601052 w 913595"/>
                  <a:gd name="csY61" fmla="*/ 4717 h 443699"/>
                  <a:gd name="csX62" fmla="*/ 204382 w 913595"/>
                  <a:gd name="csY62" fmla="*/ 442829 h 443699"/>
                  <a:gd name="csX63" fmla="*/ 601052 w 913595"/>
                  <a:gd name="csY63" fmla="*/ 4717 h 443699"/>
                  <a:gd name="csX64" fmla="*/ 247012 w 913595"/>
                  <a:gd name="csY64" fmla="*/ 439999 h 443699"/>
                  <a:gd name="csX65" fmla="*/ 643682 w 913595"/>
                  <a:gd name="csY65" fmla="*/ 1815 h 443699"/>
                  <a:gd name="csX66" fmla="*/ 247012 w 913595"/>
                  <a:gd name="csY66" fmla="*/ 439999 h 443699"/>
                  <a:gd name="csX67" fmla="*/ 643682 w 913595"/>
                  <a:gd name="csY67" fmla="*/ 1815 h 443699"/>
                  <a:gd name="csX68" fmla="*/ 284729 w 913595"/>
                  <a:gd name="csY68" fmla="*/ 442611 h 443699"/>
                  <a:gd name="csX69" fmla="*/ 681399 w 913595"/>
                  <a:gd name="csY69" fmla="*/ 4427 h 443699"/>
                  <a:gd name="csX70" fmla="*/ 284729 w 913595"/>
                  <a:gd name="csY70" fmla="*/ 442611 h 443699"/>
                  <a:gd name="csX71" fmla="*/ 681399 w 913595"/>
                  <a:gd name="csY71" fmla="*/ 4427 h 443699"/>
                  <a:gd name="csX72" fmla="*/ 327359 w 913595"/>
                  <a:gd name="csY72" fmla="*/ 439708 h 443699"/>
                  <a:gd name="csX73" fmla="*/ 724029 w 913595"/>
                  <a:gd name="csY73" fmla="*/ 1597 h 443699"/>
                  <a:gd name="csX74" fmla="*/ 327359 w 913595"/>
                  <a:gd name="csY74" fmla="*/ 439708 h 443699"/>
                  <a:gd name="csX75" fmla="*/ 724029 w 913595"/>
                  <a:gd name="csY75" fmla="*/ 1597 h 443699"/>
                  <a:gd name="csX76" fmla="*/ 365076 w 913595"/>
                  <a:gd name="csY76" fmla="*/ 442321 h 443699"/>
                  <a:gd name="csX77" fmla="*/ 761746 w 913595"/>
                  <a:gd name="csY77" fmla="*/ 4209 h 443699"/>
                  <a:gd name="csX78" fmla="*/ 365076 w 913595"/>
                  <a:gd name="csY78" fmla="*/ 442321 h 443699"/>
                  <a:gd name="csX79" fmla="*/ 761746 w 913595"/>
                  <a:gd name="csY79" fmla="*/ 4209 h 443699"/>
                  <a:gd name="csX80" fmla="*/ 407706 w 913595"/>
                  <a:gd name="csY80" fmla="*/ 439491 h 443699"/>
                  <a:gd name="csX81" fmla="*/ 804376 w 913595"/>
                  <a:gd name="csY81" fmla="*/ 1307 h 443699"/>
                  <a:gd name="csX82" fmla="*/ 407706 w 913595"/>
                  <a:gd name="csY82" fmla="*/ 439491 h 443699"/>
                  <a:gd name="csX83" fmla="*/ 804376 w 913595"/>
                  <a:gd name="csY83" fmla="*/ 1307 h 443699"/>
                  <a:gd name="csX84" fmla="*/ 445422 w 913595"/>
                  <a:gd name="csY84" fmla="*/ 442103 h 443699"/>
                  <a:gd name="csX85" fmla="*/ 842093 w 913595"/>
                  <a:gd name="csY85" fmla="*/ 3919 h 443699"/>
                  <a:gd name="csX86" fmla="*/ 445422 w 913595"/>
                  <a:gd name="csY86" fmla="*/ 442103 h 443699"/>
                  <a:gd name="csX87" fmla="*/ 842093 w 913595"/>
                  <a:gd name="csY87" fmla="*/ 3919 h 443699"/>
                  <a:gd name="csX88" fmla="*/ 488052 w 913595"/>
                  <a:gd name="csY88" fmla="*/ 439273 h 443699"/>
                  <a:gd name="csX89" fmla="*/ 884723 w 913595"/>
                  <a:gd name="csY89" fmla="*/ 1089 h 443699"/>
                  <a:gd name="csX90" fmla="*/ 488052 w 913595"/>
                  <a:gd name="csY90" fmla="*/ 439273 h 443699"/>
                  <a:gd name="csX91" fmla="*/ 884723 w 913595"/>
                  <a:gd name="csY91" fmla="*/ 1089 h 443699"/>
                  <a:gd name="csX92" fmla="*/ 525769 w 913595"/>
                  <a:gd name="csY92" fmla="*/ 441886 h 443699"/>
                  <a:gd name="csX93" fmla="*/ 912538 w 913595"/>
                  <a:gd name="csY93" fmla="*/ 14660 h 443699"/>
                  <a:gd name="csX94" fmla="*/ 525769 w 913595"/>
                  <a:gd name="csY94" fmla="*/ 441886 h 443699"/>
                  <a:gd name="csX95" fmla="*/ 912538 w 913595"/>
                  <a:gd name="csY95" fmla="*/ 14660 h 443699"/>
                  <a:gd name="csX96" fmla="*/ 568399 w 913595"/>
                  <a:gd name="csY96" fmla="*/ 438983 h 443699"/>
                  <a:gd name="csX97" fmla="*/ 910573 w 913595"/>
                  <a:gd name="csY97" fmla="*/ 61105 h 443699"/>
                  <a:gd name="csX98" fmla="*/ 568399 w 913595"/>
                  <a:gd name="csY98" fmla="*/ 438983 h 443699"/>
                  <a:gd name="csX99" fmla="*/ 910573 w 913595"/>
                  <a:gd name="csY99" fmla="*/ 61105 h 443699"/>
                  <a:gd name="csX100" fmla="*/ 606116 w 913595"/>
                  <a:gd name="csY100" fmla="*/ 441595 h 443699"/>
                  <a:gd name="csX101" fmla="*/ 913520 w 913595"/>
                  <a:gd name="csY101" fmla="*/ 102035 h 443699"/>
                  <a:gd name="csX102" fmla="*/ 606116 w 913595"/>
                  <a:gd name="csY102" fmla="*/ 441595 h 443699"/>
                  <a:gd name="csX103" fmla="*/ 913520 w 913595"/>
                  <a:gd name="csY103" fmla="*/ 102035 h 443699"/>
                  <a:gd name="csX104" fmla="*/ 648746 w 913595"/>
                  <a:gd name="csY104" fmla="*/ 438765 h 443699"/>
                  <a:gd name="csX105" fmla="*/ 911555 w 913595"/>
                  <a:gd name="csY105" fmla="*/ 148481 h 443699"/>
                  <a:gd name="csX106" fmla="*/ 648746 w 913595"/>
                  <a:gd name="csY106" fmla="*/ 438765 h 443699"/>
                  <a:gd name="csX107" fmla="*/ 911555 w 913595"/>
                  <a:gd name="csY107" fmla="*/ 148481 h 443699"/>
                  <a:gd name="csX108" fmla="*/ 686463 w 913595"/>
                  <a:gd name="csY108" fmla="*/ 441378 h 443699"/>
                  <a:gd name="csX109" fmla="*/ 909590 w 913595"/>
                  <a:gd name="csY109" fmla="*/ 194854 h 443699"/>
                  <a:gd name="csX110" fmla="*/ 686463 w 913595"/>
                  <a:gd name="csY110" fmla="*/ 441378 h 443699"/>
                  <a:gd name="csX111" fmla="*/ 909590 w 913595"/>
                  <a:gd name="csY111" fmla="*/ 194854 h 443699"/>
                  <a:gd name="csX112" fmla="*/ 729093 w 913595"/>
                  <a:gd name="csY112" fmla="*/ 438475 h 443699"/>
                  <a:gd name="csX113" fmla="*/ 912538 w 913595"/>
                  <a:gd name="csY113" fmla="*/ 235856 h 443699"/>
                  <a:gd name="csX114" fmla="*/ 729093 w 913595"/>
                  <a:gd name="csY114" fmla="*/ 438475 h 443699"/>
                  <a:gd name="csX115" fmla="*/ 912538 w 913595"/>
                  <a:gd name="csY115" fmla="*/ 235856 h 443699"/>
                  <a:gd name="csX116" fmla="*/ 766810 w 913595"/>
                  <a:gd name="csY116" fmla="*/ 441087 h 443699"/>
                  <a:gd name="csX117" fmla="*/ 910573 w 913595"/>
                  <a:gd name="csY117" fmla="*/ 282302 h 443699"/>
                  <a:gd name="csX118" fmla="*/ 766810 w 913595"/>
                  <a:gd name="csY118" fmla="*/ 441087 h 443699"/>
                  <a:gd name="csX119" fmla="*/ 910573 w 913595"/>
                  <a:gd name="csY119" fmla="*/ 282302 h 443699"/>
                  <a:gd name="csX120" fmla="*/ 804451 w 913595"/>
                  <a:gd name="csY120" fmla="*/ 443700 h 443699"/>
                  <a:gd name="csX121" fmla="*/ 913596 w 913595"/>
                  <a:gd name="csY121" fmla="*/ 323232 h 443699"/>
                  <a:gd name="csX122" fmla="*/ 804451 w 913595"/>
                  <a:gd name="csY122" fmla="*/ 443700 h 443699"/>
                  <a:gd name="csX123" fmla="*/ 913596 w 913595"/>
                  <a:gd name="csY123" fmla="*/ 323232 h 443699"/>
                  <a:gd name="csX124" fmla="*/ 847157 w 913595"/>
                  <a:gd name="csY124" fmla="*/ 440870 h 443699"/>
                  <a:gd name="csX125" fmla="*/ 911631 w 913595"/>
                  <a:gd name="csY125" fmla="*/ 369677 h 443699"/>
                  <a:gd name="csX126" fmla="*/ 847157 w 913595"/>
                  <a:gd name="csY126" fmla="*/ 440870 h 443699"/>
                  <a:gd name="csX127" fmla="*/ 911631 w 913595"/>
                  <a:gd name="csY127" fmla="*/ 369677 h 443699"/>
                  <a:gd name="csX128" fmla="*/ 884798 w 913595"/>
                  <a:gd name="csY128" fmla="*/ 443482 h 443699"/>
                  <a:gd name="csX129" fmla="*/ 909590 w 913595"/>
                  <a:gd name="csY129" fmla="*/ 416050 h 443699"/>
                  <a:gd name="csX130" fmla="*/ 884798 w 913595"/>
                  <a:gd name="csY130" fmla="*/ 443482 h 443699"/>
                  <a:gd name="csX131" fmla="*/ 909590 w 913595"/>
                  <a:gd name="csY131" fmla="*/ 416050 h 4436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</a:cxnLst>
                <a:rect l="l" t="t" r="r" b="b"/>
                <a:pathLst>
                  <a:path w="913595" h="443699">
                    <a:moveTo>
                      <a:pt x="907" y="3847"/>
                    </a:moveTo>
                    <a:cubicBezTo>
                      <a:pt x="907" y="3847"/>
                      <a:pt x="907" y="3847"/>
                      <a:pt x="907" y="3847"/>
                    </a:cubicBezTo>
                    <a:moveTo>
                      <a:pt x="907" y="3847"/>
                    </a:moveTo>
                    <a:cubicBezTo>
                      <a:pt x="907" y="3847"/>
                      <a:pt x="907" y="3847"/>
                      <a:pt x="907" y="3847"/>
                    </a:cubicBezTo>
                    <a:moveTo>
                      <a:pt x="3931" y="44777"/>
                    </a:moveTo>
                    <a:cubicBezTo>
                      <a:pt x="9902" y="35923"/>
                      <a:pt x="26153" y="24166"/>
                      <a:pt x="43613" y="944"/>
                    </a:cubicBezTo>
                    <a:moveTo>
                      <a:pt x="3931" y="44777"/>
                    </a:moveTo>
                    <a:cubicBezTo>
                      <a:pt x="17234" y="32077"/>
                      <a:pt x="27740" y="22933"/>
                      <a:pt x="43613" y="944"/>
                    </a:cubicBezTo>
                    <a:moveTo>
                      <a:pt x="1966" y="91222"/>
                    </a:moveTo>
                    <a:cubicBezTo>
                      <a:pt x="25473" y="55009"/>
                      <a:pt x="70824" y="36721"/>
                      <a:pt x="81254" y="3556"/>
                    </a:cubicBezTo>
                    <a:moveTo>
                      <a:pt x="1966" y="91222"/>
                    </a:moveTo>
                    <a:cubicBezTo>
                      <a:pt x="24339" y="60524"/>
                      <a:pt x="53212" y="30262"/>
                      <a:pt x="81254" y="3556"/>
                    </a:cubicBezTo>
                    <a:moveTo>
                      <a:pt x="1" y="137668"/>
                    </a:moveTo>
                    <a:cubicBezTo>
                      <a:pt x="44596" y="90787"/>
                      <a:pt x="110506" y="32149"/>
                      <a:pt x="123960" y="726"/>
                    </a:cubicBezTo>
                    <a:moveTo>
                      <a:pt x="1" y="137668"/>
                    </a:moveTo>
                    <a:cubicBezTo>
                      <a:pt x="30234" y="101673"/>
                      <a:pt x="75812" y="61323"/>
                      <a:pt x="123960" y="726"/>
                    </a:cubicBezTo>
                    <a:moveTo>
                      <a:pt x="2948" y="178598"/>
                    </a:moveTo>
                    <a:cubicBezTo>
                      <a:pt x="43462" y="130991"/>
                      <a:pt x="81028" y="95649"/>
                      <a:pt x="161601" y="3338"/>
                    </a:cubicBezTo>
                    <a:moveTo>
                      <a:pt x="2948" y="178598"/>
                    </a:moveTo>
                    <a:cubicBezTo>
                      <a:pt x="72335" y="107696"/>
                      <a:pt x="133861" y="31859"/>
                      <a:pt x="161601" y="3338"/>
                    </a:cubicBezTo>
                    <a:moveTo>
                      <a:pt x="983" y="225043"/>
                    </a:moveTo>
                    <a:cubicBezTo>
                      <a:pt x="39002" y="187742"/>
                      <a:pt x="81254" y="139264"/>
                      <a:pt x="204307" y="436"/>
                    </a:cubicBezTo>
                    <a:moveTo>
                      <a:pt x="983" y="225043"/>
                    </a:moveTo>
                    <a:cubicBezTo>
                      <a:pt x="53212" y="174824"/>
                      <a:pt x="86621" y="129104"/>
                      <a:pt x="204307" y="436"/>
                    </a:cubicBezTo>
                    <a:moveTo>
                      <a:pt x="3931" y="265973"/>
                    </a:moveTo>
                    <a:cubicBezTo>
                      <a:pt x="54346" y="207045"/>
                      <a:pt x="120861" y="134039"/>
                      <a:pt x="241948" y="3048"/>
                    </a:cubicBezTo>
                    <a:moveTo>
                      <a:pt x="3931" y="265973"/>
                    </a:moveTo>
                    <a:cubicBezTo>
                      <a:pt x="91761" y="167639"/>
                      <a:pt x="172107" y="83385"/>
                      <a:pt x="241948" y="3048"/>
                    </a:cubicBezTo>
                    <a:moveTo>
                      <a:pt x="1966" y="312419"/>
                    </a:moveTo>
                    <a:cubicBezTo>
                      <a:pt x="82615" y="207844"/>
                      <a:pt x="172485" y="125766"/>
                      <a:pt x="284653" y="218"/>
                    </a:cubicBezTo>
                    <a:moveTo>
                      <a:pt x="1966" y="312419"/>
                    </a:moveTo>
                    <a:cubicBezTo>
                      <a:pt x="106122" y="202038"/>
                      <a:pt x="205138" y="87666"/>
                      <a:pt x="284653" y="218"/>
                    </a:cubicBezTo>
                    <a:moveTo>
                      <a:pt x="1" y="358864"/>
                    </a:moveTo>
                    <a:cubicBezTo>
                      <a:pt x="105819" y="228672"/>
                      <a:pt x="211260" y="113574"/>
                      <a:pt x="322295" y="2831"/>
                    </a:cubicBezTo>
                    <a:moveTo>
                      <a:pt x="1" y="358864"/>
                    </a:moveTo>
                    <a:cubicBezTo>
                      <a:pt x="79818" y="260748"/>
                      <a:pt x="160089" y="175259"/>
                      <a:pt x="322295" y="2831"/>
                    </a:cubicBezTo>
                    <a:moveTo>
                      <a:pt x="2948" y="399794"/>
                    </a:moveTo>
                    <a:cubicBezTo>
                      <a:pt x="109447" y="260167"/>
                      <a:pt x="238169" y="143183"/>
                      <a:pt x="365000" y="1"/>
                    </a:cubicBezTo>
                    <a:moveTo>
                      <a:pt x="2948" y="399794"/>
                    </a:moveTo>
                    <a:cubicBezTo>
                      <a:pt x="134768" y="262490"/>
                      <a:pt x="258879" y="120759"/>
                      <a:pt x="365000" y="1"/>
                    </a:cubicBezTo>
                    <a:moveTo>
                      <a:pt x="5972" y="440724"/>
                    </a:moveTo>
                    <a:cubicBezTo>
                      <a:pt x="121617" y="295365"/>
                      <a:pt x="276717" y="157915"/>
                      <a:pt x="402642" y="2613"/>
                    </a:cubicBezTo>
                    <a:moveTo>
                      <a:pt x="5972" y="440724"/>
                    </a:moveTo>
                    <a:cubicBezTo>
                      <a:pt x="126832" y="303855"/>
                      <a:pt x="246483" y="181428"/>
                      <a:pt x="402642" y="2613"/>
                    </a:cubicBezTo>
                    <a:moveTo>
                      <a:pt x="43689" y="443337"/>
                    </a:moveTo>
                    <a:cubicBezTo>
                      <a:pt x="173846" y="274464"/>
                      <a:pt x="326754" y="110526"/>
                      <a:pt x="440358" y="5225"/>
                    </a:cubicBezTo>
                    <a:moveTo>
                      <a:pt x="43689" y="443337"/>
                    </a:moveTo>
                    <a:cubicBezTo>
                      <a:pt x="162962" y="310895"/>
                      <a:pt x="270897" y="189411"/>
                      <a:pt x="440358" y="5225"/>
                    </a:cubicBezTo>
                    <a:moveTo>
                      <a:pt x="86318" y="440507"/>
                    </a:moveTo>
                    <a:cubicBezTo>
                      <a:pt x="163188" y="338109"/>
                      <a:pt x="273920" y="229833"/>
                      <a:pt x="482988" y="2323"/>
                    </a:cubicBezTo>
                    <a:moveTo>
                      <a:pt x="86318" y="440507"/>
                    </a:moveTo>
                    <a:cubicBezTo>
                      <a:pt x="237715" y="269820"/>
                      <a:pt x="405212" y="102471"/>
                      <a:pt x="482988" y="2323"/>
                    </a:cubicBezTo>
                    <a:moveTo>
                      <a:pt x="124035" y="443119"/>
                    </a:moveTo>
                    <a:cubicBezTo>
                      <a:pt x="197126" y="359880"/>
                      <a:pt x="280647" y="240356"/>
                      <a:pt x="520705" y="4935"/>
                    </a:cubicBezTo>
                    <a:moveTo>
                      <a:pt x="124035" y="443119"/>
                    </a:moveTo>
                    <a:cubicBezTo>
                      <a:pt x="243686" y="305815"/>
                      <a:pt x="368553" y="167349"/>
                      <a:pt x="520705" y="4935"/>
                    </a:cubicBezTo>
                    <a:moveTo>
                      <a:pt x="166665" y="440216"/>
                    </a:moveTo>
                    <a:cubicBezTo>
                      <a:pt x="283897" y="280995"/>
                      <a:pt x="412997" y="154577"/>
                      <a:pt x="563335" y="2105"/>
                    </a:cubicBezTo>
                    <a:moveTo>
                      <a:pt x="166665" y="440216"/>
                    </a:moveTo>
                    <a:cubicBezTo>
                      <a:pt x="241116" y="357122"/>
                      <a:pt x="335598" y="255668"/>
                      <a:pt x="563335" y="2105"/>
                    </a:cubicBezTo>
                    <a:moveTo>
                      <a:pt x="204382" y="442829"/>
                    </a:moveTo>
                    <a:cubicBezTo>
                      <a:pt x="323353" y="309226"/>
                      <a:pt x="438393" y="185274"/>
                      <a:pt x="601052" y="4717"/>
                    </a:cubicBezTo>
                    <a:moveTo>
                      <a:pt x="204382" y="442829"/>
                    </a:moveTo>
                    <a:cubicBezTo>
                      <a:pt x="295235" y="348124"/>
                      <a:pt x="385030" y="252402"/>
                      <a:pt x="601052" y="4717"/>
                    </a:cubicBezTo>
                    <a:moveTo>
                      <a:pt x="247012" y="439999"/>
                    </a:moveTo>
                    <a:cubicBezTo>
                      <a:pt x="396670" y="258063"/>
                      <a:pt x="554945" y="115098"/>
                      <a:pt x="643682" y="1815"/>
                    </a:cubicBezTo>
                    <a:moveTo>
                      <a:pt x="247012" y="439999"/>
                    </a:moveTo>
                    <a:cubicBezTo>
                      <a:pt x="382460" y="291155"/>
                      <a:pt x="506495" y="154141"/>
                      <a:pt x="643682" y="1815"/>
                    </a:cubicBezTo>
                    <a:moveTo>
                      <a:pt x="284729" y="442611"/>
                    </a:moveTo>
                    <a:cubicBezTo>
                      <a:pt x="404833" y="300662"/>
                      <a:pt x="512315" y="173518"/>
                      <a:pt x="681399" y="4427"/>
                    </a:cubicBezTo>
                    <a:moveTo>
                      <a:pt x="284729" y="442611"/>
                    </a:moveTo>
                    <a:cubicBezTo>
                      <a:pt x="359709" y="358066"/>
                      <a:pt x="445045" y="254217"/>
                      <a:pt x="681399" y="4427"/>
                    </a:cubicBezTo>
                    <a:moveTo>
                      <a:pt x="327359" y="439708"/>
                    </a:moveTo>
                    <a:cubicBezTo>
                      <a:pt x="423579" y="338254"/>
                      <a:pt x="534235" y="231139"/>
                      <a:pt x="724029" y="1597"/>
                    </a:cubicBezTo>
                    <a:moveTo>
                      <a:pt x="327359" y="439708"/>
                    </a:moveTo>
                    <a:cubicBezTo>
                      <a:pt x="454720" y="303565"/>
                      <a:pt x="572935" y="166623"/>
                      <a:pt x="724029" y="1597"/>
                    </a:cubicBezTo>
                    <a:moveTo>
                      <a:pt x="365076" y="442321"/>
                    </a:moveTo>
                    <a:cubicBezTo>
                      <a:pt x="521763" y="265901"/>
                      <a:pt x="656909" y="129394"/>
                      <a:pt x="761746" y="4209"/>
                    </a:cubicBezTo>
                    <a:moveTo>
                      <a:pt x="365076" y="442321"/>
                    </a:moveTo>
                    <a:cubicBezTo>
                      <a:pt x="504908" y="288688"/>
                      <a:pt x="643758" y="129830"/>
                      <a:pt x="761746" y="4209"/>
                    </a:cubicBezTo>
                    <a:moveTo>
                      <a:pt x="407706" y="439491"/>
                    </a:moveTo>
                    <a:cubicBezTo>
                      <a:pt x="573010" y="258063"/>
                      <a:pt x="704226" y="115606"/>
                      <a:pt x="804376" y="1307"/>
                    </a:cubicBezTo>
                    <a:moveTo>
                      <a:pt x="407706" y="439491"/>
                    </a:moveTo>
                    <a:cubicBezTo>
                      <a:pt x="483668" y="353131"/>
                      <a:pt x="575882" y="269529"/>
                      <a:pt x="804376" y="1307"/>
                    </a:cubicBezTo>
                    <a:moveTo>
                      <a:pt x="445422" y="442103"/>
                    </a:moveTo>
                    <a:cubicBezTo>
                      <a:pt x="574749" y="298993"/>
                      <a:pt x="712842" y="142312"/>
                      <a:pt x="842093" y="3919"/>
                    </a:cubicBezTo>
                    <a:moveTo>
                      <a:pt x="445422" y="442103"/>
                    </a:moveTo>
                    <a:cubicBezTo>
                      <a:pt x="577470" y="299574"/>
                      <a:pt x="702185" y="173082"/>
                      <a:pt x="842093" y="3919"/>
                    </a:cubicBezTo>
                    <a:moveTo>
                      <a:pt x="488052" y="439273"/>
                    </a:moveTo>
                    <a:cubicBezTo>
                      <a:pt x="614506" y="286148"/>
                      <a:pt x="758722" y="121049"/>
                      <a:pt x="884723" y="1089"/>
                    </a:cubicBezTo>
                    <a:moveTo>
                      <a:pt x="488052" y="439273"/>
                    </a:moveTo>
                    <a:cubicBezTo>
                      <a:pt x="578981" y="341665"/>
                      <a:pt x="664317" y="235058"/>
                      <a:pt x="884723" y="1089"/>
                    </a:cubicBezTo>
                    <a:moveTo>
                      <a:pt x="525769" y="441886"/>
                    </a:moveTo>
                    <a:cubicBezTo>
                      <a:pt x="637786" y="315394"/>
                      <a:pt x="765071" y="185274"/>
                      <a:pt x="912538" y="14660"/>
                    </a:cubicBezTo>
                    <a:moveTo>
                      <a:pt x="525769" y="441886"/>
                    </a:moveTo>
                    <a:cubicBezTo>
                      <a:pt x="621838" y="338544"/>
                      <a:pt x="719116" y="218512"/>
                      <a:pt x="912538" y="14660"/>
                    </a:cubicBezTo>
                    <a:moveTo>
                      <a:pt x="568399" y="438983"/>
                    </a:moveTo>
                    <a:cubicBezTo>
                      <a:pt x="705359" y="314015"/>
                      <a:pt x="811027" y="157407"/>
                      <a:pt x="910573" y="61105"/>
                    </a:cubicBezTo>
                    <a:moveTo>
                      <a:pt x="568399" y="438983"/>
                    </a:moveTo>
                    <a:cubicBezTo>
                      <a:pt x="675730" y="312273"/>
                      <a:pt x="796364" y="184258"/>
                      <a:pt x="910573" y="61105"/>
                    </a:cubicBezTo>
                    <a:moveTo>
                      <a:pt x="606116" y="441595"/>
                    </a:moveTo>
                    <a:cubicBezTo>
                      <a:pt x="703470" y="313725"/>
                      <a:pt x="821987" y="193765"/>
                      <a:pt x="913520" y="102035"/>
                    </a:cubicBezTo>
                    <a:moveTo>
                      <a:pt x="606116" y="441595"/>
                    </a:moveTo>
                    <a:cubicBezTo>
                      <a:pt x="699388" y="345003"/>
                      <a:pt x="799387" y="240065"/>
                      <a:pt x="913520" y="102035"/>
                    </a:cubicBezTo>
                    <a:moveTo>
                      <a:pt x="648746" y="438765"/>
                    </a:moveTo>
                    <a:cubicBezTo>
                      <a:pt x="712086" y="349140"/>
                      <a:pt x="802184" y="266481"/>
                      <a:pt x="911555" y="148481"/>
                    </a:cubicBezTo>
                    <a:moveTo>
                      <a:pt x="648746" y="438765"/>
                    </a:moveTo>
                    <a:cubicBezTo>
                      <a:pt x="745041" y="325046"/>
                      <a:pt x="854413" y="203490"/>
                      <a:pt x="911555" y="148481"/>
                    </a:cubicBezTo>
                    <a:moveTo>
                      <a:pt x="686463" y="441378"/>
                    </a:moveTo>
                    <a:cubicBezTo>
                      <a:pt x="764467" y="354800"/>
                      <a:pt x="837406" y="258426"/>
                      <a:pt x="909590" y="194854"/>
                    </a:cubicBezTo>
                    <a:moveTo>
                      <a:pt x="686463" y="441378"/>
                    </a:moveTo>
                    <a:cubicBezTo>
                      <a:pt x="751693" y="364452"/>
                      <a:pt x="817830" y="287382"/>
                      <a:pt x="909590" y="194854"/>
                    </a:cubicBezTo>
                    <a:moveTo>
                      <a:pt x="729093" y="438475"/>
                    </a:moveTo>
                    <a:cubicBezTo>
                      <a:pt x="784270" y="388691"/>
                      <a:pt x="827126" y="330344"/>
                      <a:pt x="912538" y="235856"/>
                    </a:cubicBezTo>
                    <a:moveTo>
                      <a:pt x="729093" y="438475"/>
                    </a:moveTo>
                    <a:cubicBezTo>
                      <a:pt x="775578" y="385425"/>
                      <a:pt x="825388" y="338689"/>
                      <a:pt x="912538" y="235856"/>
                    </a:cubicBezTo>
                    <a:moveTo>
                      <a:pt x="766810" y="441087"/>
                    </a:moveTo>
                    <a:cubicBezTo>
                      <a:pt x="827051" y="388110"/>
                      <a:pt x="861669" y="325627"/>
                      <a:pt x="910573" y="282302"/>
                    </a:cubicBezTo>
                    <a:moveTo>
                      <a:pt x="766810" y="441087"/>
                    </a:moveTo>
                    <a:cubicBezTo>
                      <a:pt x="805887" y="392972"/>
                      <a:pt x="845116" y="363726"/>
                      <a:pt x="910573" y="282302"/>
                    </a:cubicBezTo>
                    <a:moveTo>
                      <a:pt x="804451" y="443700"/>
                    </a:moveTo>
                    <a:cubicBezTo>
                      <a:pt x="822365" y="398561"/>
                      <a:pt x="878298" y="387675"/>
                      <a:pt x="913596" y="323232"/>
                    </a:cubicBezTo>
                    <a:moveTo>
                      <a:pt x="804451" y="443700"/>
                    </a:moveTo>
                    <a:cubicBezTo>
                      <a:pt x="835895" y="406543"/>
                      <a:pt x="854035" y="380781"/>
                      <a:pt x="913596" y="323232"/>
                    </a:cubicBezTo>
                    <a:moveTo>
                      <a:pt x="847157" y="440870"/>
                    </a:moveTo>
                    <a:cubicBezTo>
                      <a:pt x="872553" y="418082"/>
                      <a:pt x="885403" y="405164"/>
                      <a:pt x="911631" y="369677"/>
                    </a:cubicBezTo>
                    <a:moveTo>
                      <a:pt x="847157" y="440870"/>
                    </a:moveTo>
                    <a:cubicBezTo>
                      <a:pt x="865826" y="418227"/>
                      <a:pt x="888653" y="397762"/>
                      <a:pt x="911631" y="369677"/>
                    </a:cubicBezTo>
                    <a:moveTo>
                      <a:pt x="884798" y="443482"/>
                    </a:moveTo>
                    <a:cubicBezTo>
                      <a:pt x="891147" y="437314"/>
                      <a:pt x="895229" y="432378"/>
                      <a:pt x="909590" y="416050"/>
                    </a:cubicBezTo>
                    <a:moveTo>
                      <a:pt x="884798" y="443482"/>
                    </a:moveTo>
                    <a:cubicBezTo>
                      <a:pt x="892659" y="435281"/>
                      <a:pt x="899310" y="427371"/>
                      <a:pt x="909590" y="416050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09" name="شكل حر: شكل 66">
                <a:extLst>
                  <a:ext uri="{FF2B5EF4-FFF2-40B4-BE49-F238E27FC236}">
                    <a16:creationId xmlns:a16="http://schemas.microsoft.com/office/drawing/2014/main" id="{E9767795-0679-38BD-A629-F76BC661122D}"/>
                  </a:ext>
                </a:extLst>
              </p:cNvPr>
              <p:cNvSpPr/>
              <p:nvPr/>
            </p:nvSpPr>
            <p:spPr>
              <a:xfrm>
                <a:off x="6588574" y="5475298"/>
                <a:ext cx="914224" cy="439974"/>
              </a:xfrm>
              <a:custGeom>
                <a:avLst/>
                <a:gdLst>
                  <a:gd name="csX0" fmla="*/ 6286 w 914224"/>
                  <a:gd name="csY0" fmla="*/ 1549 h 439974"/>
                  <a:gd name="csX1" fmla="*/ 913306 w 914224"/>
                  <a:gd name="csY1" fmla="*/ 1549 h 439974"/>
                  <a:gd name="csX2" fmla="*/ 6286 w 914224"/>
                  <a:gd name="csY2" fmla="*/ 1549 h 439974"/>
                  <a:gd name="csX3" fmla="*/ 913306 w 914224"/>
                  <a:gd name="csY3" fmla="*/ 1549 h 439974"/>
                  <a:gd name="csX4" fmla="*/ 913306 w 914224"/>
                  <a:gd name="csY4" fmla="*/ 1549 h 439974"/>
                  <a:gd name="csX5" fmla="*/ 913306 w 914224"/>
                  <a:gd name="csY5" fmla="*/ 436975 h 439974"/>
                  <a:gd name="csX6" fmla="*/ 913306 w 914224"/>
                  <a:gd name="csY6" fmla="*/ 1549 h 439974"/>
                  <a:gd name="csX7" fmla="*/ 913306 w 914224"/>
                  <a:gd name="csY7" fmla="*/ 436975 h 439974"/>
                  <a:gd name="csX8" fmla="*/ 913306 w 914224"/>
                  <a:gd name="csY8" fmla="*/ 436975 h 439974"/>
                  <a:gd name="csX9" fmla="*/ 6286 w 914224"/>
                  <a:gd name="csY9" fmla="*/ 436975 h 439974"/>
                  <a:gd name="csX10" fmla="*/ 913306 w 914224"/>
                  <a:gd name="csY10" fmla="*/ 436975 h 439974"/>
                  <a:gd name="csX11" fmla="*/ 6286 w 914224"/>
                  <a:gd name="csY11" fmla="*/ 436975 h 439974"/>
                  <a:gd name="csX12" fmla="*/ 6286 w 914224"/>
                  <a:gd name="csY12" fmla="*/ 436975 h 439974"/>
                  <a:gd name="csX13" fmla="*/ 6286 w 914224"/>
                  <a:gd name="csY13" fmla="*/ 1549 h 439974"/>
                  <a:gd name="csX14" fmla="*/ 6286 w 914224"/>
                  <a:gd name="csY14" fmla="*/ 436975 h 439974"/>
                  <a:gd name="csX15" fmla="*/ 6286 w 914224"/>
                  <a:gd name="csY15" fmla="*/ 1549 h 4399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4224" h="439974">
                    <a:moveTo>
                      <a:pt x="6286" y="1549"/>
                    </a:moveTo>
                    <a:cubicBezTo>
                      <a:pt x="303864" y="-5345"/>
                      <a:pt x="602500" y="13741"/>
                      <a:pt x="913306" y="1549"/>
                    </a:cubicBezTo>
                    <a:moveTo>
                      <a:pt x="6286" y="1549"/>
                    </a:moveTo>
                    <a:cubicBezTo>
                      <a:pt x="364181" y="7935"/>
                      <a:pt x="706883" y="14757"/>
                      <a:pt x="913306" y="1549"/>
                    </a:cubicBezTo>
                    <a:moveTo>
                      <a:pt x="913306" y="1549"/>
                    </a:moveTo>
                    <a:cubicBezTo>
                      <a:pt x="916404" y="156488"/>
                      <a:pt x="910433" y="324853"/>
                      <a:pt x="913306" y="436975"/>
                    </a:cubicBezTo>
                    <a:moveTo>
                      <a:pt x="913306" y="1549"/>
                    </a:moveTo>
                    <a:cubicBezTo>
                      <a:pt x="914212" y="124049"/>
                      <a:pt x="904764" y="232180"/>
                      <a:pt x="913306" y="436975"/>
                    </a:cubicBezTo>
                    <a:moveTo>
                      <a:pt x="913306" y="436975"/>
                    </a:moveTo>
                    <a:cubicBezTo>
                      <a:pt x="713005" y="432693"/>
                      <a:pt x="478314" y="442273"/>
                      <a:pt x="6286" y="436975"/>
                    </a:cubicBezTo>
                    <a:moveTo>
                      <a:pt x="913306" y="436975"/>
                    </a:moveTo>
                    <a:cubicBezTo>
                      <a:pt x="576045" y="443724"/>
                      <a:pt x="230244" y="436975"/>
                      <a:pt x="6286" y="436975"/>
                    </a:cubicBezTo>
                    <a:moveTo>
                      <a:pt x="6286" y="436975"/>
                    </a:moveTo>
                    <a:cubicBezTo>
                      <a:pt x="5530" y="345681"/>
                      <a:pt x="-7471" y="259466"/>
                      <a:pt x="6286" y="1549"/>
                    </a:cubicBezTo>
                    <a:moveTo>
                      <a:pt x="6286" y="436975"/>
                    </a:moveTo>
                    <a:cubicBezTo>
                      <a:pt x="6135" y="295317"/>
                      <a:pt x="13089" y="158956"/>
                      <a:pt x="6286" y="1549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06" name="صورة 67">
              <a:extLst>
                <a:ext uri="{FF2B5EF4-FFF2-40B4-BE49-F238E27FC236}">
                  <a16:creationId xmlns:a16="http://schemas.microsoft.com/office/drawing/2014/main" id="{A29CD55A-074A-57B9-921F-328D2ACC5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598639" y="5643760"/>
              <a:ext cx="891902" cy="123370"/>
            </a:xfrm>
            <a:custGeom>
              <a:avLst/>
              <a:gdLst>
                <a:gd name="csX0" fmla="*/ 0 w 891902"/>
                <a:gd name="csY0" fmla="*/ 0 h 123370"/>
                <a:gd name="csX1" fmla="*/ 891903 w 891902"/>
                <a:gd name="csY1" fmla="*/ 0 h 123370"/>
                <a:gd name="csX2" fmla="*/ 891903 w 891902"/>
                <a:gd name="csY2" fmla="*/ 123371 h 123370"/>
                <a:gd name="csX3" fmla="*/ 0 w 89190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0" y="0"/>
                  </a:moveTo>
                  <a:lnTo>
                    <a:pt x="891903" y="0"/>
                  </a:lnTo>
                  <a:lnTo>
                    <a:pt x="89190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610" name="!!رسم 9">
            <a:extLst>
              <a:ext uri="{FF2B5EF4-FFF2-40B4-BE49-F238E27FC236}">
                <a16:creationId xmlns:a16="http://schemas.microsoft.com/office/drawing/2014/main" id="{70D81C64-9E17-0CB2-5C84-88EAC7747EAC}"/>
              </a:ext>
            </a:extLst>
          </p:cNvPr>
          <p:cNvGrpSpPr/>
          <p:nvPr/>
        </p:nvGrpSpPr>
        <p:grpSpPr>
          <a:xfrm>
            <a:off x="4636298" y="1805073"/>
            <a:ext cx="920431" cy="602557"/>
            <a:chOff x="5306858" y="1461056"/>
            <a:chExt cx="920431" cy="602557"/>
          </a:xfrm>
          <a:noFill/>
        </p:grpSpPr>
        <p:grpSp>
          <p:nvGrpSpPr>
            <p:cNvPr id="1611" name="رسم 9">
              <a:extLst>
                <a:ext uri="{FF2B5EF4-FFF2-40B4-BE49-F238E27FC236}">
                  <a16:creationId xmlns:a16="http://schemas.microsoft.com/office/drawing/2014/main" id="{D8BC0BF8-8330-D979-A457-CCA78ED58E3E}"/>
                </a:ext>
              </a:extLst>
            </p:cNvPr>
            <p:cNvGrpSpPr/>
            <p:nvPr/>
          </p:nvGrpSpPr>
          <p:grpSpPr>
            <a:xfrm>
              <a:off x="5306858" y="1461056"/>
              <a:ext cx="920431" cy="602557"/>
              <a:chOff x="5306858" y="1461056"/>
              <a:chExt cx="920431" cy="602557"/>
            </a:xfrm>
            <a:noFill/>
          </p:grpSpPr>
          <p:sp>
            <p:nvSpPr>
              <p:cNvPr id="1613" name="مستطيل 70">
                <a:extLst>
                  <a:ext uri="{FF2B5EF4-FFF2-40B4-BE49-F238E27FC236}">
                    <a16:creationId xmlns:a16="http://schemas.microsoft.com/office/drawing/2014/main" id="{6CDD3119-126D-2380-7D87-B063835D53CA}"/>
                  </a:ext>
                </a:extLst>
              </p:cNvPr>
              <p:cNvSpPr/>
              <p:nvPr/>
            </p:nvSpPr>
            <p:spPr>
              <a:xfrm>
                <a:off x="5309915" y="1463668"/>
                <a:ext cx="907019" cy="58056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4" name="شكل حر: شكل 71">
                <a:extLst>
                  <a:ext uri="{FF2B5EF4-FFF2-40B4-BE49-F238E27FC236}">
                    <a16:creationId xmlns:a16="http://schemas.microsoft.com/office/drawing/2014/main" id="{CD83EFFD-04CE-B966-9C59-17249C8A6250}"/>
                  </a:ext>
                </a:extLst>
              </p:cNvPr>
              <p:cNvSpPr/>
              <p:nvPr/>
            </p:nvSpPr>
            <p:spPr>
              <a:xfrm>
                <a:off x="5307723" y="1461056"/>
                <a:ext cx="919566" cy="602557"/>
              </a:xfrm>
              <a:custGeom>
                <a:avLst/>
                <a:gdLst>
                  <a:gd name="csX0" fmla="*/ 1966 w 919566"/>
                  <a:gd name="csY0" fmla="*/ 2903 h 602557"/>
                  <a:gd name="csX1" fmla="*/ 1966 w 919566"/>
                  <a:gd name="csY1" fmla="*/ 2903 h 602557"/>
                  <a:gd name="csX2" fmla="*/ 1966 w 919566"/>
                  <a:gd name="csY2" fmla="*/ 2903 h 602557"/>
                  <a:gd name="csX3" fmla="*/ 1966 w 919566"/>
                  <a:gd name="csY3" fmla="*/ 2903 h 602557"/>
                  <a:gd name="csX4" fmla="*/ 1 w 919566"/>
                  <a:gd name="csY4" fmla="*/ 49276 h 602557"/>
                  <a:gd name="csX5" fmla="*/ 44596 w 919566"/>
                  <a:gd name="csY5" fmla="*/ 1 h 602557"/>
                  <a:gd name="csX6" fmla="*/ 1 w 919566"/>
                  <a:gd name="csY6" fmla="*/ 49276 h 602557"/>
                  <a:gd name="csX7" fmla="*/ 44596 w 919566"/>
                  <a:gd name="csY7" fmla="*/ 1 h 602557"/>
                  <a:gd name="csX8" fmla="*/ 2948 w 919566"/>
                  <a:gd name="csY8" fmla="*/ 90279 h 602557"/>
                  <a:gd name="csX9" fmla="*/ 82313 w 919566"/>
                  <a:gd name="csY9" fmla="*/ 2613 h 602557"/>
                  <a:gd name="csX10" fmla="*/ 2948 w 919566"/>
                  <a:gd name="csY10" fmla="*/ 90279 h 602557"/>
                  <a:gd name="csX11" fmla="*/ 82313 w 919566"/>
                  <a:gd name="csY11" fmla="*/ 2613 h 602557"/>
                  <a:gd name="csX12" fmla="*/ 983 w 919566"/>
                  <a:gd name="csY12" fmla="*/ 136652 h 602557"/>
                  <a:gd name="csX13" fmla="*/ 120029 w 919566"/>
                  <a:gd name="csY13" fmla="*/ 5226 h 602557"/>
                  <a:gd name="csX14" fmla="*/ 983 w 919566"/>
                  <a:gd name="csY14" fmla="*/ 136652 h 602557"/>
                  <a:gd name="csX15" fmla="*/ 120029 w 919566"/>
                  <a:gd name="csY15" fmla="*/ 5226 h 602557"/>
                  <a:gd name="csX16" fmla="*/ 4006 w 919566"/>
                  <a:gd name="csY16" fmla="*/ 177654 h 602557"/>
                  <a:gd name="csX17" fmla="*/ 162659 w 919566"/>
                  <a:gd name="csY17" fmla="*/ 2395 h 602557"/>
                  <a:gd name="csX18" fmla="*/ 4006 w 919566"/>
                  <a:gd name="csY18" fmla="*/ 177654 h 602557"/>
                  <a:gd name="csX19" fmla="*/ 162659 w 919566"/>
                  <a:gd name="csY19" fmla="*/ 2395 h 602557"/>
                  <a:gd name="csX20" fmla="*/ 1966 w 919566"/>
                  <a:gd name="csY20" fmla="*/ 224100 h 602557"/>
                  <a:gd name="csX21" fmla="*/ 200376 w 919566"/>
                  <a:gd name="csY21" fmla="*/ 5008 h 602557"/>
                  <a:gd name="csX22" fmla="*/ 1966 w 919566"/>
                  <a:gd name="csY22" fmla="*/ 224100 h 602557"/>
                  <a:gd name="csX23" fmla="*/ 200376 w 919566"/>
                  <a:gd name="csY23" fmla="*/ 5008 h 602557"/>
                  <a:gd name="csX24" fmla="*/ 1 w 919566"/>
                  <a:gd name="csY24" fmla="*/ 270473 h 602557"/>
                  <a:gd name="csX25" fmla="*/ 243006 w 919566"/>
                  <a:gd name="csY25" fmla="*/ 2105 h 602557"/>
                  <a:gd name="csX26" fmla="*/ 1 w 919566"/>
                  <a:gd name="csY26" fmla="*/ 270473 h 602557"/>
                  <a:gd name="csX27" fmla="*/ 243006 w 919566"/>
                  <a:gd name="csY27" fmla="*/ 2105 h 602557"/>
                  <a:gd name="csX28" fmla="*/ 3024 w 919566"/>
                  <a:gd name="csY28" fmla="*/ 311475 h 602557"/>
                  <a:gd name="csX29" fmla="*/ 280723 w 919566"/>
                  <a:gd name="csY29" fmla="*/ 4718 h 602557"/>
                  <a:gd name="csX30" fmla="*/ 3024 w 919566"/>
                  <a:gd name="csY30" fmla="*/ 311475 h 602557"/>
                  <a:gd name="csX31" fmla="*/ 280723 w 919566"/>
                  <a:gd name="csY31" fmla="*/ 4718 h 602557"/>
                  <a:gd name="csX32" fmla="*/ 1059 w 919566"/>
                  <a:gd name="csY32" fmla="*/ 357848 h 602557"/>
                  <a:gd name="csX33" fmla="*/ 323353 w 919566"/>
                  <a:gd name="csY33" fmla="*/ 1887 h 602557"/>
                  <a:gd name="csX34" fmla="*/ 1059 w 919566"/>
                  <a:gd name="csY34" fmla="*/ 357848 h 602557"/>
                  <a:gd name="csX35" fmla="*/ 323353 w 919566"/>
                  <a:gd name="csY35" fmla="*/ 1887 h 602557"/>
                  <a:gd name="csX36" fmla="*/ 4006 w 919566"/>
                  <a:gd name="csY36" fmla="*/ 398851 h 602557"/>
                  <a:gd name="csX37" fmla="*/ 361070 w 919566"/>
                  <a:gd name="csY37" fmla="*/ 4500 h 602557"/>
                  <a:gd name="csX38" fmla="*/ 4006 w 919566"/>
                  <a:gd name="csY38" fmla="*/ 398851 h 602557"/>
                  <a:gd name="csX39" fmla="*/ 361070 w 919566"/>
                  <a:gd name="csY39" fmla="*/ 4500 h 602557"/>
                  <a:gd name="csX40" fmla="*/ 2041 w 919566"/>
                  <a:gd name="csY40" fmla="*/ 445224 h 602557"/>
                  <a:gd name="csX41" fmla="*/ 403700 w 919566"/>
                  <a:gd name="csY41" fmla="*/ 1597 h 602557"/>
                  <a:gd name="csX42" fmla="*/ 2041 w 919566"/>
                  <a:gd name="csY42" fmla="*/ 445224 h 602557"/>
                  <a:gd name="csX43" fmla="*/ 403700 w 919566"/>
                  <a:gd name="csY43" fmla="*/ 1597 h 602557"/>
                  <a:gd name="csX44" fmla="*/ 76 w 919566"/>
                  <a:gd name="csY44" fmla="*/ 491669 h 602557"/>
                  <a:gd name="csX45" fmla="*/ 441417 w 919566"/>
                  <a:gd name="csY45" fmla="*/ 4210 h 602557"/>
                  <a:gd name="csX46" fmla="*/ 76 w 919566"/>
                  <a:gd name="csY46" fmla="*/ 491669 h 602557"/>
                  <a:gd name="csX47" fmla="*/ 441417 w 919566"/>
                  <a:gd name="csY47" fmla="*/ 4210 h 602557"/>
                  <a:gd name="csX48" fmla="*/ 3024 w 919566"/>
                  <a:gd name="csY48" fmla="*/ 532672 h 602557"/>
                  <a:gd name="csX49" fmla="*/ 484047 w 919566"/>
                  <a:gd name="csY49" fmla="*/ 1379 h 602557"/>
                  <a:gd name="csX50" fmla="*/ 3024 w 919566"/>
                  <a:gd name="csY50" fmla="*/ 532672 h 602557"/>
                  <a:gd name="csX51" fmla="*/ 484047 w 919566"/>
                  <a:gd name="csY51" fmla="*/ 1379 h 602557"/>
                  <a:gd name="csX52" fmla="*/ 1059 w 919566"/>
                  <a:gd name="csY52" fmla="*/ 579045 h 602557"/>
                  <a:gd name="csX53" fmla="*/ 521763 w 919566"/>
                  <a:gd name="csY53" fmla="*/ 3992 h 602557"/>
                  <a:gd name="csX54" fmla="*/ 1059 w 919566"/>
                  <a:gd name="csY54" fmla="*/ 579045 h 602557"/>
                  <a:gd name="csX55" fmla="*/ 521763 w 919566"/>
                  <a:gd name="csY55" fmla="*/ 3992 h 602557"/>
                  <a:gd name="csX56" fmla="*/ 23885 w 919566"/>
                  <a:gd name="csY56" fmla="*/ 598131 h 602557"/>
                  <a:gd name="csX57" fmla="*/ 564394 w 919566"/>
                  <a:gd name="csY57" fmla="*/ 1089 h 602557"/>
                  <a:gd name="csX58" fmla="*/ 23885 w 919566"/>
                  <a:gd name="csY58" fmla="*/ 598131 h 602557"/>
                  <a:gd name="csX59" fmla="*/ 564394 w 919566"/>
                  <a:gd name="csY59" fmla="*/ 1089 h 602557"/>
                  <a:gd name="csX60" fmla="*/ 61602 w 919566"/>
                  <a:gd name="csY60" fmla="*/ 600744 h 602557"/>
                  <a:gd name="csX61" fmla="*/ 602110 w 919566"/>
                  <a:gd name="csY61" fmla="*/ 3702 h 602557"/>
                  <a:gd name="csX62" fmla="*/ 61602 w 919566"/>
                  <a:gd name="csY62" fmla="*/ 600744 h 602557"/>
                  <a:gd name="csX63" fmla="*/ 602110 w 919566"/>
                  <a:gd name="csY63" fmla="*/ 3702 h 602557"/>
                  <a:gd name="csX64" fmla="*/ 104232 w 919566"/>
                  <a:gd name="csY64" fmla="*/ 597841 h 602557"/>
                  <a:gd name="csX65" fmla="*/ 644740 w 919566"/>
                  <a:gd name="csY65" fmla="*/ 871 h 602557"/>
                  <a:gd name="csX66" fmla="*/ 104232 w 919566"/>
                  <a:gd name="csY66" fmla="*/ 597841 h 602557"/>
                  <a:gd name="csX67" fmla="*/ 644740 w 919566"/>
                  <a:gd name="csY67" fmla="*/ 871 h 602557"/>
                  <a:gd name="csX68" fmla="*/ 141949 w 919566"/>
                  <a:gd name="csY68" fmla="*/ 600453 h 602557"/>
                  <a:gd name="csX69" fmla="*/ 682457 w 919566"/>
                  <a:gd name="csY69" fmla="*/ 3484 h 602557"/>
                  <a:gd name="csX70" fmla="*/ 141949 w 919566"/>
                  <a:gd name="csY70" fmla="*/ 600453 h 602557"/>
                  <a:gd name="csX71" fmla="*/ 682457 w 919566"/>
                  <a:gd name="csY71" fmla="*/ 3484 h 602557"/>
                  <a:gd name="csX72" fmla="*/ 184579 w 919566"/>
                  <a:gd name="csY72" fmla="*/ 597623 h 602557"/>
                  <a:gd name="csX73" fmla="*/ 725087 w 919566"/>
                  <a:gd name="csY73" fmla="*/ 654 h 602557"/>
                  <a:gd name="csX74" fmla="*/ 184579 w 919566"/>
                  <a:gd name="csY74" fmla="*/ 597623 h 602557"/>
                  <a:gd name="csX75" fmla="*/ 725087 w 919566"/>
                  <a:gd name="csY75" fmla="*/ 654 h 602557"/>
                  <a:gd name="csX76" fmla="*/ 222296 w 919566"/>
                  <a:gd name="csY76" fmla="*/ 600236 h 602557"/>
                  <a:gd name="csX77" fmla="*/ 762804 w 919566"/>
                  <a:gd name="csY77" fmla="*/ 3266 h 602557"/>
                  <a:gd name="csX78" fmla="*/ 222296 w 919566"/>
                  <a:gd name="csY78" fmla="*/ 600236 h 602557"/>
                  <a:gd name="csX79" fmla="*/ 762804 w 919566"/>
                  <a:gd name="csY79" fmla="*/ 3266 h 602557"/>
                  <a:gd name="csX80" fmla="*/ 264926 w 919566"/>
                  <a:gd name="csY80" fmla="*/ 597333 h 602557"/>
                  <a:gd name="csX81" fmla="*/ 805434 w 919566"/>
                  <a:gd name="csY81" fmla="*/ 363 h 602557"/>
                  <a:gd name="csX82" fmla="*/ 264926 w 919566"/>
                  <a:gd name="csY82" fmla="*/ 597333 h 602557"/>
                  <a:gd name="csX83" fmla="*/ 805434 w 919566"/>
                  <a:gd name="csY83" fmla="*/ 363 h 602557"/>
                  <a:gd name="csX84" fmla="*/ 302643 w 919566"/>
                  <a:gd name="csY84" fmla="*/ 599945 h 602557"/>
                  <a:gd name="csX85" fmla="*/ 843151 w 919566"/>
                  <a:gd name="csY85" fmla="*/ 2976 h 602557"/>
                  <a:gd name="csX86" fmla="*/ 302643 w 919566"/>
                  <a:gd name="csY86" fmla="*/ 599945 h 602557"/>
                  <a:gd name="csX87" fmla="*/ 843151 w 919566"/>
                  <a:gd name="csY87" fmla="*/ 2976 h 602557"/>
                  <a:gd name="csX88" fmla="*/ 340284 w 919566"/>
                  <a:gd name="csY88" fmla="*/ 602558 h 602557"/>
                  <a:gd name="csX89" fmla="*/ 885781 w 919566"/>
                  <a:gd name="csY89" fmla="*/ 146 h 602557"/>
                  <a:gd name="csX90" fmla="*/ 340284 w 919566"/>
                  <a:gd name="csY90" fmla="*/ 602558 h 602557"/>
                  <a:gd name="csX91" fmla="*/ 885781 w 919566"/>
                  <a:gd name="csY91" fmla="*/ 146 h 602557"/>
                  <a:gd name="csX92" fmla="*/ 382990 w 919566"/>
                  <a:gd name="csY92" fmla="*/ 599728 h 602557"/>
                  <a:gd name="csX93" fmla="*/ 918509 w 919566"/>
                  <a:gd name="csY93" fmla="*/ 8201 h 602557"/>
                  <a:gd name="csX94" fmla="*/ 382990 w 919566"/>
                  <a:gd name="csY94" fmla="*/ 599728 h 602557"/>
                  <a:gd name="csX95" fmla="*/ 918509 w 919566"/>
                  <a:gd name="csY95" fmla="*/ 8201 h 602557"/>
                  <a:gd name="csX96" fmla="*/ 420631 w 919566"/>
                  <a:gd name="csY96" fmla="*/ 602340 h 602557"/>
                  <a:gd name="csX97" fmla="*/ 916544 w 919566"/>
                  <a:gd name="csY97" fmla="*/ 54646 h 602557"/>
                  <a:gd name="csX98" fmla="*/ 420631 w 919566"/>
                  <a:gd name="csY98" fmla="*/ 602340 h 602557"/>
                  <a:gd name="csX99" fmla="*/ 916544 w 919566"/>
                  <a:gd name="csY99" fmla="*/ 54646 h 602557"/>
                  <a:gd name="csX100" fmla="*/ 463336 w 919566"/>
                  <a:gd name="csY100" fmla="*/ 599510 h 602557"/>
                  <a:gd name="csX101" fmla="*/ 919492 w 919566"/>
                  <a:gd name="csY101" fmla="*/ 95577 h 602557"/>
                  <a:gd name="csX102" fmla="*/ 463336 w 919566"/>
                  <a:gd name="csY102" fmla="*/ 599510 h 602557"/>
                  <a:gd name="csX103" fmla="*/ 919492 w 919566"/>
                  <a:gd name="csY103" fmla="*/ 95577 h 602557"/>
                  <a:gd name="csX104" fmla="*/ 500978 w 919566"/>
                  <a:gd name="csY104" fmla="*/ 602122 h 602557"/>
                  <a:gd name="csX105" fmla="*/ 917526 w 919566"/>
                  <a:gd name="csY105" fmla="*/ 142022 h 602557"/>
                  <a:gd name="csX106" fmla="*/ 500978 w 919566"/>
                  <a:gd name="csY106" fmla="*/ 602122 h 602557"/>
                  <a:gd name="csX107" fmla="*/ 917526 w 919566"/>
                  <a:gd name="csY107" fmla="*/ 142022 h 602557"/>
                  <a:gd name="csX108" fmla="*/ 543683 w 919566"/>
                  <a:gd name="csY108" fmla="*/ 599220 h 602557"/>
                  <a:gd name="csX109" fmla="*/ 915561 w 919566"/>
                  <a:gd name="csY109" fmla="*/ 188467 h 602557"/>
                  <a:gd name="csX110" fmla="*/ 543683 w 919566"/>
                  <a:gd name="csY110" fmla="*/ 599220 h 602557"/>
                  <a:gd name="csX111" fmla="*/ 915561 w 919566"/>
                  <a:gd name="csY111" fmla="*/ 188467 h 602557"/>
                  <a:gd name="csX112" fmla="*/ 581324 w 919566"/>
                  <a:gd name="csY112" fmla="*/ 601832 h 602557"/>
                  <a:gd name="csX113" fmla="*/ 918585 w 919566"/>
                  <a:gd name="csY113" fmla="*/ 229398 h 602557"/>
                  <a:gd name="csX114" fmla="*/ 581324 w 919566"/>
                  <a:gd name="csY114" fmla="*/ 601832 h 602557"/>
                  <a:gd name="csX115" fmla="*/ 918585 w 919566"/>
                  <a:gd name="csY115" fmla="*/ 229398 h 602557"/>
                  <a:gd name="csX116" fmla="*/ 624030 w 919566"/>
                  <a:gd name="csY116" fmla="*/ 599002 h 602557"/>
                  <a:gd name="csX117" fmla="*/ 916544 w 919566"/>
                  <a:gd name="csY117" fmla="*/ 275843 h 602557"/>
                  <a:gd name="csX118" fmla="*/ 624030 w 919566"/>
                  <a:gd name="csY118" fmla="*/ 599002 h 602557"/>
                  <a:gd name="csX119" fmla="*/ 916544 w 919566"/>
                  <a:gd name="csY119" fmla="*/ 275843 h 602557"/>
                  <a:gd name="csX120" fmla="*/ 661671 w 919566"/>
                  <a:gd name="csY120" fmla="*/ 601614 h 602557"/>
                  <a:gd name="csX121" fmla="*/ 919567 w 919566"/>
                  <a:gd name="csY121" fmla="*/ 316773 h 602557"/>
                  <a:gd name="csX122" fmla="*/ 661671 w 919566"/>
                  <a:gd name="csY122" fmla="*/ 601614 h 602557"/>
                  <a:gd name="csX123" fmla="*/ 919567 w 919566"/>
                  <a:gd name="csY123" fmla="*/ 316773 h 602557"/>
                  <a:gd name="csX124" fmla="*/ 704377 w 919566"/>
                  <a:gd name="csY124" fmla="*/ 598712 h 602557"/>
                  <a:gd name="csX125" fmla="*/ 917602 w 919566"/>
                  <a:gd name="csY125" fmla="*/ 363219 h 602557"/>
                  <a:gd name="csX126" fmla="*/ 704377 w 919566"/>
                  <a:gd name="csY126" fmla="*/ 598712 h 602557"/>
                  <a:gd name="csX127" fmla="*/ 917602 w 919566"/>
                  <a:gd name="csY127" fmla="*/ 363219 h 602557"/>
                  <a:gd name="csX128" fmla="*/ 742018 w 919566"/>
                  <a:gd name="csY128" fmla="*/ 601324 h 602557"/>
                  <a:gd name="csX129" fmla="*/ 915637 w 919566"/>
                  <a:gd name="csY129" fmla="*/ 409664 h 602557"/>
                  <a:gd name="csX130" fmla="*/ 742018 w 919566"/>
                  <a:gd name="csY130" fmla="*/ 601324 h 602557"/>
                  <a:gd name="csX131" fmla="*/ 915637 w 919566"/>
                  <a:gd name="csY131" fmla="*/ 409664 h 602557"/>
                  <a:gd name="csX132" fmla="*/ 784724 w 919566"/>
                  <a:gd name="csY132" fmla="*/ 598494 h 602557"/>
                  <a:gd name="csX133" fmla="*/ 918585 w 919566"/>
                  <a:gd name="csY133" fmla="*/ 450594 h 602557"/>
                  <a:gd name="csX134" fmla="*/ 784724 w 919566"/>
                  <a:gd name="csY134" fmla="*/ 598494 h 602557"/>
                  <a:gd name="csX135" fmla="*/ 918585 w 919566"/>
                  <a:gd name="csY135" fmla="*/ 450594 h 602557"/>
                  <a:gd name="csX136" fmla="*/ 822365 w 919566"/>
                  <a:gd name="csY136" fmla="*/ 601106 h 602557"/>
                  <a:gd name="csX137" fmla="*/ 916619 w 919566"/>
                  <a:gd name="csY137" fmla="*/ 497040 h 602557"/>
                  <a:gd name="csX138" fmla="*/ 822365 w 919566"/>
                  <a:gd name="csY138" fmla="*/ 601106 h 602557"/>
                  <a:gd name="csX139" fmla="*/ 916619 w 919566"/>
                  <a:gd name="csY139" fmla="*/ 497040 h 602557"/>
                  <a:gd name="csX140" fmla="*/ 865070 w 919566"/>
                  <a:gd name="csY140" fmla="*/ 598204 h 602557"/>
                  <a:gd name="csX141" fmla="*/ 919567 w 919566"/>
                  <a:gd name="csY141" fmla="*/ 537970 h 602557"/>
                  <a:gd name="csX142" fmla="*/ 865070 w 919566"/>
                  <a:gd name="csY142" fmla="*/ 598204 h 602557"/>
                  <a:gd name="csX143" fmla="*/ 919567 w 919566"/>
                  <a:gd name="csY143" fmla="*/ 537970 h 60255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</a:cxnLst>
                <a:rect l="l" t="t" r="r" b="b"/>
                <a:pathLst>
                  <a:path w="919566" h="602557">
                    <a:moveTo>
                      <a:pt x="1966" y="2903"/>
                    </a:moveTo>
                    <a:cubicBezTo>
                      <a:pt x="1966" y="2903"/>
                      <a:pt x="1966" y="2903"/>
                      <a:pt x="1966" y="2903"/>
                    </a:cubicBezTo>
                    <a:moveTo>
                      <a:pt x="1966" y="2903"/>
                    </a:moveTo>
                    <a:cubicBezTo>
                      <a:pt x="1966" y="2903"/>
                      <a:pt x="1966" y="2903"/>
                      <a:pt x="1966" y="2903"/>
                    </a:cubicBezTo>
                    <a:moveTo>
                      <a:pt x="1" y="49276"/>
                    </a:moveTo>
                    <a:cubicBezTo>
                      <a:pt x="12321" y="36213"/>
                      <a:pt x="24339" y="27070"/>
                      <a:pt x="44596" y="1"/>
                    </a:cubicBezTo>
                    <a:moveTo>
                      <a:pt x="1" y="49276"/>
                    </a:moveTo>
                    <a:cubicBezTo>
                      <a:pt x="13077" y="38028"/>
                      <a:pt x="17536" y="24747"/>
                      <a:pt x="44596" y="1"/>
                    </a:cubicBezTo>
                    <a:moveTo>
                      <a:pt x="2948" y="90279"/>
                    </a:moveTo>
                    <a:cubicBezTo>
                      <a:pt x="28345" y="61468"/>
                      <a:pt x="66289" y="32948"/>
                      <a:pt x="82313" y="2613"/>
                    </a:cubicBezTo>
                    <a:moveTo>
                      <a:pt x="2948" y="90279"/>
                    </a:moveTo>
                    <a:cubicBezTo>
                      <a:pt x="29025" y="69088"/>
                      <a:pt x="47014" y="44995"/>
                      <a:pt x="82313" y="2613"/>
                    </a:cubicBezTo>
                    <a:moveTo>
                      <a:pt x="983" y="136652"/>
                    </a:moveTo>
                    <a:cubicBezTo>
                      <a:pt x="42479" y="88174"/>
                      <a:pt x="61527" y="50510"/>
                      <a:pt x="120029" y="5226"/>
                    </a:cubicBezTo>
                    <a:moveTo>
                      <a:pt x="983" y="136652"/>
                    </a:moveTo>
                    <a:cubicBezTo>
                      <a:pt x="37642" y="93182"/>
                      <a:pt x="79440" y="58057"/>
                      <a:pt x="120029" y="5226"/>
                    </a:cubicBezTo>
                    <a:moveTo>
                      <a:pt x="4006" y="177654"/>
                    </a:moveTo>
                    <a:cubicBezTo>
                      <a:pt x="42857" y="113066"/>
                      <a:pt x="89266" y="71265"/>
                      <a:pt x="162659" y="2395"/>
                    </a:cubicBezTo>
                    <a:moveTo>
                      <a:pt x="4006" y="177654"/>
                    </a:moveTo>
                    <a:cubicBezTo>
                      <a:pt x="56462" y="117420"/>
                      <a:pt x="110808" y="54211"/>
                      <a:pt x="162659" y="2395"/>
                    </a:cubicBezTo>
                    <a:moveTo>
                      <a:pt x="1966" y="224100"/>
                    </a:moveTo>
                    <a:cubicBezTo>
                      <a:pt x="84882" y="132298"/>
                      <a:pt x="154421" y="63645"/>
                      <a:pt x="200376" y="5008"/>
                    </a:cubicBezTo>
                    <a:moveTo>
                      <a:pt x="1966" y="224100"/>
                    </a:moveTo>
                    <a:cubicBezTo>
                      <a:pt x="59184" y="159947"/>
                      <a:pt x="111413" y="109365"/>
                      <a:pt x="200376" y="5008"/>
                    </a:cubicBezTo>
                    <a:moveTo>
                      <a:pt x="1" y="270473"/>
                    </a:moveTo>
                    <a:cubicBezTo>
                      <a:pt x="99848" y="178525"/>
                      <a:pt x="188132" y="52034"/>
                      <a:pt x="243006" y="2105"/>
                    </a:cubicBezTo>
                    <a:moveTo>
                      <a:pt x="1" y="270473"/>
                    </a:moveTo>
                    <a:cubicBezTo>
                      <a:pt x="59561" y="201022"/>
                      <a:pt x="128495" y="126855"/>
                      <a:pt x="243006" y="2105"/>
                    </a:cubicBezTo>
                    <a:moveTo>
                      <a:pt x="3024" y="311475"/>
                    </a:moveTo>
                    <a:cubicBezTo>
                      <a:pt x="98034" y="204796"/>
                      <a:pt x="217459" y="82804"/>
                      <a:pt x="280723" y="4718"/>
                    </a:cubicBezTo>
                    <a:moveTo>
                      <a:pt x="3024" y="311475"/>
                    </a:moveTo>
                    <a:cubicBezTo>
                      <a:pt x="81708" y="211182"/>
                      <a:pt x="178835" y="128959"/>
                      <a:pt x="280723" y="4718"/>
                    </a:cubicBezTo>
                    <a:moveTo>
                      <a:pt x="1059" y="357848"/>
                    </a:moveTo>
                    <a:cubicBezTo>
                      <a:pt x="53363" y="286874"/>
                      <a:pt x="116326" y="220399"/>
                      <a:pt x="323353" y="1887"/>
                    </a:cubicBezTo>
                    <a:moveTo>
                      <a:pt x="1059" y="357848"/>
                    </a:moveTo>
                    <a:cubicBezTo>
                      <a:pt x="101209" y="237888"/>
                      <a:pt x="219499" y="122355"/>
                      <a:pt x="323353" y="1887"/>
                    </a:cubicBezTo>
                    <a:moveTo>
                      <a:pt x="4006" y="398851"/>
                    </a:moveTo>
                    <a:cubicBezTo>
                      <a:pt x="90929" y="286366"/>
                      <a:pt x="201434" y="192967"/>
                      <a:pt x="361070" y="4500"/>
                    </a:cubicBezTo>
                    <a:moveTo>
                      <a:pt x="4006" y="398851"/>
                    </a:moveTo>
                    <a:cubicBezTo>
                      <a:pt x="115721" y="262635"/>
                      <a:pt x="249582" y="123879"/>
                      <a:pt x="361070" y="4500"/>
                    </a:cubicBezTo>
                    <a:moveTo>
                      <a:pt x="2041" y="445224"/>
                    </a:moveTo>
                    <a:cubicBezTo>
                      <a:pt x="164700" y="273593"/>
                      <a:pt x="318969" y="79321"/>
                      <a:pt x="403700" y="1597"/>
                    </a:cubicBezTo>
                    <a:moveTo>
                      <a:pt x="2041" y="445224"/>
                    </a:moveTo>
                    <a:cubicBezTo>
                      <a:pt x="143537" y="299138"/>
                      <a:pt x="287375" y="137450"/>
                      <a:pt x="403700" y="1597"/>
                    </a:cubicBezTo>
                    <a:moveTo>
                      <a:pt x="76" y="491669"/>
                    </a:moveTo>
                    <a:cubicBezTo>
                      <a:pt x="135222" y="350156"/>
                      <a:pt x="256612" y="209368"/>
                      <a:pt x="441417" y="4210"/>
                    </a:cubicBezTo>
                    <a:moveTo>
                      <a:pt x="76" y="491669"/>
                    </a:moveTo>
                    <a:cubicBezTo>
                      <a:pt x="92743" y="391521"/>
                      <a:pt x="189492" y="279689"/>
                      <a:pt x="441417" y="4210"/>
                    </a:cubicBezTo>
                    <a:moveTo>
                      <a:pt x="3024" y="532672"/>
                    </a:moveTo>
                    <a:cubicBezTo>
                      <a:pt x="124716" y="416268"/>
                      <a:pt x="226680" y="268296"/>
                      <a:pt x="484047" y="1379"/>
                    </a:cubicBezTo>
                    <a:moveTo>
                      <a:pt x="3024" y="532672"/>
                    </a:moveTo>
                    <a:cubicBezTo>
                      <a:pt x="106198" y="434774"/>
                      <a:pt x="203324" y="327586"/>
                      <a:pt x="484047" y="1379"/>
                    </a:cubicBezTo>
                    <a:moveTo>
                      <a:pt x="1059" y="579045"/>
                    </a:moveTo>
                    <a:cubicBezTo>
                      <a:pt x="108994" y="434991"/>
                      <a:pt x="224110" y="324320"/>
                      <a:pt x="521763" y="3992"/>
                    </a:cubicBezTo>
                    <a:moveTo>
                      <a:pt x="1059" y="579045"/>
                    </a:moveTo>
                    <a:cubicBezTo>
                      <a:pt x="124942" y="439128"/>
                      <a:pt x="259030" y="298195"/>
                      <a:pt x="521763" y="3992"/>
                    </a:cubicBezTo>
                    <a:moveTo>
                      <a:pt x="23885" y="598131"/>
                    </a:moveTo>
                    <a:cubicBezTo>
                      <a:pt x="211109" y="386006"/>
                      <a:pt x="421236" y="173881"/>
                      <a:pt x="564394" y="1089"/>
                    </a:cubicBezTo>
                    <a:moveTo>
                      <a:pt x="23885" y="598131"/>
                    </a:moveTo>
                    <a:cubicBezTo>
                      <a:pt x="146938" y="471857"/>
                      <a:pt x="265833" y="342971"/>
                      <a:pt x="564394" y="1089"/>
                    </a:cubicBezTo>
                    <a:moveTo>
                      <a:pt x="61602" y="600744"/>
                    </a:moveTo>
                    <a:cubicBezTo>
                      <a:pt x="277246" y="359227"/>
                      <a:pt x="486239" y="149279"/>
                      <a:pt x="602110" y="3702"/>
                    </a:cubicBezTo>
                    <a:moveTo>
                      <a:pt x="61602" y="600744"/>
                    </a:moveTo>
                    <a:cubicBezTo>
                      <a:pt x="221238" y="418155"/>
                      <a:pt x="375280" y="250879"/>
                      <a:pt x="602110" y="3702"/>
                    </a:cubicBezTo>
                    <a:moveTo>
                      <a:pt x="104232" y="597841"/>
                    </a:moveTo>
                    <a:cubicBezTo>
                      <a:pt x="245123" y="463584"/>
                      <a:pt x="363111" y="302331"/>
                      <a:pt x="644740" y="871"/>
                    </a:cubicBezTo>
                    <a:moveTo>
                      <a:pt x="104232" y="597841"/>
                    </a:moveTo>
                    <a:cubicBezTo>
                      <a:pt x="222372" y="471785"/>
                      <a:pt x="320027" y="356397"/>
                      <a:pt x="644740" y="871"/>
                    </a:cubicBezTo>
                    <a:moveTo>
                      <a:pt x="141949" y="600453"/>
                    </a:moveTo>
                    <a:cubicBezTo>
                      <a:pt x="287828" y="447183"/>
                      <a:pt x="411636" y="303130"/>
                      <a:pt x="682457" y="3484"/>
                    </a:cubicBezTo>
                    <a:moveTo>
                      <a:pt x="141949" y="600453"/>
                    </a:moveTo>
                    <a:cubicBezTo>
                      <a:pt x="311788" y="412131"/>
                      <a:pt x="490169" y="210892"/>
                      <a:pt x="682457" y="3484"/>
                    </a:cubicBezTo>
                    <a:moveTo>
                      <a:pt x="184579" y="597623"/>
                    </a:moveTo>
                    <a:cubicBezTo>
                      <a:pt x="382990" y="357921"/>
                      <a:pt x="588807" y="149715"/>
                      <a:pt x="725087" y="654"/>
                    </a:cubicBezTo>
                    <a:moveTo>
                      <a:pt x="184579" y="597623"/>
                    </a:moveTo>
                    <a:cubicBezTo>
                      <a:pt x="394554" y="359953"/>
                      <a:pt x="595988" y="133241"/>
                      <a:pt x="725087" y="654"/>
                    </a:cubicBezTo>
                    <a:moveTo>
                      <a:pt x="222296" y="600236"/>
                    </a:moveTo>
                    <a:cubicBezTo>
                      <a:pt x="382990" y="419026"/>
                      <a:pt x="566812" y="230268"/>
                      <a:pt x="762804" y="3266"/>
                    </a:cubicBezTo>
                    <a:moveTo>
                      <a:pt x="222296" y="600236"/>
                    </a:moveTo>
                    <a:cubicBezTo>
                      <a:pt x="325847" y="470624"/>
                      <a:pt x="451696" y="348414"/>
                      <a:pt x="762804" y="3266"/>
                    </a:cubicBezTo>
                    <a:moveTo>
                      <a:pt x="264926" y="597333"/>
                    </a:moveTo>
                    <a:cubicBezTo>
                      <a:pt x="409142" y="427734"/>
                      <a:pt x="569306" y="254870"/>
                      <a:pt x="805434" y="363"/>
                    </a:cubicBezTo>
                    <a:moveTo>
                      <a:pt x="264926" y="597333"/>
                    </a:moveTo>
                    <a:cubicBezTo>
                      <a:pt x="437033" y="408575"/>
                      <a:pt x="616774" y="213795"/>
                      <a:pt x="805434" y="363"/>
                    </a:cubicBezTo>
                    <a:moveTo>
                      <a:pt x="302643" y="599945"/>
                    </a:moveTo>
                    <a:cubicBezTo>
                      <a:pt x="496896" y="394279"/>
                      <a:pt x="691905" y="181863"/>
                      <a:pt x="843151" y="2976"/>
                    </a:cubicBezTo>
                    <a:moveTo>
                      <a:pt x="302643" y="599945"/>
                    </a:moveTo>
                    <a:cubicBezTo>
                      <a:pt x="467040" y="413293"/>
                      <a:pt x="638089" y="221197"/>
                      <a:pt x="843151" y="2976"/>
                    </a:cubicBezTo>
                    <a:moveTo>
                      <a:pt x="340284" y="602558"/>
                    </a:moveTo>
                    <a:cubicBezTo>
                      <a:pt x="462958" y="438039"/>
                      <a:pt x="612692" y="301025"/>
                      <a:pt x="885781" y="146"/>
                    </a:cubicBezTo>
                    <a:moveTo>
                      <a:pt x="340284" y="602558"/>
                    </a:moveTo>
                    <a:cubicBezTo>
                      <a:pt x="534613" y="391231"/>
                      <a:pt x="722668" y="186653"/>
                      <a:pt x="885781" y="146"/>
                    </a:cubicBezTo>
                    <a:moveTo>
                      <a:pt x="382990" y="599728"/>
                    </a:moveTo>
                    <a:cubicBezTo>
                      <a:pt x="488279" y="485065"/>
                      <a:pt x="616623" y="358066"/>
                      <a:pt x="918509" y="8201"/>
                    </a:cubicBezTo>
                    <a:moveTo>
                      <a:pt x="382990" y="599728"/>
                    </a:moveTo>
                    <a:cubicBezTo>
                      <a:pt x="585406" y="380998"/>
                      <a:pt x="783666" y="153488"/>
                      <a:pt x="918509" y="8201"/>
                    </a:cubicBezTo>
                    <a:moveTo>
                      <a:pt x="420631" y="602340"/>
                    </a:moveTo>
                    <a:cubicBezTo>
                      <a:pt x="542701" y="483686"/>
                      <a:pt x="666055" y="338036"/>
                      <a:pt x="916544" y="54646"/>
                    </a:cubicBezTo>
                    <a:moveTo>
                      <a:pt x="420631" y="602340"/>
                    </a:moveTo>
                    <a:cubicBezTo>
                      <a:pt x="575731" y="435136"/>
                      <a:pt x="729244" y="254435"/>
                      <a:pt x="916544" y="54646"/>
                    </a:cubicBezTo>
                    <a:moveTo>
                      <a:pt x="463336" y="599510"/>
                    </a:moveTo>
                    <a:cubicBezTo>
                      <a:pt x="622216" y="416558"/>
                      <a:pt x="821533" y="227511"/>
                      <a:pt x="919492" y="95577"/>
                    </a:cubicBezTo>
                    <a:moveTo>
                      <a:pt x="463336" y="599510"/>
                    </a:moveTo>
                    <a:cubicBezTo>
                      <a:pt x="621460" y="423598"/>
                      <a:pt x="768019" y="250225"/>
                      <a:pt x="919492" y="95577"/>
                    </a:cubicBezTo>
                    <a:moveTo>
                      <a:pt x="500978" y="602122"/>
                    </a:moveTo>
                    <a:cubicBezTo>
                      <a:pt x="654037" y="432742"/>
                      <a:pt x="815411" y="252112"/>
                      <a:pt x="917526" y="142022"/>
                    </a:cubicBezTo>
                    <a:moveTo>
                      <a:pt x="500978" y="602122"/>
                    </a:moveTo>
                    <a:cubicBezTo>
                      <a:pt x="641490" y="455601"/>
                      <a:pt x="781398" y="314088"/>
                      <a:pt x="917526" y="142022"/>
                    </a:cubicBezTo>
                    <a:moveTo>
                      <a:pt x="543683" y="599220"/>
                    </a:moveTo>
                    <a:cubicBezTo>
                      <a:pt x="619646" y="499072"/>
                      <a:pt x="724482" y="422437"/>
                      <a:pt x="915561" y="188467"/>
                    </a:cubicBezTo>
                    <a:moveTo>
                      <a:pt x="543683" y="599220"/>
                    </a:moveTo>
                    <a:cubicBezTo>
                      <a:pt x="676939" y="450594"/>
                      <a:pt x="816998" y="294639"/>
                      <a:pt x="915561" y="188467"/>
                    </a:cubicBezTo>
                    <a:moveTo>
                      <a:pt x="581324" y="601832"/>
                    </a:moveTo>
                    <a:cubicBezTo>
                      <a:pt x="640659" y="529551"/>
                      <a:pt x="740658" y="456110"/>
                      <a:pt x="918585" y="229398"/>
                    </a:cubicBezTo>
                    <a:moveTo>
                      <a:pt x="581324" y="601832"/>
                    </a:moveTo>
                    <a:cubicBezTo>
                      <a:pt x="693417" y="470116"/>
                      <a:pt x="806795" y="349866"/>
                      <a:pt x="918585" y="229398"/>
                    </a:cubicBezTo>
                    <a:moveTo>
                      <a:pt x="624030" y="599002"/>
                    </a:moveTo>
                    <a:cubicBezTo>
                      <a:pt x="732117" y="482162"/>
                      <a:pt x="857890" y="341230"/>
                      <a:pt x="916544" y="275843"/>
                    </a:cubicBezTo>
                    <a:moveTo>
                      <a:pt x="624030" y="599002"/>
                    </a:moveTo>
                    <a:cubicBezTo>
                      <a:pt x="700824" y="507708"/>
                      <a:pt x="776031" y="419243"/>
                      <a:pt x="916544" y="275843"/>
                    </a:cubicBezTo>
                    <a:moveTo>
                      <a:pt x="661671" y="601614"/>
                    </a:moveTo>
                    <a:cubicBezTo>
                      <a:pt x="737332" y="504587"/>
                      <a:pt x="832871" y="400738"/>
                      <a:pt x="919567" y="316773"/>
                    </a:cubicBezTo>
                    <a:moveTo>
                      <a:pt x="661671" y="601614"/>
                    </a:moveTo>
                    <a:cubicBezTo>
                      <a:pt x="749577" y="490944"/>
                      <a:pt x="843907" y="390288"/>
                      <a:pt x="919567" y="316773"/>
                    </a:cubicBezTo>
                    <a:moveTo>
                      <a:pt x="704377" y="598712"/>
                    </a:moveTo>
                    <a:cubicBezTo>
                      <a:pt x="768624" y="524544"/>
                      <a:pt x="852372" y="444716"/>
                      <a:pt x="917602" y="363219"/>
                    </a:cubicBezTo>
                    <a:moveTo>
                      <a:pt x="704377" y="598712"/>
                    </a:moveTo>
                    <a:cubicBezTo>
                      <a:pt x="739070" y="553645"/>
                      <a:pt x="794247" y="509667"/>
                      <a:pt x="917602" y="363219"/>
                    </a:cubicBezTo>
                    <a:moveTo>
                      <a:pt x="742018" y="601324"/>
                    </a:moveTo>
                    <a:cubicBezTo>
                      <a:pt x="809289" y="524181"/>
                      <a:pt x="869001" y="460101"/>
                      <a:pt x="915637" y="409664"/>
                    </a:cubicBezTo>
                    <a:moveTo>
                      <a:pt x="742018" y="601324"/>
                    </a:moveTo>
                    <a:cubicBezTo>
                      <a:pt x="792433" y="539566"/>
                      <a:pt x="845721" y="494427"/>
                      <a:pt x="915637" y="409664"/>
                    </a:cubicBezTo>
                    <a:moveTo>
                      <a:pt x="784724" y="598494"/>
                    </a:moveTo>
                    <a:cubicBezTo>
                      <a:pt x="809667" y="553572"/>
                      <a:pt x="853884" y="516416"/>
                      <a:pt x="918585" y="450594"/>
                    </a:cubicBezTo>
                    <a:moveTo>
                      <a:pt x="784724" y="598494"/>
                    </a:moveTo>
                    <a:cubicBezTo>
                      <a:pt x="831057" y="545444"/>
                      <a:pt x="892810" y="485210"/>
                      <a:pt x="918585" y="450594"/>
                    </a:cubicBezTo>
                    <a:moveTo>
                      <a:pt x="822365" y="601106"/>
                    </a:moveTo>
                    <a:cubicBezTo>
                      <a:pt x="849122" y="590947"/>
                      <a:pt x="865600" y="568159"/>
                      <a:pt x="916619" y="497040"/>
                    </a:cubicBezTo>
                    <a:moveTo>
                      <a:pt x="822365" y="601106"/>
                    </a:moveTo>
                    <a:cubicBezTo>
                      <a:pt x="841261" y="567071"/>
                      <a:pt x="868774" y="549073"/>
                      <a:pt x="916619" y="497040"/>
                    </a:cubicBezTo>
                    <a:moveTo>
                      <a:pt x="865070" y="598204"/>
                    </a:moveTo>
                    <a:cubicBezTo>
                      <a:pt x="892432" y="574545"/>
                      <a:pt x="897270" y="556693"/>
                      <a:pt x="919567" y="537970"/>
                    </a:cubicBezTo>
                    <a:moveTo>
                      <a:pt x="865070" y="598204"/>
                    </a:moveTo>
                    <a:cubicBezTo>
                      <a:pt x="889258" y="571352"/>
                      <a:pt x="905735" y="554734"/>
                      <a:pt x="919567" y="537970"/>
                    </a:cubicBezTo>
                  </a:path>
                </a:pathLst>
              </a:custGeom>
              <a:noFill/>
              <a:ln w="3775" cap="rnd">
                <a:solidFill>
                  <a:srgbClr val="E1D5E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15" name="شكل حر: شكل 72">
                <a:extLst>
                  <a:ext uri="{FF2B5EF4-FFF2-40B4-BE49-F238E27FC236}">
                    <a16:creationId xmlns:a16="http://schemas.microsoft.com/office/drawing/2014/main" id="{1360DBAF-60D6-EFE7-AF64-B09549149EA2}"/>
                  </a:ext>
                </a:extLst>
              </p:cNvPr>
              <p:cNvSpPr/>
              <p:nvPr/>
            </p:nvSpPr>
            <p:spPr>
              <a:xfrm>
                <a:off x="5306858" y="1461979"/>
                <a:ext cx="914710" cy="589279"/>
              </a:xfrm>
              <a:custGeom>
                <a:avLst/>
                <a:gdLst>
                  <a:gd name="csX0" fmla="*/ 3058 w 914710"/>
                  <a:gd name="csY0" fmla="*/ 1690 h 589279"/>
                  <a:gd name="csX1" fmla="*/ 910077 w 914710"/>
                  <a:gd name="csY1" fmla="*/ 1690 h 589279"/>
                  <a:gd name="csX2" fmla="*/ 3058 w 914710"/>
                  <a:gd name="csY2" fmla="*/ 1690 h 589279"/>
                  <a:gd name="csX3" fmla="*/ 910077 w 914710"/>
                  <a:gd name="csY3" fmla="*/ 1690 h 589279"/>
                  <a:gd name="csX4" fmla="*/ 910077 w 914710"/>
                  <a:gd name="csY4" fmla="*/ 1690 h 589279"/>
                  <a:gd name="csX5" fmla="*/ 910077 w 914710"/>
                  <a:gd name="csY5" fmla="*/ 582258 h 589279"/>
                  <a:gd name="csX6" fmla="*/ 910077 w 914710"/>
                  <a:gd name="csY6" fmla="*/ 1690 h 589279"/>
                  <a:gd name="csX7" fmla="*/ 910077 w 914710"/>
                  <a:gd name="csY7" fmla="*/ 582258 h 589279"/>
                  <a:gd name="csX8" fmla="*/ 910077 w 914710"/>
                  <a:gd name="csY8" fmla="*/ 582258 h 589279"/>
                  <a:gd name="csX9" fmla="*/ 3058 w 914710"/>
                  <a:gd name="csY9" fmla="*/ 582258 h 589279"/>
                  <a:gd name="csX10" fmla="*/ 910077 w 914710"/>
                  <a:gd name="csY10" fmla="*/ 582258 h 589279"/>
                  <a:gd name="csX11" fmla="*/ 3058 w 914710"/>
                  <a:gd name="csY11" fmla="*/ 582258 h 589279"/>
                  <a:gd name="csX12" fmla="*/ 3058 w 914710"/>
                  <a:gd name="csY12" fmla="*/ 582258 h 589279"/>
                  <a:gd name="csX13" fmla="*/ 3058 w 914710"/>
                  <a:gd name="csY13" fmla="*/ 1690 h 589279"/>
                  <a:gd name="csX14" fmla="*/ 3058 w 914710"/>
                  <a:gd name="csY14" fmla="*/ 582258 h 589279"/>
                  <a:gd name="csX15" fmla="*/ 3058 w 914710"/>
                  <a:gd name="csY15" fmla="*/ 1690 h 58927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914710" h="589279">
                    <a:moveTo>
                      <a:pt x="3058" y="1690"/>
                    </a:moveTo>
                    <a:cubicBezTo>
                      <a:pt x="291943" y="-5785"/>
                      <a:pt x="581736" y="14753"/>
                      <a:pt x="910077" y="1690"/>
                    </a:cubicBezTo>
                    <a:moveTo>
                      <a:pt x="3058" y="1690"/>
                    </a:moveTo>
                    <a:cubicBezTo>
                      <a:pt x="238731" y="4375"/>
                      <a:pt x="477277" y="5463"/>
                      <a:pt x="910077" y="1690"/>
                    </a:cubicBezTo>
                    <a:moveTo>
                      <a:pt x="910077" y="1690"/>
                    </a:moveTo>
                    <a:cubicBezTo>
                      <a:pt x="906525" y="215702"/>
                      <a:pt x="922095" y="446623"/>
                      <a:pt x="910077" y="582258"/>
                    </a:cubicBezTo>
                    <a:moveTo>
                      <a:pt x="910077" y="1690"/>
                    </a:moveTo>
                    <a:cubicBezTo>
                      <a:pt x="904786" y="146687"/>
                      <a:pt x="901989" y="277460"/>
                      <a:pt x="910077" y="582258"/>
                    </a:cubicBezTo>
                    <a:moveTo>
                      <a:pt x="910077" y="582258"/>
                    </a:moveTo>
                    <a:cubicBezTo>
                      <a:pt x="558683" y="587773"/>
                      <a:pt x="192398" y="579138"/>
                      <a:pt x="3058" y="582258"/>
                    </a:cubicBezTo>
                    <a:moveTo>
                      <a:pt x="910077" y="582258"/>
                    </a:moveTo>
                    <a:cubicBezTo>
                      <a:pt x="711364" y="591765"/>
                      <a:pt x="517564" y="591475"/>
                      <a:pt x="3058" y="582258"/>
                    </a:cubicBezTo>
                    <a:moveTo>
                      <a:pt x="3058" y="582258"/>
                    </a:moveTo>
                    <a:cubicBezTo>
                      <a:pt x="-5559" y="378479"/>
                      <a:pt x="15680" y="164104"/>
                      <a:pt x="3058" y="1690"/>
                    </a:cubicBezTo>
                    <a:moveTo>
                      <a:pt x="3058" y="582258"/>
                    </a:moveTo>
                    <a:cubicBezTo>
                      <a:pt x="3058" y="423037"/>
                      <a:pt x="-3821" y="282975"/>
                      <a:pt x="3058" y="1690"/>
                    </a:cubicBezTo>
                  </a:path>
                </a:pathLst>
              </a:custGeom>
              <a:noFill/>
              <a:ln w="7550" cap="rnd">
                <a:solidFill>
                  <a:srgbClr val="9673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12" name="صورة 73">
              <a:extLst>
                <a:ext uri="{FF2B5EF4-FFF2-40B4-BE49-F238E27FC236}">
                  <a16:creationId xmlns:a16="http://schemas.microsoft.com/office/drawing/2014/main" id="{A0617857-9C51-EC37-BA03-A93C799DBB6F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5313695" y="1703153"/>
              <a:ext cx="891902" cy="123370"/>
            </a:xfrm>
            <a:custGeom>
              <a:avLst/>
              <a:gdLst>
                <a:gd name="csX0" fmla="*/ 0 w 891902"/>
                <a:gd name="csY0" fmla="*/ 0 h 123370"/>
                <a:gd name="csX1" fmla="*/ 891903 w 891902"/>
                <a:gd name="csY1" fmla="*/ 0 h 123370"/>
                <a:gd name="csX2" fmla="*/ 891903 w 891902"/>
                <a:gd name="csY2" fmla="*/ 123371 h 123370"/>
                <a:gd name="csX3" fmla="*/ 0 w 89190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91902" h="123370">
                  <a:moveTo>
                    <a:pt x="0" y="0"/>
                  </a:moveTo>
                  <a:lnTo>
                    <a:pt x="891903" y="0"/>
                  </a:lnTo>
                  <a:lnTo>
                    <a:pt x="89190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616" name="!!رسم 9">
            <a:extLst>
              <a:ext uri="{FF2B5EF4-FFF2-40B4-BE49-F238E27FC236}">
                <a16:creationId xmlns:a16="http://schemas.microsoft.com/office/drawing/2014/main" id="{DE0D19F0-A358-925D-E098-3DBA779D7FE6}"/>
              </a:ext>
            </a:extLst>
          </p:cNvPr>
          <p:cNvGrpSpPr/>
          <p:nvPr/>
        </p:nvGrpSpPr>
        <p:grpSpPr>
          <a:xfrm>
            <a:off x="3351992" y="1950795"/>
            <a:ext cx="544261" cy="4584392"/>
            <a:chOff x="4022552" y="1606778"/>
            <a:chExt cx="544261" cy="4584392"/>
          </a:xfrm>
          <a:noFill/>
        </p:grpSpPr>
        <p:grpSp>
          <p:nvGrpSpPr>
            <p:cNvPr id="1617" name="رسم 9">
              <a:extLst>
                <a:ext uri="{FF2B5EF4-FFF2-40B4-BE49-F238E27FC236}">
                  <a16:creationId xmlns:a16="http://schemas.microsoft.com/office/drawing/2014/main" id="{7D9C5D84-9FCF-8261-16E2-680AB883FB1B}"/>
                </a:ext>
              </a:extLst>
            </p:cNvPr>
            <p:cNvGrpSpPr/>
            <p:nvPr/>
          </p:nvGrpSpPr>
          <p:grpSpPr>
            <a:xfrm>
              <a:off x="4022552" y="1606778"/>
              <a:ext cx="544261" cy="4584392"/>
              <a:chOff x="4022552" y="1606778"/>
              <a:chExt cx="544261" cy="4584392"/>
            </a:xfrm>
            <a:noFill/>
          </p:grpSpPr>
          <p:sp>
            <p:nvSpPr>
              <p:cNvPr id="1619" name="مستطيل 76">
                <a:extLst>
                  <a:ext uri="{FF2B5EF4-FFF2-40B4-BE49-F238E27FC236}">
                    <a16:creationId xmlns:a16="http://schemas.microsoft.com/office/drawing/2014/main" id="{3AB2D97B-2B7D-8D0D-757D-2E77F7E7F134}"/>
                  </a:ext>
                </a:extLst>
              </p:cNvPr>
              <p:cNvSpPr/>
              <p:nvPr/>
            </p:nvSpPr>
            <p:spPr>
              <a:xfrm>
                <a:off x="4024971" y="1608810"/>
                <a:ext cx="529094" cy="4571975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0" name="شكل حر: شكل 77">
                <a:extLst>
                  <a:ext uri="{FF2B5EF4-FFF2-40B4-BE49-F238E27FC236}">
                    <a16:creationId xmlns:a16="http://schemas.microsoft.com/office/drawing/2014/main" id="{D075ACF0-A737-23BB-D2CE-5C7E3C362E2D}"/>
                  </a:ext>
                </a:extLst>
              </p:cNvPr>
              <p:cNvSpPr/>
              <p:nvPr/>
            </p:nvSpPr>
            <p:spPr>
              <a:xfrm>
                <a:off x="4022552" y="1606778"/>
                <a:ext cx="534763" cy="4579812"/>
              </a:xfrm>
              <a:custGeom>
                <a:avLst/>
                <a:gdLst>
                  <a:gd name="csX0" fmla="*/ 303 w 534763"/>
                  <a:gd name="csY0" fmla="*/ 4355 h 4579812"/>
                  <a:gd name="csX1" fmla="*/ 303 w 534763"/>
                  <a:gd name="csY1" fmla="*/ 4355 h 4579812"/>
                  <a:gd name="csX2" fmla="*/ 303 w 534763"/>
                  <a:gd name="csY2" fmla="*/ 4355 h 4579812"/>
                  <a:gd name="csX3" fmla="*/ 303 w 534763"/>
                  <a:gd name="csY3" fmla="*/ 4355 h 4579812"/>
                  <a:gd name="csX4" fmla="*/ 3326 w 534763"/>
                  <a:gd name="csY4" fmla="*/ 45285 h 4579812"/>
                  <a:gd name="csX5" fmla="*/ 43008 w 534763"/>
                  <a:gd name="csY5" fmla="*/ 1452 h 4579812"/>
                  <a:gd name="csX6" fmla="*/ 3326 w 534763"/>
                  <a:gd name="csY6" fmla="*/ 45285 h 4579812"/>
                  <a:gd name="csX7" fmla="*/ 43008 w 534763"/>
                  <a:gd name="csY7" fmla="*/ 1452 h 4579812"/>
                  <a:gd name="csX8" fmla="*/ 1361 w 534763"/>
                  <a:gd name="csY8" fmla="*/ 91730 h 4579812"/>
                  <a:gd name="csX9" fmla="*/ 80650 w 534763"/>
                  <a:gd name="csY9" fmla="*/ 4064 h 4579812"/>
                  <a:gd name="csX10" fmla="*/ 1361 w 534763"/>
                  <a:gd name="csY10" fmla="*/ 91730 h 4579812"/>
                  <a:gd name="csX11" fmla="*/ 80650 w 534763"/>
                  <a:gd name="csY11" fmla="*/ 4064 h 4579812"/>
                  <a:gd name="csX12" fmla="*/ 4309 w 534763"/>
                  <a:gd name="csY12" fmla="*/ 132660 h 4579812"/>
                  <a:gd name="csX13" fmla="*/ 123355 w 534763"/>
                  <a:gd name="csY13" fmla="*/ 1234 h 4579812"/>
                  <a:gd name="csX14" fmla="*/ 4309 w 534763"/>
                  <a:gd name="csY14" fmla="*/ 132660 h 4579812"/>
                  <a:gd name="csX15" fmla="*/ 123355 w 534763"/>
                  <a:gd name="csY15" fmla="*/ 1234 h 4579812"/>
                  <a:gd name="csX16" fmla="*/ 2344 w 534763"/>
                  <a:gd name="csY16" fmla="*/ 179106 h 4579812"/>
                  <a:gd name="csX17" fmla="*/ 160996 w 534763"/>
                  <a:gd name="csY17" fmla="*/ 3847 h 4579812"/>
                  <a:gd name="csX18" fmla="*/ 2344 w 534763"/>
                  <a:gd name="csY18" fmla="*/ 179106 h 4579812"/>
                  <a:gd name="csX19" fmla="*/ 160996 w 534763"/>
                  <a:gd name="csY19" fmla="*/ 3847 h 4579812"/>
                  <a:gd name="csX20" fmla="*/ 378 w 534763"/>
                  <a:gd name="csY20" fmla="*/ 225551 h 4579812"/>
                  <a:gd name="csX21" fmla="*/ 203702 w 534763"/>
                  <a:gd name="csY21" fmla="*/ 1016 h 4579812"/>
                  <a:gd name="csX22" fmla="*/ 378 w 534763"/>
                  <a:gd name="csY22" fmla="*/ 225551 h 4579812"/>
                  <a:gd name="csX23" fmla="*/ 203702 w 534763"/>
                  <a:gd name="csY23" fmla="*/ 1016 h 4579812"/>
                  <a:gd name="csX24" fmla="*/ 3326 w 534763"/>
                  <a:gd name="csY24" fmla="*/ 266481 h 4579812"/>
                  <a:gd name="csX25" fmla="*/ 241343 w 534763"/>
                  <a:gd name="csY25" fmla="*/ 3629 h 4579812"/>
                  <a:gd name="csX26" fmla="*/ 3326 w 534763"/>
                  <a:gd name="csY26" fmla="*/ 266481 h 4579812"/>
                  <a:gd name="csX27" fmla="*/ 241343 w 534763"/>
                  <a:gd name="csY27" fmla="*/ 3629 h 4579812"/>
                  <a:gd name="csX28" fmla="*/ 1361 w 534763"/>
                  <a:gd name="csY28" fmla="*/ 312927 h 4579812"/>
                  <a:gd name="csX29" fmla="*/ 284049 w 534763"/>
                  <a:gd name="csY29" fmla="*/ 726 h 4579812"/>
                  <a:gd name="csX30" fmla="*/ 1361 w 534763"/>
                  <a:gd name="csY30" fmla="*/ 312927 h 4579812"/>
                  <a:gd name="csX31" fmla="*/ 284049 w 534763"/>
                  <a:gd name="csY31" fmla="*/ 726 h 4579812"/>
                  <a:gd name="csX32" fmla="*/ 4309 w 534763"/>
                  <a:gd name="csY32" fmla="*/ 353857 h 4579812"/>
                  <a:gd name="csX33" fmla="*/ 321690 w 534763"/>
                  <a:gd name="csY33" fmla="*/ 3339 h 4579812"/>
                  <a:gd name="csX34" fmla="*/ 4309 w 534763"/>
                  <a:gd name="csY34" fmla="*/ 353857 h 4579812"/>
                  <a:gd name="csX35" fmla="*/ 321690 w 534763"/>
                  <a:gd name="csY35" fmla="*/ 3339 h 4579812"/>
                  <a:gd name="csX36" fmla="*/ 2344 w 534763"/>
                  <a:gd name="csY36" fmla="*/ 400302 h 4579812"/>
                  <a:gd name="csX37" fmla="*/ 364396 w 534763"/>
                  <a:gd name="csY37" fmla="*/ 508 h 4579812"/>
                  <a:gd name="csX38" fmla="*/ 2344 w 534763"/>
                  <a:gd name="csY38" fmla="*/ 400302 h 4579812"/>
                  <a:gd name="csX39" fmla="*/ 364396 w 534763"/>
                  <a:gd name="csY39" fmla="*/ 508 h 4579812"/>
                  <a:gd name="csX40" fmla="*/ 378 w 534763"/>
                  <a:gd name="csY40" fmla="*/ 446748 h 4579812"/>
                  <a:gd name="csX41" fmla="*/ 402037 w 534763"/>
                  <a:gd name="csY41" fmla="*/ 3121 h 4579812"/>
                  <a:gd name="csX42" fmla="*/ 378 w 534763"/>
                  <a:gd name="csY42" fmla="*/ 446748 h 4579812"/>
                  <a:gd name="csX43" fmla="*/ 402037 w 534763"/>
                  <a:gd name="csY43" fmla="*/ 3121 h 4579812"/>
                  <a:gd name="csX44" fmla="*/ 3402 w 534763"/>
                  <a:gd name="csY44" fmla="*/ 487678 h 4579812"/>
                  <a:gd name="csX45" fmla="*/ 444743 w 534763"/>
                  <a:gd name="csY45" fmla="*/ 218 h 4579812"/>
                  <a:gd name="csX46" fmla="*/ 3402 w 534763"/>
                  <a:gd name="csY46" fmla="*/ 487678 h 4579812"/>
                  <a:gd name="csX47" fmla="*/ 444743 w 534763"/>
                  <a:gd name="csY47" fmla="*/ 218 h 4579812"/>
                  <a:gd name="csX48" fmla="*/ 1437 w 534763"/>
                  <a:gd name="csY48" fmla="*/ 534123 h 4579812"/>
                  <a:gd name="csX49" fmla="*/ 482384 w 534763"/>
                  <a:gd name="csY49" fmla="*/ 2831 h 4579812"/>
                  <a:gd name="csX50" fmla="*/ 1437 w 534763"/>
                  <a:gd name="csY50" fmla="*/ 534123 h 4579812"/>
                  <a:gd name="csX51" fmla="*/ 482384 w 534763"/>
                  <a:gd name="csY51" fmla="*/ 2831 h 4579812"/>
                  <a:gd name="csX52" fmla="*/ 4384 w 534763"/>
                  <a:gd name="csY52" fmla="*/ 575053 h 4579812"/>
                  <a:gd name="csX53" fmla="*/ 525089 w 534763"/>
                  <a:gd name="csY53" fmla="*/ 1 h 4579812"/>
                  <a:gd name="csX54" fmla="*/ 4384 w 534763"/>
                  <a:gd name="csY54" fmla="*/ 575053 h 4579812"/>
                  <a:gd name="csX55" fmla="*/ 525089 w 534763"/>
                  <a:gd name="csY55" fmla="*/ 1 h 4579812"/>
                  <a:gd name="csX56" fmla="*/ 2419 w 534763"/>
                  <a:gd name="csY56" fmla="*/ 621499 h 4579812"/>
                  <a:gd name="csX57" fmla="*/ 533026 w 534763"/>
                  <a:gd name="csY57" fmla="*/ 35488 h 4579812"/>
                  <a:gd name="csX58" fmla="*/ 2419 w 534763"/>
                  <a:gd name="csY58" fmla="*/ 621499 h 4579812"/>
                  <a:gd name="csX59" fmla="*/ 533026 w 534763"/>
                  <a:gd name="csY59" fmla="*/ 35488 h 4579812"/>
                  <a:gd name="csX60" fmla="*/ 454 w 534763"/>
                  <a:gd name="csY60" fmla="*/ 667944 h 4579812"/>
                  <a:gd name="csX61" fmla="*/ 531061 w 534763"/>
                  <a:gd name="csY61" fmla="*/ 81861 h 4579812"/>
                  <a:gd name="csX62" fmla="*/ 454 w 534763"/>
                  <a:gd name="csY62" fmla="*/ 667944 h 4579812"/>
                  <a:gd name="csX63" fmla="*/ 531061 w 534763"/>
                  <a:gd name="csY63" fmla="*/ 81861 h 4579812"/>
                  <a:gd name="csX64" fmla="*/ 3402 w 534763"/>
                  <a:gd name="csY64" fmla="*/ 708874 h 4579812"/>
                  <a:gd name="csX65" fmla="*/ 534008 w 534763"/>
                  <a:gd name="csY65" fmla="*/ 122863 h 4579812"/>
                  <a:gd name="csX66" fmla="*/ 3402 w 534763"/>
                  <a:gd name="csY66" fmla="*/ 708874 h 4579812"/>
                  <a:gd name="csX67" fmla="*/ 534008 w 534763"/>
                  <a:gd name="csY67" fmla="*/ 122863 h 4579812"/>
                  <a:gd name="csX68" fmla="*/ 1437 w 534763"/>
                  <a:gd name="csY68" fmla="*/ 755320 h 4579812"/>
                  <a:gd name="csX69" fmla="*/ 532043 w 534763"/>
                  <a:gd name="csY69" fmla="*/ 169236 h 4579812"/>
                  <a:gd name="csX70" fmla="*/ 1437 w 534763"/>
                  <a:gd name="csY70" fmla="*/ 755320 h 4579812"/>
                  <a:gd name="csX71" fmla="*/ 532043 w 534763"/>
                  <a:gd name="csY71" fmla="*/ 169236 h 4579812"/>
                  <a:gd name="csX72" fmla="*/ 4384 w 534763"/>
                  <a:gd name="csY72" fmla="*/ 796250 h 4579812"/>
                  <a:gd name="csX73" fmla="*/ 530078 w 534763"/>
                  <a:gd name="csY73" fmla="*/ 215682 h 4579812"/>
                  <a:gd name="csX74" fmla="*/ 4384 w 534763"/>
                  <a:gd name="csY74" fmla="*/ 796250 h 4579812"/>
                  <a:gd name="csX75" fmla="*/ 530078 w 534763"/>
                  <a:gd name="csY75" fmla="*/ 215682 h 4579812"/>
                  <a:gd name="csX76" fmla="*/ 2419 w 534763"/>
                  <a:gd name="csY76" fmla="*/ 842695 h 4579812"/>
                  <a:gd name="csX77" fmla="*/ 533026 w 534763"/>
                  <a:gd name="csY77" fmla="*/ 256684 h 4579812"/>
                  <a:gd name="csX78" fmla="*/ 2419 w 534763"/>
                  <a:gd name="csY78" fmla="*/ 842695 h 4579812"/>
                  <a:gd name="csX79" fmla="*/ 533026 w 534763"/>
                  <a:gd name="csY79" fmla="*/ 256684 h 4579812"/>
                  <a:gd name="csX80" fmla="*/ 454 w 534763"/>
                  <a:gd name="csY80" fmla="*/ 889141 h 4579812"/>
                  <a:gd name="csX81" fmla="*/ 531061 w 534763"/>
                  <a:gd name="csY81" fmla="*/ 303057 h 4579812"/>
                  <a:gd name="csX82" fmla="*/ 454 w 534763"/>
                  <a:gd name="csY82" fmla="*/ 889141 h 4579812"/>
                  <a:gd name="csX83" fmla="*/ 531061 w 534763"/>
                  <a:gd name="csY83" fmla="*/ 303057 h 4579812"/>
                  <a:gd name="csX84" fmla="*/ 3477 w 534763"/>
                  <a:gd name="csY84" fmla="*/ 930071 h 4579812"/>
                  <a:gd name="csX85" fmla="*/ 534008 w 534763"/>
                  <a:gd name="csY85" fmla="*/ 344060 h 4579812"/>
                  <a:gd name="csX86" fmla="*/ 3477 w 534763"/>
                  <a:gd name="csY86" fmla="*/ 930071 h 4579812"/>
                  <a:gd name="csX87" fmla="*/ 534008 w 534763"/>
                  <a:gd name="csY87" fmla="*/ 344060 h 4579812"/>
                  <a:gd name="csX88" fmla="*/ 1437 w 534763"/>
                  <a:gd name="csY88" fmla="*/ 976516 h 4579812"/>
                  <a:gd name="csX89" fmla="*/ 532043 w 534763"/>
                  <a:gd name="csY89" fmla="*/ 390433 h 4579812"/>
                  <a:gd name="csX90" fmla="*/ 1437 w 534763"/>
                  <a:gd name="csY90" fmla="*/ 976516 h 4579812"/>
                  <a:gd name="csX91" fmla="*/ 532043 w 534763"/>
                  <a:gd name="csY91" fmla="*/ 390433 h 4579812"/>
                  <a:gd name="csX92" fmla="*/ 4460 w 534763"/>
                  <a:gd name="csY92" fmla="*/ 1017446 h 4579812"/>
                  <a:gd name="csX93" fmla="*/ 530078 w 534763"/>
                  <a:gd name="csY93" fmla="*/ 436878 h 4579812"/>
                  <a:gd name="csX94" fmla="*/ 4460 w 534763"/>
                  <a:gd name="csY94" fmla="*/ 1017446 h 4579812"/>
                  <a:gd name="csX95" fmla="*/ 530078 w 534763"/>
                  <a:gd name="csY95" fmla="*/ 436878 h 4579812"/>
                  <a:gd name="csX96" fmla="*/ 2495 w 534763"/>
                  <a:gd name="csY96" fmla="*/ 1063892 h 4579812"/>
                  <a:gd name="csX97" fmla="*/ 533101 w 534763"/>
                  <a:gd name="csY97" fmla="*/ 477881 h 4579812"/>
                  <a:gd name="csX98" fmla="*/ 2495 w 534763"/>
                  <a:gd name="csY98" fmla="*/ 1063892 h 4579812"/>
                  <a:gd name="csX99" fmla="*/ 533101 w 534763"/>
                  <a:gd name="csY99" fmla="*/ 477881 h 4579812"/>
                  <a:gd name="csX100" fmla="*/ 530 w 534763"/>
                  <a:gd name="csY100" fmla="*/ 1110337 h 4579812"/>
                  <a:gd name="csX101" fmla="*/ 531061 w 534763"/>
                  <a:gd name="csY101" fmla="*/ 524254 h 4579812"/>
                  <a:gd name="csX102" fmla="*/ 530 w 534763"/>
                  <a:gd name="csY102" fmla="*/ 1110337 h 4579812"/>
                  <a:gd name="csX103" fmla="*/ 531061 w 534763"/>
                  <a:gd name="csY103" fmla="*/ 524254 h 4579812"/>
                  <a:gd name="csX104" fmla="*/ 3477 w 534763"/>
                  <a:gd name="csY104" fmla="*/ 1151267 h 4579812"/>
                  <a:gd name="csX105" fmla="*/ 534084 w 534763"/>
                  <a:gd name="csY105" fmla="*/ 565256 h 4579812"/>
                  <a:gd name="csX106" fmla="*/ 3477 w 534763"/>
                  <a:gd name="csY106" fmla="*/ 1151267 h 4579812"/>
                  <a:gd name="csX107" fmla="*/ 534084 w 534763"/>
                  <a:gd name="csY107" fmla="*/ 565256 h 4579812"/>
                  <a:gd name="csX108" fmla="*/ 1512 w 534763"/>
                  <a:gd name="csY108" fmla="*/ 1197713 h 4579812"/>
                  <a:gd name="csX109" fmla="*/ 532119 w 534763"/>
                  <a:gd name="csY109" fmla="*/ 611629 h 4579812"/>
                  <a:gd name="csX110" fmla="*/ 1512 w 534763"/>
                  <a:gd name="csY110" fmla="*/ 1197713 h 4579812"/>
                  <a:gd name="csX111" fmla="*/ 532119 w 534763"/>
                  <a:gd name="csY111" fmla="*/ 611629 h 4579812"/>
                  <a:gd name="csX112" fmla="*/ 4460 w 534763"/>
                  <a:gd name="csY112" fmla="*/ 1238643 h 4579812"/>
                  <a:gd name="csX113" fmla="*/ 530154 w 534763"/>
                  <a:gd name="csY113" fmla="*/ 658075 h 4579812"/>
                  <a:gd name="csX114" fmla="*/ 4460 w 534763"/>
                  <a:gd name="csY114" fmla="*/ 1238643 h 4579812"/>
                  <a:gd name="csX115" fmla="*/ 530154 w 534763"/>
                  <a:gd name="csY115" fmla="*/ 658075 h 4579812"/>
                  <a:gd name="csX116" fmla="*/ 2495 w 534763"/>
                  <a:gd name="csY116" fmla="*/ 1285088 h 4579812"/>
                  <a:gd name="csX117" fmla="*/ 533101 w 534763"/>
                  <a:gd name="csY117" fmla="*/ 699005 h 4579812"/>
                  <a:gd name="csX118" fmla="*/ 2495 w 534763"/>
                  <a:gd name="csY118" fmla="*/ 1285088 h 4579812"/>
                  <a:gd name="csX119" fmla="*/ 533101 w 534763"/>
                  <a:gd name="csY119" fmla="*/ 699005 h 4579812"/>
                  <a:gd name="csX120" fmla="*/ 530 w 534763"/>
                  <a:gd name="csY120" fmla="*/ 1331534 h 4579812"/>
                  <a:gd name="csX121" fmla="*/ 531136 w 534763"/>
                  <a:gd name="csY121" fmla="*/ 745450 h 4579812"/>
                  <a:gd name="csX122" fmla="*/ 530 w 534763"/>
                  <a:gd name="csY122" fmla="*/ 1331534 h 4579812"/>
                  <a:gd name="csX123" fmla="*/ 531136 w 534763"/>
                  <a:gd name="csY123" fmla="*/ 745450 h 4579812"/>
                  <a:gd name="csX124" fmla="*/ 3553 w 534763"/>
                  <a:gd name="csY124" fmla="*/ 1372464 h 4579812"/>
                  <a:gd name="csX125" fmla="*/ 534084 w 534763"/>
                  <a:gd name="csY125" fmla="*/ 786453 h 4579812"/>
                  <a:gd name="csX126" fmla="*/ 3553 w 534763"/>
                  <a:gd name="csY126" fmla="*/ 1372464 h 4579812"/>
                  <a:gd name="csX127" fmla="*/ 534084 w 534763"/>
                  <a:gd name="csY127" fmla="*/ 786453 h 4579812"/>
                  <a:gd name="csX128" fmla="*/ 1512 w 534763"/>
                  <a:gd name="csY128" fmla="*/ 1418909 h 4579812"/>
                  <a:gd name="csX129" fmla="*/ 532119 w 534763"/>
                  <a:gd name="csY129" fmla="*/ 832826 h 4579812"/>
                  <a:gd name="csX130" fmla="*/ 1512 w 534763"/>
                  <a:gd name="csY130" fmla="*/ 1418909 h 4579812"/>
                  <a:gd name="csX131" fmla="*/ 532119 w 534763"/>
                  <a:gd name="csY131" fmla="*/ 832826 h 4579812"/>
                  <a:gd name="csX132" fmla="*/ 4536 w 534763"/>
                  <a:gd name="csY132" fmla="*/ 1459839 h 4579812"/>
                  <a:gd name="csX133" fmla="*/ 530154 w 534763"/>
                  <a:gd name="csY133" fmla="*/ 879271 h 4579812"/>
                  <a:gd name="csX134" fmla="*/ 4536 w 534763"/>
                  <a:gd name="csY134" fmla="*/ 1459839 h 4579812"/>
                  <a:gd name="csX135" fmla="*/ 530154 w 534763"/>
                  <a:gd name="csY135" fmla="*/ 879271 h 4579812"/>
                  <a:gd name="csX136" fmla="*/ 2570 w 534763"/>
                  <a:gd name="csY136" fmla="*/ 1506285 h 4579812"/>
                  <a:gd name="csX137" fmla="*/ 533177 w 534763"/>
                  <a:gd name="csY137" fmla="*/ 920201 h 4579812"/>
                  <a:gd name="csX138" fmla="*/ 2570 w 534763"/>
                  <a:gd name="csY138" fmla="*/ 1506285 h 4579812"/>
                  <a:gd name="csX139" fmla="*/ 533177 w 534763"/>
                  <a:gd name="csY139" fmla="*/ 920201 h 4579812"/>
                  <a:gd name="csX140" fmla="*/ 605 w 534763"/>
                  <a:gd name="csY140" fmla="*/ 1552730 h 4579812"/>
                  <a:gd name="csX141" fmla="*/ 531136 w 534763"/>
                  <a:gd name="csY141" fmla="*/ 966647 h 4579812"/>
                  <a:gd name="csX142" fmla="*/ 605 w 534763"/>
                  <a:gd name="csY142" fmla="*/ 1552730 h 4579812"/>
                  <a:gd name="csX143" fmla="*/ 531136 w 534763"/>
                  <a:gd name="csY143" fmla="*/ 966647 h 4579812"/>
                  <a:gd name="csX144" fmla="*/ 3553 w 534763"/>
                  <a:gd name="csY144" fmla="*/ 1593660 h 4579812"/>
                  <a:gd name="csX145" fmla="*/ 534160 w 534763"/>
                  <a:gd name="csY145" fmla="*/ 1007649 h 4579812"/>
                  <a:gd name="csX146" fmla="*/ 3553 w 534763"/>
                  <a:gd name="csY146" fmla="*/ 1593660 h 4579812"/>
                  <a:gd name="csX147" fmla="*/ 534160 w 534763"/>
                  <a:gd name="csY147" fmla="*/ 1007649 h 4579812"/>
                  <a:gd name="csX148" fmla="*/ 1588 w 534763"/>
                  <a:gd name="csY148" fmla="*/ 1640106 h 4579812"/>
                  <a:gd name="csX149" fmla="*/ 532194 w 534763"/>
                  <a:gd name="csY149" fmla="*/ 1054022 h 4579812"/>
                  <a:gd name="csX150" fmla="*/ 1588 w 534763"/>
                  <a:gd name="csY150" fmla="*/ 1640106 h 4579812"/>
                  <a:gd name="csX151" fmla="*/ 532194 w 534763"/>
                  <a:gd name="csY151" fmla="*/ 1054022 h 4579812"/>
                  <a:gd name="csX152" fmla="*/ 4536 w 534763"/>
                  <a:gd name="csY152" fmla="*/ 1681036 h 4579812"/>
                  <a:gd name="csX153" fmla="*/ 530229 w 534763"/>
                  <a:gd name="csY153" fmla="*/ 1100468 h 4579812"/>
                  <a:gd name="csX154" fmla="*/ 4536 w 534763"/>
                  <a:gd name="csY154" fmla="*/ 1681036 h 4579812"/>
                  <a:gd name="csX155" fmla="*/ 530229 w 534763"/>
                  <a:gd name="csY155" fmla="*/ 1100468 h 4579812"/>
                  <a:gd name="csX156" fmla="*/ 2570 w 534763"/>
                  <a:gd name="csY156" fmla="*/ 1727481 h 4579812"/>
                  <a:gd name="csX157" fmla="*/ 533177 w 534763"/>
                  <a:gd name="csY157" fmla="*/ 1141398 h 4579812"/>
                  <a:gd name="csX158" fmla="*/ 2570 w 534763"/>
                  <a:gd name="csY158" fmla="*/ 1727481 h 4579812"/>
                  <a:gd name="csX159" fmla="*/ 533177 w 534763"/>
                  <a:gd name="csY159" fmla="*/ 1141398 h 4579812"/>
                  <a:gd name="csX160" fmla="*/ 605 w 534763"/>
                  <a:gd name="csY160" fmla="*/ 1773927 h 4579812"/>
                  <a:gd name="csX161" fmla="*/ 531212 w 534763"/>
                  <a:gd name="csY161" fmla="*/ 1187843 h 4579812"/>
                  <a:gd name="csX162" fmla="*/ 605 w 534763"/>
                  <a:gd name="csY162" fmla="*/ 1773927 h 4579812"/>
                  <a:gd name="csX163" fmla="*/ 531212 w 534763"/>
                  <a:gd name="csY163" fmla="*/ 1187843 h 4579812"/>
                  <a:gd name="csX164" fmla="*/ 3629 w 534763"/>
                  <a:gd name="csY164" fmla="*/ 1814857 h 4579812"/>
                  <a:gd name="csX165" fmla="*/ 534160 w 534763"/>
                  <a:gd name="csY165" fmla="*/ 1228773 h 4579812"/>
                  <a:gd name="csX166" fmla="*/ 3629 w 534763"/>
                  <a:gd name="csY166" fmla="*/ 1814857 h 4579812"/>
                  <a:gd name="csX167" fmla="*/ 534160 w 534763"/>
                  <a:gd name="csY167" fmla="*/ 1228773 h 4579812"/>
                  <a:gd name="csX168" fmla="*/ 1588 w 534763"/>
                  <a:gd name="csY168" fmla="*/ 1861303 h 4579812"/>
                  <a:gd name="csX169" fmla="*/ 532194 w 534763"/>
                  <a:gd name="csY169" fmla="*/ 1275219 h 4579812"/>
                  <a:gd name="csX170" fmla="*/ 1588 w 534763"/>
                  <a:gd name="csY170" fmla="*/ 1861303 h 4579812"/>
                  <a:gd name="csX171" fmla="*/ 532194 w 534763"/>
                  <a:gd name="csY171" fmla="*/ 1275219 h 4579812"/>
                  <a:gd name="csX172" fmla="*/ 4611 w 534763"/>
                  <a:gd name="csY172" fmla="*/ 1902232 h 4579812"/>
                  <a:gd name="csX173" fmla="*/ 530229 w 534763"/>
                  <a:gd name="csY173" fmla="*/ 1321664 h 4579812"/>
                  <a:gd name="csX174" fmla="*/ 4611 w 534763"/>
                  <a:gd name="csY174" fmla="*/ 1902232 h 4579812"/>
                  <a:gd name="csX175" fmla="*/ 530229 w 534763"/>
                  <a:gd name="csY175" fmla="*/ 1321664 h 4579812"/>
                  <a:gd name="csX176" fmla="*/ 2646 w 534763"/>
                  <a:gd name="csY176" fmla="*/ 1948678 h 4579812"/>
                  <a:gd name="csX177" fmla="*/ 533252 w 534763"/>
                  <a:gd name="csY177" fmla="*/ 1362594 h 4579812"/>
                  <a:gd name="csX178" fmla="*/ 2646 w 534763"/>
                  <a:gd name="csY178" fmla="*/ 1948678 h 4579812"/>
                  <a:gd name="csX179" fmla="*/ 533252 w 534763"/>
                  <a:gd name="csY179" fmla="*/ 1362594 h 4579812"/>
                  <a:gd name="csX180" fmla="*/ 681 w 534763"/>
                  <a:gd name="csY180" fmla="*/ 1995051 h 4579812"/>
                  <a:gd name="csX181" fmla="*/ 531212 w 534763"/>
                  <a:gd name="csY181" fmla="*/ 1409040 h 4579812"/>
                  <a:gd name="csX182" fmla="*/ 681 w 534763"/>
                  <a:gd name="csY182" fmla="*/ 1995051 h 4579812"/>
                  <a:gd name="csX183" fmla="*/ 531212 w 534763"/>
                  <a:gd name="csY183" fmla="*/ 1409040 h 4579812"/>
                  <a:gd name="csX184" fmla="*/ 3629 w 534763"/>
                  <a:gd name="csY184" fmla="*/ 2036053 h 4579812"/>
                  <a:gd name="csX185" fmla="*/ 534235 w 534763"/>
                  <a:gd name="csY185" fmla="*/ 1449970 h 4579812"/>
                  <a:gd name="csX186" fmla="*/ 3629 w 534763"/>
                  <a:gd name="csY186" fmla="*/ 2036053 h 4579812"/>
                  <a:gd name="csX187" fmla="*/ 534235 w 534763"/>
                  <a:gd name="csY187" fmla="*/ 1449970 h 4579812"/>
                  <a:gd name="csX188" fmla="*/ 1663 w 534763"/>
                  <a:gd name="csY188" fmla="*/ 2082499 h 4579812"/>
                  <a:gd name="csX189" fmla="*/ 532270 w 534763"/>
                  <a:gd name="csY189" fmla="*/ 1496415 h 4579812"/>
                  <a:gd name="csX190" fmla="*/ 1663 w 534763"/>
                  <a:gd name="csY190" fmla="*/ 2082499 h 4579812"/>
                  <a:gd name="csX191" fmla="*/ 532270 w 534763"/>
                  <a:gd name="csY191" fmla="*/ 1496415 h 4579812"/>
                  <a:gd name="csX192" fmla="*/ 4611 w 534763"/>
                  <a:gd name="csY192" fmla="*/ 2123429 h 4579812"/>
                  <a:gd name="csX193" fmla="*/ 530305 w 534763"/>
                  <a:gd name="csY193" fmla="*/ 1542861 h 4579812"/>
                  <a:gd name="csX194" fmla="*/ 4611 w 534763"/>
                  <a:gd name="csY194" fmla="*/ 2123429 h 4579812"/>
                  <a:gd name="csX195" fmla="*/ 530305 w 534763"/>
                  <a:gd name="csY195" fmla="*/ 1542861 h 4579812"/>
                  <a:gd name="csX196" fmla="*/ 2646 w 534763"/>
                  <a:gd name="csY196" fmla="*/ 2169875 h 4579812"/>
                  <a:gd name="csX197" fmla="*/ 533252 w 534763"/>
                  <a:gd name="csY197" fmla="*/ 1583791 h 4579812"/>
                  <a:gd name="csX198" fmla="*/ 2646 w 534763"/>
                  <a:gd name="csY198" fmla="*/ 2169875 h 4579812"/>
                  <a:gd name="csX199" fmla="*/ 533252 w 534763"/>
                  <a:gd name="csY199" fmla="*/ 1583791 h 4579812"/>
                  <a:gd name="csX200" fmla="*/ 681 w 534763"/>
                  <a:gd name="csY200" fmla="*/ 2216247 h 4579812"/>
                  <a:gd name="csX201" fmla="*/ 531287 w 534763"/>
                  <a:gd name="csY201" fmla="*/ 1630236 h 4579812"/>
                  <a:gd name="csX202" fmla="*/ 681 w 534763"/>
                  <a:gd name="csY202" fmla="*/ 2216247 h 4579812"/>
                  <a:gd name="csX203" fmla="*/ 531287 w 534763"/>
                  <a:gd name="csY203" fmla="*/ 1630236 h 4579812"/>
                  <a:gd name="csX204" fmla="*/ 3704 w 534763"/>
                  <a:gd name="csY204" fmla="*/ 2257250 h 4579812"/>
                  <a:gd name="csX205" fmla="*/ 534235 w 534763"/>
                  <a:gd name="csY205" fmla="*/ 1671166 h 4579812"/>
                  <a:gd name="csX206" fmla="*/ 3704 w 534763"/>
                  <a:gd name="csY206" fmla="*/ 2257250 h 4579812"/>
                  <a:gd name="csX207" fmla="*/ 534235 w 534763"/>
                  <a:gd name="csY207" fmla="*/ 1671166 h 4579812"/>
                  <a:gd name="csX208" fmla="*/ 1663 w 534763"/>
                  <a:gd name="csY208" fmla="*/ 2303696 h 4579812"/>
                  <a:gd name="csX209" fmla="*/ 532270 w 534763"/>
                  <a:gd name="csY209" fmla="*/ 1717612 h 4579812"/>
                  <a:gd name="csX210" fmla="*/ 1663 w 534763"/>
                  <a:gd name="csY210" fmla="*/ 2303696 h 4579812"/>
                  <a:gd name="csX211" fmla="*/ 532270 w 534763"/>
                  <a:gd name="csY211" fmla="*/ 1717612 h 4579812"/>
                  <a:gd name="csX212" fmla="*/ 4687 w 534763"/>
                  <a:gd name="csY212" fmla="*/ 2344625 h 4579812"/>
                  <a:gd name="csX213" fmla="*/ 530305 w 534763"/>
                  <a:gd name="csY213" fmla="*/ 1764057 h 4579812"/>
                  <a:gd name="csX214" fmla="*/ 4687 w 534763"/>
                  <a:gd name="csY214" fmla="*/ 2344625 h 4579812"/>
                  <a:gd name="csX215" fmla="*/ 530305 w 534763"/>
                  <a:gd name="csY215" fmla="*/ 1764057 h 4579812"/>
                  <a:gd name="csX216" fmla="*/ 2722 w 534763"/>
                  <a:gd name="csY216" fmla="*/ 2391071 h 4579812"/>
                  <a:gd name="csX217" fmla="*/ 533328 w 534763"/>
                  <a:gd name="csY217" fmla="*/ 1804987 h 4579812"/>
                  <a:gd name="csX218" fmla="*/ 2722 w 534763"/>
                  <a:gd name="csY218" fmla="*/ 2391071 h 4579812"/>
                  <a:gd name="csX219" fmla="*/ 533328 w 534763"/>
                  <a:gd name="csY219" fmla="*/ 1804987 h 4579812"/>
                  <a:gd name="csX220" fmla="*/ 756 w 534763"/>
                  <a:gd name="csY220" fmla="*/ 2437444 h 4579812"/>
                  <a:gd name="csX221" fmla="*/ 531287 w 534763"/>
                  <a:gd name="csY221" fmla="*/ 1851433 h 4579812"/>
                  <a:gd name="csX222" fmla="*/ 756 w 534763"/>
                  <a:gd name="csY222" fmla="*/ 2437444 h 4579812"/>
                  <a:gd name="csX223" fmla="*/ 531287 w 534763"/>
                  <a:gd name="csY223" fmla="*/ 1851433 h 4579812"/>
                  <a:gd name="csX224" fmla="*/ 3704 w 534763"/>
                  <a:gd name="csY224" fmla="*/ 2478446 h 4579812"/>
                  <a:gd name="csX225" fmla="*/ 534311 w 534763"/>
                  <a:gd name="csY225" fmla="*/ 1892363 h 4579812"/>
                  <a:gd name="csX226" fmla="*/ 3704 w 534763"/>
                  <a:gd name="csY226" fmla="*/ 2478446 h 4579812"/>
                  <a:gd name="csX227" fmla="*/ 534311 w 534763"/>
                  <a:gd name="csY227" fmla="*/ 1892363 h 4579812"/>
                  <a:gd name="csX228" fmla="*/ 1739 w 534763"/>
                  <a:gd name="csY228" fmla="*/ 2524819 h 4579812"/>
                  <a:gd name="csX229" fmla="*/ 532345 w 534763"/>
                  <a:gd name="csY229" fmla="*/ 1938808 h 4579812"/>
                  <a:gd name="csX230" fmla="*/ 1739 w 534763"/>
                  <a:gd name="csY230" fmla="*/ 2524819 h 4579812"/>
                  <a:gd name="csX231" fmla="*/ 532345 w 534763"/>
                  <a:gd name="csY231" fmla="*/ 1938808 h 4579812"/>
                  <a:gd name="csX232" fmla="*/ 4687 w 534763"/>
                  <a:gd name="csY232" fmla="*/ 2565822 h 4579812"/>
                  <a:gd name="csX233" fmla="*/ 530380 w 534763"/>
                  <a:gd name="csY233" fmla="*/ 1985254 h 4579812"/>
                  <a:gd name="csX234" fmla="*/ 4687 w 534763"/>
                  <a:gd name="csY234" fmla="*/ 2565822 h 4579812"/>
                  <a:gd name="csX235" fmla="*/ 530380 w 534763"/>
                  <a:gd name="csY235" fmla="*/ 1985254 h 4579812"/>
                  <a:gd name="csX236" fmla="*/ 2722 w 534763"/>
                  <a:gd name="csY236" fmla="*/ 2612267 h 4579812"/>
                  <a:gd name="csX237" fmla="*/ 533328 w 534763"/>
                  <a:gd name="csY237" fmla="*/ 2026184 h 4579812"/>
                  <a:gd name="csX238" fmla="*/ 2722 w 534763"/>
                  <a:gd name="csY238" fmla="*/ 2612267 h 4579812"/>
                  <a:gd name="csX239" fmla="*/ 533328 w 534763"/>
                  <a:gd name="csY239" fmla="*/ 2026184 h 4579812"/>
                  <a:gd name="csX240" fmla="*/ 756 w 534763"/>
                  <a:gd name="csY240" fmla="*/ 2658640 h 4579812"/>
                  <a:gd name="csX241" fmla="*/ 531363 w 534763"/>
                  <a:gd name="csY241" fmla="*/ 2072629 h 4579812"/>
                  <a:gd name="csX242" fmla="*/ 756 w 534763"/>
                  <a:gd name="csY242" fmla="*/ 2658640 h 4579812"/>
                  <a:gd name="csX243" fmla="*/ 531363 w 534763"/>
                  <a:gd name="csY243" fmla="*/ 2072629 h 4579812"/>
                  <a:gd name="csX244" fmla="*/ 3704 w 534763"/>
                  <a:gd name="csY244" fmla="*/ 2699643 h 4579812"/>
                  <a:gd name="csX245" fmla="*/ 534311 w 534763"/>
                  <a:gd name="csY245" fmla="*/ 2113559 h 4579812"/>
                  <a:gd name="csX246" fmla="*/ 3704 w 534763"/>
                  <a:gd name="csY246" fmla="*/ 2699643 h 4579812"/>
                  <a:gd name="csX247" fmla="*/ 534311 w 534763"/>
                  <a:gd name="csY247" fmla="*/ 2113559 h 4579812"/>
                  <a:gd name="csX248" fmla="*/ 1739 w 534763"/>
                  <a:gd name="csY248" fmla="*/ 2746016 h 4579812"/>
                  <a:gd name="csX249" fmla="*/ 532345 w 534763"/>
                  <a:gd name="csY249" fmla="*/ 2160005 h 4579812"/>
                  <a:gd name="csX250" fmla="*/ 1739 w 534763"/>
                  <a:gd name="csY250" fmla="*/ 2746016 h 4579812"/>
                  <a:gd name="csX251" fmla="*/ 532345 w 534763"/>
                  <a:gd name="csY251" fmla="*/ 2160005 h 4579812"/>
                  <a:gd name="csX252" fmla="*/ 4762 w 534763"/>
                  <a:gd name="csY252" fmla="*/ 2787019 h 4579812"/>
                  <a:gd name="csX253" fmla="*/ 530380 w 534763"/>
                  <a:gd name="csY253" fmla="*/ 2206450 h 4579812"/>
                  <a:gd name="csX254" fmla="*/ 4762 w 534763"/>
                  <a:gd name="csY254" fmla="*/ 2787019 h 4579812"/>
                  <a:gd name="csX255" fmla="*/ 530380 w 534763"/>
                  <a:gd name="csY255" fmla="*/ 2206450 h 4579812"/>
                  <a:gd name="csX256" fmla="*/ 2797 w 534763"/>
                  <a:gd name="csY256" fmla="*/ 2833464 h 4579812"/>
                  <a:gd name="csX257" fmla="*/ 533328 w 534763"/>
                  <a:gd name="csY257" fmla="*/ 2247380 h 4579812"/>
                  <a:gd name="csX258" fmla="*/ 2797 w 534763"/>
                  <a:gd name="csY258" fmla="*/ 2833464 h 4579812"/>
                  <a:gd name="csX259" fmla="*/ 533328 w 534763"/>
                  <a:gd name="csY259" fmla="*/ 2247380 h 4579812"/>
                  <a:gd name="csX260" fmla="*/ 832 w 534763"/>
                  <a:gd name="csY260" fmla="*/ 2879837 h 4579812"/>
                  <a:gd name="csX261" fmla="*/ 531363 w 534763"/>
                  <a:gd name="csY261" fmla="*/ 2293826 h 4579812"/>
                  <a:gd name="csX262" fmla="*/ 832 w 534763"/>
                  <a:gd name="csY262" fmla="*/ 2879837 h 4579812"/>
                  <a:gd name="csX263" fmla="*/ 531363 w 534763"/>
                  <a:gd name="csY263" fmla="*/ 2293826 h 4579812"/>
                  <a:gd name="csX264" fmla="*/ 3780 w 534763"/>
                  <a:gd name="csY264" fmla="*/ 2920840 h 4579812"/>
                  <a:gd name="csX265" fmla="*/ 534386 w 534763"/>
                  <a:gd name="csY265" fmla="*/ 2334756 h 4579812"/>
                  <a:gd name="csX266" fmla="*/ 3780 w 534763"/>
                  <a:gd name="csY266" fmla="*/ 2920840 h 4579812"/>
                  <a:gd name="csX267" fmla="*/ 534386 w 534763"/>
                  <a:gd name="csY267" fmla="*/ 2334756 h 4579812"/>
                  <a:gd name="csX268" fmla="*/ 1815 w 534763"/>
                  <a:gd name="csY268" fmla="*/ 2967213 h 4579812"/>
                  <a:gd name="csX269" fmla="*/ 532421 w 534763"/>
                  <a:gd name="csY269" fmla="*/ 2381201 h 4579812"/>
                  <a:gd name="csX270" fmla="*/ 1815 w 534763"/>
                  <a:gd name="csY270" fmla="*/ 2967213 h 4579812"/>
                  <a:gd name="csX271" fmla="*/ 532421 w 534763"/>
                  <a:gd name="csY271" fmla="*/ 2381201 h 4579812"/>
                  <a:gd name="csX272" fmla="*/ 4762 w 534763"/>
                  <a:gd name="csY272" fmla="*/ 3008215 h 4579812"/>
                  <a:gd name="csX273" fmla="*/ 530456 w 534763"/>
                  <a:gd name="csY273" fmla="*/ 2427647 h 4579812"/>
                  <a:gd name="csX274" fmla="*/ 4762 w 534763"/>
                  <a:gd name="csY274" fmla="*/ 3008215 h 4579812"/>
                  <a:gd name="csX275" fmla="*/ 530456 w 534763"/>
                  <a:gd name="csY275" fmla="*/ 2427647 h 4579812"/>
                  <a:gd name="csX276" fmla="*/ 2797 w 534763"/>
                  <a:gd name="csY276" fmla="*/ 3054588 h 4579812"/>
                  <a:gd name="csX277" fmla="*/ 533404 w 534763"/>
                  <a:gd name="csY277" fmla="*/ 2468577 h 4579812"/>
                  <a:gd name="csX278" fmla="*/ 2797 w 534763"/>
                  <a:gd name="csY278" fmla="*/ 3054588 h 4579812"/>
                  <a:gd name="csX279" fmla="*/ 533404 w 534763"/>
                  <a:gd name="csY279" fmla="*/ 2468577 h 4579812"/>
                  <a:gd name="csX280" fmla="*/ 832 w 534763"/>
                  <a:gd name="csY280" fmla="*/ 3101034 h 4579812"/>
                  <a:gd name="csX281" fmla="*/ 531438 w 534763"/>
                  <a:gd name="csY281" fmla="*/ 2515022 h 4579812"/>
                  <a:gd name="csX282" fmla="*/ 832 w 534763"/>
                  <a:gd name="csY282" fmla="*/ 3101034 h 4579812"/>
                  <a:gd name="csX283" fmla="*/ 531438 w 534763"/>
                  <a:gd name="csY283" fmla="*/ 2515022 h 4579812"/>
                  <a:gd name="csX284" fmla="*/ 3780 w 534763"/>
                  <a:gd name="csY284" fmla="*/ 3142036 h 4579812"/>
                  <a:gd name="csX285" fmla="*/ 534386 w 534763"/>
                  <a:gd name="csY285" fmla="*/ 2555953 h 4579812"/>
                  <a:gd name="csX286" fmla="*/ 3780 w 534763"/>
                  <a:gd name="csY286" fmla="*/ 3142036 h 4579812"/>
                  <a:gd name="csX287" fmla="*/ 534386 w 534763"/>
                  <a:gd name="csY287" fmla="*/ 2555953 h 4579812"/>
                  <a:gd name="csX288" fmla="*/ 1815 w 534763"/>
                  <a:gd name="csY288" fmla="*/ 3188409 h 4579812"/>
                  <a:gd name="csX289" fmla="*/ 532421 w 534763"/>
                  <a:gd name="csY289" fmla="*/ 2602398 h 4579812"/>
                  <a:gd name="csX290" fmla="*/ 1815 w 534763"/>
                  <a:gd name="csY290" fmla="*/ 3188409 h 4579812"/>
                  <a:gd name="csX291" fmla="*/ 532421 w 534763"/>
                  <a:gd name="csY291" fmla="*/ 2602398 h 4579812"/>
                  <a:gd name="csX292" fmla="*/ 4838 w 534763"/>
                  <a:gd name="csY292" fmla="*/ 3229411 h 4579812"/>
                  <a:gd name="csX293" fmla="*/ 530456 w 534763"/>
                  <a:gd name="csY293" fmla="*/ 2648843 h 4579812"/>
                  <a:gd name="csX294" fmla="*/ 4838 w 534763"/>
                  <a:gd name="csY294" fmla="*/ 3229411 h 4579812"/>
                  <a:gd name="csX295" fmla="*/ 530456 w 534763"/>
                  <a:gd name="csY295" fmla="*/ 2648843 h 4579812"/>
                  <a:gd name="csX296" fmla="*/ 2873 w 534763"/>
                  <a:gd name="csY296" fmla="*/ 3275784 h 4579812"/>
                  <a:gd name="csX297" fmla="*/ 533404 w 534763"/>
                  <a:gd name="csY297" fmla="*/ 2689773 h 4579812"/>
                  <a:gd name="csX298" fmla="*/ 2873 w 534763"/>
                  <a:gd name="csY298" fmla="*/ 3275784 h 4579812"/>
                  <a:gd name="csX299" fmla="*/ 533404 w 534763"/>
                  <a:gd name="csY299" fmla="*/ 2689773 h 4579812"/>
                  <a:gd name="csX300" fmla="*/ 832 w 534763"/>
                  <a:gd name="csY300" fmla="*/ 3322230 h 4579812"/>
                  <a:gd name="csX301" fmla="*/ 531438 w 534763"/>
                  <a:gd name="csY301" fmla="*/ 2736219 h 4579812"/>
                  <a:gd name="csX302" fmla="*/ 832 w 534763"/>
                  <a:gd name="csY302" fmla="*/ 3322230 h 4579812"/>
                  <a:gd name="csX303" fmla="*/ 531438 w 534763"/>
                  <a:gd name="csY303" fmla="*/ 2736219 h 4579812"/>
                  <a:gd name="csX304" fmla="*/ 3855 w 534763"/>
                  <a:gd name="csY304" fmla="*/ 3363232 h 4579812"/>
                  <a:gd name="csX305" fmla="*/ 534462 w 534763"/>
                  <a:gd name="csY305" fmla="*/ 2777149 h 4579812"/>
                  <a:gd name="csX306" fmla="*/ 3855 w 534763"/>
                  <a:gd name="csY306" fmla="*/ 3363232 h 4579812"/>
                  <a:gd name="csX307" fmla="*/ 534462 w 534763"/>
                  <a:gd name="csY307" fmla="*/ 2777149 h 4579812"/>
                  <a:gd name="csX308" fmla="*/ 1890 w 534763"/>
                  <a:gd name="csY308" fmla="*/ 3409605 h 4579812"/>
                  <a:gd name="csX309" fmla="*/ 532497 w 534763"/>
                  <a:gd name="csY309" fmla="*/ 2823594 h 4579812"/>
                  <a:gd name="csX310" fmla="*/ 1890 w 534763"/>
                  <a:gd name="csY310" fmla="*/ 3409605 h 4579812"/>
                  <a:gd name="csX311" fmla="*/ 532497 w 534763"/>
                  <a:gd name="csY311" fmla="*/ 2823594 h 4579812"/>
                  <a:gd name="csX312" fmla="*/ 4838 w 534763"/>
                  <a:gd name="csY312" fmla="*/ 3450608 h 4579812"/>
                  <a:gd name="csX313" fmla="*/ 530456 w 534763"/>
                  <a:gd name="csY313" fmla="*/ 2870040 h 4579812"/>
                  <a:gd name="csX314" fmla="*/ 4838 w 534763"/>
                  <a:gd name="csY314" fmla="*/ 3450608 h 4579812"/>
                  <a:gd name="csX315" fmla="*/ 530456 w 534763"/>
                  <a:gd name="csY315" fmla="*/ 2870040 h 4579812"/>
                  <a:gd name="csX316" fmla="*/ 2873 w 534763"/>
                  <a:gd name="csY316" fmla="*/ 3496981 h 4579812"/>
                  <a:gd name="csX317" fmla="*/ 533479 w 534763"/>
                  <a:gd name="csY317" fmla="*/ 2910970 h 4579812"/>
                  <a:gd name="csX318" fmla="*/ 2873 w 534763"/>
                  <a:gd name="csY318" fmla="*/ 3496981 h 4579812"/>
                  <a:gd name="csX319" fmla="*/ 533479 w 534763"/>
                  <a:gd name="csY319" fmla="*/ 2910970 h 4579812"/>
                  <a:gd name="csX320" fmla="*/ 908 w 534763"/>
                  <a:gd name="csY320" fmla="*/ 3543426 h 4579812"/>
                  <a:gd name="csX321" fmla="*/ 531514 w 534763"/>
                  <a:gd name="csY321" fmla="*/ 2957415 h 4579812"/>
                  <a:gd name="csX322" fmla="*/ 908 w 534763"/>
                  <a:gd name="csY322" fmla="*/ 3543426 h 4579812"/>
                  <a:gd name="csX323" fmla="*/ 531514 w 534763"/>
                  <a:gd name="csY323" fmla="*/ 2957415 h 4579812"/>
                  <a:gd name="csX324" fmla="*/ 3855 w 534763"/>
                  <a:gd name="csY324" fmla="*/ 3584357 h 4579812"/>
                  <a:gd name="csX325" fmla="*/ 534462 w 534763"/>
                  <a:gd name="csY325" fmla="*/ 2998345 h 4579812"/>
                  <a:gd name="csX326" fmla="*/ 3855 w 534763"/>
                  <a:gd name="csY326" fmla="*/ 3584357 h 4579812"/>
                  <a:gd name="csX327" fmla="*/ 534462 w 534763"/>
                  <a:gd name="csY327" fmla="*/ 2998345 h 4579812"/>
                  <a:gd name="csX328" fmla="*/ 1890 w 534763"/>
                  <a:gd name="csY328" fmla="*/ 3630802 h 4579812"/>
                  <a:gd name="csX329" fmla="*/ 532497 w 534763"/>
                  <a:gd name="csY329" fmla="*/ 3044791 h 4579812"/>
                  <a:gd name="csX330" fmla="*/ 1890 w 534763"/>
                  <a:gd name="csY330" fmla="*/ 3630802 h 4579812"/>
                  <a:gd name="csX331" fmla="*/ 532497 w 534763"/>
                  <a:gd name="csY331" fmla="*/ 3044791 h 4579812"/>
                  <a:gd name="csX332" fmla="*/ 4914 w 534763"/>
                  <a:gd name="csY332" fmla="*/ 3671805 h 4579812"/>
                  <a:gd name="csX333" fmla="*/ 530531 w 534763"/>
                  <a:gd name="csY333" fmla="*/ 3091236 h 4579812"/>
                  <a:gd name="csX334" fmla="*/ 4914 w 534763"/>
                  <a:gd name="csY334" fmla="*/ 3671805 h 4579812"/>
                  <a:gd name="csX335" fmla="*/ 530531 w 534763"/>
                  <a:gd name="csY335" fmla="*/ 3091236 h 4579812"/>
                  <a:gd name="csX336" fmla="*/ 2948 w 534763"/>
                  <a:gd name="csY336" fmla="*/ 3718178 h 4579812"/>
                  <a:gd name="csX337" fmla="*/ 533479 w 534763"/>
                  <a:gd name="csY337" fmla="*/ 3132166 h 4579812"/>
                  <a:gd name="csX338" fmla="*/ 2948 w 534763"/>
                  <a:gd name="csY338" fmla="*/ 3718178 h 4579812"/>
                  <a:gd name="csX339" fmla="*/ 533479 w 534763"/>
                  <a:gd name="csY339" fmla="*/ 3132166 h 4579812"/>
                  <a:gd name="csX340" fmla="*/ 908 w 534763"/>
                  <a:gd name="csY340" fmla="*/ 3764623 h 4579812"/>
                  <a:gd name="csX341" fmla="*/ 531514 w 534763"/>
                  <a:gd name="csY341" fmla="*/ 3178612 h 4579812"/>
                  <a:gd name="csX342" fmla="*/ 908 w 534763"/>
                  <a:gd name="csY342" fmla="*/ 3764623 h 4579812"/>
                  <a:gd name="csX343" fmla="*/ 531514 w 534763"/>
                  <a:gd name="csY343" fmla="*/ 3178612 h 4579812"/>
                  <a:gd name="csX344" fmla="*/ 3931 w 534763"/>
                  <a:gd name="csY344" fmla="*/ 3805553 h 4579812"/>
                  <a:gd name="csX345" fmla="*/ 534537 w 534763"/>
                  <a:gd name="csY345" fmla="*/ 3219542 h 4579812"/>
                  <a:gd name="csX346" fmla="*/ 3931 w 534763"/>
                  <a:gd name="csY346" fmla="*/ 3805553 h 4579812"/>
                  <a:gd name="csX347" fmla="*/ 534537 w 534763"/>
                  <a:gd name="csY347" fmla="*/ 3219542 h 4579812"/>
                  <a:gd name="csX348" fmla="*/ 1966 w 534763"/>
                  <a:gd name="csY348" fmla="*/ 3851999 h 4579812"/>
                  <a:gd name="csX349" fmla="*/ 532572 w 534763"/>
                  <a:gd name="csY349" fmla="*/ 3265987 h 4579812"/>
                  <a:gd name="csX350" fmla="*/ 1966 w 534763"/>
                  <a:gd name="csY350" fmla="*/ 3851999 h 4579812"/>
                  <a:gd name="csX351" fmla="*/ 532572 w 534763"/>
                  <a:gd name="csY351" fmla="*/ 3265987 h 4579812"/>
                  <a:gd name="csX352" fmla="*/ 1 w 534763"/>
                  <a:gd name="csY352" fmla="*/ 3898444 h 4579812"/>
                  <a:gd name="csX353" fmla="*/ 530531 w 534763"/>
                  <a:gd name="csY353" fmla="*/ 3312433 h 4579812"/>
                  <a:gd name="csX354" fmla="*/ 1 w 534763"/>
                  <a:gd name="csY354" fmla="*/ 3898444 h 4579812"/>
                  <a:gd name="csX355" fmla="*/ 530531 w 534763"/>
                  <a:gd name="csY355" fmla="*/ 3312433 h 4579812"/>
                  <a:gd name="csX356" fmla="*/ 2948 w 534763"/>
                  <a:gd name="csY356" fmla="*/ 3939374 h 4579812"/>
                  <a:gd name="csX357" fmla="*/ 533555 w 534763"/>
                  <a:gd name="csY357" fmla="*/ 3353363 h 4579812"/>
                  <a:gd name="csX358" fmla="*/ 2948 w 534763"/>
                  <a:gd name="csY358" fmla="*/ 3939374 h 4579812"/>
                  <a:gd name="csX359" fmla="*/ 533555 w 534763"/>
                  <a:gd name="csY359" fmla="*/ 3353363 h 4579812"/>
                  <a:gd name="csX360" fmla="*/ 983 w 534763"/>
                  <a:gd name="csY360" fmla="*/ 3985820 h 4579812"/>
                  <a:gd name="csX361" fmla="*/ 531590 w 534763"/>
                  <a:gd name="csY361" fmla="*/ 3399808 h 4579812"/>
                  <a:gd name="csX362" fmla="*/ 983 w 534763"/>
                  <a:gd name="csY362" fmla="*/ 3985820 h 4579812"/>
                  <a:gd name="csX363" fmla="*/ 531590 w 534763"/>
                  <a:gd name="csY363" fmla="*/ 3399808 h 4579812"/>
                  <a:gd name="csX364" fmla="*/ 3931 w 534763"/>
                  <a:gd name="csY364" fmla="*/ 4026750 h 4579812"/>
                  <a:gd name="csX365" fmla="*/ 534537 w 534763"/>
                  <a:gd name="csY365" fmla="*/ 3440739 h 4579812"/>
                  <a:gd name="csX366" fmla="*/ 3931 w 534763"/>
                  <a:gd name="csY366" fmla="*/ 4026750 h 4579812"/>
                  <a:gd name="csX367" fmla="*/ 534537 w 534763"/>
                  <a:gd name="csY367" fmla="*/ 3440739 h 4579812"/>
                  <a:gd name="csX368" fmla="*/ 1966 w 534763"/>
                  <a:gd name="csY368" fmla="*/ 4073195 h 4579812"/>
                  <a:gd name="csX369" fmla="*/ 532572 w 534763"/>
                  <a:gd name="csY369" fmla="*/ 3487184 h 4579812"/>
                  <a:gd name="csX370" fmla="*/ 1966 w 534763"/>
                  <a:gd name="csY370" fmla="*/ 4073195 h 4579812"/>
                  <a:gd name="csX371" fmla="*/ 532572 w 534763"/>
                  <a:gd name="csY371" fmla="*/ 3487184 h 4579812"/>
                  <a:gd name="csX372" fmla="*/ 1 w 534763"/>
                  <a:gd name="csY372" fmla="*/ 4119641 h 4579812"/>
                  <a:gd name="csX373" fmla="*/ 530607 w 534763"/>
                  <a:gd name="csY373" fmla="*/ 3533629 h 4579812"/>
                  <a:gd name="csX374" fmla="*/ 1 w 534763"/>
                  <a:gd name="csY374" fmla="*/ 4119641 h 4579812"/>
                  <a:gd name="csX375" fmla="*/ 530607 w 534763"/>
                  <a:gd name="csY375" fmla="*/ 3533629 h 4579812"/>
                  <a:gd name="csX376" fmla="*/ 3024 w 534763"/>
                  <a:gd name="csY376" fmla="*/ 4160571 h 4579812"/>
                  <a:gd name="csX377" fmla="*/ 533555 w 534763"/>
                  <a:gd name="csY377" fmla="*/ 3574560 h 4579812"/>
                  <a:gd name="csX378" fmla="*/ 3024 w 534763"/>
                  <a:gd name="csY378" fmla="*/ 4160571 h 4579812"/>
                  <a:gd name="csX379" fmla="*/ 533555 w 534763"/>
                  <a:gd name="csY379" fmla="*/ 3574560 h 4579812"/>
                  <a:gd name="csX380" fmla="*/ 983 w 534763"/>
                  <a:gd name="csY380" fmla="*/ 4207016 h 4579812"/>
                  <a:gd name="csX381" fmla="*/ 531590 w 534763"/>
                  <a:gd name="csY381" fmla="*/ 3621005 h 4579812"/>
                  <a:gd name="csX382" fmla="*/ 983 w 534763"/>
                  <a:gd name="csY382" fmla="*/ 4207016 h 4579812"/>
                  <a:gd name="csX383" fmla="*/ 531590 w 534763"/>
                  <a:gd name="csY383" fmla="*/ 3621005 h 4579812"/>
                  <a:gd name="csX384" fmla="*/ 4007 w 534763"/>
                  <a:gd name="csY384" fmla="*/ 4247946 h 4579812"/>
                  <a:gd name="csX385" fmla="*/ 534613 w 534763"/>
                  <a:gd name="csY385" fmla="*/ 3661935 h 4579812"/>
                  <a:gd name="csX386" fmla="*/ 4007 w 534763"/>
                  <a:gd name="csY386" fmla="*/ 4247946 h 4579812"/>
                  <a:gd name="csX387" fmla="*/ 534613 w 534763"/>
                  <a:gd name="csY387" fmla="*/ 3661935 h 4579812"/>
                  <a:gd name="csX388" fmla="*/ 2041 w 534763"/>
                  <a:gd name="csY388" fmla="*/ 4294391 h 4579812"/>
                  <a:gd name="csX389" fmla="*/ 532648 w 534763"/>
                  <a:gd name="csY389" fmla="*/ 3708380 h 4579812"/>
                  <a:gd name="csX390" fmla="*/ 2041 w 534763"/>
                  <a:gd name="csY390" fmla="*/ 4294391 h 4579812"/>
                  <a:gd name="csX391" fmla="*/ 532648 w 534763"/>
                  <a:gd name="csY391" fmla="*/ 3708380 h 4579812"/>
                  <a:gd name="csX392" fmla="*/ 76 w 534763"/>
                  <a:gd name="csY392" fmla="*/ 4340837 h 4579812"/>
                  <a:gd name="csX393" fmla="*/ 530607 w 534763"/>
                  <a:gd name="csY393" fmla="*/ 3754753 h 4579812"/>
                  <a:gd name="csX394" fmla="*/ 76 w 534763"/>
                  <a:gd name="csY394" fmla="*/ 4340837 h 4579812"/>
                  <a:gd name="csX395" fmla="*/ 530607 w 534763"/>
                  <a:gd name="csY395" fmla="*/ 3754753 h 4579812"/>
                  <a:gd name="csX396" fmla="*/ 3024 w 534763"/>
                  <a:gd name="csY396" fmla="*/ 4381767 h 4579812"/>
                  <a:gd name="csX397" fmla="*/ 533630 w 534763"/>
                  <a:gd name="csY397" fmla="*/ 3795756 h 4579812"/>
                  <a:gd name="csX398" fmla="*/ 3024 w 534763"/>
                  <a:gd name="csY398" fmla="*/ 4381767 h 4579812"/>
                  <a:gd name="csX399" fmla="*/ 533630 w 534763"/>
                  <a:gd name="csY399" fmla="*/ 3795756 h 4579812"/>
                  <a:gd name="csX400" fmla="*/ 1059 w 534763"/>
                  <a:gd name="csY400" fmla="*/ 4428212 h 4579812"/>
                  <a:gd name="csX401" fmla="*/ 531665 w 534763"/>
                  <a:gd name="csY401" fmla="*/ 3842201 h 4579812"/>
                  <a:gd name="csX402" fmla="*/ 1059 w 534763"/>
                  <a:gd name="csY402" fmla="*/ 4428212 h 4579812"/>
                  <a:gd name="csX403" fmla="*/ 531665 w 534763"/>
                  <a:gd name="csY403" fmla="*/ 3842201 h 4579812"/>
                  <a:gd name="csX404" fmla="*/ 4007 w 534763"/>
                  <a:gd name="csY404" fmla="*/ 4469143 h 4579812"/>
                  <a:gd name="csX405" fmla="*/ 534613 w 534763"/>
                  <a:gd name="csY405" fmla="*/ 3883131 h 4579812"/>
                  <a:gd name="csX406" fmla="*/ 4007 w 534763"/>
                  <a:gd name="csY406" fmla="*/ 4469143 h 4579812"/>
                  <a:gd name="csX407" fmla="*/ 534613 w 534763"/>
                  <a:gd name="csY407" fmla="*/ 3883131 h 4579812"/>
                  <a:gd name="csX408" fmla="*/ 2041 w 534763"/>
                  <a:gd name="csY408" fmla="*/ 4515588 h 4579812"/>
                  <a:gd name="csX409" fmla="*/ 532648 w 534763"/>
                  <a:gd name="csY409" fmla="*/ 3929577 h 4579812"/>
                  <a:gd name="csX410" fmla="*/ 2041 w 534763"/>
                  <a:gd name="csY410" fmla="*/ 4515588 h 4579812"/>
                  <a:gd name="csX411" fmla="*/ 532648 w 534763"/>
                  <a:gd name="csY411" fmla="*/ 3929577 h 4579812"/>
                  <a:gd name="csX412" fmla="*/ 76 w 534763"/>
                  <a:gd name="csY412" fmla="*/ 4562033 h 4579812"/>
                  <a:gd name="csX413" fmla="*/ 530683 w 534763"/>
                  <a:gd name="csY413" fmla="*/ 3975950 h 4579812"/>
                  <a:gd name="csX414" fmla="*/ 76 w 534763"/>
                  <a:gd name="csY414" fmla="*/ 4562033 h 4579812"/>
                  <a:gd name="csX415" fmla="*/ 530683 w 534763"/>
                  <a:gd name="csY415" fmla="*/ 3975950 h 4579812"/>
                  <a:gd name="csX416" fmla="*/ 27891 w 534763"/>
                  <a:gd name="csY416" fmla="*/ 4575604 h 4579812"/>
                  <a:gd name="csX417" fmla="*/ 533630 w 534763"/>
                  <a:gd name="csY417" fmla="*/ 4016952 h 4579812"/>
                  <a:gd name="csX418" fmla="*/ 27891 w 534763"/>
                  <a:gd name="csY418" fmla="*/ 4575604 h 4579812"/>
                  <a:gd name="csX419" fmla="*/ 533630 w 534763"/>
                  <a:gd name="csY419" fmla="*/ 4016952 h 4579812"/>
                  <a:gd name="csX420" fmla="*/ 65533 w 534763"/>
                  <a:gd name="csY420" fmla="*/ 4578217 h 4579812"/>
                  <a:gd name="csX421" fmla="*/ 531665 w 534763"/>
                  <a:gd name="csY421" fmla="*/ 4063398 h 4579812"/>
                  <a:gd name="csX422" fmla="*/ 65533 w 534763"/>
                  <a:gd name="csY422" fmla="*/ 4578217 h 4579812"/>
                  <a:gd name="csX423" fmla="*/ 531665 w 534763"/>
                  <a:gd name="csY423" fmla="*/ 4063398 h 4579812"/>
                  <a:gd name="csX424" fmla="*/ 108238 w 534763"/>
                  <a:gd name="csY424" fmla="*/ 4575314 h 4579812"/>
                  <a:gd name="csX425" fmla="*/ 534689 w 534763"/>
                  <a:gd name="csY425" fmla="*/ 4104328 h 4579812"/>
                  <a:gd name="csX426" fmla="*/ 108238 w 534763"/>
                  <a:gd name="csY426" fmla="*/ 4575314 h 4579812"/>
                  <a:gd name="csX427" fmla="*/ 534689 w 534763"/>
                  <a:gd name="csY427" fmla="*/ 4104328 h 4579812"/>
                  <a:gd name="csX428" fmla="*/ 145880 w 534763"/>
                  <a:gd name="csY428" fmla="*/ 4577926 h 4579812"/>
                  <a:gd name="csX429" fmla="*/ 532723 w 534763"/>
                  <a:gd name="csY429" fmla="*/ 4150773 h 4579812"/>
                  <a:gd name="csX430" fmla="*/ 145880 w 534763"/>
                  <a:gd name="csY430" fmla="*/ 4577926 h 4579812"/>
                  <a:gd name="csX431" fmla="*/ 532723 w 534763"/>
                  <a:gd name="csY431" fmla="*/ 4150773 h 4579812"/>
                  <a:gd name="csX432" fmla="*/ 188585 w 534763"/>
                  <a:gd name="csY432" fmla="*/ 4575097 h 4579812"/>
                  <a:gd name="csX433" fmla="*/ 530683 w 534763"/>
                  <a:gd name="csY433" fmla="*/ 4197146 h 4579812"/>
                  <a:gd name="csX434" fmla="*/ 188585 w 534763"/>
                  <a:gd name="csY434" fmla="*/ 4575097 h 4579812"/>
                  <a:gd name="csX435" fmla="*/ 530683 w 534763"/>
                  <a:gd name="csY435" fmla="*/ 4197146 h 4579812"/>
                  <a:gd name="csX436" fmla="*/ 226226 w 534763"/>
                  <a:gd name="csY436" fmla="*/ 4577709 h 4579812"/>
                  <a:gd name="csX437" fmla="*/ 533706 w 534763"/>
                  <a:gd name="csY437" fmla="*/ 4238149 h 4579812"/>
                  <a:gd name="csX438" fmla="*/ 226226 w 534763"/>
                  <a:gd name="csY438" fmla="*/ 4577709 h 4579812"/>
                  <a:gd name="csX439" fmla="*/ 533706 w 534763"/>
                  <a:gd name="csY439" fmla="*/ 4238149 h 4579812"/>
                  <a:gd name="csX440" fmla="*/ 268932 w 534763"/>
                  <a:gd name="csY440" fmla="*/ 4574806 h 4579812"/>
                  <a:gd name="csX441" fmla="*/ 531741 w 534763"/>
                  <a:gd name="csY441" fmla="*/ 4284522 h 4579812"/>
                  <a:gd name="csX442" fmla="*/ 268932 w 534763"/>
                  <a:gd name="csY442" fmla="*/ 4574806 h 4579812"/>
                  <a:gd name="csX443" fmla="*/ 531741 w 534763"/>
                  <a:gd name="csY443" fmla="*/ 4284522 h 4579812"/>
                  <a:gd name="csX444" fmla="*/ 306573 w 534763"/>
                  <a:gd name="csY444" fmla="*/ 4577418 h 4579812"/>
                  <a:gd name="csX445" fmla="*/ 534689 w 534763"/>
                  <a:gd name="csY445" fmla="*/ 4325525 h 4579812"/>
                  <a:gd name="csX446" fmla="*/ 306573 w 534763"/>
                  <a:gd name="csY446" fmla="*/ 4577418 h 4579812"/>
                  <a:gd name="csX447" fmla="*/ 534689 w 534763"/>
                  <a:gd name="csY447" fmla="*/ 4325525 h 4579812"/>
                  <a:gd name="csX448" fmla="*/ 349279 w 534763"/>
                  <a:gd name="csY448" fmla="*/ 4574589 h 4579812"/>
                  <a:gd name="csX449" fmla="*/ 532723 w 534763"/>
                  <a:gd name="csY449" fmla="*/ 4371970 h 4579812"/>
                  <a:gd name="csX450" fmla="*/ 349279 w 534763"/>
                  <a:gd name="csY450" fmla="*/ 4574589 h 4579812"/>
                  <a:gd name="csX451" fmla="*/ 532723 w 534763"/>
                  <a:gd name="csY451" fmla="*/ 4371970 h 4579812"/>
                  <a:gd name="csX452" fmla="*/ 386920 w 534763"/>
                  <a:gd name="csY452" fmla="*/ 4577201 h 4579812"/>
                  <a:gd name="csX453" fmla="*/ 530758 w 534763"/>
                  <a:gd name="csY453" fmla="*/ 4418343 h 4579812"/>
                  <a:gd name="csX454" fmla="*/ 386920 w 534763"/>
                  <a:gd name="csY454" fmla="*/ 4577201 h 4579812"/>
                  <a:gd name="csX455" fmla="*/ 530758 w 534763"/>
                  <a:gd name="csY455" fmla="*/ 4418343 h 4579812"/>
                  <a:gd name="csX456" fmla="*/ 424637 w 534763"/>
                  <a:gd name="csY456" fmla="*/ 4579813 h 4579812"/>
                  <a:gd name="csX457" fmla="*/ 533706 w 534763"/>
                  <a:gd name="csY457" fmla="*/ 4459346 h 4579812"/>
                  <a:gd name="csX458" fmla="*/ 424637 w 534763"/>
                  <a:gd name="csY458" fmla="*/ 4579813 h 4579812"/>
                  <a:gd name="csX459" fmla="*/ 533706 w 534763"/>
                  <a:gd name="csY459" fmla="*/ 4459346 h 4579812"/>
                  <a:gd name="csX460" fmla="*/ 467267 w 534763"/>
                  <a:gd name="csY460" fmla="*/ 4576983 h 4579812"/>
                  <a:gd name="csX461" fmla="*/ 531741 w 534763"/>
                  <a:gd name="csY461" fmla="*/ 4505719 h 4579812"/>
                  <a:gd name="csX462" fmla="*/ 467267 w 534763"/>
                  <a:gd name="csY462" fmla="*/ 4576983 h 4579812"/>
                  <a:gd name="csX463" fmla="*/ 531741 w 534763"/>
                  <a:gd name="csY463" fmla="*/ 4505719 h 4579812"/>
                  <a:gd name="csX464" fmla="*/ 504984 w 534763"/>
                  <a:gd name="csY464" fmla="*/ 4579596 h 4579812"/>
                  <a:gd name="csX465" fmla="*/ 534764 w 534763"/>
                  <a:gd name="csY465" fmla="*/ 4546721 h 4579812"/>
                  <a:gd name="csX466" fmla="*/ 504984 w 534763"/>
                  <a:gd name="csY466" fmla="*/ 4579596 h 4579812"/>
                  <a:gd name="csX467" fmla="*/ 534764 w 534763"/>
                  <a:gd name="csY467" fmla="*/ 4546721 h 45798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  <a:cxn ang="0">
                    <a:pos x="csX320" y="csY320"/>
                  </a:cxn>
                  <a:cxn ang="0">
                    <a:pos x="csX321" y="csY321"/>
                  </a:cxn>
                  <a:cxn ang="0">
                    <a:pos x="csX322" y="csY322"/>
                  </a:cxn>
                  <a:cxn ang="0">
                    <a:pos x="csX323" y="csY323"/>
                  </a:cxn>
                  <a:cxn ang="0">
                    <a:pos x="csX324" y="csY324"/>
                  </a:cxn>
                  <a:cxn ang="0">
                    <a:pos x="csX325" y="csY325"/>
                  </a:cxn>
                  <a:cxn ang="0">
                    <a:pos x="csX326" y="csY326"/>
                  </a:cxn>
                  <a:cxn ang="0">
                    <a:pos x="csX327" y="csY327"/>
                  </a:cxn>
                  <a:cxn ang="0">
                    <a:pos x="csX328" y="csY328"/>
                  </a:cxn>
                  <a:cxn ang="0">
                    <a:pos x="csX329" y="csY329"/>
                  </a:cxn>
                  <a:cxn ang="0">
                    <a:pos x="csX330" y="csY330"/>
                  </a:cxn>
                  <a:cxn ang="0">
                    <a:pos x="csX331" y="csY331"/>
                  </a:cxn>
                  <a:cxn ang="0">
                    <a:pos x="csX332" y="csY332"/>
                  </a:cxn>
                  <a:cxn ang="0">
                    <a:pos x="csX333" y="csY333"/>
                  </a:cxn>
                  <a:cxn ang="0">
                    <a:pos x="csX334" y="csY334"/>
                  </a:cxn>
                  <a:cxn ang="0">
                    <a:pos x="csX335" y="csY335"/>
                  </a:cxn>
                  <a:cxn ang="0">
                    <a:pos x="csX336" y="csY336"/>
                  </a:cxn>
                  <a:cxn ang="0">
                    <a:pos x="csX337" y="csY337"/>
                  </a:cxn>
                  <a:cxn ang="0">
                    <a:pos x="csX338" y="csY338"/>
                  </a:cxn>
                  <a:cxn ang="0">
                    <a:pos x="csX339" y="csY339"/>
                  </a:cxn>
                  <a:cxn ang="0">
                    <a:pos x="csX340" y="csY340"/>
                  </a:cxn>
                  <a:cxn ang="0">
                    <a:pos x="csX341" y="csY341"/>
                  </a:cxn>
                  <a:cxn ang="0">
                    <a:pos x="csX342" y="csY342"/>
                  </a:cxn>
                  <a:cxn ang="0">
                    <a:pos x="csX343" y="csY343"/>
                  </a:cxn>
                  <a:cxn ang="0">
                    <a:pos x="csX344" y="csY344"/>
                  </a:cxn>
                  <a:cxn ang="0">
                    <a:pos x="csX345" y="csY345"/>
                  </a:cxn>
                  <a:cxn ang="0">
                    <a:pos x="csX346" y="csY346"/>
                  </a:cxn>
                  <a:cxn ang="0">
                    <a:pos x="csX347" y="csY347"/>
                  </a:cxn>
                  <a:cxn ang="0">
                    <a:pos x="csX348" y="csY348"/>
                  </a:cxn>
                  <a:cxn ang="0">
                    <a:pos x="csX349" y="csY349"/>
                  </a:cxn>
                  <a:cxn ang="0">
                    <a:pos x="csX350" y="csY350"/>
                  </a:cxn>
                  <a:cxn ang="0">
                    <a:pos x="csX351" y="csY351"/>
                  </a:cxn>
                  <a:cxn ang="0">
                    <a:pos x="csX352" y="csY352"/>
                  </a:cxn>
                  <a:cxn ang="0">
                    <a:pos x="csX353" y="csY353"/>
                  </a:cxn>
                  <a:cxn ang="0">
                    <a:pos x="csX354" y="csY354"/>
                  </a:cxn>
                  <a:cxn ang="0">
                    <a:pos x="csX355" y="csY355"/>
                  </a:cxn>
                  <a:cxn ang="0">
                    <a:pos x="csX356" y="csY356"/>
                  </a:cxn>
                  <a:cxn ang="0">
                    <a:pos x="csX357" y="csY357"/>
                  </a:cxn>
                  <a:cxn ang="0">
                    <a:pos x="csX358" y="csY358"/>
                  </a:cxn>
                  <a:cxn ang="0">
                    <a:pos x="csX359" y="csY359"/>
                  </a:cxn>
                  <a:cxn ang="0">
                    <a:pos x="csX360" y="csY360"/>
                  </a:cxn>
                  <a:cxn ang="0">
                    <a:pos x="csX361" y="csY361"/>
                  </a:cxn>
                  <a:cxn ang="0">
                    <a:pos x="csX362" y="csY362"/>
                  </a:cxn>
                  <a:cxn ang="0">
                    <a:pos x="csX363" y="csY363"/>
                  </a:cxn>
                  <a:cxn ang="0">
                    <a:pos x="csX364" y="csY364"/>
                  </a:cxn>
                  <a:cxn ang="0">
                    <a:pos x="csX365" y="csY365"/>
                  </a:cxn>
                  <a:cxn ang="0">
                    <a:pos x="csX366" y="csY366"/>
                  </a:cxn>
                  <a:cxn ang="0">
                    <a:pos x="csX367" y="csY367"/>
                  </a:cxn>
                  <a:cxn ang="0">
                    <a:pos x="csX368" y="csY368"/>
                  </a:cxn>
                  <a:cxn ang="0">
                    <a:pos x="csX369" y="csY369"/>
                  </a:cxn>
                  <a:cxn ang="0">
                    <a:pos x="csX370" y="csY370"/>
                  </a:cxn>
                  <a:cxn ang="0">
                    <a:pos x="csX371" y="csY371"/>
                  </a:cxn>
                  <a:cxn ang="0">
                    <a:pos x="csX372" y="csY372"/>
                  </a:cxn>
                  <a:cxn ang="0">
                    <a:pos x="csX373" y="csY373"/>
                  </a:cxn>
                  <a:cxn ang="0">
                    <a:pos x="csX374" y="csY374"/>
                  </a:cxn>
                  <a:cxn ang="0">
                    <a:pos x="csX375" y="csY375"/>
                  </a:cxn>
                  <a:cxn ang="0">
                    <a:pos x="csX376" y="csY376"/>
                  </a:cxn>
                  <a:cxn ang="0">
                    <a:pos x="csX377" y="csY377"/>
                  </a:cxn>
                  <a:cxn ang="0">
                    <a:pos x="csX378" y="csY378"/>
                  </a:cxn>
                  <a:cxn ang="0">
                    <a:pos x="csX379" y="csY379"/>
                  </a:cxn>
                  <a:cxn ang="0">
                    <a:pos x="csX380" y="csY380"/>
                  </a:cxn>
                  <a:cxn ang="0">
                    <a:pos x="csX381" y="csY381"/>
                  </a:cxn>
                  <a:cxn ang="0">
                    <a:pos x="csX382" y="csY382"/>
                  </a:cxn>
                  <a:cxn ang="0">
                    <a:pos x="csX383" y="csY383"/>
                  </a:cxn>
                  <a:cxn ang="0">
                    <a:pos x="csX384" y="csY384"/>
                  </a:cxn>
                  <a:cxn ang="0">
                    <a:pos x="csX385" y="csY385"/>
                  </a:cxn>
                  <a:cxn ang="0">
                    <a:pos x="csX386" y="csY386"/>
                  </a:cxn>
                  <a:cxn ang="0">
                    <a:pos x="csX387" y="csY387"/>
                  </a:cxn>
                  <a:cxn ang="0">
                    <a:pos x="csX388" y="csY388"/>
                  </a:cxn>
                  <a:cxn ang="0">
                    <a:pos x="csX389" y="csY389"/>
                  </a:cxn>
                  <a:cxn ang="0">
                    <a:pos x="csX390" y="csY390"/>
                  </a:cxn>
                  <a:cxn ang="0">
                    <a:pos x="csX391" y="csY391"/>
                  </a:cxn>
                  <a:cxn ang="0">
                    <a:pos x="csX392" y="csY392"/>
                  </a:cxn>
                  <a:cxn ang="0">
                    <a:pos x="csX393" y="csY393"/>
                  </a:cxn>
                  <a:cxn ang="0">
                    <a:pos x="csX394" y="csY394"/>
                  </a:cxn>
                  <a:cxn ang="0">
                    <a:pos x="csX395" y="csY395"/>
                  </a:cxn>
                  <a:cxn ang="0">
                    <a:pos x="csX396" y="csY396"/>
                  </a:cxn>
                  <a:cxn ang="0">
                    <a:pos x="csX397" y="csY397"/>
                  </a:cxn>
                  <a:cxn ang="0">
                    <a:pos x="csX398" y="csY398"/>
                  </a:cxn>
                  <a:cxn ang="0">
                    <a:pos x="csX399" y="csY399"/>
                  </a:cxn>
                  <a:cxn ang="0">
                    <a:pos x="csX400" y="csY400"/>
                  </a:cxn>
                  <a:cxn ang="0">
                    <a:pos x="csX401" y="csY401"/>
                  </a:cxn>
                  <a:cxn ang="0">
                    <a:pos x="csX402" y="csY402"/>
                  </a:cxn>
                  <a:cxn ang="0">
                    <a:pos x="csX403" y="csY403"/>
                  </a:cxn>
                  <a:cxn ang="0">
                    <a:pos x="csX404" y="csY404"/>
                  </a:cxn>
                  <a:cxn ang="0">
                    <a:pos x="csX405" y="csY405"/>
                  </a:cxn>
                  <a:cxn ang="0">
                    <a:pos x="csX406" y="csY406"/>
                  </a:cxn>
                  <a:cxn ang="0">
                    <a:pos x="csX407" y="csY407"/>
                  </a:cxn>
                  <a:cxn ang="0">
                    <a:pos x="csX408" y="csY408"/>
                  </a:cxn>
                  <a:cxn ang="0">
                    <a:pos x="csX409" y="csY409"/>
                  </a:cxn>
                  <a:cxn ang="0">
                    <a:pos x="csX410" y="csY410"/>
                  </a:cxn>
                  <a:cxn ang="0">
                    <a:pos x="csX411" y="csY411"/>
                  </a:cxn>
                  <a:cxn ang="0">
                    <a:pos x="csX412" y="csY412"/>
                  </a:cxn>
                  <a:cxn ang="0">
                    <a:pos x="csX413" y="csY413"/>
                  </a:cxn>
                  <a:cxn ang="0">
                    <a:pos x="csX414" y="csY414"/>
                  </a:cxn>
                  <a:cxn ang="0">
                    <a:pos x="csX415" y="csY415"/>
                  </a:cxn>
                  <a:cxn ang="0">
                    <a:pos x="csX416" y="csY416"/>
                  </a:cxn>
                  <a:cxn ang="0">
                    <a:pos x="csX417" y="csY417"/>
                  </a:cxn>
                  <a:cxn ang="0">
                    <a:pos x="csX418" y="csY418"/>
                  </a:cxn>
                  <a:cxn ang="0">
                    <a:pos x="csX419" y="csY419"/>
                  </a:cxn>
                  <a:cxn ang="0">
                    <a:pos x="csX420" y="csY420"/>
                  </a:cxn>
                  <a:cxn ang="0">
                    <a:pos x="csX421" y="csY421"/>
                  </a:cxn>
                  <a:cxn ang="0">
                    <a:pos x="csX422" y="csY422"/>
                  </a:cxn>
                  <a:cxn ang="0">
                    <a:pos x="csX423" y="csY423"/>
                  </a:cxn>
                  <a:cxn ang="0">
                    <a:pos x="csX424" y="csY424"/>
                  </a:cxn>
                  <a:cxn ang="0">
                    <a:pos x="csX425" y="csY425"/>
                  </a:cxn>
                  <a:cxn ang="0">
                    <a:pos x="csX426" y="csY426"/>
                  </a:cxn>
                  <a:cxn ang="0">
                    <a:pos x="csX427" y="csY427"/>
                  </a:cxn>
                  <a:cxn ang="0">
                    <a:pos x="csX428" y="csY428"/>
                  </a:cxn>
                  <a:cxn ang="0">
                    <a:pos x="csX429" y="csY429"/>
                  </a:cxn>
                  <a:cxn ang="0">
                    <a:pos x="csX430" y="csY430"/>
                  </a:cxn>
                  <a:cxn ang="0">
                    <a:pos x="csX431" y="csY431"/>
                  </a:cxn>
                  <a:cxn ang="0">
                    <a:pos x="csX432" y="csY432"/>
                  </a:cxn>
                  <a:cxn ang="0">
                    <a:pos x="csX433" y="csY433"/>
                  </a:cxn>
                  <a:cxn ang="0">
                    <a:pos x="csX434" y="csY434"/>
                  </a:cxn>
                  <a:cxn ang="0">
                    <a:pos x="csX435" y="csY435"/>
                  </a:cxn>
                  <a:cxn ang="0">
                    <a:pos x="csX436" y="csY436"/>
                  </a:cxn>
                  <a:cxn ang="0">
                    <a:pos x="csX437" y="csY437"/>
                  </a:cxn>
                  <a:cxn ang="0">
                    <a:pos x="csX438" y="csY438"/>
                  </a:cxn>
                  <a:cxn ang="0">
                    <a:pos x="csX439" y="csY439"/>
                  </a:cxn>
                  <a:cxn ang="0">
                    <a:pos x="csX440" y="csY440"/>
                  </a:cxn>
                  <a:cxn ang="0">
                    <a:pos x="csX441" y="csY441"/>
                  </a:cxn>
                  <a:cxn ang="0">
                    <a:pos x="csX442" y="csY442"/>
                  </a:cxn>
                  <a:cxn ang="0">
                    <a:pos x="csX443" y="csY443"/>
                  </a:cxn>
                  <a:cxn ang="0">
                    <a:pos x="csX444" y="csY444"/>
                  </a:cxn>
                  <a:cxn ang="0">
                    <a:pos x="csX445" y="csY445"/>
                  </a:cxn>
                  <a:cxn ang="0">
                    <a:pos x="csX446" y="csY446"/>
                  </a:cxn>
                  <a:cxn ang="0">
                    <a:pos x="csX447" y="csY447"/>
                  </a:cxn>
                  <a:cxn ang="0">
                    <a:pos x="csX448" y="csY448"/>
                  </a:cxn>
                  <a:cxn ang="0">
                    <a:pos x="csX449" y="csY449"/>
                  </a:cxn>
                  <a:cxn ang="0">
                    <a:pos x="csX450" y="csY450"/>
                  </a:cxn>
                  <a:cxn ang="0">
                    <a:pos x="csX451" y="csY451"/>
                  </a:cxn>
                  <a:cxn ang="0">
                    <a:pos x="csX452" y="csY452"/>
                  </a:cxn>
                  <a:cxn ang="0">
                    <a:pos x="csX453" y="csY453"/>
                  </a:cxn>
                  <a:cxn ang="0">
                    <a:pos x="csX454" y="csY454"/>
                  </a:cxn>
                  <a:cxn ang="0">
                    <a:pos x="csX455" y="csY455"/>
                  </a:cxn>
                  <a:cxn ang="0">
                    <a:pos x="csX456" y="csY456"/>
                  </a:cxn>
                  <a:cxn ang="0">
                    <a:pos x="csX457" y="csY457"/>
                  </a:cxn>
                  <a:cxn ang="0">
                    <a:pos x="csX458" y="csY458"/>
                  </a:cxn>
                  <a:cxn ang="0">
                    <a:pos x="csX459" y="csY459"/>
                  </a:cxn>
                  <a:cxn ang="0">
                    <a:pos x="csX460" y="csY460"/>
                  </a:cxn>
                  <a:cxn ang="0">
                    <a:pos x="csX461" y="csY461"/>
                  </a:cxn>
                  <a:cxn ang="0">
                    <a:pos x="csX462" y="csY462"/>
                  </a:cxn>
                  <a:cxn ang="0">
                    <a:pos x="csX463" y="csY463"/>
                  </a:cxn>
                  <a:cxn ang="0">
                    <a:pos x="csX464" y="csY464"/>
                  </a:cxn>
                  <a:cxn ang="0">
                    <a:pos x="csX465" y="csY465"/>
                  </a:cxn>
                  <a:cxn ang="0">
                    <a:pos x="csX466" y="csY466"/>
                  </a:cxn>
                  <a:cxn ang="0">
                    <a:pos x="csX467" y="csY467"/>
                  </a:cxn>
                </a:cxnLst>
                <a:rect l="l" t="t" r="r" b="b"/>
                <a:pathLst>
                  <a:path w="534763" h="4579812">
                    <a:moveTo>
                      <a:pt x="303" y="4355"/>
                    </a:moveTo>
                    <a:cubicBezTo>
                      <a:pt x="303" y="4355"/>
                      <a:pt x="303" y="4355"/>
                      <a:pt x="303" y="4355"/>
                    </a:cubicBezTo>
                    <a:moveTo>
                      <a:pt x="303" y="4355"/>
                    </a:moveTo>
                    <a:cubicBezTo>
                      <a:pt x="303" y="4355"/>
                      <a:pt x="303" y="4355"/>
                      <a:pt x="303" y="4355"/>
                    </a:cubicBezTo>
                    <a:moveTo>
                      <a:pt x="3326" y="45285"/>
                    </a:moveTo>
                    <a:cubicBezTo>
                      <a:pt x="7257" y="30916"/>
                      <a:pt x="24263" y="26416"/>
                      <a:pt x="43008" y="1452"/>
                    </a:cubicBezTo>
                    <a:moveTo>
                      <a:pt x="3326" y="45285"/>
                    </a:moveTo>
                    <a:cubicBezTo>
                      <a:pt x="21164" y="28376"/>
                      <a:pt x="32578" y="10959"/>
                      <a:pt x="43008" y="1452"/>
                    </a:cubicBezTo>
                    <a:moveTo>
                      <a:pt x="1361" y="91730"/>
                    </a:moveTo>
                    <a:cubicBezTo>
                      <a:pt x="30461" y="47099"/>
                      <a:pt x="60998" y="31569"/>
                      <a:pt x="80650" y="4064"/>
                    </a:cubicBezTo>
                    <a:moveTo>
                      <a:pt x="1361" y="91730"/>
                    </a:moveTo>
                    <a:cubicBezTo>
                      <a:pt x="34770" y="62484"/>
                      <a:pt x="57823" y="26997"/>
                      <a:pt x="80650" y="4064"/>
                    </a:cubicBezTo>
                    <a:moveTo>
                      <a:pt x="4309" y="132660"/>
                    </a:moveTo>
                    <a:cubicBezTo>
                      <a:pt x="47392" y="109438"/>
                      <a:pt x="51701" y="61613"/>
                      <a:pt x="123355" y="1234"/>
                    </a:cubicBezTo>
                    <a:moveTo>
                      <a:pt x="4309" y="132660"/>
                    </a:moveTo>
                    <a:cubicBezTo>
                      <a:pt x="46032" y="80046"/>
                      <a:pt x="85563" y="34109"/>
                      <a:pt x="123355" y="1234"/>
                    </a:cubicBezTo>
                    <a:moveTo>
                      <a:pt x="2344" y="179106"/>
                    </a:moveTo>
                    <a:cubicBezTo>
                      <a:pt x="41799" y="132660"/>
                      <a:pt x="65155" y="90351"/>
                      <a:pt x="160996" y="3847"/>
                    </a:cubicBezTo>
                    <a:moveTo>
                      <a:pt x="2344" y="179106"/>
                    </a:moveTo>
                    <a:cubicBezTo>
                      <a:pt x="52986" y="126637"/>
                      <a:pt x="100151" y="61468"/>
                      <a:pt x="160996" y="3847"/>
                    </a:cubicBezTo>
                    <a:moveTo>
                      <a:pt x="378" y="225551"/>
                    </a:moveTo>
                    <a:cubicBezTo>
                      <a:pt x="65684" y="145143"/>
                      <a:pt x="156008" y="38753"/>
                      <a:pt x="203702" y="1016"/>
                    </a:cubicBezTo>
                    <a:moveTo>
                      <a:pt x="378" y="225551"/>
                    </a:moveTo>
                    <a:cubicBezTo>
                      <a:pt x="65079" y="159149"/>
                      <a:pt x="123733" y="86287"/>
                      <a:pt x="203702" y="1016"/>
                    </a:cubicBezTo>
                    <a:moveTo>
                      <a:pt x="3326" y="266481"/>
                    </a:moveTo>
                    <a:cubicBezTo>
                      <a:pt x="76644" y="173808"/>
                      <a:pt x="165380" y="79611"/>
                      <a:pt x="241343" y="3629"/>
                    </a:cubicBezTo>
                    <a:moveTo>
                      <a:pt x="3326" y="266481"/>
                    </a:moveTo>
                    <a:cubicBezTo>
                      <a:pt x="94784" y="166333"/>
                      <a:pt x="182085" y="67056"/>
                      <a:pt x="241343" y="3629"/>
                    </a:cubicBezTo>
                    <a:moveTo>
                      <a:pt x="1361" y="312927"/>
                    </a:moveTo>
                    <a:cubicBezTo>
                      <a:pt x="81632" y="233462"/>
                      <a:pt x="147618" y="159004"/>
                      <a:pt x="284049" y="726"/>
                    </a:cubicBezTo>
                    <a:moveTo>
                      <a:pt x="1361" y="312927"/>
                    </a:moveTo>
                    <a:cubicBezTo>
                      <a:pt x="79289" y="233897"/>
                      <a:pt x="147316" y="151456"/>
                      <a:pt x="284049" y="726"/>
                    </a:cubicBezTo>
                    <a:moveTo>
                      <a:pt x="4309" y="353857"/>
                    </a:moveTo>
                    <a:cubicBezTo>
                      <a:pt x="96598" y="249500"/>
                      <a:pt x="180271" y="161906"/>
                      <a:pt x="321690" y="3339"/>
                    </a:cubicBezTo>
                    <a:moveTo>
                      <a:pt x="4309" y="353857"/>
                    </a:moveTo>
                    <a:cubicBezTo>
                      <a:pt x="130687" y="222431"/>
                      <a:pt x="254722" y="79103"/>
                      <a:pt x="321690" y="3339"/>
                    </a:cubicBezTo>
                    <a:moveTo>
                      <a:pt x="2344" y="400302"/>
                    </a:moveTo>
                    <a:cubicBezTo>
                      <a:pt x="80725" y="312056"/>
                      <a:pt x="145502" y="239340"/>
                      <a:pt x="364396" y="508"/>
                    </a:cubicBezTo>
                    <a:moveTo>
                      <a:pt x="2344" y="400302"/>
                    </a:moveTo>
                    <a:cubicBezTo>
                      <a:pt x="120710" y="261401"/>
                      <a:pt x="252681" y="121920"/>
                      <a:pt x="364396" y="508"/>
                    </a:cubicBezTo>
                    <a:moveTo>
                      <a:pt x="378" y="446748"/>
                    </a:moveTo>
                    <a:cubicBezTo>
                      <a:pt x="97883" y="339343"/>
                      <a:pt x="229854" y="207699"/>
                      <a:pt x="402037" y="3121"/>
                    </a:cubicBezTo>
                    <a:moveTo>
                      <a:pt x="378" y="446748"/>
                    </a:moveTo>
                    <a:cubicBezTo>
                      <a:pt x="161072" y="278456"/>
                      <a:pt x="312469" y="108204"/>
                      <a:pt x="402037" y="3121"/>
                    </a:cubicBezTo>
                    <a:moveTo>
                      <a:pt x="3402" y="487678"/>
                    </a:moveTo>
                    <a:cubicBezTo>
                      <a:pt x="117308" y="383611"/>
                      <a:pt x="220860" y="255088"/>
                      <a:pt x="444743" y="218"/>
                    </a:cubicBezTo>
                    <a:moveTo>
                      <a:pt x="3402" y="487678"/>
                    </a:moveTo>
                    <a:cubicBezTo>
                      <a:pt x="154647" y="322434"/>
                      <a:pt x="300375" y="166043"/>
                      <a:pt x="444743" y="218"/>
                    </a:cubicBezTo>
                    <a:moveTo>
                      <a:pt x="1437" y="534123"/>
                    </a:moveTo>
                    <a:cubicBezTo>
                      <a:pt x="108087" y="387240"/>
                      <a:pt x="242931" y="278528"/>
                      <a:pt x="482384" y="2831"/>
                    </a:cubicBezTo>
                    <a:moveTo>
                      <a:pt x="1437" y="534123"/>
                    </a:moveTo>
                    <a:cubicBezTo>
                      <a:pt x="108465" y="424759"/>
                      <a:pt x="197958" y="322869"/>
                      <a:pt x="482384" y="2831"/>
                    </a:cubicBezTo>
                    <a:moveTo>
                      <a:pt x="4384" y="575053"/>
                    </a:moveTo>
                    <a:cubicBezTo>
                      <a:pt x="139682" y="429694"/>
                      <a:pt x="259408" y="299646"/>
                      <a:pt x="525089" y="1"/>
                    </a:cubicBezTo>
                    <a:moveTo>
                      <a:pt x="4384" y="575053"/>
                    </a:moveTo>
                    <a:cubicBezTo>
                      <a:pt x="198109" y="359735"/>
                      <a:pt x="392060" y="143619"/>
                      <a:pt x="525089" y="1"/>
                    </a:cubicBezTo>
                    <a:moveTo>
                      <a:pt x="2419" y="621499"/>
                    </a:moveTo>
                    <a:cubicBezTo>
                      <a:pt x="197428" y="413293"/>
                      <a:pt x="408235" y="170905"/>
                      <a:pt x="533026" y="35488"/>
                    </a:cubicBezTo>
                    <a:moveTo>
                      <a:pt x="2419" y="621499"/>
                    </a:moveTo>
                    <a:cubicBezTo>
                      <a:pt x="114663" y="497620"/>
                      <a:pt x="240890" y="362275"/>
                      <a:pt x="533026" y="35488"/>
                    </a:cubicBezTo>
                    <a:moveTo>
                      <a:pt x="454" y="667944"/>
                    </a:moveTo>
                    <a:cubicBezTo>
                      <a:pt x="148827" y="516561"/>
                      <a:pt x="268478" y="360824"/>
                      <a:pt x="531061" y="81861"/>
                    </a:cubicBezTo>
                    <a:moveTo>
                      <a:pt x="454" y="667944"/>
                    </a:moveTo>
                    <a:cubicBezTo>
                      <a:pt x="204382" y="451465"/>
                      <a:pt x="401659" y="238106"/>
                      <a:pt x="531061" y="81861"/>
                    </a:cubicBezTo>
                    <a:moveTo>
                      <a:pt x="3402" y="708874"/>
                    </a:moveTo>
                    <a:cubicBezTo>
                      <a:pt x="171578" y="527664"/>
                      <a:pt x="328720" y="351825"/>
                      <a:pt x="534008" y="122863"/>
                    </a:cubicBezTo>
                    <a:moveTo>
                      <a:pt x="3402" y="708874"/>
                    </a:moveTo>
                    <a:cubicBezTo>
                      <a:pt x="150793" y="541598"/>
                      <a:pt x="294631" y="384337"/>
                      <a:pt x="534008" y="122863"/>
                    </a:cubicBezTo>
                    <a:moveTo>
                      <a:pt x="1437" y="755320"/>
                    </a:moveTo>
                    <a:cubicBezTo>
                      <a:pt x="99092" y="649584"/>
                      <a:pt x="225093" y="508433"/>
                      <a:pt x="532043" y="169236"/>
                    </a:cubicBezTo>
                    <a:moveTo>
                      <a:pt x="1437" y="755320"/>
                    </a:moveTo>
                    <a:cubicBezTo>
                      <a:pt x="138397" y="603792"/>
                      <a:pt x="254420" y="474542"/>
                      <a:pt x="532043" y="169236"/>
                    </a:cubicBezTo>
                    <a:moveTo>
                      <a:pt x="4384" y="796250"/>
                    </a:moveTo>
                    <a:cubicBezTo>
                      <a:pt x="167497" y="611774"/>
                      <a:pt x="350412" y="437386"/>
                      <a:pt x="530078" y="215682"/>
                    </a:cubicBezTo>
                    <a:moveTo>
                      <a:pt x="4384" y="796250"/>
                    </a:moveTo>
                    <a:cubicBezTo>
                      <a:pt x="152380" y="635360"/>
                      <a:pt x="295764" y="477010"/>
                      <a:pt x="530078" y="215682"/>
                    </a:cubicBezTo>
                    <a:moveTo>
                      <a:pt x="2419" y="842695"/>
                    </a:moveTo>
                    <a:cubicBezTo>
                      <a:pt x="140589" y="689208"/>
                      <a:pt x="256989" y="567724"/>
                      <a:pt x="533026" y="256684"/>
                    </a:cubicBezTo>
                    <a:moveTo>
                      <a:pt x="2419" y="842695"/>
                    </a:moveTo>
                    <a:cubicBezTo>
                      <a:pt x="151170" y="690514"/>
                      <a:pt x="288130" y="530277"/>
                      <a:pt x="533026" y="256684"/>
                    </a:cubicBezTo>
                    <a:moveTo>
                      <a:pt x="454" y="889141"/>
                    </a:moveTo>
                    <a:cubicBezTo>
                      <a:pt x="201661" y="658075"/>
                      <a:pt x="409520" y="429839"/>
                      <a:pt x="531061" y="303057"/>
                    </a:cubicBezTo>
                    <a:moveTo>
                      <a:pt x="454" y="889141"/>
                    </a:moveTo>
                    <a:cubicBezTo>
                      <a:pt x="116401" y="746902"/>
                      <a:pt x="244140" y="609525"/>
                      <a:pt x="531061" y="303057"/>
                    </a:cubicBezTo>
                    <a:moveTo>
                      <a:pt x="3477" y="930071"/>
                    </a:moveTo>
                    <a:cubicBezTo>
                      <a:pt x="197580" y="719034"/>
                      <a:pt x="396746" y="509377"/>
                      <a:pt x="534008" y="344060"/>
                    </a:cubicBezTo>
                    <a:moveTo>
                      <a:pt x="3477" y="930071"/>
                    </a:moveTo>
                    <a:cubicBezTo>
                      <a:pt x="178683" y="738120"/>
                      <a:pt x="348145" y="547984"/>
                      <a:pt x="534008" y="344060"/>
                    </a:cubicBezTo>
                    <a:moveTo>
                      <a:pt x="1437" y="976516"/>
                    </a:moveTo>
                    <a:cubicBezTo>
                      <a:pt x="171881" y="773245"/>
                      <a:pt x="378832" y="578174"/>
                      <a:pt x="532043" y="390433"/>
                    </a:cubicBezTo>
                    <a:moveTo>
                      <a:pt x="1437" y="976516"/>
                    </a:moveTo>
                    <a:cubicBezTo>
                      <a:pt x="136583" y="837906"/>
                      <a:pt x="280648" y="682894"/>
                      <a:pt x="532043" y="390433"/>
                    </a:cubicBezTo>
                    <a:moveTo>
                      <a:pt x="4460" y="1017446"/>
                    </a:moveTo>
                    <a:cubicBezTo>
                      <a:pt x="181934" y="847485"/>
                      <a:pt x="341645" y="656623"/>
                      <a:pt x="530078" y="436878"/>
                    </a:cubicBezTo>
                    <a:moveTo>
                      <a:pt x="4460" y="1017446"/>
                    </a:moveTo>
                    <a:cubicBezTo>
                      <a:pt x="151322" y="856774"/>
                      <a:pt x="302567" y="685144"/>
                      <a:pt x="530078" y="436878"/>
                    </a:cubicBezTo>
                    <a:moveTo>
                      <a:pt x="2495" y="1063892"/>
                    </a:moveTo>
                    <a:cubicBezTo>
                      <a:pt x="164549" y="879779"/>
                      <a:pt x="331063" y="683402"/>
                      <a:pt x="533101" y="477881"/>
                    </a:cubicBezTo>
                    <a:moveTo>
                      <a:pt x="2495" y="1063892"/>
                    </a:moveTo>
                    <a:cubicBezTo>
                      <a:pt x="165002" y="886964"/>
                      <a:pt x="325998" y="712793"/>
                      <a:pt x="533101" y="477881"/>
                    </a:cubicBezTo>
                    <a:moveTo>
                      <a:pt x="530" y="1110337"/>
                    </a:moveTo>
                    <a:cubicBezTo>
                      <a:pt x="102418" y="977823"/>
                      <a:pt x="222674" y="862798"/>
                      <a:pt x="531061" y="524254"/>
                    </a:cubicBezTo>
                    <a:moveTo>
                      <a:pt x="530" y="1110337"/>
                    </a:moveTo>
                    <a:cubicBezTo>
                      <a:pt x="201888" y="887327"/>
                      <a:pt x="408764" y="663735"/>
                      <a:pt x="531061" y="524254"/>
                    </a:cubicBezTo>
                    <a:moveTo>
                      <a:pt x="3477" y="1151267"/>
                    </a:moveTo>
                    <a:cubicBezTo>
                      <a:pt x="127059" y="1017011"/>
                      <a:pt x="262961" y="845235"/>
                      <a:pt x="534084" y="565256"/>
                    </a:cubicBezTo>
                    <a:moveTo>
                      <a:pt x="3477" y="1151267"/>
                    </a:moveTo>
                    <a:cubicBezTo>
                      <a:pt x="132803" y="1007286"/>
                      <a:pt x="269990" y="868095"/>
                      <a:pt x="534084" y="565256"/>
                    </a:cubicBezTo>
                    <a:moveTo>
                      <a:pt x="1512" y="1197713"/>
                    </a:moveTo>
                    <a:cubicBezTo>
                      <a:pt x="174753" y="1028187"/>
                      <a:pt x="319952" y="836890"/>
                      <a:pt x="532119" y="611629"/>
                    </a:cubicBezTo>
                    <a:moveTo>
                      <a:pt x="1512" y="1197713"/>
                    </a:moveTo>
                    <a:cubicBezTo>
                      <a:pt x="134769" y="1052571"/>
                      <a:pt x="252983" y="906921"/>
                      <a:pt x="532119" y="611629"/>
                    </a:cubicBezTo>
                    <a:moveTo>
                      <a:pt x="4460" y="1238643"/>
                    </a:moveTo>
                    <a:cubicBezTo>
                      <a:pt x="201737" y="1002207"/>
                      <a:pt x="399618" y="801983"/>
                      <a:pt x="530154" y="658075"/>
                    </a:cubicBezTo>
                    <a:moveTo>
                      <a:pt x="4460" y="1238643"/>
                    </a:moveTo>
                    <a:cubicBezTo>
                      <a:pt x="116250" y="1114256"/>
                      <a:pt x="229552" y="976299"/>
                      <a:pt x="530154" y="658075"/>
                    </a:cubicBezTo>
                    <a:moveTo>
                      <a:pt x="2495" y="1285088"/>
                    </a:moveTo>
                    <a:cubicBezTo>
                      <a:pt x="135146" y="1154678"/>
                      <a:pt x="269990" y="992192"/>
                      <a:pt x="533101" y="699005"/>
                    </a:cubicBezTo>
                    <a:moveTo>
                      <a:pt x="2495" y="1285088"/>
                    </a:moveTo>
                    <a:cubicBezTo>
                      <a:pt x="150566" y="1109902"/>
                      <a:pt x="307556" y="942916"/>
                      <a:pt x="533101" y="699005"/>
                    </a:cubicBezTo>
                    <a:moveTo>
                      <a:pt x="530" y="1331534"/>
                    </a:moveTo>
                    <a:cubicBezTo>
                      <a:pt x="103476" y="1218904"/>
                      <a:pt x="201586" y="1092050"/>
                      <a:pt x="531136" y="745450"/>
                    </a:cubicBezTo>
                    <a:moveTo>
                      <a:pt x="530" y="1331534"/>
                    </a:moveTo>
                    <a:cubicBezTo>
                      <a:pt x="136129" y="1169483"/>
                      <a:pt x="277019" y="1010117"/>
                      <a:pt x="531136" y="745450"/>
                    </a:cubicBezTo>
                    <a:moveTo>
                      <a:pt x="3553" y="1372464"/>
                    </a:moveTo>
                    <a:cubicBezTo>
                      <a:pt x="136658" y="1227903"/>
                      <a:pt x="258652" y="1083414"/>
                      <a:pt x="534084" y="786453"/>
                    </a:cubicBezTo>
                    <a:moveTo>
                      <a:pt x="3553" y="1372464"/>
                    </a:moveTo>
                    <a:cubicBezTo>
                      <a:pt x="166817" y="1194592"/>
                      <a:pt x="335371" y="1003876"/>
                      <a:pt x="534084" y="786453"/>
                    </a:cubicBezTo>
                    <a:moveTo>
                      <a:pt x="1512" y="1418909"/>
                    </a:moveTo>
                    <a:cubicBezTo>
                      <a:pt x="165683" y="1268252"/>
                      <a:pt x="287450" y="1105910"/>
                      <a:pt x="532119" y="832826"/>
                    </a:cubicBezTo>
                    <a:moveTo>
                      <a:pt x="1512" y="1418909"/>
                    </a:moveTo>
                    <a:cubicBezTo>
                      <a:pt x="159334" y="1248222"/>
                      <a:pt x="325091" y="1065779"/>
                      <a:pt x="532119" y="832826"/>
                    </a:cubicBezTo>
                    <a:moveTo>
                      <a:pt x="4536" y="1459839"/>
                    </a:moveTo>
                    <a:cubicBezTo>
                      <a:pt x="144821" y="1315568"/>
                      <a:pt x="264094" y="1157363"/>
                      <a:pt x="530154" y="879271"/>
                    </a:cubicBezTo>
                    <a:moveTo>
                      <a:pt x="4536" y="1459839"/>
                    </a:moveTo>
                    <a:cubicBezTo>
                      <a:pt x="159107" y="1284871"/>
                      <a:pt x="306800" y="1123618"/>
                      <a:pt x="530154" y="879271"/>
                    </a:cubicBezTo>
                    <a:moveTo>
                      <a:pt x="2570" y="1506285"/>
                    </a:moveTo>
                    <a:cubicBezTo>
                      <a:pt x="135902" y="1366078"/>
                      <a:pt x="246559" y="1228410"/>
                      <a:pt x="533177" y="920201"/>
                    </a:cubicBezTo>
                    <a:moveTo>
                      <a:pt x="2570" y="1506285"/>
                    </a:moveTo>
                    <a:cubicBezTo>
                      <a:pt x="171049" y="1317673"/>
                      <a:pt x="331441" y="1142269"/>
                      <a:pt x="533177" y="920201"/>
                    </a:cubicBezTo>
                    <a:moveTo>
                      <a:pt x="605" y="1552730"/>
                    </a:moveTo>
                    <a:cubicBezTo>
                      <a:pt x="129931" y="1402799"/>
                      <a:pt x="271577" y="1265567"/>
                      <a:pt x="531136" y="966647"/>
                    </a:cubicBezTo>
                    <a:moveTo>
                      <a:pt x="605" y="1552730"/>
                    </a:moveTo>
                    <a:cubicBezTo>
                      <a:pt x="211790" y="1322970"/>
                      <a:pt x="412090" y="1091396"/>
                      <a:pt x="531136" y="966647"/>
                    </a:cubicBezTo>
                    <a:moveTo>
                      <a:pt x="3553" y="1593660"/>
                    </a:moveTo>
                    <a:cubicBezTo>
                      <a:pt x="186091" y="1366441"/>
                      <a:pt x="398711" y="1138132"/>
                      <a:pt x="534160" y="1007649"/>
                    </a:cubicBezTo>
                    <a:moveTo>
                      <a:pt x="3553" y="1593660"/>
                    </a:moveTo>
                    <a:cubicBezTo>
                      <a:pt x="214284" y="1366513"/>
                      <a:pt x="407857" y="1146841"/>
                      <a:pt x="534160" y="1007649"/>
                    </a:cubicBezTo>
                    <a:moveTo>
                      <a:pt x="1588" y="1640106"/>
                    </a:moveTo>
                    <a:cubicBezTo>
                      <a:pt x="161828" y="1455776"/>
                      <a:pt x="309899" y="1308166"/>
                      <a:pt x="532194" y="1054022"/>
                    </a:cubicBezTo>
                    <a:moveTo>
                      <a:pt x="1588" y="1640106"/>
                    </a:moveTo>
                    <a:cubicBezTo>
                      <a:pt x="195992" y="1420143"/>
                      <a:pt x="391455" y="1212735"/>
                      <a:pt x="532194" y="1054022"/>
                    </a:cubicBezTo>
                    <a:moveTo>
                      <a:pt x="4536" y="1681036"/>
                    </a:moveTo>
                    <a:cubicBezTo>
                      <a:pt x="141042" y="1527258"/>
                      <a:pt x="280572" y="1392784"/>
                      <a:pt x="530229" y="1100468"/>
                    </a:cubicBezTo>
                    <a:moveTo>
                      <a:pt x="4536" y="1681036"/>
                    </a:moveTo>
                    <a:cubicBezTo>
                      <a:pt x="152985" y="1517243"/>
                      <a:pt x="295840" y="1357732"/>
                      <a:pt x="530229" y="1100468"/>
                    </a:cubicBezTo>
                    <a:moveTo>
                      <a:pt x="2570" y="1727481"/>
                    </a:moveTo>
                    <a:cubicBezTo>
                      <a:pt x="144897" y="1573195"/>
                      <a:pt x="289340" y="1406209"/>
                      <a:pt x="533177" y="1141398"/>
                    </a:cubicBezTo>
                    <a:moveTo>
                      <a:pt x="2570" y="1727481"/>
                    </a:moveTo>
                    <a:cubicBezTo>
                      <a:pt x="193649" y="1514631"/>
                      <a:pt x="382914" y="1309109"/>
                      <a:pt x="533177" y="1141398"/>
                    </a:cubicBezTo>
                    <a:moveTo>
                      <a:pt x="605" y="1773927"/>
                    </a:moveTo>
                    <a:cubicBezTo>
                      <a:pt x="171654" y="1589814"/>
                      <a:pt x="314585" y="1419055"/>
                      <a:pt x="531212" y="1187843"/>
                    </a:cubicBezTo>
                    <a:moveTo>
                      <a:pt x="605" y="1773927"/>
                    </a:moveTo>
                    <a:cubicBezTo>
                      <a:pt x="151095" y="1610569"/>
                      <a:pt x="291607" y="1459259"/>
                      <a:pt x="531212" y="1187843"/>
                    </a:cubicBezTo>
                    <a:moveTo>
                      <a:pt x="3629" y="1814857"/>
                    </a:moveTo>
                    <a:cubicBezTo>
                      <a:pt x="115494" y="1694752"/>
                      <a:pt x="233331" y="1556867"/>
                      <a:pt x="534160" y="1228773"/>
                    </a:cubicBezTo>
                    <a:moveTo>
                      <a:pt x="3629" y="1814857"/>
                    </a:moveTo>
                    <a:cubicBezTo>
                      <a:pt x="134391" y="1657741"/>
                      <a:pt x="279211" y="1493150"/>
                      <a:pt x="534160" y="1228773"/>
                    </a:cubicBezTo>
                    <a:moveTo>
                      <a:pt x="1588" y="1861303"/>
                    </a:moveTo>
                    <a:cubicBezTo>
                      <a:pt x="98563" y="1749543"/>
                      <a:pt x="220935" y="1609118"/>
                      <a:pt x="532194" y="1275219"/>
                    </a:cubicBezTo>
                    <a:moveTo>
                      <a:pt x="1588" y="1861303"/>
                    </a:moveTo>
                    <a:cubicBezTo>
                      <a:pt x="153136" y="1692139"/>
                      <a:pt x="304003" y="1528129"/>
                      <a:pt x="532194" y="1275219"/>
                    </a:cubicBezTo>
                    <a:moveTo>
                      <a:pt x="4611" y="1902232"/>
                    </a:moveTo>
                    <a:cubicBezTo>
                      <a:pt x="183370" y="1704767"/>
                      <a:pt x="339528" y="1533572"/>
                      <a:pt x="530229" y="1321664"/>
                    </a:cubicBezTo>
                    <a:moveTo>
                      <a:pt x="4611" y="1902232"/>
                    </a:moveTo>
                    <a:cubicBezTo>
                      <a:pt x="106500" y="1783869"/>
                      <a:pt x="220860" y="1661587"/>
                      <a:pt x="530229" y="1321664"/>
                    </a:cubicBezTo>
                    <a:moveTo>
                      <a:pt x="2646" y="1948678"/>
                    </a:moveTo>
                    <a:cubicBezTo>
                      <a:pt x="183748" y="1746785"/>
                      <a:pt x="353511" y="1576751"/>
                      <a:pt x="533252" y="1362594"/>
                    </a:cubicBezTo>
                    <a:moveTo>
                      <a:pt x="2646" y="1948678"/>
                    </a:moveTo>
                    <a:cubicBezTo>
                      <a:pt x="172107" y="1769428"/>
                      <a:pt x="337639" y="1568769"/>
                      <a:pt x="533252" y="1362594"/>
                    </a:cubicBezTo>
                    <a:moveTo>
                      <a:pt x="681" y="1995051"/>
                    </a:moveTo>
                    <a:cubicBezTo>
                      <a:pt x="178986" y="1772548"/>
                      <a:pt x="378228" y="1570220"/>
                      <a:pt x="531212" y="1409040"/>
                    </a:cubicBezTo>
                    <a:moveTo>
                      <a:pt x="681" y="1995051"/>
                    </a:moveTo>
                    <a:cubicBezTo>
                      <a:pt x="144443" y="1846571"/>
                      <a:pt x="282688" y="1683721"/>
                      <a:pt x="531212" y="1409040"/>
                    </a:cubicBezTo>
                    <a:moveTo>
                      <a:pt x="3629" y="2036053"/>
                    </a:moveTo>
                    <a:cubicBezTo>
                      <a:pt x="135751" y="1894250"/>
                      <a:pt x="287601" y="1722474"/>
                      <a:pt x="534235" y="1449970"/>
                    </a:cubicBezTo>
                    <a:moveTo>
                      <a:pt x="3629" y="2036053"/>
                    </a:moveTo>
                    <a:cubicBezTo>
                      <a:pt x="165834" y="1862681"/>
                      <a:pt x="332423" y="1675085"/>
                      <a:pt x="534235" y="1449970"/>
                    </a:cubicBezTo>
                    <a:moveTo>
                      <a:pt x="1663" y="2082499"/>
                    </a:moveTo>
                    <a:cubicBezTo>
                      <a:pt x="151624" y="1936051"/>
                      <a:pt x="280723" y="1784087"/>
                      <a:pt x="532270" y="1496415"/>
                    </a:cubicBezTo>
                    <a:moveTo>
                      <a:pt x="1663" y="2082499"/>
                    </a:moveTo>
                    <a:cubicBezTo>
                      <a:pt x="168857" y="1886122"/>
                      <a:pt x="343156" y="1699687"/>
                      <a:pt x="532270" y="1496415"/>
                    </a:cubicBezTo>
                    <a:moveTo>
                      <a:pt x="4611" y="2123429"/>
                    </a:moveTo>
                    <a:cubicBezTo>
                      <a:pt x="173392" y="1933293"/>
                      <a:pt x="355023" y="1733868"/>
                      <a:pt x="530305" y="1542861"/>
                    </a:cubicBezTo>
                    <a:moveTo>
                      <a:pt x="4611" y="2123429"/>
                    </a:moveTo>
                    <a:cubicBezTo>
                      <a:pt x="125698" y="1984165"/>
                      <a:pt x="237489" y="1862899"/>
                      <a:pt x="530305" y="1542861"/>
                    </a:cubicBezTo>
                    <a:moveTo>
                      <a:pt x="2646" y="2169875"/>
                    </a:moveTo>
                    <a:cubicBezTo>
                      <a:pt x="147240" y="1990914"/>
                      <a:pt x="311259" y="1814421"/>
                      <a:pt x="533252" y="1583791"/>
                    </a:cubicBezTo>
                    <a:moveTo>
                      <a:pt x="2646" y="2169875"/>
                    </a:moveTo>
                    <a:cubicBezTo>
                      <a:pt x="127890" y="2032498"/>
                      <a:pt x="235977" y="1907675"/>
                      <a:pt x="533252" y="1583791"/>
                    </a:cubicBezTo>
                    <a:moveTo>
                      <a:pt x="681" y="2216247"/>
                    </a:moveTo>
                    <a:cubicBezTo>
                      <a:pt x="144746" y="2055575"/>
                      <a:pt x="315039" y="1865584"/>
                      <a:pt x="531287" y="1630236"/>
                    </a:cubicBezTo>
                    <a:moveTo>
                      <a:pt x="681" y="2216247"/>
                    </a:moveTo>
                    <a:cubicBezTo>
                      <a:pt x="187602" y="2003106"/>
                      <a:pt x="384652" y="1797004"/>
                      <a:pt x="531287" y="1630236"/>
                    </a:cubicBezTo>
                    <a:moveTo>
                      <a:pt x="3704" y="2257250"/>
                    </a:moveTo>
                    <a:cubicBezTo>
                      <a:pt x="213150" y="2033296"/>
                      <a:pt x="397729" y="1813914"/>
                      <a:pt x="534235" y="1671166"/>
                    </a:cubicBezTo>
                    <a:moveTo>
                      <a:pt x="3704" y="2257250"/>
                    </a:moveTo>
                    <a:cubicBezTo>
                      <a:pt x="117913" y="2141427"/>
                      <a:pt x="228872" y="2014645"/>
                      <a:pt x="534235" y="1671166"/>
                    </a:cubicBezTo>
                    <a:moveTo>
                      <a:pt x="1663" y="2303696"/>
                    </a:moveTo>
                    <a:cubicBezTo>
                      <a:pt x="181329" y="2106012"/>
                      <a:pt x="372256" y="1894685"/>
                      <a:pt x="532270" y="1717612"/>
                    </a:cubicBezTo>
                    <a:moveTo>
                      <a:pt x="1663" y="2303696"/>
                    </a:moveTo>
                    <a:cubicBezTo>
                      <a:pt x="120785" y="2160803"/>
                      <a:pt x="254646" y="2021249"/>
                      <a:pt x="532270" y="1717612"/>
                    </a:cubicBezTo>
                    <a:moveTo>
                      <a:pt x="4687" y="2344625"/>
                    </a:moveTo>
                    <a:cubicBezTo>
                      <a:pt x="151700" y="2184461"/>
                      <a:pt x="308992" y="2025313"/>
                      <a:pt x="530305" y="1764057"/>
                    </a:cubicBezTo>
                    <a:moveTo>
                      <a:pt x="4687" y="2344625"/>
                    </a:moveTo>
                    <a:cubicBezTo>
                      <a:pt x="165758" y="2172269"/>
                      <a:pt x="321463" y="1995559"/>
                      <a:pt x="530305" y="1764057"/>
                    </a:cubicBezTo>
                    <a:moveTo>
                      <a:pt x="2722" y="2391071"/>
                    </a:moveTo>
                    <a:cubicBezTo>
                      <a:pt x="212621" y="2167407"/>
                      <a:pt x="403549" y="1952161"/>
                      <a:pt x="533328" y="1804987"/>
                    </a:cubicBezTo>
                    <a:moveTo>
                      <a:pt x="2722" y="2391071"/>
                    </a:moveTo>
                    <a:cubicBezTo>
                      <a:pt x="177625" y="2194404"/>
                      <a:pt x="368175" y="1986488"/>
                      <a:pt x="533328" y="1804987"/>
                    </a:cubicBezTo>
                    <a:moveTo>
                      <a:pt x="756" y="2437444"/>
                    </a:moveTo>
                    <a:cubicBezTo>
                      <a:pt x="133937" y="2320604"/>
                      <a:pt x="246483" y="2182574"/>
                      <a:pt x="531287" y="1851433"/>
                    </a:cubicBezTo>
                    <a:moveTo>
                      <a:pt x="756" y="2437444"/>
                    </a:moveTo>
                    <a:cubicBezTo>
                      <a:pt x="167875" y="2252315"/>
                      <a:pt x="342098" y="2062324"/>
                      <a:pt x="531287" y="1851433"/>
                    </a:cubicBezTo>
                    <a:moveTo>
                      <a:pt x="3704" y="2478446"/>
                    </a:moveTo>
                    <a:cubicBezTo>
                      <a:pt x="171654" y="2270022"/>
                      <a:pt x="367948" y="2094255"/>
                      <a:pt x="534311" y="1892363"/>
                    </a:cubicBezTo>
                    <a:moveTo>
                      <a:pt x="3704" y="2478446"/>
                    </a:moveTo>
                    <a:cubicBezTo>
                      <a:pt x="194329" y="2248614"/>
                      <a:pt x="395839" y="2037070"/>
                      <a:pt x="534311" y="1892363"/>
                    </a:cubicBezTo>
                    <a:moveTo>
                      <a:pt x="1739" y="2524819"/>
                    </a:moveTo>
                    <a:cubicBezTo>
                      <a:pt x="202719" y="2304929"/>
                      <a:pt x="392589" y="2079451"/>
                      <a:pt x="532345" y="1938808"/>
                    </a:cubicBezTo>
                    <a:moveTo>
                      <a:pt x="1739" y="2524819"/>
                    </a:moveTo>
                    <a:cubicBezTo>
                      <a:pt x="137490" y="2379895"/>
                      <a:pt x="272182" y="2221400"/>
                      <a:pt x="532345" y="1938808"/>
                    </a:cubicBezTo>
                    <a:moveTo>
                      <a:pt x="4687" y="2565822"/>
                    </a:moveTo>
                    <a:cubicBezTo>
                      <a:pt x="117308" y="2429969"/>
                      <a:pt x="247919" y="2282360"/>
                      <a:pt x="530380" y="1985254"/>
                    </a:cubicBezTo>
                    <a:moveTo>
                      <a:pt x="4687" y="2565822"/>
                    </a:moveTo>
                    <a:cubicBezTo>
                      <a:pt x="198260" y="2353842"/>
                      <a:pt x="371652" y="2158771"/>
                      <a:pt x="530380" y="1985254"/>
                    </a:cubicBezTo>
                    <a:moveTo>
                      <a:pt x="2722" y="2612267"/>
                    </a:moveTo>
                    <a:cubicBezTo>
                      <a:pt x="126379" y="2480478"/>
                      <a:pt x="248751" y="2340707"/>
                      <a:pt x="533328" y="2026184"/>
                    </a:cubicBezTo>
                    <a:moveTo>
                      <a:pt x="2722" y="2612267"/>
                    </a:moveTo>
                    <a:cubicBezTo>
                      <a:pt x="165456" y="2449853"/>
                      <a:pt x="312166" y="2282940"/>
                      <a:pt x="533328" y="2026184"/>
                    </a:cubicBezTo>
                    <a:moveTo>
                      <a:pt x="756" y="2658640"/>
                    </a:moveTo>
                    <a:cubicBezTo>
                      <a:pt x="214586" y="2420390"/>
                      <a:pt x="413979" y="2204491"/>
                      <a:pt x="531363" y="2072629"/>
                    </a:cubicBezTo>
                    <a:moveTo>
                      <a:pt x="756" y="2658640"/>
                    </a:moveTo>
                    <a:cubicBezTo>
                      <a:pt x="193271" y="2452248"/>
                      <a:pt x="395310" y="2227931"/>
                      <a:pt x="531363" y="2072629"/>
                    </a:cubicBezTo>
                    <a:moveTo>
                      <a:pt x="3704" y="2699643"/>
                    </a:moveTo>
                    <a:cubicBezTo>
                      <a:pt x="169538" y="2516546"/>
                      <a:pt x="338697" y="2338384"/>
                      <a:pt x="534311" y="2113559"/>
                    </a:cubicBezTo>
                    <a:moveTo>
                      <a:pt x="3704" y="2699643"/>
                    </a:moveTo>
                    <a:cubicBezTo>
                      <a:pt x="202644" y="2488607"/>
                      <a:pt x="399089" y="2266031"/>
                      <a:pt x="534311" y="2113559"/>
                    </a:cubicBezTo>
                    <a:moveTo>
                      <a:pt x="1739" y="2746016"/>
                    </a:moveTo>
                    <a:cubicBezTo>
                      <a:pt x="157444" y="2554936"/>
                      <a:pt x="323051" y="2397022"/>
                      <a:pt x="532345" y="2160005"/>
                    </a:cubicBezTo>
                    <a:moveTo>
                      <a:pt x="1739" y="2746016"/>
                    </a:moveTo>
                    <a:cubicBezTo>
                      <a:pt x="104837" y="2623661"/>
                      <a:pt x="226907" y="2505878"/>
                      <a:pt x="532345" y="2160005"/>
                    </a:cubicBezTo>
                    <a:moveTo>
                      <a:pt x="4762" y="2787019"/>
                    </a:moveTo>
                    <a:cubicBezTo>
                      <a:pt x="133181" y="2649496"/>
                      <a:pt x="263490" y="2516474"/>
                      <a:pt x="530380" y="2206450"/>
                    </a:cubicBezTo>
                    <a:moveTo>
                      <a:pt x="4762" y="2787019"/>
                    </a:moveTo>
                    <a:cubicBezTo>
                      <a:pt x="139455" y="2630628"/>
                      <a:pt x="286468" y="2475979"/>
                      <a:pt x="530380" y="2206450"/>
                    </a:cubicBezTo>
                    <a:moveTo>
                      <a:pt x="2797" y="2833464"/>
                    </a:moveTo>
                    <a:cubicBezTo>
                      <a:pt x="117460" y="2692459"/>
                      <a:pt x="222523" y="2560742"/>
                      <a:pt x="533328" y="2247380"/>
                    </a:cubicBezTo>
                    <a:moveTo>
                      <a:pt x="2797" y="2833464"/>
                    </a:moveTo>
                    <a:cubicBezTo>
                      <a:pt x="170142" y="2636361"/>
                      <a:pt x="346709" y="2454208"/>
                      <a:pt x="533328" y="2247380"/>
                    </a:cubicBezTo>
                    <a:moveTo>
                      <a:pt x="832" y="2879837"/>
                    </a:moveTo>
                    <a:cubicBezTo>
                      <a:pt x="134995" y="2749209"/>
                      <a:pt x="260844" y="2601309"/>
                      <a:pt x="531363" y="2293826"/>
                    </a:cubicBezTo>
                    <a:moveTo>
                      <a:pt x="832" y="2879837"/>
                    </a:moveTo>
                    <a:cubicBezTo>
                      <a:pt x="150641" y="2706755"/>
                      <a:pt x="304457" y="2530553"/>
                      <a:pt x="531363" y="2293826"/>
                    </a:cubicBezTo>
                    <a:moveTo>
                      <a:pt x="3780" y="2920840"/>
                    </a:moveTo>
                    <a:cubicBezTo>
                      <a:pt x="121844" y="2796816"/>
                      <a:pt x="218517" y="2682661"/>
                      <a:pt x="534386" y="2334756"/>
                    </a:cubicBezTo>
                    <a:moveTo>
                      <a:pt x="3780" y="2920840"/>
                    </a:moveTo>
                    <a:cubicBezTo>
                      <a:pt x="161904" y="2759514"/>
                      <a:pt x="304986" y="2595359"/>
                      <a:pt x="534386" y="2334756"/>
                    </a:cubicBezTo>
                    <a:moveTo>
                      <a:pt x="1815" y="2967213"/>
                    </a:moveTo>
                    <a:cubicBezTo>
                      <a:pt x="180800" y="2766191"/>
                      <a:pt x="370745" y="2559436"/>
                      <a:pt x="532421" y="2381201"/>
                    </a:cubicBezTo>
                    <a:moveTo>
                      <a:pt x="1815" y="2967213"/>
                    </a:moveTo>
                    <a:cubicBezTo>
                      <a:pt x="207406" y="2748266"/>
                      <a:pt x="404305" y="2535923"/>
                      <a:pt x="532421" y="2381201"/>
                    </a:cubicBezTo>
                    <a:moveTo>
                      <a:pt x="4762" y="3008215"/>
                    </a:moveTo>
                    <a:cubicBezTo>
                      <a:pt x="108692" y="2893626"/>
                      <a:pt x="210505" y="2761401"/>
                      <a:pt x="530456" y="2427647"/>
                    </a:cubicBezTo>
                    <a:moveTo>
                      <a:pt x="4762" y="3008215"/>
                    </a:moveTo>
                    <a:cubicBezTo>
                      <a:pt x="165154" y="2824901"/>
                      <a:pt x="318893" y="2665607"/>
                      <a:pt x="530456" y="2427647"/>
                    </a:cubicBezTo>
                    <a:moveTo>
                      <a:pt x="2797" y="3054588"/>
                    </a:moveTo>
                    <a:cubicBezTo>
                      <a:pt x="152682" y="2899068"/>
                      <a:pt x="283520" y="2752184"/>
                      <a:pt x="533404" y="2468577"/>
                    </a:cubicBezTo>
                    <a:moveTo>
                      <a:pt x="2797" y="3054588"/>
                    </a:moveTo>
                    <a:cubicBezTo>
                      <a:pt x="106273" y="2933612"/>
                      <a:pt x="215871" y="2815539"/>
                      <a:pt x="533404" y="2468577"/>
                    </a:cubicBezTo>
                    <a:moveTo>
                      <a:pt x="832" y="3101034"/>
                    </a:moveTo>
                    <a:cubicBezTo>
                      <a:pt x="124489" y="2963656"/>
                      <a:pt x="229552" y="2838036"/>
                      <a:pt x="531438" y="2515022"/>
                    </a:cubicBezTo>
                    <a:moveTo>
                      <a:pt x="832" y="3101034"/>
                    </a:moveTo>
                    <a:cubicBezTo>
                      <a:pt x="161904" y="2920114"/>
                      <a:pt x="317986" y="2755958"/>
                      <a:pt x="531438" y="2515022"/>
                    </a:cubicBezTo>
                    <a:moveTo>
                      <a:pt x="3780" y="3142036"/>
                    </a:moveTo>
                    <a:cubicBezTo>
                      <a:pt x="168253" y="2963003"/>
                      <a:pt x="330307" y="2783826"/>
                      <a:pt x="534386" y="2555953"/>
                    </a:cubicBezTo>
                    <a:moveTo>
                      <a:pt x="3780" y="3142036"/>
                    </a:moveTo>
                    <a:cubicBezTo>
                      <a:pt x="143612" y="2981074"/>
                      <a:pt x="290852" y="2825118"/>
                      <a:pt x="534386" y="2555953"/>
                    </a:cubicBezTo>
                    <a:moveTo>
                      <a:pt x="1815" y="3188409"/>
                    </a:moveTo>
                    <a:cubicBezTo>
                      <a:pt x="182160" y="2978316"/>
                      <a:pt x="378303" y="2781939"/>
                      <a:pt x="532421" y="2602398"/>
                    </a:cubicBezTo>
                    <a:moveTo>
                      <a:pt x="1815" y="3188409"/>
                    </a:moveTo>
                    <a:cubicBezTo>
                      <a:pt x="162811" y="3028753"/>
                      <a:pt x="304230" y="2864452"/>
                      <a:pt x="532421" y="2602398"/>
                    </a:cubicBezTo>
                    <a:moveTo>
                      <a:pt x="4838" y="3229411"/>
                    </a:moveTo>
                    <a:cubicBezTo>
                      <a:pt x="214737" y="2992757"/>
                      <a:pt x="433707" y="2778383"/>
                      <a:pt x="530456" y="2648843"/>
                    </a:cubicBezTo>
                    <a:moveTo>
                      <a:pt x="4838" y="3229411"/>
                    </a:moveTo>
                    <a:cubicBezTo>
                      <a:pt x="128193" y="3094212"/>
                      <a:pt x="252076" y="2963366"/>
                      <a:pt x="530456" y="2648843"/>
                    </a:cubicBezTo>
                    <a:moveTo>
                      <a:pt x="2873" y="3275784"/>
                    </a:moveTo>
                    <a:cubicBezTo>
                      <a:pt x="168404" y="3100670"/>
                      <a:pt x="323051" y="2918227"/>
                      <a:pt x="533404" y="2689773"/>
                    </a:cubicBezTo>
                    <a:moveTo>
                      <a:pt x="2873" y="3275784"/>
                    </a:moveTo>
                    <a:cubicBezTo>
                      <a:pt x="183748" y="3082673"/>
                      <a:pt x="357895" y="2874249"/>
                      <a:pt x="533404" y="2689773"/>
                    </a:cubicBezTo>
                    <a:moveTo>
                      <a:pt x="832" y="3322230"/>
                    </a:moveTo>
                    <a:cubicBezTo>
                      <a:pt x="177323" y="3128755"/>
                      <a:pt x="388885" y="2904511"/>
                      <a:pt x="531438" y="2736219"/>
                    </a:cubicBezTo>
                    <a:moveTo>
                      <a:pt x="832" y="3322230"/>
                    </a:moveTo>
                    <a:cubicBezTo>
                      <a:pt x="203702" y="3102993"/>
                      <a:pt x="394781" y="2900157"/>
                      <a:pt x="531438" y="2736219"/>
                    </a:cubicBezTo>
                    <a:moveTo>
                      <a:pt x="3855" y="3363232"/>
                    </a:moveTo>
                    <a:cubicBezTo>
                      <a:pt x="156235" y="3178249"/>
                      <a:pt x="329097" y="2999434"/>
                      <a:pt x="534462" y="2777149"/>
                    </a:cubicBezTo>
                    <a:moveTo>
                      <a:pt x="3855" y="3363232"/>
                    </a:moveTo>
                    <a:cubicBezTo>
                      <a:pt x="133635" y="3216567"/>
                      <a:pt x="260844" y="3079407"/>
                      <a:pt x="534462" y="2777149"/>
                    </a:cubicBezTo>
                    <a:moveTo>
                      <a:pt x="1890" y="3409605"/>
                    </a:moveTo>
                    <a:cubicBezTo>
                      <a:pt x="215720" y="3179628"/>
                      <a:pt x="432724" y="2957343"/>
                      <a:pt x="532497" y="2823594"/>
                    </a:cubicBezTo>
                    <a:moveTo>
                      <a:pt x="1890" y="3409605"/>
                    </a:moveTo>
                    <a:cubicBezTo>
                      <a:pt x="156839" y="3239281"/>
                      <a:pt x="315946" y="3068812"/>
                      <a:pt x="532497" y="2823594"/>
                    </a:cubicBezTo>
                    <a:moveTo>
                      <a:pt x="4838" y="3450608"/>
                    </a:moveTo>
                    <a:cubicBezTo>
                      <a:pt x="126227" y="3296467"/>
                      <a:pt x="284805" y="3169395"/>
                      <a:pt x="530456" y="2870040"/>
                    </a:cubicBezTo>
                    <a:moveTo>
                      <a:pt x="4838" y="3450608"/>
                    </a:moveTo>
                    <a:cubicBezTo>
                      <a:pt x="134013" y="3303652"/>
                      <a:pt x="255856" y="3179483"/>
                      <a:pt x="530456" y="2870040"/>
                    </a:cubicBezTo>
                    <a:moveTo>
                      <a:pt x="2873" y="3496981"/>
                    </a:moveTo>
                    <a:cubicBezTo>
                      <a:pt x="166136" y="3313812"/>
                      <a:pt x="331289" y="3149220"/>
                      <a:pt x="533479" y="2910970"/>
                    </a:cubicBezTo>
                    <a:moveTo>
                      <a:pt x="2873" y="3496981"/>
                    </a:moveTo>
                    <a:cubicBezTo>
                      <a:pt x="126454" y="3363232"/>
                      <a:pt x="241646" y="3219542"/>
                      <a:pt x="533479" y="2910970"/>
                    </a:cubicBezTo>
                    <a:moveTo>
                      <a:pt x="908" y="3543426"/>
                    </a:moveTo>
                    <a:cubicBezTo>
                      <a:pt x="134693" y="3396325"/>
                      <a:pt x="254646" y="3252199"/>
                      <a:pt x="531514" y="2957415"/>
                    </a:cubicBezTo>
                    <a:moveTo>
                      <a:pt x="908" y="3543426"/>
                    </a:moveTo>
                    <a:cubicBezTo>
                      <a:pt x="153816" y="3390737"/>
                      <a:pt x="292741" y="3234491"/>
                      <a:pt x="531514" y="2957415"/>
                    </a:cubicBezTo>
                    <a:moveTo>
                      <a:pt x="3855" y="3584357"/>
                    </a:moveTo>
                    <a:cubicBezTo>
                      <a:pt x="126908" y="3445020"/>
                      <a:pt x="259786" y="3297918"/>
                      <a:pt x="534462" y="2998345"/>
                    </a:cubicBezTo>
                    <a:moveTo>
                      <a:pt x="3855" y="3584357"/>
                    </a:moveTo>
                    <a:cubicBezTo>
                      <a:pt x="208766" y="3350823"/>
                      <a:pt x="428794" y="3121426"/>
                      <a:pt x="534462" y="2998345"/>
                    </a:cubicBezTo>
                    <a:moveTo>
                      <a:pt x="1890" y="3630802"/>
                    </a:moveTo>
                    <a:cubicBezTo>
                      <a:pt x="145728" y="3442262"/>
                      <a:pt x="298637" y="3283912"/>
                      <a:pt x="532497" y="3044791"/>
                    </a:cubicBezTo>
                    <a:moveTo>
                      <a:pt x="1890" y="3630802"/>
                    </a:moveTo>
                    <a:cubicBezTo>
                      <a:pt x="198487" y="3423902"/>
                      <a:pt x="388356" y="3213011"/>
                      <a:pt x="532497" y="3044791"/>
                    </a:cubicBezTo>
                    <a:moveTo>
                      <a:pt x="4914" y="3671805"/>
                    </a:moveTo>
                    <a:cubicBezTo>
                      <a:pt x="156915" y="3501481"/>
                      <a:pt x="319045" y="3330503"/>
                      <a:pt x="530531" y="3091236"/>
                    </a:cubicBezTo>
                    <a:moveTo>
                      <a:pt x="4914" y="3671805"/>
                    </a:moveTo>
                    <a:cubicBezTo>
                      <a:pt x="208615" y="3458446"/>
                      <a:pt x="401432" y="3236306"/>
                      <a:pt x="530531" y="3091236"/>
                    </a:cubicBezTo>
                    <a:moveTo>
                      <a:pt x="2948" y="3718178"/>
                    </a:moveTo>
                    <a:cubicBezTo>
                      <a:pt x="164851" y="3568391"/>
                      <a:pt x="315719" y="3383553"/>
                      <a:pt x="533479" y="3132166"/>
                    </a:cubicBezTo>
                    <a:moveTo>
                      <a:pt x="2948" y="3718178"/>
                    </a:moveTo>
                    <a:cubicBezTo>
                      <a:pt x="113680" y="3596040"/>
                      <a:pt x="229174" y="3473686"/>
                      <a:pt x="533479" y="3132166"/>
                    </a:cubicBezTo>
                    <a:moveTo>
                      <a:pt x="908" y="3764623"/>
                    </a:moveTo>
                    <a:cubicBezTo>
                      <a:pt x="184050" y="3567593"/>
                      <a:pt x="375431" y="3359168"/>
                      <a:pt x="531514" y="3178612"/>
                    </a:cubicBezTo>
                    <a:moveTo>
                      <a:pt x="908" y="3764623"/>
                    </a:moveTo>
                    <a:cubicBezTo>
                      <a:pt x="192969" y="3558594"/>
                      <a:pt x="376414" y="3356411"/>
                      <a:pt x="531514" y="3178612"/>
                    </a:cubicBezTo>
                    <a:moveTo>
                      <a:pt x="3931" y="3805553"/>
                    </a:moveTo>
                    <a:cubicBezTo>
                      <a:pt x="168101" y="3613385"/>
                      <a:pt x="360390" y="3409461"/>
                      <a:pt x="534537" y="3219542"/>
                    </a:cubicBezTo>
                    <a:moveTo>
                      <a:pt x="3931" y="3805553"/>
                    </a:moveTo>
                    <a:cubicBezTo>
                      <a:pt x="120483" y="3674127"/>
                      <a:pt x="246710" y="3542410"/>
                      <a:pt x="534537" y="3219542"/>
                    </a:cubicBezTo>
                    <a:moveTo>
                      <a:pt x="1966" y="3851999"/>
                    </a:moveTo>
                    <a:cubicBezTo>
                      <a:pt x="123128" y="3694519"/>
                      <a:pt x="270292" y="3565416"/>
                      <a:pt x="532572" y="3265987"/>
                    </a:cubicBezTo>
                    <a:moveTo>
                      <a:pt x="1966" y="3851999"/>
                    </a:moveTo>
                    <a:cubicBezTo>
                      <a:pt x="140286" y="3689947"/>
                      <a:pt x="288357" y="3542701"/>
                      <a:pt x="532572" y="3265987"/>
                    </a:cubicBezTo>
                    <a:moveTo>
                      <a:pt x="1" y="3898444"/>
                    </a:moveTo>
                    <a:cubicBezTo>
                      <a:pt x="144746" y="3765059"/>
                      <a:pt x="277624" y="3605257"/>
                      <a:pt x="530531" y="3312433"/>
                    </a:cubicBezTo>
                    <a:moveTo>
                      <a:pt x="1" y="3898444"/>
                    </a:moveTo>
                    <a:cubicBezTo>
                      <a:pt x="142629" y="3732256"/>
                      <a:pt x="293951" y="3576083"/>
                      <a:pt x="530531" y="3312433"/>
                    </a:cubicBezTo>
                    <a:moveTo>
                      <a:pt x="2948" y="3939374"/>
                    </a:moveTo>
                    <a:cubicBezTo>
                      <a:pt x="132501" y="3818471"/>
                      <a:pt x="243233" y="3693286"/>
                      <a:pt x="533555" y="3353363"/>
                    </a:cubicBezTo>
                    <a:moveTo>
                      <a:pt x="2948" y="3939374"/>
                    </a:moveTo>
                    <a:cubicBezTo>
                      <a:pt x="153816" y="3780080"/>
                      <a:pt x="294555" y="3607071"/>
                      <a:pt x="533555" y="3353363"/>
                    </a:cubicBezTo>
                    <a:moveTo>
                      <a:pt x="983" y="3985820"/>
                    </a:moveTo>
                    <a:cubicBezTo>
                      <a:pt x="177701" y="3807077"/>
                      <a:pt x="328795" y="3639220"/>
                      <a:pt x="531590" y="3399808"/>
                    </a:cubicBezTo>
                    <a:moveTo>
                      <a:pt x="983" y="3985820"/>
                    </a:moveTo>
                    <a:cubicBezTo>
                      <a:pt x="163189" y="3797425"/>
                      <a:pt x="335673" y="3613240"/>
                      <a:pt x="531590" y="3399808"/>
                    </a:cubicBezTo>
                    <a:moveTo>
                      <a:pt x="3931" y="4026750"/>
                    </a:moveTo>
                    <a:cubicBezTo>
                      <a:pt x="103250" y="3913539"/>
                      <a:pt x="216098" y="3794522"/>
                      <a:pt x="534537" y="3440739"/>
                    </a:cubicBezTo>
                    <a:moveTo>
                      <a:pt x="3931" y="4026750"/>
                    </a:moveTo>
                    <a:cubicBezTo>
                      <a:pt x="174904" y="3836323"/>
                      <a:pt x="342174" y="3649308"/>
                      <a:pt x="534537" y="3440739"/>
                    </a:cubicBezTo>
                    <a:moveTo>
                      <a:pt x="1966" y="4073195"/>
                    </a:moveTo>
                    <a:cubicBezTo>
                      <a:pt x="132274" y="3950986"/>
                      <a:pt x="228494" y="3818906"/>
                      <a:pt x="532572" y="3487184"/>
                    </a:cubicBezTo>
                    <a:moveTo>
                      <a:pt x="1966" y="4073195"/>
                    </a:moveTo>
                    <a:cubicBezTo>
                      <a:pt x="118593" y="3952800"/>
                      <a:pt x="220860" y="3823623"/>
                      <a:pt x="532572" y="3487184"/>
                    </a:cubicBezTo>
                    <a:moveTo>
                      <a:pt x="1" y="4119641"/>
                    </a:moveTo>
                    <a:cubicBezTo>
                      <a:pt x="195463" y="3920650"/>
                      <a:pt x="392287" y="3689004"/>
                      <a:pt x="530607" y="3533629"/>
                    </a:cubicBezTo>
                    <a:moveTo>
                      <a:pt x="1" y="4119641"/>
                    </a:moveTo>
                    <a:cubicBezTo>
                      <a:pt x="144595" y="3958097"/>
                      <a:pt x="301660" y="3790603"/>
                      <a:pt x="530607" y="3533629"/>
                    </a:cubicBezTo>
                    <a:moveTo>
                      <a:pt x="3024" y="4160571"/>
                    </a:moveTo>
                    <a:cubicBezTo>
                      <a:pt x="114814" y="4025153"/>
                      <a:pt x="225093" y="3897573"/>
                      <a:pt x="533555" y="3574560"/>
                    </a:cubicBezTo>
                    <a:moveTo>
                      <a:pt x="3024" y="4160571"/>
                    </a:moveTo>
                    <a:cubicBezTo>
                      <a:pt x="152380" y="3999100"/>
                      <a:pt x="300526" y="3832550"/>
                      <a:pt x="533555" y="3574560"/>
                    </a:cubicBezTo>
                    <a:moveTo>
                      <a:pt x="983" y="4207016"/>
                    </a:moveTo>
                    <a:cubicBezTo>
                      <a:pt x="213075" y="3983134"/>
                      <a:pt x="433707" y="3726015"/>
                      <a:pt x="531590" y="3621005"/>
                    </a:cubicBezTo>
                    <a:moveTo>
                      <a:pt x="983" y="4207016"/>
                    </a:moveTo>
                    <a:cubicBezTo>
                      <a:pt x="157444" y="4036329"/>
                      <a:pt x="302340" y="3872101"/>
                      <a:pt x="531590" y="3621005"/>
                    </a:cubicBezTo>
                    <a:moveTo>
                      <a:pt x="4007" y="4247946"/>
                    </a:moveTo>
                    <a:cubicBezTo>
                      <a:pt x="180497" y="4074211"/>
                      <a:pt x="338546" y="3880011"/>
                      <a:pt x="534613" y="3661935"/>
                    </a:cubicBezTo>
                    <a:moveTo>
                      <a:pt x="4007" y="4247946"/>
                    </a:moveTo>
                    <a:cubicBezTo>
                      <a:pt x="185259" y="4056358"/>
                      <a:pt x="346331" y="3864844"/>
                      <a:pt x="534613" y="3661935"/>
                    </a:cubicBezTo>
                    <a:moveTo>
                      <a:pt x="2041" y="4294391"/>
                    </a:moveTo>
                    <a:cubicBezTo>
                      <a:pt x="198335" y="4067027"/>
                      <a:pt x="389339" y="3848805"/>
                      <a:pt x="532648" y="3708380"/>
                    </a:cubicBezTo>
                    <a:moveTo>
                      <a:pt x="2041" y="4294391"/>
                    </a:moveTo>
                    <a:cubicBezTo>
                      <a:pt x="212697" y="4060640"/>
                      <a:pt x="423050" y="3820720"/>
                      <a:pt x="532648" y="3708380"/>
                    </a:cubicBezTo>
                    <a:moveTo>
                      <a:pt x="76" y="4340837"/>
                    </a:moveTo>
                    <a:cubicBezTo>
                      <a:pt x="155025" y="4169714"/>
                      <a:pt x="287601" y="4008099"/>
                      <a:pt x="530607" y="3754753"/>
                    </a:cubicBezTo>
                    <a:moveTo>
                      <a:pt x="76" y="4340837"/>
                    </a:moveTo>
                    <a:cubicBezTo>
                      <a:pt x="144066" y="4192937"/>
                      <a:pt x="278682" y="4037272"/>
                      <a:pt x="530607" y="3754753"/>
                    </a:cubicBezTo>
                    <a:moveTo>
                      <a:pt x="3024" y="4381767"/>
                    </a:moveTo>
                    <a:cubicBezTo>
                      <a:pt x="178683" y="4173851"/>
                      <a:pt x="350564" y="3983787"/>
                      <a:pt x="533630" y="3795756"/>
                    </a:cubicBezTo>
                    <a:moveTo>
                      <a:pt x="3024" y="4381767"/>
                    </a:moveTo>
                    <a:cubicBezTo>
                      <a:pt x="155932" y="4205420"/>
                      <a:pt x="315190" y="4042715"/>
                      <a:pt x="533630" y="3795756"/>
                    </a:cubicBezTo>
                    <a:moveTo>
                      <a:pt x="1059" y="4428212"/>
                    </a:moveTo>
                    <a:cubicBezTo>
                      <a:pt x="170218" y="4272185"/>
                      <a:pt x="329324" y="4096563"/>
                      <a:pt x="531665" y="3842201"/>
                    </a:cubicBezTo>
                    <a:moveTo>
                      <a:pt x="1059" y="4428212"/>
                    </a:moveTo>
                    <a:cubicBezTo>
                      <a:pt x="141949" y="4270661"/>
                      <a:pt x="287450" y="4114778"/>
                      <a:pt x="531665" y="3842201"/>
                    </a:cubicBezTo>
                    <a:moveTo>
                      <a:pt x="4007" y="4469143"/>
                    </a:moveTo>
                    <a:cubicBezTo>
                      <a:pt x="149734" y="4306656"/>
                      <a:pt x="313678" y="4122471"/>
                      <a:pt x="534613" y="3883131"/>
                    </a:cubicBezTo>
                    <a:moveTo>
                      <a:pt x="4007" y="4469143"/>
                    </a:moveTo>
                    <a:cubicBezTo>
                      <a:pt x="122373" y="4340692"/>
                      <a:pt x="237715" y="4217612"/>
                      <a:pt x="534613" y="3883131"/>
                    </a:cubicBezTo>
                    <a:moveTo>
                      <a:pt x="2041" y="4515588"/>
                    </a:moveTo>
                    <a:cubicBezTo>
                      <a:pt x="112773" y="4398676"/>
                      <a:pt x="252681" y="4256147"/>
                      <a:pt x="532648" y="3929577"/>
                    </a:cubicBezTo>
                    <a:moveTo>
                      <a:pt x="2041" y="4515588"/>
                    </a:moveTo>
                    <a:cubicBezTo>
                      <a:pt x="115419" y="4400273"/>
                      <a:pt x="225848" y="4274652"/>
                      <a:pt x="532648" y="3929577"/>
                    </a:cubicBezTo>
                    <a:moveTo>
                      <a:pt x="76" y="4562033"/>
                    </a:moveTo>
                    <a:cubicBezTo>
                      <a:pt x="200830" y="4341127"/>
                      <a:pt x="380571" y="4133719"/>
                      <a:pt x="530683" y="3975950"/>
                    </a:cubicBezTo>
                    <a:moveTo>
                      <a:pt x="76" y="4562033"/>
                    </a:moveTo>
                    <a:cubicBezTo>
                      <a:pt x="213755" y="4320953"/>
                      <a:pt x="415264" y="4098450"/>
                      <a:pt x="530683" y="3975950"/>
                    </a:cubicBezTo>
                    <a:moveTo>
                      <a:pt x="27891" y="4575604"/>
                    </a:moveTo>
                    <a:cubicBezTo>
                      <a:pt x="210505" y="4371027"/>
                      <a:pt x="410276" y="4154257"/>
                      <a:pt x="533630" y="4016952"/>
                    </a:cubicBezTo>
                    <a:moveTo>
                      <a:pt x="27891" y="4575604"/>
                    </a:moveTo>
                    <a:cubicBezTo>
                      <a:pt x="141874" y="4446500"/>
                      <a:pt x="255856" y="4324218"/>
                      <a:pt x="533630" y="4016952"/>
                    </a:cubicBezTo>
                    <a:moveTo>
                      <a:pt x="65533" y="4578217"/>
                    </a:moveTo>
                    <a:cubicBezTo>
                      <a:pt x="233483" y="4393959"/>
                      <a:pt x="408613" y="4218264"/>
                      <a:pt x="531665" y="4063398"/>
                    </a:cubicBezTo>
                    <a:moveTo>
                      <a:pt x="65533" y="4578217"/>
                    </a:moveTo>
                    <a:cubicBezTo>
                      <a:pt x="192440" y="4449258"/>
                      <a:pt x="321312" y="4303535"/>
                      <a:pt x="531665" y="4063398"/>
                    </a:cubicBezTo>
                    <a:moveTo>
                      <a:pt x="108238" y="4575314"/>
                    </a:moveTo>
                    <a:cubicBezTo>
                      <a:pt x="271577" y="4408473"/>
                      <a:pt x="420480" y="4214346"/>
                      <a:pt x="534689" y="4104328"/>
                    </a:cubicBezTo>
                    <a:moveTo>
                      <a:pt x="108238" y="4575314"/>
                    </a:moveTo>
                    <a:cubicBezTo>
                      <a:pt x="262961" y="4400708"/>
                      <a:pt x="418515" y="4217829"/>
                      <a:pt x="534689" y="4104328"/>
                    </a:cubicBezTo>
                    <a:moveTo>
                      <a:pt x="145880" y="4577926"/>
                    </a:moveTo>
                    <a:cubicBezTo>
                      <a:pt x="269839" y="4431696"/>
                      <a:pt x="388658" y="4293230"/>
                      <a:pt x="532723" y="4150773"/>
                    </a:cubicBezTo>
                    <a:moveTo>
                      <a:pt x="145880" y="4577926"/>
                    </a:moveTo>
                    <a:cubicBezTo>
                      <a:pt x="225017" y="4483657"/>
                      <a:pt x="309370" y="4397515"/>
                      <a:pt x="532723" y="4150773"/>
                    </a:cubicBezTo>
                    <a:moveTo>
                      <a:pt x="188585" y="4575097"/>
                    </a:moveTo>
                    <a:cubicBezTo>
                      <a:pt x="261600" y="4473787"/>
                      <a:pt x="342930" y="4403756"/>
                      <a:pt x="530683" y="4197146"/>
                    </a:cubicBezTo>
                    <a:moveTo>
                      <a:pt x="188585" y="4575097"/>
                    </a:moveTo>
                    <a:cubicBezTo>
                      <a:pt x="319952" y="4436776"/>
                      <a:pt x="447464" y="4298311"/>
                      <a:pt x="530683" y="4197146"/>
                    </a:cubicBezTo>
                    <a:moveTo>
                      <a:pt x="226226" y="4577709"/>
                    </a:moveTo>
                    <a:cubicBezTo>
                      <a:pt x="324411" y="4451145"/>
                      <a:pt x="424259" y="4341853"/>
                      <a:pt x="533706" y="4238149"/>
                    </a:cubicBezTo>
                    <a:moveTo>
                      <a:pt x="226226" y="4577709"/>
                    </a:moveTo>
                    <a:cubicBezTo>
                      <a:pt x="295840" y="4497518"/>
                      <a:pt x="381931" y="4415512"/>
                      <a:pt x="533706" y="4238149"/>
                    </a:cubicBezTo>
                    <a:moveTo>
                      <a:pt x="268932" y="4574806"/>
                    </a:moveTo>
                    <a:cubicBezTo>
                      <a:pt x="357517" y="4476980"/>
                      <a:pt x="447237" y="4399619"/>
                      <a:pt x="531741" y="4284522"/>
                    </a:cubicBezTo>
                    <a:moveTo>
                      <a:pt x="268932" y="4574806"/>
                    </a:moveTo>
                    <a:cubicBezTo>
                      <a:pt x="317684" y="4506517"/>
                      <a:pt x="377850" y="4458838"/>
                      <a:pt x="531741" y="4284522"/>
                    </a:cubicBezTo>
                    <a:moveTo>
                      <a:pt x="306573" y="4577418"/>
                    </a:moveTo>
                    <a:cubicBezTo>
                      <a:pt x="371047" y="4502743"/>
                      <a:pt x="422898" y="4445340"/>
                      <a:pt x="534689" y="4325525"/>
                    </a:cubicBezTo>
                    <a:moveTo>
                      <a:pt x="306573" y="4577418"/>
                    </a:moveTo>
                    <a:cubicBezTo>
                      <a:pt x="369233" y="4504195"/>
                      <a:pt x="447766" y="4418561"/>
                      <a:pt x="534689" y="4325525"/>
                    </a:cubicBezTo>
                    <a:moveTo>
                      <a:pt x="349279" y="4574589"/>
                    </a:moveTo>
                    <a:cubicBezTo>
                      <a:pt x="413677" y="4498171"/>
                      <a:pt x="489716" y="4407385"/>
                      <a:pt x="532723" y="4371970"/>
                    </a:cubicBezTo>
                    <a:moveTo>
                      <a:pt x="349279" y="4574589"/>
                    </a:moveTo>
                    <a:cubicBezTo>
                      <a:pt x="424108" y="4490261"/>
                      <a:pt x="496291" y="4424294"/>
                      <a:pt x="532723" y="4371970"/>
                    </a:cubicBezTo>
                    <a:moveTo>
                      <a:pt x="386920" y="4577201"/>
                    </a:moveTo>
                    <a:cubicBezTo>
                      <a:pt x="449580" y="4514209"/>
                      <a:pt x="509519" y="4455790"/>
                      <a:pt x="530758" y="4418343"/>
                    </a:cubicBezTo>
                    <a:moveTo>
                      <a:pt x="386920" y="4577201"/>
                    </a:moveTo>
                    <a:cubicBezTo>
                      <a:pt x="433858" y="4511306"/>
                      <a:pt x="497576" y="4449476"/>
                      <a:pt x="530758" y="4418343"/>
                    </a:cubicBezTo>
                    <a:moveTo>
                      <a:pt x="424637" y="4579813"/>
                    </a:moveTo>
                    <a:cubicBezTo>
                      <a:pt x="462278" y="4531263"/>
                      <a:pt x="497198" y="4504122"/>
                      <a:pt x="533706" y="4459346"/>
                    </a:cubicBezTo>
                    <a:moveTo>
                      <a:pt x="424637" y="4579813"/>
                    </a:moveTo>
                    <a:cubicBezTo>
                      <a:pt x="458272" y="4549624"/>
                      <a:pt x="479738" y="4518854"/>
                      <a:pt x="533706" y="4459346"/>
                    </a:cubicBezTo>
                    <a:moveTo>
                      <a:pt x="467267" y="4576983"/>
                    </a:moveTo>
                    <a:cubicBezTo>
                      <a:pt x="471877" y="4569291"/>
                      <a:pt x="498332" y="4550350"/>
                      <a:pt x="531741" y="4505719"/>
                    </a:cubicBezTo>
                    <a:moveTo>
                      <a:pt x="467267" y="4576983"/>
                    </a:moveTo>
                    <a:cubicBezTo>
                      <a:pt x="490396" y="4546358"/>
                      <a:pt x="514961" y="4525385"/>
                      <a:pt x="531741" y="4505719"/>
                    </a:cubicBezTo>
                    <a:moveTo>
                      <a:pt x="504984" y="4579596"/>
                    </a:moveTo>
                    <a:cubicBezTo>
                      <a:pt x="519723" y="4567767"/>
                      <a:pt x="527659" y="4552091"/>
                      <a:pt x="534764" y="4546721"/>
                    </a:cubicBezTo>
                    <a:moveTo>
                      <a:pt x="504984" y="4579596"/>
                    </a:moveTo>
                    <a:cubicBezTo>
                      <a:pt x="514734" y="4567549"/>
                      <a:pt x="524938" y="4559058"/>
                      <a:pt x="534764" y="4546721"/>
                    </a:cubicBezTo>
                  </a:path>
                </a:pathLst>
              </a:custGeom>
              <a:noFill/>
              <a:ln w="3775" cap="rnd">
                <a:solidFill>
                  <a:srgbClr val="D5E8D4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21" name="شكل حر: شكل 78">
                <a:extLst>
                  <a:ext uri="{FF2B5EF4-FFF2-40B4-BE49-F238E27FC236}">
                    <a16:creationId xmlns:a16="http://schemas.microsoft.com/office/drawing/2014/main" id="{6D36BA4D-BF14-C743-40F8-D1311E9310AA}"/>
                  </a:ext>
                </a:extLst>
              </p:cNvPr>
              <p:cNvSpPr/>
              <p:nvPr/>
            </p:nvSpPr>
            <p:spPr>
              <a:xfrm>
                <a:off x="4024971" y="1607112"/>
                <a:ext cx="541842" cy="4584059"/>
              </a:xfrm>
              <a:custGeom>
                <a:avLst/>
                <a:gdLst>
                  <a:gd name="csX0" fmla="*/ 1 w 541842"/>
                  <a:gd name="csY0" fmla="*/ 1699 h 4584059"/>
                  <a:gd name="csX1" fmla="*/ 529095 w 541842"/>
                  <a:gd name="csY1" fmla="*/ 1699 h 4584059"/>
                  <a:gd name="csX2" fmla="*/ 1 w 541842"/>
                  <a:gd name="csY2" fmla="*/ 1699 h 4584059"/>
                  <a:gd name="csX3" fmla="*/ 529095 w 541842"/>
                  <a:gd name="csY3" fmla="*/ 1699 h 4584059"/>
                  <a:gd name="csX4" fmla="*/ 529095 w 541842"/>
                  <a:gd name="csY4" fmla="*/ 1699 h 4584059"/>
                  <a:gd name="csX5" fmla="*/ 529095 w 541842"/>
                  <a:gd name="csY5" fmla="*/ 4573674 h 4584059"/>
                  <a:gd name="csX6" fmla="*/ 529095 w 541842"/>
                  <a:gd name="csY6" fmla="*/ 1699 h 4584059"/>
                  <a:gd name="csX7" fmla="*/ 529095 w 541842"/>
                  <a:gd name="csY7" fmla="*/ 4573674 h 4584059"/>
                  <a:gd name="csX8" fmla="*/ 529095 w 541842"/>
                  <a:gd name="csY8" fmla="*/ 4573674 h 4584059"/>
                  <a:gd name="csX9" fmla="*/ 1 w 541842"/>
                  <a:gd name="csY9" fmla="*/ 4573674 h 4584059"/>
                  <a:gd name="csX10" fmla="*/ 529095 w 541842"/>
                  <a:gd name="csY10" fmla="*/ 4573674 h 4584059"/>
                  <a:gd name="csX11" fmla="*/ 1 w 541842"/>
                  <a:gd name="csY11" fmla="*/ 4573674 h 4584059"/>
                  <a:gd name="csX12" fmla="*/ 1 w 541842"/>
                  <a:gd name="csY12" fmla="*/ 4573674 h 4584059"/>
                  <a:gd name="csX13" fmla="*/ 1 w 541842"/>
                  <a:gd name="csY13" fmla="*/ 1699 h 4584059"/>
                  <a:gd name="csX14" fmla="*/ 1 w 541842"/>
                  <a:gd name="csY14" fmla="*/ 4573674 h 4584059"/>
                  <a:gd name="csX15" fmla="*/ 1 w 541842"/>
                  <a:gd name="csY15" fmla="*/ 1699 h 458405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41842" h="4584059">
                    <a:moveTo>
                      <a:pt x="1" y="1699"/>
                    </a:moveTo>
                    <a:cubicBezTo>
                      <a:pt x="159107" y="7432"/>
                      <a:pt x="349127" y="393"/>
                      <a:pt x="529095" y="1699"/>
                    </a:cubicBezTo>
                    <a:moveTo>
                      <a:pt x="1" y="1699"/>
                    </a:moveTo>
                    <a:cubicBezTo>
                      <a:pt x="183823" y="2207"/>
                      <a:pt x="358273" y="-2365"/>
                      <a:pt x="529095" y="1699"/>
                    </a:cubicBezTo>
                    <a:moveTo>
                      <a:pt x="529095" y="1699"/>
                    </a:moveTo>
                    <a:cubicBezTo>
                      <a:pt x="544666" y="1043746"/>
                      <a:pt x="547462" y="2082311"/>
                      <a:pt x="529095" y="4573674"/>
                    </a:cubicBezTo>
                    <a:moveTo>
                      <a:pt x="529095" y="1699"/>
                    </a:moveTo>
                    <a:cubicBezTo>
                      <a:pt x="514507" y="990987"/>
                      <a:pt x="516095" y="1974543"/>
                      <a:pt x="529095" y="4573674"/>
                    </a:cubicBezTo>
                    <a:moveTo>
                      <a:pt x="529095" y="4573674"/>
                    </a:moveTo>
                    <a:cubicBezTo>
                      <a:pt x="343383" y="4586374"/>
                      <a:pt x="162433" y="4588624"/>
                      <a:pt x="1" y="4573674"/>
                    </a:cubicBezTo>
                    <a:moveTo>
                      <a:pt x="529095" y="4573674"/>
                    </a:moveTo>
                    <a:cubicBezTo>
                      <a:pt x="385559" y="4582383"/>
                      <a:pt x="260391" y="4573964"/>
                      <a:pt x="1" y="4573674"/>
                    </a:cubicBezTo>
                    <a:moveTo>
                      <a:pt x="1" y="4573674"/>
                    </a:moveTo>
                    <a:cubicBezTo>
                      <a:pt x="20182" y="3236626"/>
                      <a:pt x="18141" y="1900665"/>
                      <a:pt x="1" y="1699"/>
                    </a:cubicBezTo>
                    <a:moveTo>
                      <a:pt x="1" y="4573674"/>
                    </a:moveTo>
                    <a:cubicBezTo>
                      <a:pt x="17461" y="3597231"/>
                      <a:pt x="15269" y="2616651"/>
                      <a:pt x="1" y="1699"/>
                    </a:cubicBezTo>
                  </a:path>
                </a:pathLst>
              </a:custGeom>
              <a:noFill/>
              <a:ln w="7550" cap="rnd">
                <a:solidFill>
                  <a:srgbClr val="82B36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18" name="صورة 79">
              <a:extLst>
                <a:ext uri="{FF2B5EF4-FFF2-40B4-BE49-F238E27FC236}">
                  <a16:creationId xmlns:a16="http://schemas.microsoft.com/office/drawing/2014/main" id="{AEB414B0-36C4-6D48-107C-A4CC7793C3D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 rot="-5400000">
              <a:off x="1927489" y="3829484"/>
              <a:ext cx="4746735" cy="123370"/>
            </a:xfrm>
            <a:custGeom>
              <a:avLst/>
              <a:gdLst>
                <a:gd name="csX0" fmla="*/ 2 w 4746735"/>
                <a:gd name="csY0" fmla="*/ -2 h 123370"/>
                <a:gd name="csX1" fmla="*/ 4746738 w 4746735"/>
                <a:gd name="csY1" fmla="*/ -2 h 123370"/>
                <a:gd name="csX2" fmla="*/ 4746738 w 4746735"/>
                <a:gd name="csY2" fmla="*/ 123369 h 123370"/>
                <a:gd name="csX3" fmla="*/ 2 w 4746735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746735" h="123370">
                  <a:moveTo>
                    <a:pt x="2" y="-2"/>
                  </a:moveTo>
                  <a:lnTo>
                    <a:pt x="4746738" y="-2"/>
                  </a:lnTo>
                  <a:lnTo>
                    <a:pt x="4746738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1644" name="!!رسم 9">
            <a:extLst>
              <a:ext uri="{FF2B5EF4-FFF2-40B4-BE49-F238E27FC236}">
                <a16:creationId xmlns:a16="http://schemas.microsoft.com/office/drawing/2014/main" id="{3930122C-3966-4ACC-A9CE-9B001828E611}"/>
              </a:ext>
            </a:extLst>
          </p:cNvPr>
          <p:cNvGrpSpPr/>
          <p:nvPr/>
        </p:nvGrpSpPr>
        <p:grpSpPr>
          <a:xfrm>
            <a:off x="7133659" y="4565385"/>
            <a:ext cx="302339" cy="145142"/>
            <a:chOff x="7804219" y="4221368"/>
            <a:chExt cx="302339" cy="145142"/>
          </a:xfrm>
          <a:noFill/>
        </p:grpSpPr>
        <p:sp>
          <p:nvSpPr>
            <p:cNvPr id="1645" name="مستطيل 103">
              <a:extLst>
                <a:ext uri="{FF2B5EF4-FFF2-40B4-BE49-F238E27FC236}">
                  <a16:creationId xmlns:a16="http://schemas.microsoft.com/office/drawing/2014/main" id="{A6F23766-F6AE-9287-86E7-6C73F39ADACA}"/>
                </a:ext>
              </a:extLst>
            </p:cNvPr>
            <p:cNvSpPr/>
            <p:nvPr/>
          </p:nvSpPr>
          <p:spPr>
            <a:xfrm>
              <a:off x="7804219" y="4221368"/>
              <a:ext cx="30233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646" name="صورة 104">
              <a:extLst>
                <a:ext uri="{FF2B5EF4-FFF2-40B4-BE49-F238E27FC236}">
                  <a16:creationId xmlns:a16="http://schemas.microsoft.com/office/drawing/2014/main" id="{BF8F78DD-712B-CCA3-0D7C-40D5A0B322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807998" y="4243139"/>
              <a:ext cx="287222" cy="123370"/>
            </a:xfrm>
            <a:custGeom>
              <a:avLst/>
              <a:gdLst>
                <a:gd name="csX0" fmla="*/ 0 w 287222"/>
                <a:gd name="csY0" fmla="*/ 0 h 123370"/>
                <a:gd name="csX1" fmla="*/ 287223 w 287222"/>
                <a:gd name="csY1" fmla="*/ 0 h 123370"/>
                <a:gd name="csX2" fmla="*/ 287223 w 287222"/>
                <a:gd name="csY2" fmla="*/ 123371 h 123370"/>
                <a:gd name="csX3" fmla="*/ 0 w 28722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87222" h="123370">
                  <a:moveTo>
                    <a:pt x="0" y="0"/>
                  </a:moveTo>
                  <a:lnTo>
                    <a:pt x="287223" y="0"/>
                  </a:lnTo>
                  <a:lnTo>
                    <a:pt x="28722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1647" name="!!رسم 9">
            <a:extLst>
              <a:ext uri="{FF2B5EF4-FFF2-40B4-BE49-F238E27FC236}">
                <a16:creationId xmlns:a16="http://schemas.microsoft.com/office/drawing/2014/main" id="{AA3F34CE-EF96-A547-2F8E-EC9E2173E17D}"/>
              </a:ext>
            </a:extLst>
          </p:cNvPr>
          <p:cNvGrpSpPr/>
          <p:nvPr/>
        </p:nvGrpSpPr>
        <p:grpSpPr>
          <a:xfrm>
            <a:off x="5546375" y="2234638"/>
            <a:ext cx="2218418" cy="1161481"/>
            <a:chOff x="6216935" y="1890621"/>
            <a:chExt cx="2218418" cy="1161481"/>
          </a:xfrm>
        </p:grpSpPr>
        <p:grpSp>
          <p:nvGrpSpPr>
            <p:cNvPr id="1648" name="رسم 9">
              <a:extLst>
                <a:ext uri="{FF2B5EF4-FFF2-40B4-BE49-F238E27FC236}">
                  <a16:creationId xmlns:a16="http://schemas.microsoft.com/office/drawing/2014/main" id="{A6640079-035F-610A-00CA-99708BD50365}"/>
                </a:ext>
              </a:extLst>
            </p:cNvPr>
            <p:cNvGrpSpPr/>
            <p:nvPr/>
          </p:nvGrpSpPr>
          <p:grpSpPr>
            <a:xfrm>
              <a:off x="6216935" y="1890621"/>
              <a:ext cx="2218418" cy="1161481"/>
              <a:chOff x="6216935" y="1890621"/>
              <a:chExt cx="2218418" cy="1161481"/>
            </a:xfrm>
          </p:grpSpPr>
          <p:sp>
            <p:nvSpPr>
              <p:cNvPr id="1650" name="شكل حر: شكل 107">
                <a:extLst>
                  <a:ext uri="{FF2B5EF4-FFF2-40B4-BE49-F238E27FC236}">
                    <a16:creationId xmlns:a16="http://schemas.microsoft.com/office/drawing/2014/main" id="{FEAEDF66-47EC-CED9-15A6-6A2894DC8F9C}"/>
                  </a:ext>
                </a:extLst>
              </p:cNvPr>
              <p:cNvSpPr/>
              <p:nvPr/>
            </p:nvSpPr>
            <p:spPr>
              <a:xfrm>
                <a:off x="6216935" y="1899095"/>
                <a:ext cx="2191963" cy="1114908"/>
              </a:xfrm>
              <a:custGeom>
                <a:avLst/>
                <a:gdLst>
                  <a:gd name="csX0" fmla="*/ 1 w 2191963"/>
                  <a:gd name="csY0" fmla="*/ 1 h 1114908"/>
                  <a:gd name="csX1" fmla="*/ 377925 w 2191963"/>
                  <a:gd name="csY1" fmla="*/ 1 h 1114908"/>
                  <a:gd name="csX2" fmla="*/ 377925 w 2191963"/>
                  <a:gd name="csY2" fmla="*/ 290285 h 1114908"/>
                  <a:gd name="csX3" fmla="*/ 1209360 w 2191963"/>
                  <a:gd name="csY3" fmla="*/ 290285 h 1114908"/>
                  <a:gd name="csX4" fmla="*/ 1209360 w 2191963"/>
                  <a:gd name="csY4" fmla="*/ 943424 h 1114908"/>
                  <a:gd name="csX5" fmla="*/ 2191964 w 2191963"/>
                  <a:gd name="csY5" fmla="*/ 943424 h 1114908"/>
                  <a:gd name="csX6" fmla="*/ 2191964 w 2191963"/>
                  <a:gd name="csY6" fmla="*/ 1114909 h 1114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</a:cxnLst>
                <a:rect l="l" t="t" r="r" b="b"/>
                <a:pathLst>
                  <a:path w="2191963" h="1114908">
                    <a:moveTo>
                      <a:pt x="1" y="1"/>
                    </a:moveTo>
                    <a:lnTo>
                      <a:pt x="377925" y="1"/>
                    </a:lnTo>
                    <a:lnTo>
                      <a:pt x="377925" y="290285"/>
                    </a:lnTo>
                    <a:lnTo>
                      <a:pt x="1209360" y="290285"/>
                    </a:lnTo>
                    <a:lnTo>
                      <a:pt x="1209360" y="943424"/>
                    </a:lnTo>
                    <a:lnTo>
                      <a:pt x="2191964" y="943424"/>
                    </a:lnTo>
                    <a:lnTo>
                      <a:pt x="2191964" y="1114909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1" name="شكل حر: شكل 108">
                <a:extLst>
                  <a:ext uri="{FF2B5EF4-FFF2-40B4-BE49-F238E27FC236}">
                    <a16:creationId xmlns:a16="http://schemas.microsoft.com/office/drawing/2014/main" id="{0CEDF822-F8C7-7CBC-6F90-8B8B4207238A}"/>
                  </a:ext>
                </a:extLst>
              </p:cNvPr>
              <p:cNvSpPr/>
              <p:nvPr/>
            </p:nvSpPr>
            <p:spPr>
              <a:xfrm>
                <a:off x="8382444" y="3001303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2" name="شكل حر: شكل 109">
                <a:extLst>
                  <a:ext uri="{FF2B5EF4-FFF2-40B4-BE49-F238E27FC236}">
                    <a16:creationId xmlns:a16="http://schemas.microsoft.com/office/drawing/2014/main" id="{F11F05BB-53AB-182B-D90B-CEF895F516A5}"/>
                  </a:ext>
                </a:extLst>
              </p:cNvPr>
              <p:cNvSpPr/>
              <p:nvPr/>
            </p:nvSpPr>
            <p:spPr>
              <a:xfrm>
                <a:off x="6216935" y="1890621"/>
                <a:ext cx="2199324" cy="1123382"/>
              </a:xfrm>
              <a:custGeom>
                <a:avLst/>
                <a:gdLst>
                  <a:gd name="csX0" fmla="*/ 1 w 2199324"/>
                  <a:gd name="csY0" fmla="*/ 8474 h 1123382"/>
                  <a:gd name="csX1" fmla="*/ 377925 w 2199324"/>
                  <a:gd name="csY1" fmla="*/ 8474 h 1123382"/>
                  <a:gd name="csX2" fmla="*/ 1 w 2199324"/>
                  <a:gd name="csY2" fmla="*/ 8474 h 1123382"/>
                  <a:gd name="csX3" fmla="*/ 377925 w 2199324"/>
                  <a:gd name="csY3" fmla="*/ 8474 h 1123382"/>
                  <a:gd name="csX4" fmla="*/ 377925 w 2199324"/>
                  <a:gd name="csY4" fmla="*/ 8474 h 1123382"/>
                  <a:gd name="csX5" fmla="*/ 377925 w 2199324"/>
                  <a:gd name="csY5" fmla="*/ 298758 h 1123382"/>
                  <a:gd name="csX6" fmla="*/ 377925 w 2199324"/>
                  <a:gd name="csY6" fmla="*/ 8474 h 1123382"/>
                  <a:gd name="csX7" fmla="*/ 377925 w 2199324"/>
                  <a:gd name="csY7" fmla="*/ 298758 h 1123382"/>
                  <a:gd name="csX8" fmla="*/ 377925 w 2199324"/>
                  <a:gd name="csY8" fmla="*/ 298758 h 1123382"/>
                  <a:gd name="csX9" fmla="*/ 1209360 w 2199324"/>
                  <a:gd name="csY9" fmla="*/ 298758 h 1123382"/>
                  <a:gd name="csX10" fmla="*/ 377925 w 2199324"/>
                  <a:gd name="csY10" fmla="*/ 298758 h 1123382"/>
                  <a:gd name="csX11" fmla="*/ 1209360 w 2199324"/>
                  <a:gd name="csY11" fmla="*/ 298758 h 1123382"/>
                  <a:gd name="csX12" fmla="*/ 1209360 w 2199324"/>
                  <a:gd name="csY12" fmla="*/ 298758 h 1123382"/>
                  <a:gd name="csX13" fmla="*/ 1209360 w 2199324"/>
                  <a:gd name="csY13" fmla="*/ 951897 h 1123382"/>
                  <a:gd name="csX14" fmla="*/ 1209360 w 2199324"/>
                  <a:gd name="csY14" fmla="*/ 298758 h 1123382"/>
                  <a:gd name="csX15" fmla="*/ 1209360 w 2199324"/>
                  <a:gd name="csY15" fmla="*/ 951897 h 1123382"/>
                  <a:gd name="csX16" fmla="*/ 1209360 w 2199324"/>
                  <a:gd name="csY16" fmla="*/ 951897 h 1123382"/>
                  <a:gd name="csX17" fmla="*/ 2191964 w 2199324"/>
                  <a:gd name="csY17" fmla="*/ 951897 h 1123382"/>
                  <a:gd name="csX18" fmla="*/ 1209360 w 2199324"/>
                  <a:gd name="csY18" fmla="*/ 951897 h 1123382"/>
                  <a:gd name="csX19" fmla="*/ 2191964 w 2199324"/>
                  <a:gd name="csY19" fmla="*/ 951897 h 1123382"/>
                  <a:gd name="csX20" fmla="*/ 2191964 w 2199324"/>
                  <a:gd name="csY20" fmla="*/ 951897 h 1123382"/>
                  <a:gd name="csX21" fmla="*/ 2191964 w 2199324"/>
                  <a:gd name="csY21" fmla="*/ 1123383 h 1123382"/>
                  <a:gd name="csX22" fmla="*/ 2191964 w 2199324"/>
                  <a:gd name="csY22" fmla="*/ 951897 h 1123382"/>
                  <a:gd name="csX23" fmla="*/ 2191964 w 2199324"/>
                  <a:gd name="csY23" fmla="*/ 1123383 h 11233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</a:cxnLst>
                <a:rect l="l" t="t" r="r" b="b"/>
                <a:pathLst>
                  <a:path w="2199324" h="1123382">
                    <a:moveTo>
                      <a:pt x="1" y="8474"/>
                    </a:moveTo>
                    <a:cubicBezTo>
                      <a:pt x="128041" y="-3573"/>
                      <a:pt x="249884" y="-2049"/>
                      <a:pt x="377925" y="8474"/>
                    </a:cubicBezTo>
                    <a:moveTo>
                      <a:pt x="1" y="8474"/>
                    </a:moveTo>
                    <a:cubicBezTo>
                      <a:pt x="78155" y="7458"/>
                      <a:pt x="160921" y="15078"/>
                      <a:pt x="377925" y="8474"/>
                    </a:cubicBezTo>
                    <a:moveTo>
                      <a:pt x="377925" y="8474"/>
                    </a:moveTo>
                    <a:cubicBezTo>
                      <a:pt x="390548" y="112903"/>
                      <a:pt x="385257" y="214938"/>
                      <a:pt x="377925" y="298758"/>
                    </a:cubicBezTo>
                    <a:moveTo>
                      <a:pt x="377925" y="8474"/>
                    </a:moveTo>
                    <a:cubicBezTo>
                      <a:pt x="370896" y="120233"/>
                      <a:pt x="384955" y="220236"/>
                      <a:pt x="377925" y="298758"/>
                    </a:cubicBezTo>
                    <a:moveTo>
                      <a:pt x="377925" y="298758"/>
                    </a:moveTo>
                    <a:cubicBezTo>
                      <a:pt x="680341" y="293896"/>
                      <a:pt x="981925" y="317699"/>
                      <a:pt x="1209360" y="298758"/>
                    </a:cubicBezTo>
                    <a:moveTo>
                      <a:pt x="377925" y="298758"/>
                    </a:moveTo>
                    <a:cubicBezTo>
                      <a:pt x="642246" y="298105"/>
                      <a:pt x="912160" y="297452"/>
                      <a:pt x="1209360" y="298758"/>
                    </a:cubicBezTo>
                    <a:moveTo>
                      <a:pt x="1209360" y="298758"/>
                    </a:moveTo>
                    <a:cubicBezTo>
                      <a:pt x="1202179" y="523873"/>
                      <a:pt x="1210720" y="748408"/>
                      <a:pt x="1209360" y="951897"/>
                    </a:cubicBezTo>
                    <a:moveTo>
                      <a:pt x="1209360" y="298758"/>
                    </a:moveTo>
                    <a:cubicBezTo>
                      <a:pt x="1209058" y="536065"/>
                      <a:pt x="1221000" y="762922"/>
                      <a:pt x="1209360" y="951897"/>
                    </a:cubicBezTo>
                    <a:moveTo>
                      <a:pt x="1209360" y="951897"/>
                    </a:moveTo>
                    <a:cubicBezTo>
                      <a:pt x="1429615" y="965323"/>
                      <a:pt x="1623415" y="962565"/>
                      <a:pt x="2191964" y="951897"/>
                    </a:cubicBezTo>
                    <a:moveTo>
                      <a:pt x="1209360" y="951897"/>
                    </a:moveTo>
                    <a:cubicBezTo>
                      <a:pt x="1567859" y="948051"/>
                      <a:pt x="1921748" y="950881"/>
                      <a:pt x="2191964" y="951897"/>
                    </a:cubicBezTo>
                    <a:moveTo>
                      <a:pt x="2191964" y="951897"/>
                    </a:moveTo>
                    <a:cubicBezTo>
                      <a:pt x="2200732" y="987747"/>
                      <a:pt x="2202773" y="1020404"/>
                      <a:pt x="2191964" y="1123383"/>
                    </a:cubicBezTo>
                    <a:moveTo>
                      <a:pt x="2191964" y="951897"/>
                    </a:moveTo>
                    <a:cubicBezTo>
                      <a:pt x="2194610" y="1015542"/>
                      <a:pt x="2193023" y="1071930"/>
                      <a:pt x="2191964" y="112338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3" name="شكل حر: شكل 110">
                <a:extLst>
                  <a:ext uri="{FF2B5EF4-FFF2-40B4-BE49-F238E27FC236}">
                    <a16:creationId xmlns:a16="http://schemas.microsoft.com/office/drawing/2014/main" id="{ABEBFFAA-C6FE-BA9F-3D29-A45A0D36189D}"/>
                  </a:ext>
                </a:extLst>
              </p:cNvPr>
              <p:cNvSpPr/>
              <p:nvPr/>
            </p:nvSpPr>
            <p:spPr>
              <a:xfrm>
                <a:off x="8382444" y="3001303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8647" y="47534"/>
                      <a:pt x="13001" y="34835"/>
                      <a:pt x="1" y="1"/>
                    </a:cubicBezTo>
                    <a:cubicBezTo>
                      <a:pt x="13152" y="5516"/>
                      <a:pt x="22978" y="12047"/>
                      <a:pt x="26455" y="12700"/>
                    </a:cubicBezTo>
                    <a:cubicBezTo>
                      <a:pt x="36281" y="7983"/>
                      <a:pt x="43160" y="2323"/>
                      <a:pt x="52910" y="1"/>
                    </a:cubicBezTo>
                    <a:cubicBezTo>
                      <a:pt x="46258" y="24747"/>
                      <a:pt x="34996" y="39116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4" name="شكل حر: شكل 111">
                <a:extLst>
                  <a:ext uri="{FF2B5EF4-FFF2-40B4-BE49-F238E27FC236}">
                    <a16:creationId xmlns:a16="http://schemas.microsoft.com/office/drawing/2014/main" id="{DBA1AB6C-9EAC-DCFB-4C8F-A100ECC4E0B7}"/>
                  </a:ext>
                </a:extLst>
              </p:cNvPr>
              <p:cNvSpPr/>
              <p:nvPr/>
            </p:nvSpPr>
            <p:spPr>
              <a:xfrm>
                <a:off x="8382444" y="3001303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0938" y="29537"/>
                      <a:pt x="12774" y="13862"/>
                      <a:pt x="1" y="1"/>
                    </a:cubicBezTo>
                    <a:moveTo>
                      <a:pt x="26455" y="50800"/>
                    </a:moveTo>
                    <a:cubicBezTo>
                      <a:pt x="20938" y="40132"/>
                      <a:pt x="17461" y="32657"/>
                      <a:pt x="1" y="1"/>
                    </a:cubicBezTo>
                    <a:moveTo>
                      <a:pt x="1" y="1"/>
                    </a:moveTo>
                    <a:cubicBezTo>
                      <a:pt x="11565" y="5226"/>
                      <a:pt x="19577" y="10160"/>
                      <a:pt x="26455" y="12700"/>
                    </a:cubicBezTo>
                    <a:moveTo>
                      <a:pt x="1" y="1"/>
                    </a:moveTo>
                    <a:cubicBezTo>
                      <a:pt x="8542" y="5661"/>
                      <a:pt x="21164" y="8709"/>
                      <a:pt x="26455" y="12700"/>
                    </a:cubicBezTo>
                    <a:moveTo>
                      <a:pt x="26455" y="12700"/>
                    </a:moveTo>
                    <a:cubicBezTo>
                      <a:pt x="37037" y="6387"/>
                      <a:pt x="47317" y="6532"/>
                      <a:pt x="52910" y="1"/>
                    </a:cubicBezTo>
                    <a:moveTo>
                      <a:pt x="26455" y="12700"/>
                    </a:moveTo>
                    <a:cubicBezTo>
                      <a:pt x="34241" y="8782"/>
                      <a:pt x="43084" y="4500"/>
                      <a:pt x="52910" y="1"/>
                    </a:cubicBezTo>
                    <a:moveTo>
                      <a:pt x="52910" y="1"/>
                    </a:moveTo>
                    <a:cubicBezTo>
                      <a:pt x="40212" y="16256"/>
                      <a:pt x="34316" y="32367"/>
                      <a:pt x="26455" y="50800"/>
                    </a:cubicBezTo>
                    <a:moveTo>
                      <a:pt x="52910" y="1"/>
                    </a:moveTo>
                    <a:cubicBezTo>
                      <a:pt x="41874" y="20320"/>
                      <a:pt x="37264" y="36576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49" name="صورة 112">
              <a:extLst>
                <a:ext uri="{FF2B5EF4-FFF2-40B4-BE49-F238E27FC236}">
                  <a16:creationId xmlns:a16="http://schemas.microsoft.com/office/drawing/2014/main" id="{EA4BA3EA-7C8A-555B-E331-6ADAA80B7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6708237" y="2142208"/>
              <a:ext cx="521536" cy="114299"/>
            </a:xfrm>
            <a:custGeom>
              <a:avLst/>
              <a:gdLst>
                <a:gd name="csX0" fmla="*/ 0 w 521536"/>
                <a:gd name="csY0" fmla="*/ 0 h 114299"/>
                <a:gd name="csX1" fmla="*/ 521536 w 521536"/>
                <a:gd name="csY1" fmla="*/ 0 h 114299"/>
                <a:gd name="csX2" fmla="*/ 521536 w 521536"/>
                <a:gd name="csY2" fmla="*/ 114299 h 114299"/>
                <a:gd name="csX3" fmla="*/ 0 w 521536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1536" h="114299">
                  <a:moveTo>
                    <a:pt x="0" y="0"/>
                  </a:moveTo>
                  <a:lnTo>
                    <a:pt x="521536" y="0"/>
                  </a:lnTo>
                  <a:lnTo>
                    <a:pt x="521536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655" name="!!رسم 9">
            <a:extLst>
              <a:ext uri="{FF2B5EF4-FFF2-40B4-BE49-F238E27FC236}">
                <a16:creationId xmlns:a16="http://schemas.microsoft.com/office/drawing/2014/main" id="{4C517900-709C-7D8F-2C3B-0C329F91B1F2}"/>
              </a:ext>
            </a:extLst>
          </p:cNvPr>
          <p:cNvGrpSpPr/>
          <p:nvPr/>
        </p:nvGrpSpPr>
        <p:grpSpPr>
          <a:xfrm>
            <a:off x="5973430" y="3702660"/>
            <a:ext cx="820550" cy="645011"/>
            <a:chOff x="6643990" y="3358643"/>
            <a:chExt cx="820550" cy="645011"/>
          </a:xfrm>
        </p:grpSpPr>
        <p:grpSp>
          <p:nvGrpSpPr>
            <p:cNvPr id="1656" name="رسم 9">
              <a:extLst>
                <a:ext uri="{FF2B5EF4-FFF2-40B4-BE49-F238E27FC236}">
                  <a16:creationId xmlns:a16="http://schemas.microsoft.com/office/drawing/2014/main" id="{B82AFFBF-059B-BD0E-6A13-C05F17FF0AC3}"/>
                </a:ext>
              </a:extLst>
            </p:cNvPr>
            <p:cNvGrpSpPr/>
            <p:nvPr/>
          </p:nvGrpSpPr>
          <p:grpSpPr>
            <a:xfrm>
              <a:off x="6643990" y="3358643"/>
              <a:ext cx="820550" cy="645011"/>
              <a:chOff x="6643990" y="3358643"/>
              <a:chExt cx="820550" cy="645011"/>
            </a:xfrm>
          </p:grpSpPr>
          <p:sp>
            <p:nvSpPr>
              <p:cNvPr id="1658" name="شكل حر: شكل 115">
                <a:extLst>
                  <a:ext uri="{FF2B5EF4-FFF2-40B4-BE49-F238E27FC236}">
                    <a16:creationId xmlns:a16="http://schemas.microsoft.com/office/drawing/2014/main" id="{FAB3C9A2-C222-7EB7-2543-D52CA832D928}"/>
                  </a:ext>
                </a:extLst>
              </p:cNvPr>
              <p:cNvSpPr/>
              <p:nvPr/>
            </p:nvSpPr>
            <p:spPr>
              <a:xfrm>
                <a:off x="6670445" y="3396743"/>
                <a:ext cx="794095" cy="606911"/>
              </a:xfrm>
              <a:custGeom>
                <a:avLst/>
                <a:gdLst>
                  <a:gd name="csX0" fmla="*/ 793643 w 794095"/>
                  <a:gd name="csY0" fmla="*/ 606912 h 606911"/>
                  <a:gd name="csX1" fmla="*/ 794096 w 794095"/>
                  <a:gd name="csY1" fmla="*/ 244057 h 606911"/>
                  <a:gd name="csX2" fmla="*/ 1 w 794095"/>
                  <a:gd name="csY2" fmla="*/ 244057 h 606911"/>
                  <a:gd name="csX3" fmla="*/ 1 w 794095"/>
                  <a:gd name="csY3" fmla="*/ 1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94095" h="606911">
                    <a:moveTo>
                      <a:pt x="793643" y="606912"/>
                    </a:moveTo>
                    <a:lnTo>
                      <a:pt x="794096" y="244057"/>
                    </a:lnTo>
                    <a:lnTo>
                      <a:pt x="1" y="244057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9" name="شكل حر: شكل 116">
                <a:extLst>
                  <a:ext uri="{FF2B5EF4-FFF2-40B4-BE49-F238E27FC236}">
                    <a16:creationId xmlns:a16="http://schemas.microsoft.com/office/drawing/2014/main" id="{5771C2C6-37BC-BAAE-9170-2BA4B378F28A}"/>
                  </a:ext>
                </a:extLst>
              </p:cNvPr>
              <p:cNvSpPr/>
              <p:nvPr/>
            </p:nvSpPr>
            <p:spPr>
              <a:xfrm>
                <a:off x="6643990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0" name="شكل حر: شكل 117">
                <a:extLst>
                  <a:ext uri="{FF2B5EF4-FFF2-40B4-BE49-F238E27FC236}">
                    <a16:creationId xmlns:a16="http://schemas.microsoft.com/office/drawing/2014/main" id="{70E02121-14E3-93B3-366D-D27A1C94A3A0}"/>
                  </a:ext>
                </a:extLst>
              </p:cNvPr>
              <p:cNvSpPr/>
              <p:nvPr/>
            </p:nvSpPr>
            <p:spPr>
              <a:xfrm>
                <a:off x="6664171" y="3396743"/>
                <a:ext cx="800369" cy="606911"/>
              </a:xfrm>
              <a:custGeom>
                <a:avLst/>
                <a:gdLst>
                  <a:gd name="csX0" fmla="*/ 799916 w 800369"/>
                  <a:gd name="csY0" fmla="*/ 606912 h 606911"/>
                  <a:gd name="csX1" fmla="*/ 800370 w 800369"/>
                  <a:gd name="csY1" fmla="*/ 244057 h 606911"/>
                  <a:gd name="csX2" fmla="*/ 799916 w 800369"/>
                  <a:gd name="csY2" fmla="*/ 606912 h 606911"/>
                  <a:gd name="csX3" fmla="*/ 800370 w 800369"/>
                  <a:gd name="csY3" fmla="*/ 244057 h 606911"/>
                  <a:gd name="csX4" fmla="*/ 800370 w 800369"/>
                  <a:gd name="csY4" fmla="*/ 244057 h 606911"/>
                  <a:gd name="csX5" fmla="*/ 6274 w 800369"/>
                  <a:gd name="csY5" fmla="*/ 244057 h 606911"/>
                  <a:gd name="csX6" fmla="*/ 800370 w 800369"/>
                  <a:gd name="csY6" fmla="*/ 244057 h 606911"/>
                  <a:gd name="csX7" fmla="*/ 6274 w 800369"/>
                  <a:gd name="csY7" fmla="*/ 244057 h 606911"/>
                  <a:gd name="csX8" fmla="*/ 6274 w 800369"/>
                  <a:gd name="csY8" fmla="*/ 244057 h 606911"/>
                  <a:gd name="csX9" fmla="*/ 6274 w 800369"/>
                  <a:gd name="csY9" fmla="*/ 1 h 606911"/>
                  <a:gd name="csX10" fmla="*/ 6274 w 800369"/>
                  <a:gd name="csY10" fmla="*/ 244057 h 606911"/>
                  <a:gd name="csX11" fmla="*/ 6274 w 800369"/>
                  <a:gd name="csY11" fmla="*/ 1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00369" h="606911">
                    <a:moveTo>
                      <a:pt x="799916" y="606912"/>
                    </a:moveTo>
                    <a:cubicBezTo>
                      <a:pt x="799916" y="499507"/>
                      <a:pt x="791829" y="386151"/>
                      <a:pt x="800370" y="244057"/>
                    </a:cubicBezTo>
                    <a:moveTo>
                      <a:pt x="799916" y="606912"/>
                    </a:moveTo>
                    <a:cubicBezTo>
                      <a:pt x="792206" y="507054"/>
                      <a:pt x="794247" y="408213"/>
                      <a:pt x="800370" y="244057"/>
                    </a:cubicBezTo>
                    <a:moveTo>
                      <a:pt x="800370" y="244057"/>
                    </a:moveTo>
                    <a:cubicBezTo>
                      <a:pt x="511938" y="236509"/>
                      <a:pt x="199243" y="258789"/>
                      <a:pt x="6274" y="244057"/>
                    </a:cubicBezTo>
                    <a:moveTo>
                      <a:pt x="800370" y="244057"/>
                    </a:moveTo>
                    <a:cubicBezTo>
                      <a:pt x="525996" y="242605"/>
                      <a:pt x="239756" y="247105"/>
                      <a:pt x="6274" y="244057"/>
                    </a:cubicBezTo>
                    <a:moveTo>
                      <a:pt x="6274" y="244057"/>
                    </a:moveTo>
                    <a:cubicBezTo>
                      <a:pt x="4309" y="164592"/>
                      <a:pt x="-6802" y="92311"/>
                      <a:pt x="6274" y="1"/>
                    </a:cubicBezTo>
                    <a:moveTo>
                      <a:pt x="6274" y="244057"/>
                    </a:moveTo>
                    <a:cubicBezTo>
                      <a:pt x="9146" y="157334"/>
                      <a:pt x="3251" y="59799"/>
                      <a:pt x="6274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1" name="شكل حر: شكل 118">
                <a:extLst>
                  <a:ext uri="{FF2B5EF4-FFF2-40B4-BE49-F238E27FC236}">
                    <a16:creationId xmlns:a16="http://schemas.microsoft.com/office/drawing/2014/main" id="{CAF6E1B5-D55C-131F-A4C3-E77FECD976A9}"/>
                  </a:ext>
                </a:extLst>
              </p:cNvPr>
              <p:cNvSpPr/>
              <p:nvPr/>
            </p:nvSpPr>
            <p:spPr>
              <a:xfrm>
                <a:off x="6643990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455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0386" y="11249"/>
                      <a:pt x="32275" y="32948"/>
                      <a:pt x="52910" y="50800"/>
                    </a:cubicBezTo>
                    <a:cubicBezTo>
                      <a:pt x="43689" y="47172"/>
                      <a:pt x="37491" y="40278"/>
                      <a:pt x="26455" y="38100"/>
                    </a:cubicBezTo>
                    <a:cubicBezTo>
                      <a:pt x="14664" y="46591"/>
                      <a:pt x="9751" y="44487"/>
                      <a:pt x="1" y="50800"/>
                    </a:cubicBezTo>
                    <a:cubicBezTo>
                      <a:pt x="756" y="42382"/>
                      <a:pt x="17310" y="27578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2" name="شكل حر: شكل 119">
                <a:extLst>
                  <a:ext uri="{FF2B5EF4-FFF2-40B4-BE49-F238E27FC236}">
                    <a16:creationId xmlns:a16="http://schemas.microsoft.com/office/drawing/2014/main" id="{A2BC23B4-8EFD-C95C-A05A-63C03E0A728F}"/>
                  </a:ext>
                </a:extLst>
              </p:cNvPr>
              <p:cNvSpPr/>
              <p:nvPr/>
            </p:nvSpPr>
            <p:spPr>
              <a:xfrm>
                <a:off x="6643990" y="33586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4014" y="20030"/>
                      <a:pt x="39305" y="37520"/>
                      <a:pt x="52910" y="50800"/>
                    </a:cubicBezTo>
                    <a:moveTo>
                      <a:pt x="26455" y="1"/>
                    </a:moveTo>
                    <a:cubicBezTo>
                      <a:pt x="31897" y="14297"/>
                      <a:pt x="39909" y="29174"/>
                      <a:pt x="52910" y="50800"/>
                    </a:cubicBezTo>
                    <a:moveTo>
                      <a:pt x="52910" y="50800"/>
                    </a:moveTo>
                    <a:cubicBezTo>
                      <a:pt x="45125" y="44487"/>
                      <a:pt x="32427" y="44051"/>
                      <a:pt x="26455" y="38100"/>
                    </a:cubicBezTo>
                    <a:moveTo>
                      <a:pt x="52910" y="50800"/>
                    </a:moveTo>
                    <a:cubicBezTo>
                      <a:pt x="44142" y="46591"/>
                      <a:pt x="33107" y="43035"/>
                      <a:pt x="26455" y="38100"/>
                    </a:cubicBezTo>
                    <a:moveTo>
                      <a:pt x="26455" y="38100"/>
                    </a:moveTo>
                    <a:cubicBezTo>
                      <a:pt x="18217" y="41729"/>
                      <a:pt x="7635" y="46881"/>
                      <a:pt x="1" y="50800"/>
                    </a:cubicBezTo>
                    <a:moveTo>
                      <a:pt x="26455" y="38100"/>
                    </a:moveTo>
                    <a:cubicBezTo>
                      <a:pt x="17990" y="43253"/>
                      <a:pt x="7181" y="46156"/>
                      <a:pt x="1" y="50800"/>
                    </a:cubicBezTo>
                    <a:moveTo>
                      <a:pt x="1" y="50800"/>
                    </a:moveTo>
                    <a:cubicBezTo>
                      <a:pt x="11792" y="34544"/>
                      <a:pt x="12548" y="23223"/>
                      <a:pt x="26455" y="1"/>
                    </a:cubicBezTo>
                    <a:moveTo>
                      <a:pt x="1" y="50800"/>
                    </a:moveTo>
                    <a:cubicBezTo>
                      <a:pt x="8088" y="37592"/>
                      <a:pt x="15495" y="19958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1657" name="صورة 120">
              <a:extLst>
                <a:ext uri="{FF2B5EF4-FFF2-40B4-BE49-F238E27FC236}">
                  <a16:creationId xmlns:a16="http://schemas.microsoft.com/office/drawing/2014/main" id="{AB5DF735-DFD8-F754-8A84-0507D0B25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6742250" y="3593628"/>
              <a:ext cx="710498" cy="114299"/>
            </a:xfrm>
            <a:custGeom>
              <a:avLst/>
              <a:gdLst>
                <a:gd name="csX0" fmla="*/ 0 w 710498"/>
                <a:gd name="csY0" fmla="*/ 0 h 114299"/>
                <a:gd name="csX1" fmla="*/ 710499 w 710498"/>
                <a:gd name="csY1" fmla="*/ 0 h 114299"/>
                <a:gd name="csX2" fmla="*/ 710499 w 710498"/>
                <a:gd name="csY2" fmla="*/ 114299 h 114299"/>
                <a:gd name="csX3" fmla="*/ 0 w 71049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10498" h="114299">
                  <a:moveTo>
                    <a:pt x="0" y="0"/>
                  </a:moveTo>
                  <a:lnTo>
                    <a:pt x="710499" y="0"/>
                  </a:lnTo>
                  <a:lnTo>
                    <a:pt x="710499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1663" name="!!رسم 9">
            <a:extLst>
              <a:ext uri="{FF2B5EF4-FFF2-40B4-BE49-F238E27FC236}">
                <a16:creationId xmlns:a16="http://schemas.microsoft.com/office/drawing/2014/main" id="{16AF95BC-E8FC-4328-9BFF-352A8298F798}"/>
              </a:ext>
            </a:extLst>
          </p:cNvPr>
          <p:cNvGrpSpPr/>
          <p:nvPr/>
        </p:nvGrpSpPr>
        <p:grpSpPr>
          <a:xfrm>
            <a:off x="4017674" y="4054702"/>
            <a:ext cx="1381273" cy="2042127"/>
            <a:chOff x="4688234" y="3710685"/>
            <a:chExt cx="1381273" cy="2042127"/>
          </a:xfrm>
          <a:noFill/>
        </p:grpSpPr>
        <p:grpSp>
          <p:nvGrpSpPr>
            <p:cNvPr id="2304" name="رسم 9">
              <a:extLst>
                <a:ext uri="{FF2B5EF4-FFF2-40B4-BE49-F238E27FC236}">
                  <a16:creationId xmlns:a16="http://schemas.microsoft.com/office/drawing/2014/main" id="{ED83602F-E1FF-4EE3-9014-A67F08A1E59B}"/>
                </a:ext>
              </a:extLst>
            </p:cNvPr>
            <p:cNvGrpSpPr/>
            <p:nvPr/>
          </p:nvGrpSpPr>
          <p:grpSpPr>
            <a:xfrm>
              <a:off x="4688234" y="3710685"/>
              <a:ext cx="1381273" cy="2042127"/>
              <a:chOff x="4688234" y="3710685"/>
              <a:chExt cx="1381273" cy="2042127"/>
            </a:xfrm>
            <a:noFill/>
          </p:grpSpPr>
          <p:sp>
            <p:nvSpPr>
              <p:cNvPr id="2306" name="مستطيل 123">
                <a:extLst>
                  <a:ext uri="{FF2B5EF4-FFF2-40B4-BE49-F238E27FC236}">
                    <a16:creationId xmlns:a16="http://schemas.microsoft.com/office/drawing/2014/main" id="{7F068CB1-AD84-2355-7C27-001AC22CB9D5}"/>
                  </a:ext>
                </a:extLst>
              </p:cNvPr>
              <p:cNvSpPr/>
              <p:nvPr/>
            </p:nvSpPr>
            <p:spPr>
              <a:xfrm>
                <a:off x="4705236" y="3713370"/>
                <a:ext cx="1360529" cy="203198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" name="شكل حر: شكل 124">
                <a:extLst>
                  <a:ext uri="{FF2B5EF4-FFF2-40B4-BE49-F238E27FC236}">
                    <a16:creationId xmlns:a16="http://schemas.microsoft.com/office/drawing/2014/main" id="{D28883BC-846F-48EA-118E-A85F102C52C4}"/>
                  </a:ext>
                </a:extLst>
              </p:cNvPr>
              <p:cNvSpPr/>
              <p:nvPr/>
            </p:nvSpPr>
            <p:spPr>
              <a:xfrm>
                <a:off x="4703271" y="3710685"/>
                <a:ext cx="1365215" cy="2038810"/>
              </a:xfrm>
              <a:custGeom>
                <a:avLst/>
                <a:gdLst>
                  <a:gd name="csX0" fmla="*/ 3931 w 1365215"/>
                  <a:gd name="csY0" fmla="*/ 509 h 2038810"/>
                  <a:gd name="csX1" fmla="*/ 3931 w 1365215"/>
                  <a:gd name="csY1" fmla="*/ 509 h 2038810"/>
                  <a:gd name="csX2" fmla="*/ 3931 w 1365215"/>
                  <a:gd name="csY2" fmla="*/ 509 h 2038810"/>
                  <a:gd name="csX3" fmla="*/ 3931 w 1365215"/>
                  <a:gd name="csY3" fmla="*/ 509 h 2038810"/>
                  <a:gd name="csX4" fmla="*/ 1966 w 1365215"/>
                  <a:gd name="csY4" fmla="*/ 46954 h 2038810"/>
                  <a:gd name="csX5" fmla="*/ 41648 w 1365215"/>
                  <a:gd name="csY5" fmla="*/ 3121 h 2038810"/>
                  <a:gd name="csX6" fmla="*/ 1966 w 1365215"/>
                  <a:gd name="csY6" fmla="*/ 46954 h 2038810"/>
                  <a:gd name="csX7" fmla="*/ 41648 w 1365215"/>
                  <a:gd name="csY7" fmla="*/ 3121 h 2038810"/>
                  <a:gd name="csX8" fmla="*/ 1 w 1365215"/>
                  <a:gd name="csY8" fmla="*/ 93399 h 2038810"/>
                  <a:gd name="csX9" fmla="*/ 84278 w 1365215"/>
                  <a:gd name="csY9" fmla="*/ 291 h 2038810"/>
                  <a:gd name="csX10" fmla="*/ 1 w 1365215"/>
                  <a:gd name="csY10" fmla="*/ 93399 h 2038810"/>
                  <a:gd name="csX11" fmla="*/ 84278 w 1365215"/>
                  <a:gd name="csY11" fmla="*/ 291 h 2038810"/>
                  <a:gd name="csX12" fmla="*/ 2948 w 1365215"/>
                  <a:gd name="csY12" fmla="*/ 134330 h 2038810"/>
                  <a:gd name="csX13" fmla="*/ 121995 w 1365215"/>
                  <a:gd name="csY13" fmla="*/ 2903 h 2038810"/>
                  <a:gd name="csX14" fmla="*/ 2948 w 1365215"/>
                  <a:gd name="csY14" fmla="*/ 134330 h 2038810"/>
                  <a:gd name="csX15" fmla="*/ 121995 w 1365215"/>
                  <a:gd name="csY15" fmla="*/ 2903 h 2038810"/>
                  <a:gd name="csX16" fmla="*/ 983 w 1365215"/>
                  <a:gd name="csY16" fmla="*/ 180775 h 2038810"/>
                  <a:gd name="csX17" fmla="*/ 164624 w 1365215"/>
                  <a:gd name="csY17" fmla="*/ 1 h 2038810"/>
                  <a:gd name="csX18" fmla="*/ 983 w 1365215"/>
                  <a:gd name="csY18" fmla="*/ 180775 h 2038810"/>
                  <a:gd name="csX19" fmla="*/ 164624 w 1365215"/>
                  <a:gd name="csY19" fmla="*/ 1 h 2038810"/>
                  <a:gd name="csX20" fmla="*/ 4006 w 1365215"/>
                  <a:gd name="csY20" fmla="*/ 221705 h 2038810"/>
                  <a:gd name="csX21" fmla="*/ 202341 w 1365215"/>
                  <a:gd name="csY21" fmla="*/ 2613 h 2038810"/>
                  <a:gd name="csX22" fmla="*/ 4006 w 1365215"/>
                  <a:gd name="csY22" fmla="*/ 221705 h 2038810"/>
                  <a:gd name="csX23" fmla="*/ 202341 w 1365215"/>
                  <a:gd name="csY23" fmla="*/ 2613 h 2038810"/>
                  <a:gd name="csX24" fmla="*/ 1966 w 1365215"/>
                  <a:gd name="csY24" fmla="*/ 268150 h 2038810"/>
                  <a:gd name="csX25" fmla="*/ 239983 w 1365215"/>
                  <a:gd name="csY25" fmla="*/ 5226 h 2038810"/>
                  <a:gd name="csX26" fmla="*/ 1966 w 1365215"/>
                  <a:gd name="csY26" fmla="*/ 268150 h 2038810"/>
                  <a:gd name="csX27" fmla="*/ 239983 w 1365215"/>
                  <a:gd name="csY27" fmla="*/ 5226 h 2038810"/>
                  <a:gd name="csX28" fmla="*/ 1 w 1365215"/>
                  <a:gd name="csY28" fmla="*/ 314596 h 2038810"/>
                  <a:gd name="csX29" fmla="*/ 282688 w 1365215"/>
                  <a:gd name="csY29" fmla="*/ 2395 h 2038810"/>
                  <a:gd name="csX30" fmla="*/ 1 w 1365215"/>
                  <a:gd name="csY30" fmla="*/ 314596 h 2038810"/>
                  <a:gd name="csX31" fmla="*/ 282688 w 1365215"/>
                  <a:gd name="csY31" fmla="*/ 2395 h 2038810"/>
                  <a:gd name="csX32" fmla="*/ 3024 w 1365215"/>
                  <a:gd name="csY32" fmla="*/ 355526 h 2038810"/>
                  <a:gd name="csX33" fmla="*/ 320329 w 1365215"/>
                  <a:gd name="csY33" fmla="*/ 5008 h 2038810"/>
                  <a:gd name="csX34" fmla="*/ 3024 w 1365215"/>
                  <a:gd name="csY34" fmla="*/ 355526 h 2038810"/>
                  <a:gd name="csX35" fmla="*/ 320329 w 1365215"/>
                  <a:gd name="csY35" fmla="*/ 5008 h 2038810"/>
                  <a:gd name="csX36" fmla="*/ 1059 w 1365215"/>
                  <a:gd name="csY36" fmla="*/ 401971 h 2038810"/>
                  <a:gd name="csX37" fmla="*/ 363035 w 1365215"/>
                  <a:gd name="csY37" fmla="*/ 2105 h 2038810"/>
                  <a:gd name="csX38" fmla="*/ 1059 w 1365215"/>
                  <a:gd name="csY38" fmla="*/ 401971 h 2038810"/>
                  <a:gd name="csX39" fmla="*/ 363035 w 1365215"/>
                  <a:gd name="csY39" fmla="*/ 2105 h 2038810"/>
                  <a:gd name="csX40" fmla="*/ 4006 w 1365215"/>
                  <a:gd name="csY40" fmla="*/ 442902 h 2038810"/>
                  <a:gd name="csX41" fmla="*/ 400676 w 1365215"/>
                  <a:gd name="csY41" fmla="*/ 4718 h 2038810"/>
                  <a:gd name="csX42" fmla="*/ 4006 w 1365215"/>
                  <a:gd name="csY42" fmla="*/ 442902 h 2038810"/>
                  <a:gd name="csX43" fmla="*/ 400676 w 1365215"/>
                  <a:gd name="csY43" fmla="*/ 4718 h 2038810"/>
                  <a:gd name="csX44" fmla="*/ 2041 w 1365215"/>
                  <a:gd name="csY44" fmla="*/ 489347 h 2038810"/>
                  <a:gd name="csX45" fmla="*/ 443382 w 1365215"/>
                  <a:gd name="csY45" fmla="*/ 1887 h 2038810"/>
                  <a:gd name="csX46" fmla="*/ 2041 w 1365215"/>
                  <a:gd name="csY46" fmla="*/ 489347 h 2038810"/>
                  <a:gd name="csX47" fmla="*/ 443382 w 1365215"/>
                  <a:gd name="csY47" fmla="*/ 1887 h 2038810"/>
                  <a:gd name="csX48" fmla="*/ 76 w 1365215"/>
                  <a:gd name="csY48" fmla="*/ 535720 h 2038810"/>
                  <a:gd name="csX49" fmla="*/ 481099 w 1365215"/>
                  <a:gd name="csY49" fmla="*/ 4500 h 2038810"/>
                  <a:gd name="csX50" fmla="*/ 76 w 1365215"/>
                  <a:gd name="csY50" fmla="*/ 535720 h 2038810"/>
                  <a:gd name="csX51" fmla="*/ 481099 w 1365215"/>
                  <a:gd name="csY51" fmla="*/ 4500 h 2038810"/>
                  <a:gd name="csX52" fmla="*/ 3024 w 1365215"/>
                  <a:gd name="csY52" fmla="*/ 576723 h 2038810"/>
                  <a:gd name="csX53" fmla="*/ 523729 w 1365215"/>
                  <a:gd name="csY53" fmla="*/ 1597 h 2038810"/>
                  <a:gd name="csX54" fmla="*/ 3024 w 1365215"/>
                  <a:gd name="csY54" fmla="*/ 576723 h 2038810"/>
                  <a:gd name="csX55" fmla="*/ 523729 w 1365215"/>
                  <a:gd name="csY55" fmla="*/ 1597 h 2038810"/>
                  <a:gd name="csX56" fmla="*/ 1059 w 1365215"/>
                  <a:gd name="csY56" fmla="*/ 623168 h 2038810"/>
                  <a:gd name="csX57" fmla="*/ 561445 w 1365215"/>
                  <a:gd name="csY57" fmla="*/ 4210 h 2038810"/>
                  <a:gd name="csX58" fmla="*/ 1059 w 1365215"/>
                  <a:gd name="csY58" fmla="*/ 623168 h 2038810"/>
                  <a:gd name="csX59" fmla="*/ 561445 w 1365215"/>
                  <a:gd name="csY59" fmla="*/ 4210 h 2038810"/>
                  <a:gd name="csX60" fmla="*/ 4082 w 1365215"/>
                  <a:gd name="csY60" fmla="*/ 664098 h 2038810"/>
                  <a:gd name="csX61" fmla="*/ 604076 w 1365215"/>
                  <a:gd name="csY61" fmla="*/ 1379 h 2038810"/>
                  <a:gd name="csX62" fmla="*/ 4082 w 1365215"/>
                  <a:gd name="csY62" fmla="*/ 664098 h 2038810"/>
                  <a:gd name="csX63" fmla="*/ 604076 w 1365215"/>
                  <a:gd name="csY63" fmla="*/ 1379 h 2038810"/>
                  <a:gd name="csX64" fmla="*/ 2041 w 1365215"/>
                  <a:gd name="csY64" fmla="*/ 710544 h 2038810"/>
                  <a:gd name="csX65" fmla="*/ 641792 w 1365215"/>
                  <a:gd name="csY65" fmla="*/ 3992 h 2038810"/>
                  <a:gd name="csX66" fmla="*/ 2041 w 1365215"/>
                  <a:gd name="csY66" fmla="*/ 710544 h 2038810"/>
                  <a:gd name="csX67" fmla="*/ 641792 w 1365215"/>
                  <a:gd name="csY67" fmla="*/ 3992 h 2038810"/>
                  <a:gd name="csX68" fmla="*/ 76 w 1365215"/>
                  <a:gd name="csY68" fmla="*/ 756916 h 2038810"/>
                  <a:gd name="csX69" fmla="*/ 684422 w 1365215"/>
                  <a:gd name="csY69" fmla="*/ 1089 h 2038810"/>
                  <a:gd name="csX70" fmla="*/ 76 w 1365215"/>
                  <a:gd name="csY70" fmla="*/ 756916 h 2038810"/>
                  <a:gd name="csX71" fmla="*/ 684422 w 1365215"/>
                  <a:gd name="csY71" fmla="*/ 1089 h 2038810"/>
                  <a:gd name="csX72" fmla="*/ 3099 w 1365215"/>
                  <a:gd name="csY72" fmla="*/ 797919 h 2038810"/>
                  <a:gd name="csX73" fmla="*/ 722139 w 1365215"/>
                  <a:gd name="csY73" fmla="*/ 3702 h 2038810"/>
                  <a:gd name="csX74" fmla="*/ 3099 w 1365215"/>
                  <a:gd name="csY74" fmla="*/ 797919 h 2038810"/>
                  <a:gd name="csX75" fmla="*/ 722139 w 1365215"/>
                  <a:gd name="csY75" fmla="*/ 3702 h 2038810"/>
                  <a:gd name="csX76" fmla="*/ 1134 w 1365215"/>
                  <a:gd name="csY76" fmla="*/ 844364 h 2038810"/>
                  <a:gd name="csX77" fmla="*/ 764769 w 1365215"/>
                  <a:gd name="csY77" fmla="*/ 871 h 2038810"/>
                  <a:gd name="csX78" fmla="*/ 1134 w 1365215"/>
                  <a:gd name="csY78" fmla="*/ 844364 h 2038810"/>
                  <a:gd name="csX79" fmla="*/ 764769 w 1365215"/>
                  <a:gd name="csY79" fmla="*/ 871 h 2038810"/>
                  <a:gd name="csX80" fmla="*/ 4082 w 1365215"/>
                  <a:gd name="csY80" fmla="*/ 885294 h 2038810"/>
                  <a:gd name="csX81" fmla="*/ 802486 w 1365215"/>
                  <a:gd name="csY81" fmla="*/ 3484 h 2038810"/>
                  <a:gd name="csX82" fmla="*/ 4082 w 1365215"/>
                  <a:gd name="csY82" fmla="*/ 885294 h 2038810"/>
                  <a:gd name="csX83" fmla="*/ 802486 w 1365215"/>
                  <a:gd name="csY83" fmla="*/ 3484 h 2038810"/>
                  <a:gd name="csX84" fmla="*/ 2117 w 1365215"/>
                  <a:gd name="csY84" fmla="*/ 931740 h 2038810"/>
                  <a:gd name="csX85" fmla="*/ 845116 w 1365215"/>
                  <a:gd name="csY85" fmla="*/ 654 h 2038810"/>
                  <a:gd name="csX86" fmla="*/ 2117 w 1365215"/>
                  <a:gd name="csY86" fmla="*/ 931740 h 2038810"/>
                  <a:gd name="csX87" fmla="*/ 845116 w 1365215"/>
                  <a:gd name="csY87" fmla="*/ 654 h 2038810"/>
                  <a:gd name="csX88" fmla="*/ 152 w 1365215"/>
                  <a:gd name="csY88" fmla="*/ 978113 h 2038810"/>
                  <a:gd name="csX89" fmla="*/ 882833 w 1365215"/>
                  <a:gd name="csY89" fmla="*/ 3266 h 2038810"/>
                  <a:gd name="csX90" fmla="*/ 152 w 1365215"/>
                  <a:gd name="csY90" fmla="*/ 978113 h 2038810"/>
                  <a:gd name="csX91" fmla="*/ 882833 w 1365215"/>
                  <a:gd name="csY91" fmla="*/ 3266 h 2038810"/>
                  <a:gd name="csX92" fmla="*/ 3099 w 1365215"/>
                  <a:gd name="csY92" fmla="*/ 1019115 h 2038810"/>
                  <a:gd name="csX93" fmla="*/ 925463 w 1365215"/>
                  <a:gd name="csY93" fmla="*/ 363 h 2038810"/>
                  <a:gd name="csX94" fmla="*/ 3099 w 1365215"/>
                  <a:gd name="csY94" fmla="*/ 1019115 h 2038810"/>
                  <a:gd name="csX95" fmla="*/ 925463 w 1365215"/>
                  <a:gd name="csY95" fmla="*/ 363 h 2038810"/>
                  <a:gd name="csX96" fmla="*/ 1134 w 1365215"/>
                  <a:gd name="csY96" fmla="*/ 1065489 h 2038810"/>
                  <a:gd name="csX97" fmla="*/ 963180 w 1365215"/>
                  <a:gd name="csY97" fmla="*/ 2976 h 2038810"/>
                  <a:gd name="csX98" fmla="*/ 1134 w 1365215"/>
                  <a:gd name="csY98" fmla="*/ 1065489 h 2038810"/>
                  <a:gd name="csX99" fmla="*/ 963180 w 1365215"/>
                  <a:gd name="csY99" fmla="*/ 2976 h 2038810"/>
                  <a:gd name="csX100" fmla="*/ 4082 w 1365215"/>
                  <a:gd name="csY100" fmla="*/ 1106491 h 2038810"/>
                  <a:gd name="csX101" fmla="*/ 1005810 w 1365215"/>
                  <a:gd name="csY101" fmla="*/ 146 h 2038810"/>
                  <a:gd name="csX102" fmla="*/ 4082 w 1365215"/>
                  <a:gd name="csY102" fmla="*/ 1106491 h 2038810"/>
                  <a:gd name="csX103" fmla="*/ 1005810 w 1365215"/>
                  <a:gd name="csY103" fmla="*/ 146 h 2038810"/>
                  <a:gd name="csX104" fmla="*/ 2117 w 1365215"/>
                  <a:gd name="csY104" fmla="*/ 1152937 h 2038810"/>
                  <a:gd name="csX105" fmla="*/ 1043526 w 1365215"/>
                  <a:gd name="csY105" fmla="*/ 2758 h 2038810"/>
                  <a:gd name="csX106" fmla="*/ 2117 w 1365215"/>
                  <a:gd name="csY106" fmla="*/ 1152937 h 2038810"/>
                  <a:gd name="csX107" fmla="*/ 1043526 w 1365215"/>
                  <a:gd name="csY107" fmla="*/ 2758 h 2038810"/>
                  <a:gd name="csX108" fmla="*/ 152 w 1365215"/>
                  <a:gd name="csY108" fmla="*/ 1199310 h 2038810"/>
                  <a:gd name="csX109" fmla="*/ 1081168 w 1365215"/>
                  <a:gd name="csY109" fmla="*/ 5371 h 2038810"/>
                  <a:gd name="csX110" fmla="*/ 152 w 1365215"/>
                  <a:gd name="csY110" fmla="*/ 1199310 h 2038810"/>
                  <a:gd name="csX111" fmla="*/ 1081168 w 1365215"/>
                  <a:gd name="csY111" fmla="*/ 5371 h 2038810"/>
                  <a:gd name="csX112" fmla="*/ 3175 w 1365215"/>
                  <a:gd name="csY112" fmla="*/ 1240312 h 2038810"/>
                  <a:gd name="csX113" fmla="*/ 1123873 w 1365215"/>
                  <a:gd name="csY113" fmla="*/ 2468 h 2038810"/>
                  <a:gd name="csX114" fmla="*/ 3175 w 1365215"/>
                  <a:gd name="csY114" fmla="*/ 1240312 h 2038810"/>
                  <a:gd name="csX115" fmla="*/ 1123873 w 1365215"/>
                  <a:gd name="csY115" fmla="*/ 2468 h 2038810"/>
                  <a:gd name="csX116" fmla="*/ 1134 w 1365215"/>
                  <a:gd name="csY116" fmla="*/ 1286685 h 2038810"/>
                  <a:gd name="csX117" fmla="*/ 1161515 w 1365215"/>
                  <a:gd name="csY117" fmla="*/ 5080 h 2038810"/>
                  <a:gd name="csX118" fmla="*/ 1134 w 1365215"/>
                  <a:gd name="csY118" fmla="*/ 1286685 h 2038810"/>
                  <a:gd name="csX119" fmla="*/ 1161515 w 1365215"/>
                  <a:gd name="csY119" fmla="*/ 5080 h 2038810"/>
                  <a:gd name="csX120" fmla="*/ 4158 w 1365215"/>
                  <a:gd name="csY120" fmla="*/ 1327688 h 2038810"/>
                  <a:gd name="csX121" fmla="*/ 1204220 w 1365215"/>
                  <a:gd name="csY121" fmla="*/ 2250 h 2038810"/>
                  <a:gd name="csX122" fmla="*/ 4158 w 1365215"/>
                  <a:gd name="csY122" fmla="*/ 1327688 h 2038810"/>
                  <a:gd name="csX123" fmla="*/ 1204220 w 1365215"/>
                  <a:gd name="csY123" fmla="*/ 2250 h 2038810"/>
                  <a:gd name="csX124" fmla="*/ 2192 w 1365215"/>
                  <a:gd name="csY124" fmla="*/ 1374133 h 2038810"/>
                  <a:gd name="csX125" fmla="*/ 1241861 w 1365215"/>
                  <a:gd name="csY125" fmla="*/ 4863 h 2038810"/>
                  <a:gd name="csX126" fmla="*/ 2192 w 1365215"/>
                  <a:gd name="csY126" fmla="*/ 1374133 h 2038810"/>
                  <a:gd name="csX127" fmla="*/ 1241861 w 1365215"/>
                  <a:gd name="csY127" fmla="*/ 4863 h 2038810"/>
                  <a:gd name="csX128" fmla="*/ 227 w 1365215"/>
                  <a:gd name="csY128" fmla="*/ 1420506 h 2038810"/>
                  <a:gd name="csX129" fmla="*/ 1284567 w 1365215"/>
                  <a:gd name="csY129" fmla="*/ 1960 h 2038810"/>
                  <a:gd name="csX130" fmla="*/ 227 w 1365215"/>
                  <a:gd name="csY130" fmla="*/ 1420506 h 2038810"/>
                  <a:gd name="csX131" fmla="*/ 1284567 w 1365215"/>
                  <a:gd name="csY131" fmla="*/ 1960 h 2038810"/>
                  <a:gd name="csX132" fmla="*/ 3175 w 1365215"/>
                  <a:gd name="csY132" fmla="*/ 1461509 h 2038810"/>
                  <a:gd name="csX133" fmla="*/ 1322208 w 1365215"/>
                  <a:gd name="csY133" fmla="*/ 4573 h 2038810"/>
                  <a:gd name="csX134" fmla="*/ 3175 w 1365215"/>
                  <a:gd name="csY134" fmla="*/ 1461509 h 2038810"/>
                  <a:gd name="csX135" fmla="*/ 1322208 w 1365215"/>
                  <a:gd name="csY135" fmla="*/ 4573 h 2038810"/>
                  <a:gd name="csX136" fmla="*/ 1210 w 1365215"/>
                  <a:gd name="csY136" fmla="*/ 1507881 h 2038810"/>
                  <a:gd name="csX137" fmla="*/ 1364914 w 1365215"/>
                  <a:gd name="csY137" fmla="*/ 1742 h 2038810"/>
                  <a:gd name="csX138" fmla="*/ 1210 w 1365215"/>
                  <a:gd name="csY138" fmla="*/ 1507881 h 2038810"/>
                  <a:gd name="csX139" fmla="*/ 1364914 w 1365215"/>
                  <a:gd name="csY139" fmla="*/ 1742 h 2038810"/>
                  <a:gd name="csX140" fmla="*/ 4158 w 1365215"/>
                  <a:gd name="csY140" fmla="*/ 1548884 h 2038810"/>
                  <a:gd name="csX141" fmla="*/ 1362873 w 1365215"/>
                  <a:gd name="csY141" fmla="*/ 48188 h 2038810"/>
                  <a:gd name="csX142" fmla="*/ 4158 w 1365215"/>
                  <a:gd name="csY142" fmla="*/ 1548884 h 2038810"/>
                  <a:gd name="csX143" fmla="*/ 1362873 w 1365215"/>
                  <a:gd name="csY143" fmla="*/ 48188 h 2038810"/>
                  <a:gd name="csX144" fmla="*/ 2192 w 1365215"/>
                  <a:gd name="csY144" fmla="*/ 1595257 h 2038810"/>
                  <a:gd name="csX145" fmla="*/ 1360908 w 1365215"/>
                  <a:gd name="csY145" fmla="*/ 94561 h 2038810"/>
                  <a:gd name="csX146" fmla="*/ 2192 w 1365215"/>
                  <a:gd name="csY146" fmla="*/ 1595257 h 2038810"/>
                  <a:gd name="csX147" fmla="*/ 1360908 w 1365215"/>
                  <a:gd name="csY147" fmla="*/ 94561 h 2038810"/>
                  <a:gd name="csX148" fmla="*/ 227 w 1365215"/>
                  <a:gd name="csY148" fmla="*/ 1641702 h 2038810"/>
                  <a:gd name="csX149" fmla="*/ 1363931 w 1365215"/>
                  <a:gd name="csY149" fmla="*/ 135563 h 2038810"/>
                  <a:gd name="csX150" fmla="*/ 227 w 1365215"/>
                  <a:gd name="csY150" fmla="*/ 1641702 h 2038810"/>
                  <a:gd name="csX151" fmla="*/ 1363931 w 1365215"/>
                  <a:gd name="csY151" fmla="*/ 135563 h 2038810"/>
                  <a:gd name="csX152" fmla="*/ 3251 w 1365215"/>
                  <a:gd name="csY152" fmla="*/ 1682705 h 2038810"/>
                  <a:gd name="csX153" fmla="*/ 1361966 w 1365215"/>
                  <a:gd name="csY153" fmla="*/ 181936 h 2038810"/>
                  <a:gd name="csX154" fmla="*/ 3251 w 1365215"/>
                  <a:gd name="csY154" fmla="*/ 1682705 h 2038810"/>
                  <a:gd name="csX155" fmla="*/ 1361966 w 1365215"/>
                  <a:gd name="csY155" fmla="*/ 181936 h 2038810"/>
                  <a:gd name="csX156" fmla="*/ 1210 w 1365215"/>
                  <a:gd name="csY156" fmla="*/ 1729078 h 2038810"/>
                  <a:gd name="csX157" fmla="*/ 1364914 w 1365215"/>
                  <a:gd name="csY157" fmla="*/ 222939 h 2038810"/>
                  <a:gd name="csX158" fmla="*/ 1210 w 1365215"/>
                  <a:gd name="csY158" fmla="*/ 1729078 h 2038810"/>
                  <a:gd name="csX159" fmla="*/ 1364914 w 1365215"/>
                  <a:gd name="csY159" fmla="*/ 222939 h 2038810"/>
                  <a:gd name="csX160" fmla="*/ 4233 w 1365215"/>
                  <a:gd name="csY160" fmla="*/ 1770080 h 2038810"/>
                  <a:gd name="csX161" fmla="*/ 1362948 w 1365215"/>
                  <a:gd name="csY161" fmla="*/ 269384 h 2038810"/>
                  <a:gd name="csX162" fmla="*/ 4233 w 1365215"/>
                  <a:gd name="csY162" fmla="*/ 1770080 h 2038810"/>
                  <a:gd name="csX163" fmla="*/ 1362948 w 1365215"/>
                  <a:gd name="csY163" fmla="*/ 269384 h 2038810"/>
                  <a:gd name="csX164" fmla="*/ 2268 w 1365215"/>
                  <a:gd name="csY164" fmla="*/ 1816453 h 2038810"/>
                  <a:gd name="csX165" fmla="*/ 1360983 w 1365215"/>
                  <a:gd name="csY165" fmla="*/ 315757 h 2038810"/>
                  <a:gd name="csX166" fmla="*/ 2268 w 1365215"/>
                  <a:gd name="csY166" fmla="*/ 1816453 h 2038810"/>
                  <a:gd name="csX167" fmla="*/ 1360983 w 1365215"/>
                  <a:gd name="csY167" fmla="*/ 315757 h 2038810"/>
                  <a:gd name="csX168" fmla="*/ 303 w 1365215"/>
                  <a:gd name="csY168" fmla="*/ 1862899 h 2038810"/>
                  <a:gd name="csX169" fmla="*/ 1363931 w 1365215"/>
                  <a:gd name="csY169" fmla="*/ 356760 h 2038810"/>
                  <a:gd name="csX170" fmla="*/ 303 w 1365215"/>
                  <a:gd name="csY170" fmla="*/ 1862899 h 2038810"/>
                  <a:gd name="csX171" fmla="*/ 1363931 w 1365215"/>
                  <a:gd name="csY171" fmla="*/ 356760 h 2038810"/>
                  <a:gd name="csX172" fmla="*/ 3251 w 1365215"/>
                  <a:gd name="csY172" fmla="*/ 1903829 h 2038810"/>
                  <a:gd name="csX173" fmla="*/ 1361966 w 1365215"/>
                  <a:gd name="csY173" fmla="*/ 403133 h 2038810"/>
                  <a:gd name="csX174" fmla="*/ 3251 w 1365215"/>
                  <a:gd name="csY174" fmla="*/ 1903829 h 2038810"/>
                  <a:gd name="csX175" fmla="*/ 1361966 w 1365215"/>
                  <a:gd name="csY175" fmla="*/ 403133 h 2038810"/>
                  <a:gd name="csX176" fmla="*/ 1285 w 1365215"/>
                  <a:gd name="csY176" fmla="*/ 1950274 h 2038810"/>
                  <a:gd name="csX177" fmla="*/ 1364989 w 1365215"/>
                  <a:gd name="csY177" fmla="*/ 444135 h 2038810"/>
                  <a:gd name="csX178" fmla="*/ 1285 w 1365215"/>
                  <a:gd name="csY178" fmla="*/ 1950274 h 2038810"/>
                  <a:gd name="csX179" fmla="*/ 1364989 w 1365215"/>
                  <a:gd name="csY179" fmla="*/ 444135 h 2038810"/>
                  <a:gd name="csX180" fmla="*/ 4233 w 1365215"/>
                  <a:gd name="csY180" fmla="*/ 1991277 h 2038810"/>
                  <a:gd name="csX181" fmla="*/ 1362948 w 1365215"/>
                  <a:gd name="csY181" fmla="*/ 490581 h 2038810"/>
                  <a:gd name="csX182" fmla="*/ 4233 w 1365215"/>
                  <a:gd name="csY182" fmla="*/ 1991277 h 2038810"/>
                  <a:gd name="csX183" fmla="*/ 1362948 w 1365215"/>
                  <a:gd name="csY183" fmla="*/ 490581 h 2038810"/>
                  <a:gd name="csX184" fmla="*/ 2268 w 1365215"/>
                  <a:gd name="csY184" fmla="*/ 2037650 h 2038810"/>
                  <a:gd name="csX185" fmla="*/ 1360983 w 1365215"/>
                  <a:gd name="csY185" fmla="*/ 536954 h 2038810"/>
                  <a:gd name="csX186" fmla="*/ 2268 w 1365215"/>
                  <a:gd name="csY186" fmla="*/ 2037650 h 2038810"/>
                  <a:gd name="csX187" fmla="*/ 1360983 w 1365215"/>
                  <a:gd name="csY187" fmla="*/ 536954 h 2038810"/>
                  <a:gd name="csX188" fmla="*/ 44974 w 1365215"/>
                  <a:gd name="csY188" fmla="*/ 2034820 h 2038810"/>
                  <a:gd name="csX189" fmla="*/ 1364007 w 1365215"/>
                  <a:gd name="csY189" fmla="*/ 577956 h 2038810"/>
                  <a:gd name="csX190" fmla="*/ 44974 w 1365215"/>
                  <a:gd name="csY190" fmla="*/ 2034820 h 2038810"/>
                  <a:gd name="csX191" fmla="*/ 1364007 w 1365215"/>
                  <a:gd name="csY191" fmla="*/ 577956 h 2038810"/>
                  <a:gd name="csX192" fmla="*/ 82615 w 1365215"/>
                  <a:gd name="csY192" fmla="*/ 2037432 h 2038810"/>
                  <a:gd name="csX193" fmla="*/ 1362041 w 1365215"/>
                  <a:gd name="csY193" fmla="*/ 624329 h 2038810"/>
                  <a:gd name="csX194" fmla="*/ 82615 w 1365215"/>
                  <a:gd name="csY194" fmla="*/ 2037432 h 2038810"/>
                  <a:gd name="csX195" fmla="*/ 1362041 w 1365215"/>
                  <a:gd name="csY195" fmla="*/ 624329 h 2038810"/>
                  <a:gd name="csX196" fmla="*/ 125320 w 1365215"/>
                  <a:gd name="csY196" fmla="*/ 2034529 h 2038810"/>
                  <a:gd name="csX197" fmla="*/ 1364989 w 1365215"/>
                  <a:gd name="csY197" fmla="*/ 665332 h 2038810"/>
                  <a:gd name="csX198" fmla="*/ 125320 w 1365215"/>
                  <a:gd name="csY198" fmla="*/ 2034529 h 2038810"/>
                  <a:gd name="csX199" fmla="*/ 1364989 w 1365215"/>
                  <a:gd name="csY199" fmla="*/ 665332 h 2038810"/>
                  <a:gd name="csX200" fmla="*/ 162962 w 1365215"/>
                  <a:gd name="csY200" fmla="*/ 2037142 h 2038810"/>
                  <a:gd name="csX201" fmla="*/ 1363024 w 1365215"/>
                  <a:gd name="csY201" fmla="*/ 711705 h 2038810"/>
                  <a:gd name="csX202" fmla="*/ 162962 w 1365215"/>
                  <a:gd name="csY202" fmla="*/ 2037142 h 2038810"/>
                  <a:gd name="csX203" fmla="*/ 1363024 w 1365215"/>
                  <a:gd name="csY203" fmla="*/ 711705 h 2038810"/>
                  <a:gd name="csX204" fmla="*/ 205667 w 1365215"/>
                  <a:gd name="csY204" fmla="*/ 2034312 h 2038810"/>
                  <a:gd name="csX205" fmla="*/ 1361059 w 1365215"/>
                  <a:gd name="csY205" fmla="*/ 758150 h 2038810"/>
                  <a:gd name="csX206" fmla="*/ 205667 w 1365215"/>
                  <a:gd name="csY206" fmla="*/ 2034312 h 2038810"/>
                  <a:gd name="csX207" fmla="*/ 1361059 w 1365215"/>
                  <a:gd name="csY207" fmla="*/ 758150 h 2038810"/>
                  <a:gd name="csX208" fmla="*/ 243308 w 1365215"/>
                  <a:gd name="csY208" fmla="*/ 2036924 h 2038810"/>
                  <a:gd name="csX209" fmla="*/ 1364007 w 1365215"/>
                  <a:gd name="csY209" fmla="*/ 799153 h 2038810"/>
                  <a:gd name="csX210" fmla="*/ 243308 w 1365215"/>
                  <a:gd name="csY210" fmla="*/ 2036924 h 2038810"/>
                  <a:gd name="csX211" fmla="*/ 1364007 w 1365215"/>
                  <a:gd name="csY211" fmla="*/ 799153 h 2038810"/>
                  <a:gd name="csX212" fmla="*/ 286014 w 1365215"/>
                  <a:gd name="csY212" fmla="*/ 2034094 h 2038810"/>
                  <a:gd name="csX213" fmla="*/ 1362041 w 1365215"/>
                  <a:gd name="csY213" fmla="*/ 845526 h 2038810"/>
                  <a:gd name="csX214" fmla="*/ 286014 w 1365215"/>
                  <a:gd name="csY214" fmla="*/ 2034094 h 2038810"/>
                  <a:gd name="csX215" fmla="*/ 1362041 w 1365215"/>
                  <a:gd name="csY215" fmla="*/ 845526 h 2038810"/>
                  <a:gd name="csX216" fmla="*/ 323655 w 1365215"/>
                  <a:gd name="csY216" fmla="*/ 2036707 h 2038810"/>
                  <a:gd name="csX217" fmla="*/ 1365065 w 1365215"/>
                  <a:gd name="csY217" fmla="*/ 886528 h 2038810"/>
                  <a:gd name="csX218" fmla="*/ 323655 w 1365215"/>
                  <a:gd name="csY218" fmla="*/ 2036707 h 2038810"/>
                  <a:gd name="csX219" fmla="*/ 1365065 w 1365215"/>
                  <a:gd name="csY219" fmla="*/ 886528 h 2038810"/>
                  <a:gd name="csX220" fmla="*/ 366361 w 1365215"/>
                  <a:gd name="csY220" fmla="*/ 2033804 h 2038810"/>
                  <a:gd name="csX221" fmla="*/ 1363024 w 1365215"/>
                  <a:gd name="csY221" fmla="*/ 932901 h 2038810"/>
                  <a:gd name="csX222" fmla="*/ 366361 w 1365215"/>
                  <a:gd name="csY222" fmla="*/ 2033804 h 2038810"/>
                  <a:gd name="csX223" fmla="*/ 1363024 w 1365215"/>
                  <a:gd name="csY223" fmla="*/ 932901 h 2038810"/>
                  <a:gd name="csX224" fmla="*/ 404002 w 1365215"/>
                  <a:gd name="csY224" fmla="*/ 2036416 h 2038810"/>
                  <a:gd name="csX225" fmla="*/ 1361059 w 1365215"/>
                  <a:gd name="csY225" fmla="*/ 979347 h 2038810"/>
                  <a:gd name="csX226" fmla="*/ 404002 w 1365215"/>
                  <a:gd name="csY226" fmla="*/ 2036416 h 2038810"/>
                  <a:gd name="csX227" fmla="*/ 1361059 w 1365215"/>
                  <a:gd name="csY227" fmla="*/ 979347 h 2038810"/>
                  <a:gd name="csX228" fmla="*/ 446708 w 1365215"/>
                  <a:gd name="csY228" fmla="*/ 2033586 h 2038810"/>
                  <a:gd name="csX229" fmla="*/ 1364082 w 1365215"/>
                  <a:gd name="csY229" fmla="*/ 1020349 h 2038810"/>
                  <a:gd name="csX230" fmla="*/ 446708 w 1365215"/>
                  <a:gd name="csY230" fmla="*/ 2033586 h 2038810"/>
                  <a:gd name="csX231" fmla="*/ 1364082 w 1365215"/>
                  <a:gd name="csY231" fmla="*/ 1020349 h 2038810"/>
                  <a:gd name="csX232" fmla="*/ 484349 w 1365215"/>
                  <a:gd name="csY232" fmla="*/ 2036199 h 2038810"/>
                  <a:gd name="csX233" fmla="*/ 1362117 w 1365215"/>
                  <a:gd name="csY233" fmla="*/ 1066722 h 2038810"/>
                  <a:gd name="csX234" fmla="*/ 484349 w 1365215"/>
                  <a:gd name="csY234" fmla="*/ 2036199 h 2038810"/>
                  <a:gd name="csX235" fmla="*/ 1362117 w 1365215"/>
                  <a:gd name="csY235" fmla="*/ 1066722 h 2038810"/>
                  <a:gd name="csX236" fmla="*/ 522066 w 1365215"/>
                  <a:gd name="csY236" fmla="*/ 2038811 h 2038810"/>
                  <a:gd name="csX237" fmla="*/ 1365065 w 1365215"/>
                  <a:gd name="csY237" fmla="*/ 1107725 h 2038810"/>
                  <a:gd name="csX238" fmla="*/ 522066 w 1365215"/>
                  <a:gd name="csY238" fmla="*/ 2038811 h 2038810"/>
                  <a:gd name="csX239" fmla="*/ 1365065 w 1365215"/>
                  <a:gd name="csY239" fmla="*/ 1107725 h 2038810"/>
                  <a:gd name="csX240" fmla="*/ 564696 w 1365215"/>
                  <a:gd name="csY240" fmla="*/ 2035908 h 2038810"/>
                  <a:gd name="csX241" fmla="*/ 1363100 w 1365215"/>
                  <a:gd name="csY241" fmla="*/ 1154097 h 2038810"/>
                  <a:gd name="csX242" fmla="*/ 564696 w 1365215"/>
                  <a:gd name="csY242" fmla="*/ 2035908 h 2038810"/>
                  <a:gd name="csX243" fmla="*/ 1363100 w 1365215"/>
                  <a:gd name="csY243" fmla="*/ 1154097 h 2038810"/>
                  <a:gd name="csX244" fmla="*/ 602413 w 1365215"/>
                  <a:gd name="csY244" fmla="*/ 2038521 h 2038810"/>
                  <a:gd name="csX245" fmla="*/ 1361135 w 1365215"/>
                  <a:gd name="csY245" fmla="*/ 1200543 h 2038810"/>
                  <a:gd name="csX246" fmla="*/ 602413 w 1365215"/>
                  <a:gd name="csY246" fmla="*/ 2038521 h 2038810"/>
                  <a:gd name="csX247" fmla="*/ 1361135 w 1365215"/>
                  <a:gd name="csY247" fmla="*/ 1200543 h 2038810"/>
                  <a:gd name="csX248" fmla="*/ 645042 w 1365215"/>
                  <a:gd name="csY248" fmla="*/ 2035691 h 2038810"/>
                  <a:gd name="csX249" fmla="*/ 1364082 w 1365215"/>
                  <a:gd name="csY249" fmla="*/ 1241473 h 2038810"/>
                  <a:gd name="csX250" fmla="*/ 645042 w 1365215"/>
                  <a:gd name="csY250" fmla="*/ 2035691 h 2038810"/>
                  <a:gd name="csX251" fmla="*/ 1364082 w 1365215"/>
                  <a:gd name="csY251" fmla="*/ 1241473 h 2038810"/>
                  <a:gd name="csX252" fmla="*/ 682759 w 1365215"/>
                  <a:gd name="csY252" fmla="*/ 2038303 h 2038810"/>
                  <a:gd name="csX253" fmla="*/ 1362117 w 1365215"/>
                  <a:gd name="csY253" fmla="*/ 1287918 h 2038810"/>
                  <a:gd name="csX254" fmla="*/ 682759 w 1365215"/>
                  <a:gd name="csY254" fmla="*/ 2038303 h 2038810"/>
                  <a:gd name="csX255" fmla="*/ 1362117 w 1365215"/>
                  <a:gd name="csY255" fmla="*/ 1287918 h 2038810"/>
                  <a:gd name="csX256" fmla="*/ 725389 w 1365215"/>
                  <a:gd name="csY256" fmla="*/ 2035400 h 2038810"/>
                  <a:gd name="csX257" fmla="*/ 1365141 w 1365215"/>
                  <a:gd name="csY257" fmla="*/ 1328921 h 2038810"/>
                  <a:gd name="csX258" fmla="*/ 725389 w 1365215"/>
                  <a:gd name="csY258" fmla="*/ 2035400 h 2038810"/>
                  <a:gd name="csX259" fmla="*/ 1365141 w 1365215"/>
                  <a:gd name="csY259" fmla="*/ 1328921 h 2038810"/>
                  <a:gd name="csX260" fmla="*/ 763106 w 1365215"/>
                  <a:gd name="csY260" fmla="*/ 2038013 h 2038810"/>
                  <a:gd name="csX261" fmla="*/ 1363100 w 1365215"/>
                  <a:gd name="csY261" fmla="*/ 1375294 h 2038810"/>
                  <a:gd name="csX262" fmla="*/ 763106 w 1365215"/>
                  <a:gd name="csY262" fmla="*/ 2038013 h 2038810"/>
                  <a:gd name="csX263" fmla="*/ 1363100 w 1365215"/>
                  <a:gd name="csY263" fmla="*/ 1375294 h 2038810"/>
                  <a:gd name="csX264" fmla="*/ 805736 w 1365215"/>
                  <a:gd name="csY264" fmla="*/ 2035183 h 2038810"/>
                  <a:gd name="csX265" fmla="*/ 1361135 w 1365215"/>
                  <a:gd name="csY265" fmla="*/ 1421739 h 2038810"/>
                  <a:gd name="csX266" fmla="*/ 805736 w 1365215"/>
                  <a:gd name="csY266" fmla="*/ 2035183 h 2038810"/>
                  <a:gd name="csX267" fmla="*/ 1361135 w 1365215"/>
                  <a:gd name="csY267" fmla="*/ 1421739 h 2038810"/>
                  <a:gd name="csX268" fmla="*/ 843453 w 1365215"/>
                  <a:gd name="csY268" fmla="*/ 2037795 h 2038810"/>
                  <a:gd name="csX269" fmla="*/ 1364158 w 1365215"/>
                  <a:gd name="csY269" fmla="*/ 1462670 h 2038810"/>
                  <a:gd name="csX270" fmla="*/ 843453 w 1365215"/>
                  <a:gd name="csY270" fmla="*/ 2037795 h 2038810"/>
                  <a:gd name="csX271" fmla="*/ 1364158 w 1365215"/>
                  <a:gd name="csY271" fmla="*/ 1462670 h 2038810"/>
                  <a:gd name="csX272" fmla="*/ 886083 w 1365215"/>
                  <a:gd name="csY272" fmla="*/ 2034893 h 2038810"/>
                  <a:gd name="csX273" fmla="*/ 1362193 w 1365215"/>
                  <a:gd name="csY273" fmla="*/ 1509115 h 2038810"/>
                  <a:gd name="csX274" fmla="*/ 886083 w 1365215"/>
                  <a:gd name="csY274" fmla="*/ 2034893 h 2038810"/>
                  <a:gd name="csX275" fmla="*/ 1362193 w 1365215"/>
                  <a:gd name="csY275" fmla="*/ 1509115 h 2038810"/>
                  <a:gd name="csX276" fmla="*/ 923800 w 1365215"/>
                  <a:gd name="csY276" fmla="*/ 2037505 h 2038810"/>
                  <a:gd name="csX277" fmla="*/ 1365141 w 1365215"/>
                  <a:gd name="csY277" fmla="*/ 1550118 h 2038810"/>
                  <a:gd name="csX278" fmla="*/ 923800 w 1365215"/>
                  <a:gd name="csY278" fmla="*/ 2037505 h 2038810"/>
                  <a:gd name="csX279" fmla="*/ 1365141 w 1365215"/>
                  <a:gd name="csY279" fmla="*/ 1550118 h 2038810"/>
                  <a:gd name="csX280" fmla="*/ 966430 w 1365215"/>
                  <a:gd name="csY280" fmla="*/ 2034675 h 2038810"/>
                  <a:gd name="csX281" fmla="*/ 1363175 w 1365215"/>
                  <a:gd name="csY281" fmla="*/ 1596491 h 2038810"/>
                  <a:gd name="csX282" fmla="*/ 966430 w 1365215"/>
                  <a:gd name="csY282" fmla="*/ 2034675 h 2038810"/>
                  <a:gd name="csX283" fmla="*/ 1363175 w 1365215"/>
                  <a:gd name="csY283" fmla="*/ 1596491 h 2038810"/>
                  <a:gd name="csX284" fmla="*/ 1004147 w 1365215"/>
                  <a:gd name="csY284" fmla="*/ 2037287 h 2038810"/>
                  <a:gd name="csX285" fmla="*/ 1361210 w 1365215"/>
                  <a:gd name="csY285" fmla="*/ 1642936 h 2038810"/>
                  <a:gd name="csX286" fmla="*/ 1004147 w 1365215"/>
                  <a:gd name="csY286" fmla="*/ 2037287 h 2038810"/>
                  <a:gd name="csX287" fmla="*/ 1361210 w 1365215"/>
                  <a:gd name="csY287" fmla="*/ 1642936 h 2038810"/>
                  <a:gd name="csX288" fmla="*/ 1046777 w 1365215"/>
                  <a:gd name="csY288" fmla="*/ 2034457 h 2038810"/>
                  <a:gd name="csX289" fmla="*/ 1364158 w 1365215"/>
                  <a:gd name="csY289" fmla="*/ 1683866 h 2038810"/>
                  <a:gd name="csX290" fmla="*/ 1046777 w 1365215"/>
                  <a:gd name="csY290" fmla="*/ 2034457 h 2038810"/>
                  <a:gd name="csX291" fmla="*/ 1364158 w 1365215"/>
                  <a:gd name="csY291" fmla="*/ 1683866 h 2038810"/>
                  <a:gd name="csX292" fmla="*/ 1084494 w 1365215"/>
                  <a:gd name="csY292" fmla="*/ 2037070 h 2038810"/>
                  <a:gd name="csX293" fmla="*/ 1362193 w 1365215"/>
                  <a:gd name="csY293" fmla="*/ 1730312 h 2038810"/>
                  <a:gd name="csX294" fmla="*/ 1084494 w 1365215"/>
                  <a:gd name="csY294" fmla="*/ 2037070 h 2038810"/>
                  <a:gd name="csX295" fmla="*/ 1362193 w 1365215"/>
                  <a:gd name="csY295" fmla="*/ 1730312 h 2038810"/>
                  <a:gd name="csX296" fmla="*/ 1127123 w 1365215"/>
                  <a:gd name="csY296" fmla="*/ 2034167 h 2038810"/>
                  <a:gd name="csX297" fmla="*/ 1365141 w 1365215"/>
                  <a:gd name="csY297" fmla="*/ 1771242 h 2038810"/>
                  <a:gd name="csX298" fmla="*/ 1127123 w 1365215"/>
                  <a:gd name="csY298" fmla="*/ 2034167 h 2038810"/>
                  <a:gd name="csX299" fmla="*/ 1365141 w 1365215"/>
                  <a:gd name="csY299" fmla="*/ 1771242 h 2038810"/>
                  <a:gd name="csX300" fmla="*/ 1164840 w 1365215"/>
                  <a:gd name="csY300" fmla="*/ 2036779 h 2038810"/>
                  <a:gd name="csX301" fmla="*/ 1363175 w 1365215"/>
                  <a:gd name="csY301" fmla="*/ 1817687 h 2038810"/>
                  <a:gd name="csX302" fmla="*/ 1164840 w 1365215"/>
                  <a:gd name="csY302" fmla="*/ 2036779 h 2038810"/>
                  <a:gd name="csX303" fmla="*/ 1363175 w 1365215"/>
                  <a:gd name="csY303" fmla="*/ 1817687 h 2038810"/>
                  <a:gd name="csX304" fmla="*/ 1207470 w 1365215"/>
                  <a:gd name="csY304" fmla="*/ 2033949 h 2038810"/>
                  <a:gd name="csX305" fmla="*/ 1361210 w 1365215"/>
                  <a:gd name="csY305" fmla="*/ 1864133 h 2038810"/>
                  <a:gd name="csX306" fmla="*/ 1207470 w 1365215"/>
                  <a:gd name="csY306" fmla="*/ 2033949 h 2038810"/>
                  <a:gd name="csX307" fmla="*/ 1361210 w 1365215"/>
                  <a:gd name="csY307" fmla="*/ 1864133 h 2038810"/>
                  <a:gd name="csX308" fmla="*/ 1245187 w 1365215"/>
                  <a:gd name="csY308" fmla="*/ 2036562 h 2038810"/>
                  <a:gd name="csX309" fmla="*/ 1364234 w 1365215"/>
                  <a:gd name="csY309" fmla="*/ 1905063 h 2038810"/>
                  <a:gd name="csX310" fmla="*/ 1245187 w 1365215"/>
                  <a:gd name="csY310" fmla="*/ 2036562 h 2038810"/>
                  <a:gd name="csX311" fmla="*/ 1364234 w 1365215"/>
                  <a:gd name="csY311" fmla="*/ 1905063 h 2038810"/>
                  <a:gd name="csX312" fmla="*/ 1287817 w 1365215"/>
                  <a:gd name="csY312" fmla="*/ 2033658 h 2038810"/>
                  <a:gd name="csX313" fmla="*/ 1362193 w 1365215"/>
                  <a:gd name="csY313" fmla="*/ 1951508 h 2038810"/>
                  <a:gd name="csX314" fmla="*/ 1287817 w 1365215"/>
                  <a:gd name="csY314" fmla="*/ 2033658 h 2038810"/>
                  <a:gd name="csX315" fmla="*/ 1362193 w 1365215"/>
                  <a:gd name="csY315" fmla="*/ 1951508 h 2038810"/>
                  <a:gd name="csX316" fmla="*/ 1325534 w 1365215"/>
                  <a:gd name="csY316" fmla="*/ 2036271 h 2038810"/>
                  <a:gd name="csX317" fmla="*/ 1365216 w 1365215"/>
                  <a:gd name="csY317" fmla="*/ 1992438 h 2038810"/>
                  <a:gd name="csX318" fmla="*/ 1325534 w 1365215"/>
                  <a:gd name="csY318" fmla="*/ 2036271 h 2038810"/>
                  <a:gd name="csX319" fmla="*/ 1365216 w 1365215"/>
                  <a:gd name="csY319" fmla="*/ 1992438 h 203881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  <a:cxn ang="0">
                    <a:pos x="csX100" y="csY100"/>
                  </a:cxn>
                  <a:cxn ang="0">
                    <a:pos x="csX101" y="csY101"/>
                  </a:cxn>
                  <a:cxn ang="0">
                    <a:pos x="csX102" y="csY102"/>
                  </a:cxn>
                  <a:cxn ang="0">
                    <a:pos x="csX103" y="csY103"/>
                  </a:cxn>
                  <a:cxn ang="0">
                    <a:pos x="csX104" y="csY104"/>
                  </a:cxn>
                  <a:cxn ang="0">
                    <a:pos x="csX105" y="csY105"/>
                  </a:cxn>
                  <a:cxn ang="0">
                    <a:pos x="csX106" y="csY106"/>
                  </a:cxn>
                  <a:cxn ang="0">
                    <a:pos x="csX107" y="csY107"/>
                  </a:cxn>
                  <a:cxn ang="0">
                    <a:pos x="csX108" y="csY108"/>
                  </a:cxn>
                  <a:cxn ang="0">
                    <a:pos x="csX109" y="csY109"/>
                  </a:cxn>
                  <a:cxn ang="0">
                    <a:pos x="csX110" y="csY110"/>
                  </a:cxn>
                  <a:cxn ang="0">
                    <a:pos x="csX111" y="csY111"/>
                  </a:cxn>
                  <a:cxn ang="0">
                    <a:pos x="csX112" y="csY112"/>
                  </a:cxn>
                  <a:cxn ang="0">
                    <a:pos x="csX113" y="csY113"/>
                  </a:cxn>
                  <a:cxn ang="0">
                    <a:pos x="csX114" y="csY114"/>
                  </a:cxn>
                  <a:cxn ang="0">
                    <a:pos x="csX115" y="csY115"/>
                  </a:cxn>
                  <a:cxn ang="0">
                    <a:pos x="csX116" y="csY116"/>
                  </a:cxn>
                  <a:cxn ang="0">
                    <a:pos x="csX117" y="csY117"/>
                  </a:cxn>
                  <a:cxn ang="0">
                    <a:pos x="csX118" y="csY118"/>
                  </a:cxn>
                  <a:cxn ang="0">
                    <a:pos x="csX119" y="csY119"/>
                  </a:cxn>
                  <a:cxn ang="0">
                    <a:pos x="csX120" y="csY120"/>
                  </a:cxn>
                  <a:cxn ang="0">
                    <a:pos x="csX121" y="csY121"/>
                  </a:cxn>
                  <a:cxn ang="0">
                    <a:pos x="csX122" y="csY122"/>
                  </a:cxn>
                  <a:cxn ang="0">
                    <a:pos x="csX123" y="csY123"/>
                  </a:cxn>
                  <a:cxn ang="0">
                    <a:pos x="csX124" y="csY124"/>
                  </a:cxn>
                  <a:cxn ang="0">
                    <a:pos x="csX125" y="csY125"/>
                  </a:cxn>
                  <a:cxn ang="0">
                    <a:pos x="csX126" y="csY126"/>
                  </a:cxn>
                  <a:cxn ang="0">
                    <a:pos x="csX127" y="csY127"/>
                  </a:cxn>
                  <a:cxn ang="0">
                    <a:pos x="csX128" y="csY128"/>
                  </a:cxn>
                  <a:cxn ang="0">
                    <a:pos x="csX129" y="csY129"/>
                  </a:cxn>
                  <a:cxn ang="0">
                    <a:pos x="csX130" y="csY130"/>
                  </a:cxn>
                  <a:cxn ang="0">
                    <a:pos x="csX131" y="csY131"/>
                  </a:cxn>
                  <a:cxn ang="0">
                    <a:pos x="csX132" y="csY132"/>
                  </a:cxn>
                  <a:cxn ang="0">
                    <a:pos x="csX133" y="csY133"/>
                  </a:cxn>
                  <a:cxn ang="0">
                    <a:pos x="csX134" y="csY134"/>
                  </a:cxn>
                  <a:cxn ang="0">
                    <a:pos x="csX135" y="csY135"/>
                  </a:cxn>
                  <a:cxn ang="0">
                    <a:pos x="csX136" y="csY136"/>
                  </a:cxn>
                  <a:cxn ang="0">
                    <a:pos x="csX137" y="csY137"/>
                  </a:cxn>
                  <a:cxn ang="0">
                    <a:pos x="csX138" y="csY138"/>
                  </a:cxn>
                  <a:cxn ang="0">
                    <a:pos x="csX139" y="csY139"/>
                  </a:cxn>
                  <a:cxn ang="0">
                    <a:pos x="csX140" y="csY140"/>
                  </a:cxn>
                  <a:cxn ang="0">
                    <a:pos x="csX141" y="csY141"/>
                  </a:cxn>
                  <a:cxn ang="0">
                    <a:pos x="csX142" y="csY142"/>
                  </a:cxn>
                  <a:cxn ang="0">
                    <a:pos x="csX143" y="csY143"/>
                  </a:cxn>
                  <a:cxn ang="0">
                    <a:pos x="csX144" y="csY144"/>
                  </a:cxn>
                  <a:cxn ang="0">
                    <a:pos x="csX145" y="csY145"/>
                  </a:cxn>
                  <a:cxn ang="0">
                    <a:pos x="csX146" y="csY146"/>
                  </a:cxn>
                  <a:cxn ang="0">
                    <a:pos x="csX147" y="csY147"/>
                  </a:cxn>
                  <a:cxn ang="0">
                    <a:pos x="csX148" y="csY148"/>
                  </a:cxn>
                  <a:cxn ang="0">
                    <a:pos x="csX149" y="csY149"/>
                  </a:cxn>
                  <a:cxn ang="0">
                    <a:pos x="csX150" y="csY150"/>
                  </a:cxn>
                  <a:cxn ang="0">
                    <a:pos x="csX151" y="csY151"/>
                  </a:cxn>
                  <a:cxn ang="0">
                    <a:pos x="csX152" y="csY152"/>
                  </a:cxn>
                  <a:cxn ang="0">
                    <a:pos x="csX153" y="csY153"/>
                  </a:cxn>
                  <a:cxn ang="0">
                    <a:pos x="csX154" y="csY154"/>
                  </a:cxn>
                  <a:cxn ang="0">
                    <a:pos x="csX155" y="csY155"/>
                  </a:cxn>
                  <a:cxn ang="0">
                    <a:pos x="csX156" y="csY156"/>
                  </a:cxn>
                  <a:cxn ang="0">
                    <a:pos x="csX157" y="csY157"/>
                  </a:cxn>
                  <a:cxn ang="0">
                    <a:pos x="csX158" y="csY158"/>
                  </a:cxn>
                  <a:cxn ang="0">
                    <a:pos x="csX159" y="csY159"/>
                  </a:cxn>
                  <a:cxn ang="0">
                    <a:pos x="csX160" y="csY160"/>
                  </a:cxn>
                  <a:cxn ang="0">
                    <a:pos x="csX161" y="csY161"/>
                  </a:cxn>
                  <a:cxn ang="0">
                    <a:pos x="csX162" y="csY162"/>
                  </a:cxn>
                  <a:cxn ang="0">
                    <a:pos x="csX163" y="csY163"/>
                  </a:cxn>
                  <a:cxn ang="0">
                    <a:pos x="csX164" y="csY164"/>
                  </a:cxn>
                  <a:cxn ang="0">
                    <a:pos x="csX165" y="csY165"/>
                  </a:cxn>
                  <a:cxn ang="0">
                    <a:pos x="csX166" y="csY166"/>
                  </a:cxn>
                  <a:cxn ang="0">
                    <a:pos x="csX167" y="csY167"/>
                  </a:cxn>
                  <a:cxn ang="0">
                    <a:pos x="csX168" y="csY168"/>
                  </a:cxn>
                  <a:cxn ang="0">
                    <a:pos x="csX169" y="csY169"/>
                  </a:cxn>
                  <a:cxn ang="0">
                    <a:pos x="csX170" y="csY170"/>
                  </a:cxn>
                  <a:cxn ang="0">
                    <a:pos x="csX171" y="csY171"/>
                  </a:cxn>
                  <a:cxn ang="0">
                    <a:pos x="csX172" y="csY172"/>
                  </a:cxn>
                  <a:cxn ang="0">
                    <a:pos x="csX173" y="csY173"/>
                  </a:cxn>
                  <a:cxn ang="0">
                    <a:pos x="csX174" y="csY174"/>
                  </a:cxn>
                  <a:cxn ang="0">
                    <a:pos x="csX175" y="csY175"/>
                  </a:cxn>
                  <a:cxn ang="0">
                    <a:pos x="csX176" y="csY176"/>
                  </a:cxn>
                  <a:cxn ang="0">
                    <a:pos x="csX177" y="csY177"/>
                  </a:cxn>
                  <a:cxn ang="0">
                    <a:pos x="csX178" y="csY178"/>
                  </a:cxn>
                  <a:cxn ang="0">
                    <a:pos x="csX179" y="csY179"/>
                  </a:cxn>
                  <a:cxn ang="0">
                    <a:pos x="csX180" y="csY180"/>
                  </a:cxn>
                  <a:cxn ang="0">
                    <a:pos x="csX181" y="csY181"/>
                  </a:cxn>
                  <a:cxn ang="0">
                    <a:pos x="csX182" y="csY182"/>
                  </a:cxn>
                  <a:cxn ang="0">
                    <a:pos x="csX183" y="csY183"/>
                  </a:cxn>
                  <a:cxn ang="0">
                    <a:pos x="csX184" y="csY184"/>
                  </a:cxn>
                  <a:cxn ang="0">
                    <a:pos x="csX185" y="csY185"/>
                  </a:cxn>
                  <a:cxn ang="0">
                    <a:pos x="csX186" y="csY186"/>
                  </a:cxn>
                  <a:cxn ang="0">
                    <a:pos x="csX187" y="csY187"/>
                  </a:cxn>
                  <a:cxn ang="0">
                    <a:pos x="csX188" y="csY188"/>
                  </a:cxn>
                  <a:cxn ang="0">
                    <a:pos x="csX189" y="csY189"/>
                  </a:cxn>
                  <a:cxn ang="0">
                    <a:pos x="csX190" y="csY190"/>
                  </a:cxn>
                  <a:cxn ang="0">
                    <a:pos x="csX191" y="csY191"/>
                  </a:cxn>
                  <a:cxn ang="0">
                    <a:pos x="csX192" y="csY192"/>
                  </a:cxn>
                  <a:cxn ang="0">
                    <a:pos x="csX193" y="csY193"/>
                  </a:cxn>
                  <a:cxn ang="0">
                    <a:pos x="csX194" y="csY194"/>
                  </a:cxn>
                  <a:cxn ang="0">
                    <a:pos x="csX195" y="csY195"/>
                  </a:cxn>
                  <a:cxn ang="0">
                    <a:pos x="csX196" y="csY196"/>
                  </a:cxn>
                  <a:cxn ang="0">
                    <a:pos x="csX197" y="csY197"/>
                  </a:cxn>
                  <a:cxn ang="0">
                    <a:pos x="csX198" y="csY198"/>
                  </a:cxn>
                  <a:cxn ang="0">
                    <a:pos x="csX199" y="csY199"/>
                  </a:cxn>
                  <a:cxn ang="0">
                    <a:pos x="csX200" y="csY200"/>
                  </a:cxn>
                  <a:cxn ang="0">
                    <a:pos x="csX201" y="csY201"/>
                  </a:cxn>
                  <a:cxn ang="0">
                    <a:pos x="csX202" y="csY202"/>
                  </a:cxn>
                  <a:cxn ang="0">
                    <a:pos x="csX203" y="csY203"/>
                  </a:cxn>
                  <a:cxn ang="0">
                    <a:pos x="csX204" y="csY204"/>
                  </a:cxn>
                  <a:cxn ang="0">
                    <a:pos x="csX205" y="csY205"/>
                  </a:cxn>
                  <a:cxn ang="0">
                    <a:pos x="csX206" y="csY206"/>
                  </a:cxn>
                  <a:cxn ang="0">
                    <a:pos x="csX207" y="csY207"/>
                  </a:cxn>
                  <a:cxn ang="0">
                    <a:pos x="csX208" y="csY208"/>
                  </a:cxn>
                  <a:cxn ang="0">
                    <a:pos x="csX209" y="csY209"/>
                  </a:cxn>
                  <a:cxn ang="0">
                    <a:pos x="csX210" y="csY210"/>
                  </a:cxn>
                  <a:cxn ang="0">
                    <a:pos x="csX211" y="csY211"/>
                  </a:cxn>
                  <a:cxn ang="0">
                    <a:pos x="csX212" y="csY212"/>
                  </a:cxn>
                  <a:cxn ang="0">
                    <a:pos x="csX213" y="csY213"/>
                  </a:cxn>
                  <a:cxn ang="0">
                    <a:pos x="csX214" y="csY214"/>
                  </a:cxn>
                  <a:cxn ang="0">
                    <a:pos x="csX215" y="csY215"/>
                  </a:cxn>
                  <a:cxn ang="0">
                    <a:pos x="csX216" y="csY216"/>
                  </a:cxn>
                  <a:cxn ang="0">
                    <a:pos x="csX217" y="csY217"/>
                  </a:cxn>
                  <a:cxn ang="0">
                    <a:pos x="csX218" y="csY218"/>
                  </a:cxn>
                  <a:cxn ang="0">
                    <a:pos x="csX219" y="csY219"/>
                  </a:cxn>
                  <a:cxn ang="0">
                    <a:pos x="csX220" y="csY220"/>
                  </a:cxn>
                  <a:cxn ang="0">
                    <a:pos x="csX221" y="csY221"/>
                  </a:cxn>
                  <a:cxn ang="0">
                    <a:pos x="csX222" y="csY222"/>
                  </a:cxn>
                  <a:cxn ang="0">
                    <a:pos x="csX223" y="csY223"/>
                  </a:cxn>
                  <a:cxn ang="0">
                    <a:pos x="csX224" y="csY224"/>
                  </a:cxn>
                  <a:cxn ang="0">
                    <a:pos x="csX225" y="csY225"/>
                  </a:cxn>
                  <a:cxn ang="0">
                    <a:pos x="csX226" y="csY226"/>
                  </a:cxn>
                  <a:cxn ang="0">
                    <a:pos x="csX227" y="csY227"/>
                  </a:cxn>
                  <a:cxn ang="0">
                    <a:pos x="csX228" y="csY228"/>
                  </a:cxn>
                  <a:cxn ang="0">
                    <a:pos x="csX229" y="csY229"/>
                  </a:cxn>
                  <a:cxn ang="0">
                    <a:pos x="csX230" y="csY230"/>
                  </a:cxn>
                  <a:cxn ang="0">
                    <a:pos x="csX231" y="csY231"/>
                  </a:cxn>
                  <a:cxn ang="0">
                    <a:pos x="csX232" y="csY232"/>
                  </a:cxn>
                  <a:cxn ang="0">
                    <a:pos x="csX233" y="csY233"/>
                  </a:cxn>
                  <a:cxn ang="0">
                    <a:pos x="csX234" y="csY234"/>
                  </a:cxn>
                  <a:cxn ang="0">
                    <a:pos x="csX235" y="csY235"/>
                  </a:cxn>
                  <a:cxn ang="0">
                    <a:pos x="csX236" y="csY236"/>
                  </a:cxn>
                  <a:cxn ang="0">
                    <a:pos x="csX237" y="csY237"/>
                  </a:cxn>
                  <a:cxn ang="0">
                    <a:pos x="csX238" y="csY238"/>
                  </a:cxn>
                  <a:cxn ang="0">
                    <a:pos x="csX239" y="csY239"/>
                  </a:cxn>
                  <a:cxn ang="0">
                    <a:pos x="csX240" y="csY240"/>
                  </a:cxn>
                  <a:cxn ang="0">
                    <a:pos x="csX241" y="csY241"/>
                  </a:cxn>
                  <a:cxn ang="0">
                    <a:pos x="csX242" y="csY242"/>
                  </a:cxn>
                  <a:cxn ang="0">
                    <a:pos x="csX243" y="csY243"/>
                  </a:cxn>
                  <a:cxn ang="0">
                    <a:pos x="csX244" y="csY244"/>
                  </a:cxn>
                  <a:cxn ang="0">
                    <a:pos x="csX245" y="csY245"/>
                  </a:cxn>
                  <a:cxn ang="0">
                    <a:pos x="csX246" y="csY246"/>
                  </a:cxn>
                  <a:cxn ang="0">
                    <a:pos x="csX247" y="csY247"/>
                  </a:cxn>
                  <a:cxn ang="0">
                    <a:pos x="csX248" y="csY248"/>
                  </a:cxn>
                  <a:cxn ang="0">
                    <a:pos x="csX249" y="csY249"/>
                  </a:cxn>
                  <a:cxn ang="0">
                    <a:pos x="csX250" y="csY250"/>
                  </a:cxn>
                  <a:cxn ang="0">
                    <a:pos x="csX251" y="csY251"/>
                  </a:cxn>
                  <a:cxn ang="0">
                    <a:pos x="csX252" y="csY252"/>
                  </a:cxn>
                  <a:cxn ang="0">
                    <a:pos x="csX253" y="csY253"/>
                  </a:cxn>
                  <a:cxn ang="0">
                    <a:pos x="csX254" y="csY254"/>
                  </a:cxn>
                  <a:cxn ang="0">
                    <a:pos x="csX255" y="csY255"/>
                  </a:cxn>
                  <a:cxn ang="0">
                    <a:pos x="csX256" y="csY256"/>
                  </a:cxn>
                  <a:cxn ang="0">
                    <a:pos x="csX257" y="csY257"/>
                  </a:cxn>
                  <a:cxn ang="0">
                    <a:pos x="csX258" y="csY258"/>
                  </a:cxn>
                  <a:cxn ang="0">
                    <a:pos x="csX259" y="csY259"/>
                  </a:cxn>
                  <a:cxn ang="0">
                    <a:pos x="csX260" y="csY260"/>
                  </a:cxn>
                  <a:cxn ang="0">
                    <a:pos x="csX261" y="csY261"/>
                  </a:cxn>
                  <a:cxn ang="0">
                    <a:pos x="csX262" y="csY262"/>
                  </a:cxn>
                  <a:cxn ang="0">
                    <a:pos x="csX263" y="csY263"/>
                  </a:cxn>
                  <a:cxn ang="0">
                    <a:pos x="csX264" y="csY264"/>
                  </a:cxn>
                  <a:cxn ang="0">
                    <a:pos x="csX265" y="csY265"/>
                  </a:cxn>
                  <a:cxn ang="0">
                    <a:pos x="csX266" y="csY266"/>
                  </a:cxn>
                  <a:cxn ang="0">
                    <a:pos x="csX267" y="csY267"/>
                  </a:cxn>
                  <a:cxn ang="0">
                    <a:pos x="csX268" y="csY268"/>
                  </a:cxn>
                  <a:cxn ang="0">
                    <a:pos x="csX269" y="csY269"/>
                  </a:cxn>
                  <a:cxn ang="0">
                    <a:pos x="csX270" y="csY270"/>
                  </a:cxn>
                  <a:cxn ang="0">
                    <a:pos x="csX271" y="csY271"/>
                  </a:cxn>
                  <a:cxn ang="0">
                    <a:pos x="csX272" y="csY272"/>
                  </a:cxn>
                  <a:cxn ang="0">
                    <a:pos x="csX273" y="csY273"/>
                  </a:cxn>
                  <a:cxn ang="0">
                    <a:pos x="csX274" y="csY274"/>
                  </a:cxn>
                  <a:cxn ang="0">
                    <a:pos x="csX275" y="csY275"/>
                  </a:cxn>
                  <a:cxn ang="0">
                    <a:pos x="csX276" y="csY276"/>
                  </a:cxn>
                  <a:cxn ang="0">
                    <a:pos x="csX277" y="csY277"/>
                  </a:cxn>
                  <a:cxn ang="0">
                    <a:pos x="csX278" y="csY278"/>
                  </a:cxn>
                  <a:cxn ang="0">
                    <a:pos x="csX279" y="csY279"/>
                  </a:cxn>
                  <a:cxn ang="0">
                    <a:pos x="csX280" y="csY280"/>
                  </a:cxn>
                  <a:cxn ang="0">
                    <a:pos x="csX281" y="csY281"/>
                  </a:cxn>
                  <a:cxn ang="0">
                    <a:pos x="csX282" y="csY282"/>
                  </a:cxn>
                  <a:cxn ang="0">
                    <a:pos x="csX283" y="csY283"/>
                  </a:cxn>
                  <a:cxn ang="0">
                    <a:pos x="csX284" y="csY284"/>
                  </a:cxn>
                  <a:cxn ang="0">
                    <a:pos x="csX285" y="csY285"/>
                  </a:cxn>
                  <a:cxn ang="0">
                    <a:pos x="csX286" y="csY286"/>
                  </a:cxn>
                  <a:cxn ang="0">
                    <a:pos x="csX287" y="csY287"/>
                  </a:cxn>
                  <a:cxn ang="0">
                    <a:pos x="csX288" y="csY288"/>
                  </a:cxn>
                  <a:cxn ang="0">
                    <a:pos x="csX289" y="csY289"/>
                  </a:cxn>
                  <a:cxn ang="0">
                    <a:pos x="csX290" y="csY290"/>
                  </a:cxn>
                  <a:cxn ang="0">
                    <a:pos x="csX291" y="csY291"/>
                  </a:cxn>
                  <a:cxn ang="0">
                    <a:pos x="csX292" y="csY292"/>
                  </a:cxn>
                  <a:cxn ang="0">
                    <a:pos x="csX293" y="csY293"/>
                  </a:cxn>
                  <a:cxn ang="0">
                    <a:pos x="csX294" y="csY294"/>
                  </a:cxn>
                  <a:cxn ang="0">
                    <a:pos x="csX295" y="csY295"/>
                  </a:cxn>
                  <a:cxn ang="0">
                    <a:pos x="csX296" y="csY296"/>
                  </a:cxn>
                  <a:cxn ang="0">
                    <a:pos x="csX297" y="csY297"/>
                  </a:cxn>
                  <a:cxn ang="0">
                    <a:pos x="csX298" y="csY298"/>
                  </a:cxn>
                  <a:cxn ang="0">
                    <a:pos x="csX299" y="csY299"/>
                  </a:cxn>
                  <a:cxn ang="0">
                    <a:pos x="csX300" y="csY300"/>
                  </a:cxn>
                  <a:cxn ang="0">
                    <a:pos x="csX301" y="csY301"/>
                  </a:cxn>
                  <a:cxn ang="0">
                    <a:pos x="csX302" y="csY302"/>
                  </a:cxn>
                  <a:cxn ang="0">
                    <a:pos x="csX303" y="csY303"/>
                  </a:cxn>
                  <a:cxn ang="0">
                    <a:pos x="csX304" y="csY304"/>
                  </a:cxn>
                  <a:cxn ang="0">
                    <a:pos x="csX305" y="csY305"/>
                  </a:cxn>
                  <a:cxn ang="0">
                    <a:pos x="csX306" y="csY306"/>
                  </a:cxn>
                  <a:cxn ang="0">
                    <a:pos x="csX307" y="csY307"/>
                  </a:cxn>
                  <a:cxn ang="0">
                    <a:pos x="csX308" y="csY308"/>
                  </a:cxn>
                  <a:cxn ang="0">
                    <a:pos x="csX309" y="csY309"/>
                  </a:cxn>
                  <a:cxn ang="0">
                    <a:pos x="csX310" y="csY310"/>
                  </a:cxn>
                  <a:cxn ang="0">
                    <a:pos x="csX311" y="csY311"/>
                  </a:cxn>
                  <a:cxn ang="0">
                    <a:pos x="csX312" y="csY312"/>
                  </a:cxn>
                  <a:cxn ang="0">
                    <a:pos x="csX313" y="csY313"/>
                  </a:cxn>
                  <a:cxn ang="0">
                    <a:pos x="csX314" y="csY314"/>
                  </a:cxn>
                  <a:cxn ang="0">
                    <a:pos x="csX315" y="csY315"/>
                  </a:cxn>
                  <a:cxn ang="0">
                    <a:pos x="csX316" y="csY316"/>
                  </a:cxn>
                  <a:cxn ang="0">
                    <a:pos x="csX317" y="csY317"/>
                  </a:cxn>
                  <a:cxn ang="0">
                    <a:pos x="csX318" y="csY318"/>
                  </a:cxn>
                  <a:cxn ang="0">
                    <a:pos x="csX319" y="csY319"/>
                  </a:cxn>
                </a:cxnLst>
                <a:rect l="l" t="t" r="r" b="b"/>
                <a:pathLst>
                  <a:path w="1365215" h="2038810">
                    <a:moveTo>
                      <a:pt x="3931" y="509"/>
                    </a:moveTo>
                    <a:cubicBezTo>
                      <a:pt x="3931" y="509"/>
                      <a:pt x="3931" y="509"/>
                      <a:pt x="3931" y="509"/>
                    </a:cubicBezTo>
                    <a:moveTo>
                      <a:pt x="3931" y="509"/>
                    </a:moveTo>
                    <a:cubicBezTo>
                      <a:pt x="3931" y="509"/>
                      <a:pt x="3931" y="509"/>
                      <a:pt x="3931" y="509"/>
                    </a:cubicBezTo>
                    <a:moveTo>
                      <a:pt x="1966" y="46954"/>
                    </a:moveTo>
                    <a:cubicBezTo>
                      <a:pt x="16251" y="27215"/>
                      <a:pt x="31293" y="12991"/>
                      <a:pt x="41648" y="3121"/>
                    </a:cubicBezTo>
                    <a:moveTo>
                      <a:pt x="1966" y="46954"/>
                    </a:moveTo>
                    <a:cubicBezTo>
                      <a:pt x="16100" y="34181"/>
                      <a:pt x="23659" y="20611"/>
                      <a:pt x="41648" y="3121"/>
                    </a:cubicBezTo>
                    <a:moveTo>
                      <a:pt x="1" y="93399"/>
                    </a:moveTo>
                    <a:cubicBezTo>
                      <a:pt x="15193" y="80990"/>
                      <a:pt x="50794" y="44341"/>
                      <a:pt x="84278" y="291"/>
                    </a:cubicBezTo>
                    <a:moveTo>
                      <a:pt x="1" y="93399"/>
                    </a:moveTo>
                    <a:cubicBezTo>
                      <a:pt x="28950" y="58856"/>
                      <a:pt x="48828" y="30045"/>
                      <a:pt x="84278" y="291"/>
                    </a:cubicBezTo>
                    <a:moveTo>
                      <a:pt x="2948" y="134330"/>
                    </a:moveTo>
                    <a:cubicBezTo>
                      <a:pt x="52608" y="95867"/>
                      <a:pt x="87301" y="54211"/>
                      <a:pt x="121995" y="2903"/>
                    </a:cubicBezTo>
                    <a:moveTo>
                      <a:pt x="2948" y="134330"/>
                    </a:moveTo>
                    <a:cubicBezTo>
                      <a:pt x="51171" y="76998"/>
                      <a:pt x="87452" y="34544"/>
                      <a:pt x="121995" y="2903"/>
                    </a:cubicBezTo>
                    <a:moveTo>
                      <a:pt x="983" y="180775"/>
                    </a:moveTo>
                    <a:cubicBezTo>
                      <a:pt x="30537" y="145578"/>
                      <a:pt x="65457" y="104575"/>
                      <a:pt x="164624" y="1"/>
                    </a:cubicBezTo>
                    <a:moveTo>
                      <a:pt x="983" y="180775"/>
                    </a:moveTo>
                    <a:cubicBezTo>
                      <a:pt x="66591" y="106535"/>
                      <a:pt x="134164" y="41874"/>
                      <a:pt x="164624" y="1"/>
                    </a:cubicBezTo>
                    <a:moveTo>
                      <a:pt x="4006" y="221705"/>
                    </a:moveTo>
                    <a:cubicBezTo>
                      <a:pt x="54422" y="169889"/>
                      <a:pt x="106348" y="99495"/>
                      <a:pt x="202341" y="2613"/>
                    </a:cubicBezTo>
                    <a:moveTo>
                      <a:pt x="4006" y="221705"/>
                    </a:moveTo>
                    <a:cubicBezTo>
                      <a:pt x="41345" y="168873"/>
                      <a:pt x="92138" y="133967"/>
                      <a:pt x="202341" y="2613"/>
                    </a:cubicBezTo>
                    <a:moveTo>
                      <a:pt x="1966" y="268150"/>
                    </a:moveTo>
                    <a:cubicBezTo>
                      <a:pt x="42555" y="210674"/>
                      <a:pt x="121843" y="153561"/>
                      <a:pt x="239983" y="5226"/>
                    </a:cubicBezTo>
                    <a:moveTo>
                      <a:pt x="1966" y="268150"/>
                    </a:moveTo>
                    <a:cubicBezTo>
                      <a:pt x="48980" y="208207"/>
                      <a:pt x="107785" y="148916"/>
                      <a:pt x="239983" y="5226"/>
                    </a:cubicBezTo>
                    <a:moveTo>
                      <a:pt x="1" y="314596"/>
                    </a:moveTo>
                    <a:cubicBezTo>
                      <a:pt x="76114" y="233099"/>
                      <a:pt x="154496" y="131935"/>
                      <a:pt x="282688" y="2395"/>
                    </a:cubicBezTo>
                    <a:moveTo>
                      <a:pt x="1" y="314596"/>
                    </a:moveTo>
                    <a:cubicBezTo>
                      <a:pt x="65911" y="237743"/>
                      <a:pt x="136734" y="162124"/>
                      <a:pt x="282688" y="2395"/>
                    </a:cubicBezTo>
                    <a:moveTo>
                      <a:pt x="3024" y="355526"/>
                    </a:moveTo>
                    <a:cubicBezTo>
                      <a:pt x="127663" y="228382"/>
                      <a:pt x="219953" y="106752"/>
                      <a:pt x="320329" y="5008"/>
                    </a:cubicBezTo>
                    <a:moveTo>
                      <a:pt x="3024" y="355526"/>
                    </a:moveTo>
                    <a:cubicBezTo>
                      <a:pt x="95086" y="258136"/>
                      <a:pt x="171427" y="174824"/>
                      <a:pt x="320329" y="5008"/>
                    </a:cubicBezTo>
                    <a:moveTo>
                      <a:pt x="1059" y="401971"/>
                    </a:moveTo>
                    <a:cubicBezTo>
                      <a:pt x="130989" y="277947"/>
                      <a:pt x="242401" y="128524"/>
                      <a:pt x="363035" y="2105"/>
                    </a:cubicBezTo>
                    <a:moveTo>
                      <a:pt x="1059" y="401971"/>
                    </a:moveTo>
                    <a:cubicBezTo>
                      <a:pt x="134693" y="241444"/>
                      <a:pt x="286090" y="89263"/>
                      <a:pt x="363035" y="2105"/>
                    </a:cubicBezTo>
                    <a:moveTo>
                      <a:pt x="4006" y="442902"/>
                    </a:moveTo>
                    <a:cubicBezTo>
                      <a:pt x="141042" y="283608"/>
                      <a:pt x="296218" y="106752"/>
                      <a:pt x="400676" y="4718"/>
                    </a:cubicBezTo>
                    <a:moveTo>
                      <a:pt x="4006" y="442902"/>
                    </a:moveTo>
                    <a:cubicBezTo>
                      <a:pt x="135978" y="301606"/>
                      <a:pt x="257216" y="148263"/>
                      <a:pt x="400676" y="4718"/>
                    </a:cubicBezTo>
                    <a:moveTo>
                      <a:pt x="2041" y="489347"/>
                    </a:moveTo>
                    <a:cubicBezTo>
                      <a:pt x="173014" y="314451"/>
                      <a:pt x="327812" y="137160"/>
                      <a:pt x="443382" y="1887"/>
                    </a:cubicBezTo>
                    <a:moveTo>
                      <a:pt x="2041" y="489347"/>
                    </a:moveTo>
                    <a:cubicBezTo>
                      <a:pt x="92970" y="387094"/>
                      <a:pt x="171276" y="288978"/>
                      <a:pt x="443382" y="1887"/>
                    </a:cubicBezTo>
                    <a:moveTo>
                      <a:pt x="76" y="535720"/>
                    </a:moveTo>
                    <a:cubicBezTo>
                      <a:pt x="175207" y="322143"/>
                      <a:pt x="377094" y="142094"/>
                      <a:pt x="481099" y="4500"/>
                    </a:cubicBezTo>
                    <a:moveTo>
                      <a:pt x="76" y="535720"/>
                    </a:moveTo>
                    <a:cubicBezTo>
                      <a:pt x="185562" y="341302"/>
                      <a:pt x="349732" y="140788"/>
                      <a:pt x="481099" y="4500"/>
                    </a:cubicBezTo>
                    <a:moveTo>
                      <a:pt x="3024" y="576723"/>
                    </a:moveTo>
                    <a:cubicBezTo>
                      <a:pt x="197202" y="364452"/>
                      <a:pt x="383972" y="156101"/>
                      <a:pt x="523729" y="1597"/>
                    </a:cubicBezTo>
                    <a:moveTo>
                      <a:pt x="3024" y="576723"/>
                    </a:moveTo>
                    <a:cubicBezTo>
                      <a:pt x="135449" y="417574"/>
                      <a:pt x="268478" y="268804"/>
                      <a:pt x="523729" y="1597"/>
                    </a:cubicBezTo>
                    <a:moveTo>
                      <a:pt x="1059" y="623168"/>
                    </a:moveTo>
                    <a:cubicBezTo>
                      <a:pt x="199620" y="413002"/>
                      <a:pt x="413072" y="196160"/>
                      <a:pt x="561445" y="4210"/>
                    </a:cubicBezTo>
                    <a:moveTo>
                      <a:pt x="1059" y="623168"/>
                    </a:moveTo>
                    <a:cubicBezTo>
                      <a:pt x="145350" y="471785"/>
                      <a:pt x="271653" y="328602"/>
                      <a:pt x="561445" y="4210"/>
                    </a:cubicBezTo>
                    <a:moveTo>
                      <a:pt x="4082" y="664098"/>
                    </a:moveTo>
                    <a:cubicBezTo>
                      <a:pt x="165532" y="474325"/>
                      <a:pt x="331365" y="286511"/>
                      <a:pt x="604076" y="1379"/>
                    </a:cubicBezTo>
                    <a:moveTo>
                      <a:pt x="4082" y="664098"/>
                    </a:moveTo>
                    <a:cubicBezTo>
                      <a:pt x="120936" y="526721"/>
                      <a:pt x="245274" y="394860"/>
                      <a:pt x="604076" y="1379"/>
                    </a:cubicBezTo>
                    <a:moveTo>
                      <a:pt x="2041" y="710544"/>
                    </a:moveTo>
                    <a:cubicBezTo>
                      <a:pt x="145275" y="539421"/>
                      <a:pt x="277700" y="385498"/>
                      <a:pt x="641792" y="3992"/>
                    </a:cubicBezTo>
                    <a:moveTo>
                      <a:pt x="2041" y="710544"/>
                    </a:moveTo>
                    <a:cubicBezTo>
                      <a:pt x="266664" y="440507"/>
                      <a:pt x="517002" y="157625"/>
                      <a:pt x="641792" y="3992"/>
                    </a:cubicBezTo>
                    <a:moveTo>
                      <a:pt x="76" y="756916"/>
                    </a:moveTo>
                    <a:cubicBezTo>
                      <a:pt x="223430" y="515255"/>
                      <a:pt x="424561" y="289486"/>
                      <a:pt x="684422" y="1089"/>
                    </a:cubicBezTo>
                    <a:moveTo>
                      <a:pt x="76" y="756916"/>
                    </a:moveTo>
                    <a:cubicBezTo>
                      <a:pt x="198864" y="533107"/>
                      <a:pt x="401735" y="313653"/>
                      <a:pt x="684422" y="1089"/>
                    </a:cubicBezTo>
                    <a:moveTo>
                      <a:pt x="3099" y="797919"/>
                    </a:moveTo>
                    <a:cubicBezTo>
                      <a:pt x="278531" y="496822"/>
                      <a:pt x="559480" y="197249"/>
                      <a:pt x="722139" y="3702"/>
                    </a:cubicBezTo>
                    <a:moveTo>
                      <a:pt x="3099" y="797919"/>
                    </a:moveTo>
                    <a:cubicBezTo>
                      <a:pt x="273845" y="483178"/>
                      <a:pt x="560009" y="177582"/>
                      <a:pt x="722139" y="3702"/>
                    </a:cubicBezTo>
                    <a:moveTo>
                      <a:pt x="1134" y="844364"/>
                    </a:moveTo>
                    <a:cubicBezTo>
                      <a:pt x="183294" y="633255"/>
                      <a:pt x="387902" y="425485"/>
                      <a:pt x="764769" y="871"/>
                    </a:cubicBezTo>
                    <a:moveTo>
                      <a:pt x="1134" y="844364"/>
                    </a:moveTo>
                    <a:cubicBezTo>
                      <a:pt x="181858" y="635505"/>
                      <a:pt x="364622" y="438402"/>
                      <a:pt x="764769" y="871"/>
                    </a:cubicBezTo>
                    <a:moveTo>
                      <a:pt x="4082" y="885294"/>
                    </a:moveTo>
                    <a:cubicBezTo>
                      <a:pt x="286619" y="560031"/>
                      <a:pt x="582534" y="223156"/>
                      <a:pt x="802486" y="3484"/>
                    </a:cubicBezTo>
                    <a:moveTo>
                      <a:pt x="4082" y="885294"/>
                    </a:moveTo>
                    <a:cubicBezTo>
                      <a:pt x="251774" y="606549"/>
                      <a:pt x="506269" y="319894"/>
                      <a:pt x="802486" y="3484"/>
                    </a:cubicBezTo>
                    <a:moveTo>
                      <a:pt x="2117" y="931740"/>
                    </a:moveTo>
                    <a:cubicBezTo>
                      <a:pt x="261222" y="655027"/>
                      <a:pt x="527508" y="365976"/>
                      <a:pt x="845116" y="654"/>
                    </a:cubicBezTo>
                    <a:moveTo>
                      <a:pt x="2117" y="931740"/>
                    </a:moveTo>
                    <a:cubicBezTo>
                      <a:pt x="344063" y="573892"/>
                      <a:pt x="680567" y="203998"/>
                      <a:pt x="845116" y="654"/>
                    </a:cubicBezTo>
                    <a:moveTo>
                      <a:pt x="152" y="978113"/>
                    </a:moveTo>
                    <a:cubicBezTo>
                      <a:pt x="187376" y="778760"/>
                      <a:pt x="374146" y="545444"/>
                      <a:pt x="882833" y="3266"/>
                    </a:cubicBezTo>
                    <a:moveTo>
                      <a:pt x="152" y="978113"/>
                    </a:moveTo>
                    <a:cubicBezTo>
                      <a:pt x="195463" y="766641"/>
                      <a:pt x="406648" y="535647"/>
                      <a:pt x="882833" y="3266"/>
                    </a:cubicBezTo>
                    <a:moveTo>
                      <a:pt x="3099" y="1019115"/>
                    </a:moveTo>
                    <a:cubicBezTo>
                      <a:pt x="289264" y="739572"/>
                      <a:pt x="543759" y="428097"/>
                      <a:pt x="925463" y="363"/>
                    </a:cubicBezTo>
                    <a:moveTo>
                      <a:pt x="3099" y="1019115"/>
                    </a:moveTo>
                    <a:cubicBezTo>
                      <a:pt x="329853" y="653866"/>
                      <a:pt x="653659" y="299501"/>
                      <a:pt x="925463" y="363"/>
                    </a:cubicBezTo>
                    <a:moveTo>
                      <a:pt x="1134" y="1065489"/>
                    </a:moveTo>
                    <a:cubicBezTo>
                      <a:pt x="235750" y="791823"/>
                      <a:pt x="487523" y="514456"/>
                      <a:pt x="963180" y="2976"/>
                    </a:cubicBezTo>
                    <a:moveTo>
                      <a:pt x="1134" y="1065489"/>
                    </a:moveTo>
                    <a:cubicBezTo>
                      <a:pt x="314887" y="729122"/>
                      <a:pt x="620175" y="402624"/>
                      <a:pt x="963180" y="2976"/>
                    </a:cubicBezTo>
                    <a:moveTo>
                      <a:pt x="4082" y="1106491"/>
                    </a:moveTo>
                    <a:cubicBezTo>
                      <a:pt x="222825" y="855468"/>
                      <a:pt x="427509" y="615911"/>
                      <a:pt x="1005810" y="146"/>
                    </a:cubicBezTo>
                    <a:moveTo>
                      <a:pt x="4082" y="1106491"/>
                    </a:moveTo>
                    <a:cubicBezTo>
                      <a:pt x="332952" y="729267"/>
                      <a:pt x="671270" y="359953"/>
                      <a:pt x="1005810" y="146"/>
                    </a:cubicBezTo>
                    <a:moveTo>
                      <a:pt x="2117" y="1152937"/>
                    </a:moveTo>
                    <a:cubicBezTo>
                      <a:pt x="360616" y="758440"/>
                      <a:pt x="736047" y="365686"/>
                      <a:pt x="1043526" y="2758"/>
                    </a:cubicBezTo>
                    <a:moveTo>
                      <a:pt x="2117" y="1152937"/>
                    </a:moveTo>
                    <a:cubicBezTo>
                      <a:pt x="331138" y="800387"/>
                      <a:pt x="640583" y="447328"/>
                      <a:pt x="1043526" y="2758"/>
                    </a:cubicBezTo>
                    <a:moveTo>
                      <a:pt x="152" y="1199310"/>
                    </a:moveTo>
                    <a:cubicBezTo>
                      <a:pt x="354645" y="817731"/>
                      <a:pt x="717604" y="422219"/>
                      <a:pt x="1081168" y="5371"/>
                    </a:cubicBezTo>
                    <a:moveTo>
                      <a:pt x="152" y="1199310"/>
                    </a:moveTo>
                    <a:cubicBezTo>
                      <a:pt x="234389" y="936240"/>
                      <a:pt x="485407" y="673097"/>
                      <a:pt x="1081168" y="5371"/>
                    </a:cubicBezTo>
                    <a:moveTo>
                      <a:pt x="3175" y="1240312"/>
                    </a:moveTo>
                    <a:cubicBezTo>
                      <a:pt x="278229" y="931667"/>
                      <a:pt x="561748" y="613806"/>
                      <a:pt x="1123873" y="2468"/>
                    </a:cubicBezTo>
                    <a:moveTo>
                      <a:pt x="3175" y="1240312"/>
                    </a:moveTo>
                    <a:cubicBezTo>
                      <a:pt x="272938" y="930724"/>
                      <a:pt x="566056" y="608581"/>
                      <a:pt x="1123873" y="2468"/>
                    </a:cubicBezTo>
                    <a:moveTo>
                      <a:pt x="1134" y="1286685"/>
                    </a:moveTo>
                    <a:cubicBezTo>
                      <a:pt x="316323" y="950681"/>
                      <a:pt x="618588" y="621862"/>
                      <a:pt x="1161515" y="5080"/>
                    </a:cubicBezTo>
                    <a:moveTo>
                      <a:pt x="1134" y="1286685"/>
                    </a:moveTo>
                    <a:cubicBezTo>
                      <a:pt x="394705" y="854524"/>
                      <a:pt x="765978" y="442611"/>
                      <a:pt x="1161515" y="5080"/>
                    </a:cubicBezTo>
                    <a:moveTo>
                      <a:pt x="4158" y="1327688"/>
                    </a:moveTo>
                    <a:cubicBezTo>
                      <a:pt x="299619" y="1020494"/>
                      <a:pt x="575126" y="701254"/>
                      <a:pt x="1204220" y="2250"/>
                    </a:cubicBezTo>
                    <a:moveTo>
                      <a:pt x="4158" y="1327688"/>
                    </a:moveTo>
                    <a:cubicBezTo>
                      <a:pt x="457365" y="822303"/>
                      <a:pt x="914805" y="316338"/>
                      <a:pt x="1204220" y="2250"/>
                    </a:cubicBezTo>
                    <a:moveTo>
                      <a:pt x="2192" y="1374133"/>
                    </a:moveTo>
                    <a:cubicBezTo>
                      <a:pt x="326150" y="1015342"/>
                      <a:pt x="655549" y="652922"/>
                      <a:pt x="1241861" y="4863"/>
                    </a:cubicBezTo>
                    <a:moveTo>
                      <a:pt x="2192" y="1374133"/>
                    </a:moveTo>
                    <a:cubicBezTo>
                      <a:pt x="507402" y="837035"/>
                      <a:pt x="993414" y="284043"/>
                      <a:pt x="1241861" y="4863"/>
                    </a:cubicBezTo>
                    <a:moveTo>
                      <a:pt x="227" y="1420506"/>
                    </a:moveTo>
                    <a:cubicBezTo>
                      <a:pt x="371954" y="1022527"/>
                      <a:pt x="748670" y="609089"/>
                      <a:pt x="1284567" y="1960"/>
                    </a:cubicBezTo>
                    <a:moveTo>
                      <a:pt x="227" y="1420506"/>
                    </a:moveTo>
                    <a:cubicBezTo>
                      <a:pt x="295160" y="1092993"/>
                      <a:pt x="594098" y="768890"/>
                      <a:pt x="1284567" y="1960"/>
                    </a:cubicBezTo>
                    <a:moveTo>
                      <a:pt x="3175" y="1461509"/>
                    </a:moveTo>
                    <a:cubicBezTo>
                      <a:pt x="522519" y="873973"/>
                      <a:pt x="1061289" y="305162"/>
                      <a:pt x="1322208" y="4573"/>
                    </a:cubicBezTo>
                    <a:moveTo>
                      <a:pt x="3175" y="1461509"/>
                    </a:moveTo>
                    <a:cubicBezTo>
                      <a:pt x="297427" y="1123690"/>
                      <a:pt x="607779" y="781083"/>
                      <a:pt x="1322208" y="4573"/>
                    </a:cubicBezTo>
                    <a:moveTo>
                      <a:pt x="1210" y="1507881"/>
                    </a:moveTo>
                    <a:cubicBezTo>
                      <a:pt x="401357" y="1072165"/>
                      <a:pt x="794096" y="639351"/>
                      <a:pt x="1364914" y="1742"/>
                    </a:cubicBezTo>
                    <a:moveTo>
                      <a:pt x="1210" y="1507881"/>
                    </a:moveTo>
                    <a:cubicBezTo>
                      <a:pt x="410427" y="1073181"/>
                      <a:pt x="811481" y="623168"/>
                      <a:pt x="1364914" y="1742"/>
                    </a:cubicBezTo>
                    <a:moveTo>
                      <a:pt x="4158" y="1548884"/>
                    </a:moveTo>
                    <a:cubicBezTo>
                      <a:pt x="464924" y="1043282"/>
                      <a:pt x="914352" y="537824"/>
                      <a:pt x="1362873" y="48188"/>
                    </a:cubicBezTo>
                    <a:moveTo>
                      <a:pt x="4158" y="1548884"/>
                    </a:moveTo>
                    <a:cubicBezTo>
                      <a:pt x="364925" y="1149090"/>
                      <a:pt x="727884" y="752417"/>
                      <a:pt x="1362873" y="48188"/>
                    </a:cubicBezTo>
                    <a:moveTo>
                      <a:pt x="2192" y="1595257"/>
                    </a:moveTo>
                    <a:cubicBezTo>
                      <a:pt x="324789" y="1224854"/>
                      <a:pt x="669834" y="863668"/>
                      <a:pt x="1360908" y="94561"/>
                    </a:cubicBezTo>
                    <a:moveTo>
                      <a:pt x="2192" y="1595257"/>
                    </a:moveTo>
                    <a:cubicBezTo>
                      <a:pt x="529851" y="1007867"/>
                      <a:pt x="1071871" y="410753"/>
                      <a:pt x="1360908" y="94561"/>
                    </a:cubicBezTo>
                    <a:moveTo>
                      <a:pt x="227" y="1641702"/>
                    </a:moveTo>
                    <a:cubicBezTo>
                      <a:pt x="481855" y="1117086"/>
                      <a:pt x="954487" y="597333"/>
                      <a:pt x="1363931" y="135563"/>
                    </a:cubicBezTo>
                    <a:moveTo>
                      <a:pt x="227" y="1641702"/>
                    </a:moveTo>
                    <a:cubicBezTo>
                      <a:pt x="513071" y="1089437"/>
                      <a:pt x="1017147" y="537462"/>
                      <a:pt x="1363931" y="135563"/>
                    </a:cubicBezTo>
                    <a:moveTo>
                      <a:pt x="3251" y="1682705"/>
                    </a:moveTo>
                    <a:cubicBezTo>
                      <a:pt x="351093" y="1304828"/>
                      <a:pt x="703394" y="930579"/>
                      <a:pt x="1361966" y="181936"/>
                    </a:cubicBezTo>
                    <a:moveTo>
                      <a:pt x="3251" y="1682705"/>
                    </a:moveTo>
                    <a:cubicBezTo>
                      <a:pt x="429021" y="1201777"/>
                      <a:pt x="848139" y="719833"/>
                      <a:pt x="1361966" y="181936"/>
                    </a:cubicBezTo>
                    <a:moveTo>
                      <a:pt x="1210" y="1729078"/>
                    </a:moveTo>
                    <a:cubicBezTo>
                      <a:pt x="449126" y="1224419"/>
                      <a:pt x="904526" y="719978"/>
                      <a:pt x="1364914" y="222939"/>
                    </a:cubicBezTo>
                    <a:moveTo>
                      <a:pt x="1210" y="1729078"/>
                    </a:moveTo>
                    <a:cubicBezTo>
                      <a:pt x="356308" y="1322825"/>
                      <a:pt x="710953" y="929200"/>
                      <a:pt x="1364914" y="222939"/>
                    </a:cubicBezTo>
                    <a:moveTo>
                      <a:pt x="4233" y="1770080"/>
                    </a:moveTo>
                    <a:cubicBezTo>
                      <a:pt x="477773" y="1235087"/>
                      <a:pt x="943301" y="719180"/>
                      <a:pt x="1362948" y="269384"/>
                    </a:cubicBezTo>
                    <a:moveTo>
                      <a:pt x="4233" y="1770080"/>
                    </a:moveTo>
                    <a:cubicBezTo>
                      <a:pt x="498861" y="1227249"/>
                      <a:pt x="980715" y="682241"/>
                      <a:pt x="1362948" y="269384"/>
                    </a:cubicBezTo>
                    <a:moveTo>
                      <a:pt x="2268" y="1816453"/>
                    </a:moveTo>
                    <a:cubicBezTo>
                      <a:pt x="511030" y="1255915"/>
                      <a:pt x="1017147" y="681805"/>
                      <a:pt x="1360983" y="315757"/>
                    </a:cubicBezTo>
                    <a:moveTo>
                      <a:pt x="2268" y="1816453"/>
                    </a:moveTo>
                    <a:cubicBezTo>
                      <a:pt x="416096" y="1362232"/>
                      <a:pt x="824330" y="914541"/>
                      <a:pt x="1360983" y="315757"/>
                    </a:cubicBezTo>
                    <a:moveTo>
                      <a:pt x="303" y="1862899"/>
                    </a:moveTo>
                    <a:cubicBezTo>
                      <a:pt x="340889" y="1489956"/>
                      <a:pt x="672933" y="1126956"/>
                      <a:pt x="1363931" y="356760"/>
                    </a:cubicBezTo>
                    <a:moveTo>
                      <a:pt x="303" y="1862899"/>
                    </a:moveTo>
                    <a:cubicBezTo>
                      <a:pt x="502716" y="1299675"/>
                      <a:pt x="1020775" y="730428"/>
                      <a:pt x="1363931" y="356760"/>
                    </a:cubicBezTo>
                    <a:moveTo>
                      <a:pt x="3251" y="1903829"/>
                    </a:moveTo>
                    <a:cubicBezTo>
                      <a:pt x="525240" y="1290749"/>
                      <a:pt x="1084116" y="696465"/>
                      <a:pt x="1361966" y="403133"/>
                    </a:cubicBezTo>
                    <a:moveTo>
                      <a:pt x="3251" y="1903829"/>
                    </a:moveTo>
                    <a:cubicBezTo>
                      <a:pt x="390624" y="1472031"/>
                      <a:pt x="784043" y="1053950"/>
                      <a:pt x="1361966" y="403133"/>
                    </a:cubicBezTo>
                    <a:moveTo>
                      <a:pt x="1285" y="1950274"/>
                    </a:moveTo>
                    <a:cubicBezTo>
                      <a:pt x="517984" y="1373770"/>
                      <a:pt x="1042393" y="786380"/>
                      <a:pt x="1364989" y="444135"/>
                    </a:cubicBezTo>
                    <a:moveTo>
                      <a:pt x="1285" y="1950274"/>
                    </a:moveTo>
                    <a:cubicBezTo>
                      <a:pt x="488430" y="1406064"/>
                      <a:pt x="983361" y="858080"/>
                      <a:pt x="1364989" y="444135"/>
                    </a:cubicBezTo>
                    <a:moveTo>
                      <a:pt x="4233" y="1991277"/>
                    </a:moveTo>
                    <a:cubicBezTo>
                      <a:pt x="416776" y="1533354"/>
                      <a:pt x="820249" y="1082833"/>
                      <a:pt x="1362948" y="490581"/>
                    </a:cubicBezTo>
                    <a:moveTo>
                      <a:pt x="4233" y="1991277"/>
                    </a:moveTo>
                    <a:cubicBezTo>
                      <a:pt x="319649" y="1628495"/>
                      <a:pt x="652374" y="1256858"/>
                      <a:pt x="1362948" y="490581"/>
                    </a:cubicBezTo>
                    <a:moveTo>
                      <a:pt x="2268" y="2037650"/>
                    </a:moveTo>
                    <a:cubicBezTo>
                      <a:pt x="418666" y="1569204"/>
                      <a:pt x="835668" y="1123835"/>
                      <a:pt x="1360983" y="536954"/>
                    </a:cubicBezTo>
                    <a:moveTo>
                      <a:pt x="2268" y="2037650"/>
                    </a:moveTo>
                    <a:cubicBezTo>
                      <a:pt x="352000" y="1658321"/>
                      <a:pt x="696289" y="1274130"/>
                      <a:pt x="1360983" y="536954"/>
                    </a:cubicBezTo>
                    <a:moveTo>
                      <a:pt x="44974" y="2034820"/>
                    </a:moveTo>
                    <a:cubicBezTo>
                      <a:pt x="345121" y="1722546"/>
                      <a:pt x="627582" y="1376310"/>
                      <a:pt x="1364007" y="577956"/>
                    </a:cubicBezTo>
                    <a:moveTo>
                      <a:pt x="44974" y="2034820"/>
                    </a:moveTo>
                    <a:cubicBezTo>
                      <a:pt x="383443" y="1649467"/>
                      <a:pt x="730907" y="1262591"/>
                      <a:pt x="1364007" y="577956"/>
                    </a:cubicBezTo>
                    <a:moveTo>
                      <a:pt x="82615" y="2037432"/>
                    </a:moveTo>
                    <a:cubicBezTo>
                      <a:pt x="427660" y="1638146"/>
                      <a:pt x="771647" y="1250762"/>
                      <a:pt x="1362041" y="624329"/>
                    </a:cubicBezTo>
                    <a:moveTo>
                      <a:pt x="82615" y="2037432"/>
                    </a:moveTo>
                    <a:cubicBezTo>
                      <a:pt x="489489" y="1589669"/>
                      <a:pt x="887217" y="1149889"/>
                      <a:pt x="1362041" y="624329"/>
                    </a:cubicBezTo>
                    <a:moveTo>
                      <a:pt x="125320" y="2034529"/>
                    </a:moveTo>
                    <a:cubicBezTo>
                      <a:pt x="477471" y="1636187"/>
                      <a:pt x="848517" y="1216146"/>
                      <a:pt x="1364989" y="665332"/>
                    </a:cubicBezTo>
                    <a:moveTo>
                      <a:pt x="125320" y="2034529"/>
                    </a:moveTo>
                    <a:cubicBezTo>
                      <a:pt x="460615" y="1691922"/>
                      <a:pt x="772857" y="1337775"/>
                      <a:pt x="1364989" y="665332"/>
                    </a:cubicBezTo>
                    <a:moveTo>
                      <a:pt x="162962" y="2037142"/>
                    </a:moveTo>
                    <a:cubicBezTo>
                      <a:pt x="451772" y="1690906"/>
                      <a:pt x="750332" y="1364409"/>
                      <a:pt x="1363024" y="711705"/>
                    </a:cubicBezTo>
                    <a:moveTo>
                      <a:pt x="162962" y="2037142"/>
                    </a:moveTo>
                    <a:cubicBezTo>
                      <a:pt x="598331" y="1544167"/>
                      <a:pt x="1038916" y="1053950"/>
                      <a:pt x="1363024" y="711705"/>
                    </a:cubicBezTo>
                    <a:moveTo>
                      <a:pt x="205667" y="2034312"/>
                    </a:moveTo>
                    <a:cubicBezTo>
                      <a:pt x="507176" y="1696131"/>
                      <a:pt x="792811" y="1379358"/>
                      <a:pt x="1361059" y="758150"/>
                    </a:cubicBezTo>
                    <a:moveTo>
                      <a:pt x="205667" y="2034312"/>
                    </a:moveTo>
                    <a:cubicBezTo>
                      <a:pt x="645798" y="1525807"/>
                      <a:pt x="1097494" y="1026808"/>
                      <a:pt x="1361059" y="758150"/>
                    </a:cubicBezTo>
                    <a:moveTo>
                      <a:pt x="243308" y="2036924"/>
                    </a:moveTo>
                    <a:cubicBezTo>
                      <a:pt x="597046" y="1647290"/>
                      <a:pt x="939975" y="1276089"/>
                      <a:pt x="1364007" y="799153"/>
                    </a:cubicBezTo>
                    <a:moveTo>
                      <a:pt x="243308" y="2036924"/>
                    </a:moveTo>
                    <a:cubicBezTo>
                      <a:pt x="645647" y="1585750"/>
                      <a:pt x="1051387" y="1141107"/>
                      <a:pt x="1364007" y="799153"/>
                    </a:cubicBezTo>
                    <a:moveTo>
                      <a:pt x="286014" y="2034094"/>
                    </a:moveTo>
                    <a:cubicBezTo>
                      <a:pt x="571120" y="1726320"/>
                      <a:pt x="866053" y="1412668"/>
                      <a:pt x="1362041" y="845526"/>
                    </a:cubicBezTo>
                    <a:moveTo>
                      <a:pt x="286014" y="2034094"/>
                    </a:moveTo>
                    <a:cubicBezTo>
                      <a:pt x="571876" y="1722546"/>
                      <a:pt x="848668" y="1421449"/>
                      <a:pt x="1362041" y="845526"/>
                    </a:cubicBezTo>
                    <a:moveTo>
                      <a:pt x="323655" y="2036707"/>
                    </a:moveTo>
                    <a:cubicBezTo>
                      <a:pt x="555248" y="1776539"/>
                      <a:pt x="779206" y="1516517"/>
                      <a:pt x="1365065" y="886528"/>
                    </a:cubicBezTo>
                    <a:moveTo>
                      <a:pt x="323655" y="2036707"/>
                    </a:moveTo>
                    <a:cubicBezTo>
                      <a:pt x="534537" y="1802085"/>
                      <a:pt x="743530" y="1576969"/>
                      <a:pt x="1365065" y="886528"/>
                    </a:cubicBezTo>
                    <a:moveTo>
                      <a:pt x="366361" y="2033804"/>
                    </a:moveTo>
                    <a:cubicBezTo>
                      <a:pt x="649200" y="1719063"/>
                      <a:pt x="933324" y="1409185"/>
                      <a:pt x="1363024" y="932901"/>
                    </a:cubicBezTo>
                    <a:moveTo>
                      <a:pt x="366361" y="2033804"/>
                    </a:moveTo>
                    <a:cubicBezTo>
                      <a:pt x="673689" y="1699614"/>
                      <a:pt x="990239" y="1353740"/>
                      <a:pt x="1363024" y="932901"/>
                    </a:cubicBezTo>
                    <a:moveTo>
                      <a:pt x="404002" y="2036416"/>
                    </a:moveTo>
                    <a:cubicBezTo>
                      <a:pt x="687370" y="1719136"/>
                      <a:pt x="973762" y="1411797"/>
                      <a:pt x="1361059" y="979347"/>
                    </a:cubicBezTo>
                    <a:moveTo>
                      <a:pt x="404002" y="2036416"/>
                    </a:moveTo>
                    <a:cubicBezTo>
                      <a:pt x="710650" y="1709121"/>
                      <a:pt x="1009211" y="1375584"/>
                      <a:pt x="1361059" y="979347"/>
                    </a:cubicBezTo>
                    <a:moveTo>
                      <a:pt x="446708" y="2033586"/>
                    </a:moveTo>
                    <a:cubicBezTo>
                      <a:pt x="709743" y="1747511"/>
                      <a:pt x="958569" y="1457590"/>
                      <a:pt x="1364082" y="1020349"/>
                    </a:cubicBezTo>
                    <a:moveTo>
                      <a:pt x="446708" y="2033586"/>
                    </a:moveTo>
                    <a:cubicBezTo>
                      <a:pt x="643607" y="1824291"/>
                      <a:pt x="834232" y="1597361"/>
                      <a:pt x="1364082" y="1020349"/>
                    </a:cubicBezTo>
                    <a:moveTo>
                      <a:pt x="484349" y="2036199"/>
                    </a:moveTo>
                    <a:cubicBezTo>
                      <a:pt x="797120" y="1705928"/>
                      <a:pt x="1082226" y="1387776"/>
                      <a:pt x="1362117" y="1066722"/>
                    </a:cubicBezTo>
                    <a:moveTo>
                      <a:pt x="484349" y="2036199"/>
                    </a:moveTo>
                    <a:cubicBezTo>
                      <a:pt x="738541" y="1762823"/>
                      <a:pt x="975953" y="1482845"/>
                      <a:pt x="1362117" y="1066722"/>
                    </a:cubicBezTo>
                    <a:moveTo>
                      <a:pt x="522066" y="2038811"/>
                    </a:moveTo>
                    <a:cubicBezTo>
                      <a:pt x="718436" y="1814712"/>
                      <a:pt x="942998" y="1568406"/>
                      <a:pt x="1365065" y="1107725"/>
                    </a:cubicBezTo>
                    <a:moveTo>
                      <a:pt x="522066" y="2038811"/>
                    </a:moveTo>
                    <a:cubicBezTo>
                      <a:pt x="779962" y="1750849"/>
                      <a:pt x="1043149" y="1465427"/>
                      <a:pt x="1365065" y="1107725"/>
                    </a:cubicBezTo>
                    <a:moveTo>
                      <a:pt x="564696" y="2035908"/>
                    </a:moveTo>
                    <a:cubicBezTo>
                      <a:pt x="770136" y="1835902"/>
                      <a:pt x="964087" y="1616012"/>
                      <a:pt x="1363100" y="1154097"/>
                    </a:cubicBezTo>
                    <a:moveTo>
                      <a:pt x="564696" y="2035908"/>
                    </a:moveTo>
                    <a:cubicBezTo>
                      <a:pt x="742849" y="1840910"/>
                      <a:pt x="917148" y="1654112"/>
                      <a:pt x="1363100" y="1154097"/>
                    </a:cubicBezTo>
                    <a:moveTo>
                      <a:pt x="602413" y="2038521"/>
                    </a:moveTo>
                    <a:cubicBezTo>
                      <a:pt x="876106" y="1726393"/>
                      <a:pt x="1145642" y="1423264"/>
                      <a:pt x="1361135" y="1200543"/>
                    </a:cubicBezTo>
                    <a:moveTo>
                      <a:pt x="602413" y="2038521"/>
                    </a:moveTo>
                    <a:cubicBezTo>
                      <a:pt x="843302" y="1748237"/>
                      <a:pt x="1100517" y="1462524"/>
                      <a:pt x="1361135" y="1200543"/>
                    </a:cubicBezTo>
                    <a:moveTo>
                      <a:pt x="645042" y="2035691"/>
                    </a:moveTo>
                    <a:cubicBezTo>
                      <a:pt x="832040" y="1855932"/>
                      <a:pt x="995530" y="1653169"/>
                      <a:pt x="1364082" y="1241473"/>
                    </a:cubicBezTo>
                    <a:moveTo>
                      <a:pt x="645042" y="2035691"/>
                    </a:moveTo>
                    <a:cubicBezTo>
                      <a:pt x="917677" y="1719644"/>
                      <a:pt x="1203237" y="1419562"/>
                      <a:pt x="1364082" y="1241473"/>
                    </a:cubicBezTo>
                    <a:moveTo>
                      <a:pt x="682759" y="2038303"/>
                    </a:moveTo>
                    <a:cubicBezTo>
                      <a:pt x="855471" y="1851941"/>
                      <a:pt x="1009211" y="1667247"/>
                      <a:pt x="1362117" y="1287918"/>
                    </a:cubicBezTo>
                    <a:moveTo>
                      <a:pt x="682759" y="2038303"/>
                    </a:moveTo>
                    <a:cubicBezTo>
                      <a:pt x="904979" y="1800560"/>
                      <a:pt x="1115181" y="1572034"/>
                      <a:pt x="1362117" y="1287918"/>
                    </a:cubicBezTo>
                    <a:moveTo>
                      <a:pt x="725389" y="2035400"/>
                    </a:moveTo>
                    <a:cubicBezTo>
                      <a:pt x="889182" y="1855351"/>
                      <a:pt x="1053126" y="1666667"/>
                      <a:pt x="1365141" y="1328921"/>
                    </a:cubicBezTo>
                    <a:moveTo>
                      <a:pt x="725389" y="2035400"/>
                    </a:moveTo>
                    <a:cubicBezTo>
                      <a:pt x="962802" y="1770879"/>
                      <a:pt x="1213895" y="1497722"/>
                      <a:pt x="1365141" y="1328921"/>
                    </a:cubicBezTo>
                    <a:moveTo>
                      <a:pt x="763106" y="2038013"/>
                    </a:moveTo>
                    <a:cubicBezTo>
                      <a:pt x="940429" y="1846498"/>
                      <a:pt x="1089029" y="1661877"/>
                      <a:pt x="1363100" y="1375294"/>
                    </a:cubicBezTo>
                    <a:moveTo>
                      <a:pt x="763106" y="2038013"/>
                    </a:moveTo>
                    <a:cubicBezTo>
                      <a:pt x="936725" y="1836193"/>
                      <a:pt x="1106489" y="1651354"/>
                      <a:pt x="1363100" y="1375294"/>
                    </a:cubicBezTo>
                    <a:moveTo>
                      <a:pt x="805736" y="2035183"/>
                    </a:moveTo>
                    <a:cubicBezTo>
                      <a:pt x="994094" y="1824437"/>
                      <a:pt x="1196057" y="1620076"/>
                      <a:pt x="1361135" y="1421739"/>
                    </a:cubicBezTo>
                    <a:moveTo>
                      <a:pt x="805736" y="2035183"/>
                    </a:moveTo>
                    <a:cubicBezTo>
                      <a:pt x="983814" y="1828065"/>
                      <a:pt x="1170887" y="1631615"/>
                      <a:pt x="1361135" y="1421739"/>
                    </a:cubicBezTo>
                    <a:moveTo>
                      <a:pt x="843453" y="2037795"/>
                    </a:moveTo>
                    <a:cubicBezTo>
                      <a:pt x="989634" y="1871898"/>
                      <a:pt x="1154334" y="1684955"/>
                      <a:pt x="1364158" y="1462670"/>
                    </a:cubicBezTo>
                    <a:moveTo>
                      <a:pt x="843453" y="2037795"/>
                    </a:moveTo>
                    <a:cubicBezTo>
                      <a:pt x="1021229" y="1846063"/>
                      <a:pt x="1205505" y="1647363"/>
                      <a:pt x="1364158" y="1462670"/>
                    </a:cubicBezTo>
                    <a:moveTo>
                      <a:pt x="886083" y="2034893"/>
                    </a:moveTo>
                    <a:cubicBezTo>
                      <a:pt x="996815" y="1904409"/>
                      <a:pt x="1088802" y="1804552"/>
                      <a:pt x="1362193" y="1509115"/>
                    </a:cubicBezTo>
                    <a:moveTo>
                      <a:pt x="886083" y="2034893"/>
                    </a:moveTo>
                    <a:cubicBezTo>
                      <a:pt x="1052672" y="1851723"/>
                      <a:pt x="1217599" y="1671892"/>
                      <a:pt x="1362193" y="1509115"/>
                    </a:cubicBezTo>
                    <a:moveTo>
                      <a:pt x="923800" y="2037505"/>
                    </a:moveTo>
                    <a:cubicBezTo>
                      <a:pt x="1068394" y="1854408"/>
                      <a:pt x="1225308" y="1685826"/>
                      <a:pt x="1365141" y="1550118"/>
                    </a:cubicBezTo>
                    <a:moveTo>
                      <a:pt x="923800" y="2037505"/>
                    </a:moveTo>
                    <a:cubicBezTo>
                      <a:pt x="1093412" y="1846643"/>
                      <a:pt x="1275723" y="1646782"/>
                      <a:pt x="1365141" y="1550118"/>
                    </a:cubicBezTo>
                    <a:moveTo>
                      <a:pt x="966430" y="2034675"/>
                    </a:moveTo>
                    <a:cubicBezTo>
                      <a:pt x="1117675" y="1868922"/>
                      <a:pt x="1289782" y="1705783"/>
                      <a:pt x="1363175" y="1596491"/>
                    </a:cubicBezTo>
                    <a:moveTo>
                      <a:pt x="966430" y="2034675"/>
                    </a:moveTo>
                    <a:cubicBezTo>
                      <a:pt x="1047003" y="1938083"/>
                      <a:pt x="1130827" y="1846933"/>
                      <a:pt x="1363175" y="1596491"/>
                    </a:cubicBezTo>
                    <a:moveTo>
                      <a:pt x="1004147" y="2037287"/>
                    </a:moveTo>
                    <a:cubicBezTo>
                      <a:pt x="1078976" y="1944759"/>
                      <a:pt x="1185475" y="1853029"/>
                      <a:pt x="1361210" y="1642936"/>
                    </a:cubicBezTo>
                    <a:moveTo>
                      <a:pt x="1004147" y="2037287"/>
                    </a:moveTo>
                    <a:cubicBezTo>
                      <a:pt x="1071871" y="1952887"/>
                      <a:pt x="1152218" y="1866600"/>
                      <a:pt x="1361210" y="1642936"/>
                    </a:cubicBezTo>
                    <a:moveTo>
                      <a:pt x="1046777" y="2034457"/>
                    </a:moveTo>
                    <a:cubicBezTo>
                      <a:pt x="1178143" y="1906950"/>
                      <a:pt x="1304446" y="1768484"/>
                      <a:pt x="1364158" y="1683866"/>
                    </a:cubicBezTo>
                    <a:moveTo>
                      <a:pt x="1046777" y="2034457"/>
                    </a:moveTo>
                    <a:cubicBezTo>
                      <a:pt x="1149043" y="1927632"/>
                      <a:pt x="1245565" y="1824146"/>
                      <a:pt x="1364158" y="1683866"/>
                    </a:cubicBezTo>
                    <a:moveTo>
                      <a:pt x="1084494" y="2037070"/>
                    </a:moveTo>
                    <a:cubicBezTo>
                      <a:pt x="1145793" y="1974223"/>
                      <a:pt x="1205203" y="1911014"/>
                      <a:pt x="1362193" y="1730312"/>
                    </a:cubicBezTo>
                    <a:moveTo>
                      <a:pt x="1084494" y="2037070"/>
                    </a:moveTo>
                    <a:cubicBezTo>
                      <a:pt x="1130751" y="1978432"/>
                      <a:pt x="1191446" y="1914932"/>
                      <a:pt x="1362193" y="1730312"/>
                    </a:cubicBezTo>
                    <a:moveTo>
                      <a:pt x="1127123" y="2034167"/>
                    </a:moveTo>
                    <a:cubicBezTo>
                      <a:pt x="1206866" y="1949549"/>
                      <a:pt x="1270735" y="1879880"/>
                      <a:pt x="1365141" y="1771242"/>
                    </a:cubicBezTo>
                    <a:moveTo>
                      <a:pt x="1127123" y="2034167"/>
                    </a:moveTo>
                    <a:cubicBezTo>
                      <a:pt x="1209209" y="1944106"/>
                      <a:pt x="1285550" y="1847079"/>
                      <a:pt x="1365141" y="1771242"/>
                    </a:cubicBezTo>
                    <a:moveTo>
                      <a:pt x="1164840" y="2036779"/>
                    </a:moveTo>
                    <a:cubicBezTo>
                      <a:pt x="1240954" y="1969143"/>
                      <a:pt x="1316993" y="1870011"/>
                      <a:pt x="1363175" y="1817687"/>
                    </a:cubicBezTo>
                    <a:moveTo>
                      <a:pt x="1164840" y="2036779"/>
                    </a:moveTo>
                    <a:cubicBezTo>
                      <a:pt x="1198400" y="1996502"/>
                      <a:pt x="1250554" y="1938518"/>
                      <a:pt x="1363175" y="1817687"/>
                    </a:cubicBezTo>
                    <a:moveTo>
                      <a:pt x="1207470" y="2033949"/>
                    </a:moveTo>
                    <a:cubicBezTo>
                      <a:pt x="1239972" y="1996285"/>
                      <a:pt x="1310039" y="1932277"/>
                      <a:pt x="1361210" y="1864133"/>
                    </a:cubicBezTo>
                    <a:moveTo>
                      <a:pt x="1207470" y="2033949"/>
                    </a:moveTo>
                    <a:cubicBezTo>
                      <a:pt x="1261362" y="1972191"/>
                      <a:pt x="1312760" y="1922770"/>
                      <a:pt x="1361210" y="1864133"/>
                    </a:cubicBezTo>
                    <a:moveTo>
                      <a:pt x="1245187" y="2036562"/>
                    </a:moveTo>
                    <a:cubicBezTo>
                      <a:pt x="1281317" y="2004340"/>
                      <a:pt x="1329691" y="1959636"/>
                      <a:pt x="1364234" y="1905063"/>
                    </a:cubicBezTo>
                    <a:moveTo>
                      <a:pt x="1245187" y="2036562"/>
                    </a:moveTo>
                    <a:cubicBezTo>
                      <a:pt x="1286230" y="1997954"/>
                      <a:pt x="1326214" y="1950710"/>
                      <a:pt x="1364234" y="1905063"/>
                    </a:cubicBezTo>
                    <a:moveTo>
                      <a:pt x="1287817" y="2033658"/>
                    </a:moveTo>
                    <a:cubicBezTo>
                      <a:pt x="1311929" y="2007533"/>
                      <a:pt x="1329842" y="1992293"/>
                      <a:pt x="1362193" y="1951508"/>
                    </a:cubicBezTo>
                    <a:moveTo>
                      <a:pt x="1287817" y="2033658"/>
                    </a:moveTo>
                    <a:cubicBezTo>
                      <a:pt x="1314347" y="2003469"/>
                      <a:pt x="1330371" y="1983802"/>
                      <a:pt x="1362193" y="1951508"/>
                    </a:cubicBezTo>
                    <a:moveTo>
                      <a:pt x="1325534" y="2036271"/>
                    </a:moveTo>
                    <a:cubicBezTo>
                      <a:pt x="1341558" y="2019870"/>
                      <a:pt x="1356146" y="2001945"/>
                      <a:pt x="1365216" y="1992438"/>
                    </a:cubicBezTo>
                    <a:moveTo>
                      <a:pt x="1325534" y="2036271"/>
                    </a:moveTo>
                    <a:cubicBezTo>
                      <a:pt x="1336796" y="2023426"/>
                      <a:pt x="1351989" y="2010436"/>
                      <a:pt x="1365216" y="1992438"/>
                    </a:cubicBezTo>
                  </a:path>
                </a:pathLst>
              </a:custGeom>
              <a:noFill/>
              <a:ln w="3775" cap="rnd">
                <a:solidFill>
                  <a:srgbClr val="E1D5E7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" name="شكل حر: شكل 125">
                <a:extLst>
                  <a:ext uri="{FF2B5EF4-FFF2-40B4-BE49-F238E27FC236}">
                    <a16:creationId xmlns:a16="http://schemas.microsoft.com/office/drawing/2014/main" id="{808D65CA-6ED1-5F40-B5D0-BE8791D256E8}"/>
                  </a:ext>
                </a:extLst>
              </p:cNvPr>
              <p:cNvSpPr/>
              <p:nvPr/>
            </p:nvSpPr>
            <p:spPr>
              <a:xfrm>
                <a:off x="4688234" y="3712750"/>
                <a:ext cx="1381273" cy="2040063"/>
              </a:xfrm>
              <a:custGeom>
                <a:avLst/>
                <a:gdLst>
                  <a:gd name="csX0" fmla="*/ 17002 w 1381273"/>
                  <a:gd name="csY0" fmla="*/ 621 h 2040063"/>
                  <a:gd name="csX1" fmla="*/ 1377532 w 1381273"/>
                  <a:gd name="csY1" fmla="*/ 621 h 2040063"/>
                  <a:gd name="csX2" fmla="*/ 17002 w 1381273"/>
                  <a:gd name="csY2" fmla="*/ 621 h 2040063"/>
                  <a:gd name="csX3" fmla="*/ 1377532 w 1381273"/>
                  <a:gd name="csY3" fmla="*/ 621 h 2040063"/>
                  <a:gd name="csX4" fmla="*/ 1377532 w 1381273"/>
                  <a:gd name="csY4" fmla="*/ 621 h 2040063"/>
                  <a:gd name="csX5" fmla="*/ 1377532 w 1381273"/>
                  <a:gd name="csY5" fmla="*/ 2032610 h 2040063"/>
                  <a:gd name="csX6" fmla="*/ 1377532 w 1381273"/>
                  <a:gd name="csY6" fmla="*/ 621 h 2040063"/>
                  <a:gd name="csX7" fmla="*/ 1377532 w 1381273"/>
                  <a:gd name="csY7" fmla="*/ 2032610 h 2040063"/>
                  <a:gd name="csX8" fmla="*/ 1377532 w 1381273"/>
                  <a:gd name="csY8" fmla="*/ 2032610 h 2040063"/>
                  <a:gd name="csX9" fmla="*/ 17002 w 1381273"/>
                  <a:gd name="csY9" fmla="*/ 2032610 h 2040063"/>
                  <a:gd name="csX10" fmla="*/ 1377532 w 1381273"/>
                  <a:gd name="csY10" fmla="*/ 2032610 h 2040063"/>
                  <a:gd name="csX11" fmla="*/ 17002 w 1381273"/>
                  <a:gd name="csY11" fmla="*/ 2032610 h 2040063"/>
                  <a:gd name="csX12" fmla="*/ 17002 w 1381273"/>
                  <a:gd name="csY12" fmla="*/ 2032610 h 2040063"/>
                  <a:gd name="csX13" fmla="*/ 17002 w 1381273"/>
                  <a:gd name="csY13" fmla="*/ 621 h 2040063"/>
                  <a:gd name="csX14" fmla="*/ 17002 w 1381273"/>
                  <a:gd name="csY14" fmla="*/ 2032610 h 2040063"/>
                  <a:gd name="csX15" fmla="*/ 17002 w 1381273"/>
                  <a:gd name="csY15" fmla="*/ 621 h 204006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381273" h="2040063">
                    <a:moveTo>
                      <a:pt x="17002" y="621"/>
                    </a:moveTo>
                    <a:cubicBezTo>
                      <a:pt x="442848" y="-1556"/>
                      <a:pt x="892352" y="2871"/>
                      <a:pt x="1377532" y="621"/>
                    </a:cubicBezTo>
                    <a:moveTo>
                      <a:pt x="17002" y="621"/>
                    </a:moveTo>
                    <a:cubicBezTo>
                      <a:pt x="496136" y="12087"/>
                      <a:pt x="970582" y="8387"/>
                      <a:pt x="1377532" y="621"/>
                    </a:cubicBezTo>
                    <a:moveTo>
                      <a:pt x="1377532" y="621"/>
                    </a:moveTo>
                    <a:cubicBezTo>
                      <a:pt x="1388492" y="436410"/>
                      <a:pt x="1371258" y="853621"/>
                      <a:pt x="1377532" y="2032610"/>
                    </a:cubicBezTo>
                    <a:moveTo>
                      <a:pt x="1377532" y="621"/>
                    </a:moveTo>
                    <a:cubicBezTo>
                      <a:pt x="1379270" y="658913"/>
                      <a:pt x="1377305" y="1319382"/>
                      <a:pt x="1377532" y="2032610"/>
                    </a:cubicBezTo>
                    <a:moveTo>
                      <a:pt x="1377532" y="2032610"/>
                    </a:moveTo>
                    <a:cubicBezTo>
                      <a:pt x="991519" y="2035804"/>
                      <a:pt x="613443" y="2023321"/>
                      <a:pt x="17002" y="2032610"/>
                    </a:cubicBezTo>
                    <a:moveTo>
                      <a:pt x="1377532" y="2032610"/>
                    </a:moveTo>
                    <a:cubicBezTo>
                      <a:pt x="1098472" y="2043641"/>
                      <a:pt x="821831" y="2041392"/>
                      <a:pt x="17002" y="2032610"/>
                    </a:cubicBezTo>
                    <a:moveTo>
                      <a:pt x="17002" y="2032610"/>
                    </a:moveTo>
                    <a:cubicBezTo>
                      <a:pt x="-155" y="1558649"/>
                      <a:pt x="-10586" y="1082365"/>
                      <a:pt x="17002" y="621"/>
                    </a:cubicBezTo>
                    <a:moveTo>
                      <a:pt x="17002" y="2032610"/>
                    </a:moveTo>
                    <a:cubicBezTo>
                      <a:pt x="11938" y="1514671"/>
                      <a:pt x="11409" y="987878"/>
                      <a:pt x="17002" y="621"/>
                    </a:cubicBezTo>
                  </a:path>
                </a:pathLst>
              </a:custGeom>
              <a:noFill/>
              <a:ln w="7550" cap="rnd">
                <a:solidFill>
                  <a:srgbClr val="9673A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05" name="صورة 126">
              <a:extLst>
                <a:ext uri="{FF2B5EF4-FFF2-40B4-BE49-F238E27FC236}">
                  <a16:creationId xmlns:a16="http://schemas.microsoft.com/office/drawing/2014/main" id="{93CA5806-B117-9159-BCCB-F1B02554B0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4709015" y="4518909"/>
              <a:ext cx="1345412" cy="442683"/>
            </a:xfrm>
            <a:custGeom>
              <a:avLst/>
              <a:gdLst>
                <a:gd name="csX0" fmla="*/ 0 w 1345412"/>
                <a:gd name="csY0" fmla="*/ 0 h 442683"/>
                <a:gd name="csX1" fmla="*/ 1345412 w 1345412"/>
                <a:gd name="csY1" fmla="*/ 0 h 442683"/>
                <a:gd name="csX2" fmla="*/ 1345412 w 1345412"/>
                <a:gd name="csY2" fmla="*/ 442683 h 442683"/>
                <a:gd name="csX3" fmla="*/ 0 w 1345412"/>
                <a:gd name="csY3" fmla="*/ 442683 h 4426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345412" h="442683">
                  <a:moveTo>
                    <a:pt x="0" y="0"/>
                  </a:moveTo>
                  <a:lnTo>
                    <a:pt x="1345412" y="0"/>
                  </a:lnTo>
                  <a:lnTo>
                    <a:pt x="1345412" y="442683"/>
                  </a:lnTo>
                  <a:lnTo>
                    <a:pt x="0" y="442683"/>
                  </a:lnTo>
                  <a:close/>
                </a:path>
              </a:pathLst>
            </a:custGeom>
          </p:spPr>
        </p:pic>
      </p:grpSp>
      <p:grpSp>
        <p:nvGrpSpPr>
          <p:cNvPr id="2309" name="!!رسم 9">
            <a:extLst>
              <a:ext uri="{FF2B5EF4-FFF2-40B4-BE49-F238E27FC236}">
                <a16:creationId xmlns:a16="http://schemas.microsoft.com/office/drawing/2014/main" id="{22C75D89-C279-DB65-2C4F-0BC3EEAB2963}"/>
              </a:ext>
            </a:extLst>
          </p:cNvPr>
          <p:cNvGrpSpPr/>
          <p:nvPr/>
        </p:nvGrpSpPr>
        <p:grpSpPr>
          <a:xfrm>
            <a:off x="5394594" y="4155358"/>
            <a:ext cx="1070969" cy="183532"/>
            <a:chOff x="6065154" y="3811341"/>
            <a:chExt cx="1070969" cy="183532"/>
          </a:xfrm>
        </p:grpSpPr>
        <p:grpSp>
          <p:nvGrpSpPr>
            <p:cNvPr id="2310" name="رسم 9">
              <a:extLst>
                <a:ext uri="{FF2B5EF4-FFF2-40B4-BE49-F238E27FC236}">
                  <a16:creationId xmlns:a16="http://schemas.microsoft.com/office/drawing/2014/main" id="{7A588AC2-9C84-F233-503C-CAE0581C0909}"/>
                </a:ext>
              </a:extLst>
            </p:cNvPr>
            <p:cNvGrpSpPr/>
            <p:nvPr/>
          </p:nvGrpSpPr>
          <p:grpSpPr>
            <a:xfrm>
              <a:off x="6065154" y="3848685"/>
              <a:ext cx="1070969" cy="146188"/>
              <a:chOff x="6065154" y="3848685"/>
              <a:chExt cx="1070969" cy="146188"/>
            </a:xfrm>
          </p:grpSpPr>
          <p:sp>
            <p:nvSpPr>
              <p:cNvPr id="2312" name="شكل حر: شكل 129">
                <a:extLst>
                  <a:ext uri="{FF2B5EF4-FFF2-40B4-BE49-F238E27FC236}">
                    <a16:creationId xmlns:a16="http://schemas.microsoft.com/office/drawing/2014/main" id="{4603CD38-66FE-66EC-854C-1B1EF865C74E}"/>
                  </a:ext>
                </a:extLst>
              </p:cNvPr>
              <p:cNvSpPr/>
              <p:nvPr/>
            </p:nvSpPr>
            <p:spPr>
              <a:xfrm>
                <a:off x="6065765" y="3858512"/>
                <a:ext cx="1043979" cy="98261"/>
              </a:xfrm>
              <a:custGeom>
                <a:avLst/>
                <a:gdLst>
                  <a:gd name="csX0" fmla="*/ 1 w 1043979"/>
                  <a:gd name="csY0" fmla="*/ 18143 h 98261"/>
                  <a:gd name="csX1" fmla="*/ 1 w 1043979"/>
                  <a:gd name="csY1" fmla="*/ 1 h 98261"/>
                  <a:gd name="csX2" fmla="*/ 1043980 w 1043979"/>
                  <a:gd name="csY2" fmla="*/ 1 h 98261"/>
                  <a:gd name="csX3" fmla="*/ 1043904 w 1043979"/>
                  <a:gd name="csY3" fmla="*/ 98262 h 982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043979" h="98261">
                    <a:moveTo>
                      <a:pt x="1" y="18143"/>
                    </a:moveTo>
                    <a:lnTo>
                      <a:pt x="1" y="1"/>
                    </a:lnTo>
                    <a:lnTo>
                      <a:pt x="1043980" y="1"/>
                    </a:lnTo>
                    <a:lnTo>
                      <a:pt x="1043904" y="9826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3" name="شكل حر: شكل 130">
                <a:extLst>
                  <a:ext uri="{FF2B5EF4-FFF2-40B4-BE49-F238E27FC236}">
                    <a16:creationId xmlns:a16="http://schemas.microsoft.com/office/drawing/2014/main" id="{DF3EA78D-EE35-09B3-EE7E-C1692CA344A4}"/>
                  </a:ext>
                </a:extLst>
              </p:cNvPr>
              <p:cNvSpPr/>
              <p:nvPr/>
            </p:nvSpPr>
            <p:spPr>
              <a:xfrm>
                <a:off x="7083214" y="3944074"/>
                <a:ext cx="52909" cy="50799"/>
              </a:xfrm>
              <a:custGeom>
                <a:avLst/>
                <a:gdLst>
                  <a:gd name="csX0" fmla="*/ 26380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73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380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73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4" name="شكل حر: شكل 131">
                <a:extLst>
                  <a:ext uri="{FF2B5EF4-FFF2-40B4-BE49-F238E27FC236}">
                    <a16:creationId xmlns:a16="http://schemas.microsoft.com/office/drawing/2014/main" id="{73B72B66-1529-BD20-CA11-301272C04683}"/>
                  </a:ext>
                </a:extLst>
              </p:cNvPr>
              <p:cNvSpPr/>
              <p:nvPr/>
            </p:nvSpPr>
            <p:spPr>
              <a:xfrm>
                <a:off x="6065154" y="3848685"/>
                <a:ext cx="1047025" cy="108088"/>
              </a:xfrm>
              <a:custGeom>
                <a:avLst/>
                <a:gdLst>
                  <a:gd name="csX0" fmla="*/ 612 w 1047025"/>
                  <a:gd name="csY0" fmla="*/ 27970 h 108088"/>
                  <a:gd name="csX1" fmla="*/ 612 w 1047025"/>
                  <a:gd name="csY1" fmla="*/ 9828 h 108088"/>
                  <a:gd name="csX2" fmla="*/ 612 w 1047025"/>
                  <a:gd name="csY2" fmla="*/ 27970 h 108088"/>
                  <a:gd name="csX3" fmla="*/ 612 w 1047025"/>
                  <a:gd name="csY3" fmla="*/ 9828 h 108088"/>
                  <a:gd name="csX4" fmla="*/ 612 w 1047025"/>
                  <a:gd name="csY4" fmla="*/ 9828 h 108088"/>
                  <a:gd name="csX5" fmla="*/ 1044591 w 1047025"/>
                  <a:gd name="csY5" fmla="*/ 9828 h 108088"/>
                  <a:gd name="csX6" fmla="*/ 612 w 1047025"/>
                  <a:gd name="csY6" fmla="*/ 9828 h 108088"/>
                  <a:gd name="csX7" fmla="*/ 1044591 w 1047025"/>
                  <a:gd name="csY7" fmla="*/ 9828 h 108088"/>
                  <a:gd name="csX8" fmla="*/ 1044591 w 1047025"/>
                  <a:gd name="csY8" fmla="*/ 9828 h 108088"/>
                  <a:gd name="csX9" fmla="*/ 1044515 w 1047025"/>
                  <a:gd name="csY9" fmla="*/ 108089 h 108088"/>
                  <a:gd name="csX10" fmla="*/ 1044591 w 1047025"/>
                  <a:gd name="csY10" fmla="*/ 9828 h 108088"/>
                  <a:gd name="csX11" fmla="*/ 1044515 w 1047025"/>
                  <a:gd name="csY11" fmla="*/ 108089 h 10808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047025" h="108088">
                    <a:moveTo>
                      <a:pt x="612" y="27970"/>
                    </a:moveTo>
                    <a:cubicBezTo>
                      <a:pt x="2048" y="21366"/>
                      <a:pt x="-1202" y="16287"/>
                      <a:pt x="612" y="9828"/>
                    </a:cubicBezTo>
                    <a:moveTo>
                      <a:pt x="612" y="27970"/>
                    </a:moveTo>
                    <a:cubicBezTo>
                      <a:pt x="82" y="24415"/>
                      <a:pt x="-447" y="19262"/>
                      <a:pt x="612" y="9828"/>
                    </a:cubicBezTo>
                    <a:moveTo>
                      <a:pt x="612" y="9828"/>
                    </a:moveTo>
                    <a:cubicBezTo>
                      <a:pt x="262891" y="-4687"/>
                      <a:pt x="519502" y="-1784"/>
                      <a:pt x="1044591" y="9828"/>
                    </a:cubicBezTo>
                    <a:moveTo>
                      <a:pt x="612" y="9828"/>
                    </a:moveTo>
                    <a:cubicBezTo>
                      <a:pt x="318975" y="1554"/>
                      <a:pt x="620408" y="2861"/>
                      <a:pt x="1044591" y="9828"/>
                    </a:cubicBezTo>
                    <a:moveTo>
                      <a:pt x="1044591" y="9828"/>
                    </a:moveTo>
                    <a:cubicBezTo>
                      <a:pt x="1039451" y="23979"/>
                      <a:pt x="1052149" y="66361"/>
                      <a:pt x="1044515" y="108089"/>
                    </a:cubicBezTo>
                    <a:moveTo>
                      <a:pt x="1044591" y="9828"/>
                    </a:moveTo>
                    <a:cubicBezTo>
                      <a:pt x="1039829" y="36751"/>
                      <a:pt x="1046329" y="53878"/>
                      <a:pt x="1044515" y="108089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5" name="شكل حر: شكل 132">
                <a:extLst>
                  <a:ext uri="{FF2B5EF4-FFF2-40B4-BE49-F238E27FC236}">
                    <a16:creationId xmlns:a16="http://schemas.microsoft.com/office/drawing/2014/main" id="{7A1E1CB8-F096-9E76-EDF4-EE5A73DA5342}"/>
                  </a:ext>
                </a:extLst>
              </p:cNvPr>
              <p:cNvSpPr/>
              <p:nvPr/>
            </p:nvSpPr>
            <p:spPr>
              <a:xfrm>
                <a:off x="7083214" y="3944074"/>
                <a:ext cx="52909" cy="50799"/>
              </a:xfrm>
              <a:custGeom>
                <a:avLst/>
                <a:gdLst>
                  <a:gd name="csX0" fmla="*/ 26380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73 h 50799"/>
                  <a:gd name="csX4" fmla="*/ 26380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380" y="50800"/>
                    </a:moveTo>
                    <a:cubicBezTo>
                      <a:pt x="13228" y="33238"/>
                      <a:pt x="9826" y="25763"/>
                      <a:pt x="1" y="1"/>
                    </a:cubicBezTo>
                    <a:cubicBezTo>
                      <a:pt x="2948" y="436"/>
                      <a:pt x="11187" y="9435"/>
                      <a:pt x="26455" y="12700"/>
                    </a:cubicBezTo>
                    <a:cubicBezTo>
                      <a:pt x="39153" y="14297"/>
                      <a:pt x="45427" y="7620"/>
                      <a:pt x="52910" y="73"/>
                    </a:cubicBezTo>
                    <a:cubicBezTo>
                      <a:pt x="44369" y="18724"/>
                      <a:pt x="46788" y="17853"/>
                      <a:pt x="26380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6" name="شكل حر: شكل 133">
                <a:extLst>
                  <a:ext uri="{FF2B5EF4-FFF2-40B4-BE49-F238E27FC236}">
                    <a16:creationId xmlns:a16="http://schemas.microsoft.com/office/drawing/2014/main" id="{4562C507-93D1-6B46-AD0C-EAD19C4FF0B2}"/>
                  </a:ext>
                </a:extLst>
              </p:cNvPr>
              <p:cNvSpPr/>
              <p:nvPr/>
            </p:nvSpPr>
            <p:spPr>
              <a:xfrm>
                <a:off x="7083214" y="3944074"/>
                <a:ext cx="52909" cy="50799"/>
              </a:xfrm>
              <a:custGeom>
                <a:avLst/>
                <a:gdLst>
                  <a:gd name="csX0" fmla="*/ 26380 w 52909"/>
                  <a:gd name="csY0" fmla="*/ 50800 h 50799"/>
                  <a:gd name="csX1" fmla="*/ 1 w 52909"/>
                  <a:gd name="csY1" fmla="*/ 1 h 50799"/>
                  <a:gd name="csX2" fmla="*/ 26380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73 h 50799"/>
                  <a:gd name="csX10" fmla="*/ 26455 w 52909"/>
                  <a:gd name="csY10" fmla="*/ 12700 h 50799"/>
                  <a:gd name="csX11" fmla="*/ 52910 w 52909"/>
                  <a:gd name="csY11" fmla="*/ 73 h 50799"/>
                  <a:gd name="csX12" fmla="*/ 52910 w 52909"/>
                  <a:gd name="csY12" fmla="*/ 73 h 50799"/>
                  <a:gd name="csX13" fmla="*/ 26380 w 52909"/>
                  <a:gd name="csY13" fmla="*/ 50800 h 50799"/>
                  <a:gd name="csX14" fmla="*/ 52910 w 52909"/>
                  <a:gd name="csY14" fmla="*/ 73 h 50799"/>
                  <a:gd name="csX15" fmla="*/ 26380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380" y="50800"/>
                    </a:moveTo>
                    <a:cubicBezTo>
                      <a:pt x="22298" y="32004"/>
                      <a:pt x="3704" y="17998"/>
                      <a:pt x="1" y="1"/>
                    </a:cubicBezTo>
                    <a:moveTo>
                      <a:pt x="26380" y="50800"/>
                    </a:moveTo>
                    <a:cubicBezTo>
                      <a:pt x="19048" y="41076"/>
                      <a:pt x="11414" y="26126"/>
                      <a:pt x="1" y="1"/>
                    </a:cubicBezTo>
                    <a:moveTo>
                      <a:pt x="1" y="1"/>
                    </a:moveTo>
                    <a:cubicBezTo>
                      <a:pt x="7408" y="1887"/>
                      <a:pt x="13757" y="5588"/>
                      <a:pt x="26455" y="12700"/>
                    </a:cubicBezTo>
                    <a:moveTo>
                      <a:pt x="1" y="1"/>
                    </a:moveTo>
                    <a:cubicBezTo>
                      <a:pt x="9146" y="3339"/>
                      <a:pt x="14891" y="7403"/>
                      <a:pt x="26455" y="12700"/>
                    </a:cubicBezTo>
                    <a:moveTo>
                      <a:pt x="26455" y="12700"/>
                    </a:moveTo>
                    <a:cubicBezTo>
                      <a:pt x="31066" y="6895"/>
                      <a:pt x="41119" y="9217"/>
                      <a:pt x="52910" y="73"/>
                    </a:cubicBezTo>
                    <a:moveTo>
                      <a:pt x="26455" y="12700"/>
                    </a:moveTo>
                    <a:cubicBezTo>
                      <a:pt x="31822" y="10160"/>
                      <a:pt x="40136" y="5080"/>
                      <a:pt x="52910" y="73"/>
                    </a:cubicBezTo>
                    <a:moveTo>
                      <a:pt x="52910" y="73"/>
                    </a:moveTo>
                    <a:cubicBezTo>
                      <a:pt x="38322" y="17345"/>
                      <a:pt x="36508" y="38608"/>
                      <a:pt x="26380" y="50800"/>
                    </a:cubicBezTo>
                    <a:moveTo>
                      <a:pt x="52910" y="73"/>
                    </a:moveTo>
                    <a:cubicBezTo>
                      <a:pt x="44747" y="12410"/>
                      <a:pt x="39456" y="19958"/>
                      <a:pt x="26380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11" name="صورة 134">
              <a:extLst>
                <a:ext uri="{FF2B5EF4-FFF2-40B4-BE49-F238E27FC236}">
                  <a16:creationId xmlns:a16="http://schemas.microsoft.com/office/drawing/2014/main" id="{984C742C-158D-3B57-A4C4-FCEBC9336A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243390" y="3811341"/>
              <a:ext cx="816317" cy="114299"/>
            </a:xfrm>
            <a:custGeom>
              <a:avLst/>
              <a:gdLst>
                <a:gd name="csX0" fmla="*/ 0 w 816317"/>
                <a:gd name="csY0" fmla="*/ 0 h 114299"/>
                <a:gd name="csX1" fmla="*/ 816318 w 816317"/>
                <a:gd name="csY1" fmla="*/ 0 h 114299"/>
                <a:gd name="csX2" fmla="*/ 816318 w 816317"/>
                <a:gd name="csY2" fmla="*/ 114299 h 114299"/>
                <a:gd name="csX3" fmla="*/ 0 w 81631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16317" h="114299">
                  <a:moveTo>
                    <a:pt x="0" y="0"/>
                  </a:moveTo>
                  <a:lnTo>
                    <a:pt x="816318" y="0"/>
                  </a:lnTo>
                  <a:lnTo>
                    <a:pt x="81631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317" name="!!رسم 9">
            <a:extLst>
              <a:ext uri="{FF2B5EF4-FFF2-40B4-BE49-F238E27FC236}">
                <a16:creationId xmlns:a16="http://schemas.microsoft.com/office/drawing/2014/main" id="{958F1353-F20A-6597-540A-866449847858}"/>
              </a:ext>
            </a:extLst>
          </p:cNvPr>
          <p:cNvGrpSpPr/>
          <p:nvPr/>
        </p:nvGrpSpPr>
        <p:grpSpPr>
          <a:xfrm>
            <a:off x="4786595" y="4046647"/>
            <a:ext cx="614581" cy="241734"/>
            <a:chOff x="5457155" y="3702630"/>
            <a:chExt cx="614581" cy="241734"/>
          </a:xfrm>
        </p:grpSpPr>
        <p:grpSp>
          <p:nvGrpSpPr>
            <p:cNvPr id="2318" name="رسم 9">
              <a:extLst>
                <a:ext uri="{FF2B5EF4-FFF2-40B4-BE49-F238E27FC236}">
                  <a16:creationId xmlns:a16="http://schemas.microsoft.com/office/drawing/2014/main" id="{374A6B35-EDF4-A572-37F4-5CB51BDDE45F}"/>
                </a:ext>
              </a:extLst>
            </p:cNvPr>
            <p:cNvGrpSpPr/>
            <p:nvPr/>
          </p:nvGrpSpPr>
          <p:grpSpPr>
            <a:xfrm>
              <a:off x="5457155" y="3702630"/>
              <a:ext cx="614581" cy="241734"/>
              <a:chOff x="5457155" y="3702630"/>
              <a:chExt cx="614581" cy="241734"/>
            </a:xfrm>
          </p:grpSpPr>
          <p:sp>
            <p:nvSpPr>
              <p:cNvPr id="2320" name="مستطيل 137">
                <a:extLst>
                  <a:ext uri="{FF2B5EF4-FFF2-40B4-BE49-F238E27FC236}">
                    <a16:creationId xmlns:a16="http://schemas.microsoft.com/office/drawing/2014/main" id="{C6571328-26EF-9DED-B911-6205EEB2622C}"/>
                  </a:ext>
                </a:extLst>
              </p:cNvPr>
              <p:cNvSpPr/>
              <p:nvPr/>
            </p:nvSpPr>
            <p:spPr>
              <a:xfrm>
                <a:off x="5461085" y="3713370"/>
                <a:ext cx="60467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1" name="شكل حر: شكل 138">
                <a:extLst>
                  <a:ext uri="{FF2B5EF4-FFF2-40B4-BE49-F238E27FC236}">
                    <a16:creationId xmlns:a16="http://schemas.microsoft.com/office/drawing/2014/main" id="{6A6F4058-79E3-33D0-3D9C-05C36F72C928}"/>
                  </a:ext>
                </a:extLst>
              </p:cNvPr>
              <p:cNvSpPr/>
              <p:nvPr/>
            </p:nvSpPr>
            <p:spPr>
              <a:xfrm>
                <a:off x="5457155" y="3702630"/>
                <a:ext cx="614581" cy="241734"/>
              </a:xfrm>
              <a:custGeom>
                <a:avLst/>
                <a:gdLst>
                  <a:gd name="csX0" fmla="*/ 6501 w 614581"/>
                  <a:gd name="csY0" fmla="*/ 1 h 241734"/>
                  <a:gd name="csX1" fmla="*/ 607930 w 614581"/>
                  <a:gd name="csY1" fmla="*/ 14079 h 241734"/>
                  <a:gd name="csX2" fmla="*/ 614582 w 614581"/>
                  <a:gd name="csY2" fmla="*/ 241735 h 241734"/>
                  <a:gd name="csX3" fmla="*/ 1 w 614581"/>
                  <a:gd name="csY3" fmla="*/ 236655 h 2417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14581" h="241734">
                    <a:moveTo>
                      <a:pt x="6501" y="1"/>
                    </a:moveTo>
                    <a:lnTo>
                      <a:pt x="607930" y="14079"/>
                    </a:lnTo>
                    <a:lnTo>
                      <a:pt x="614582" y="241735"/>
                    </a:lnTo>
                    <a:lnTo>
                      <a:pt x="1" y="236655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2" name="شكل حر: شكل 139">
                <a:extLst>
                  <a:ext uri="{FF2B5EF4-FFF2-40B4-BE49-F238E27FC236}">
                    <a16:creationId xmlns:a16="http://schemas.microsoft.com/office/drawing/2014/main" id="{458AD3E6-3FF8-597E-618C-4FE8AC893A61}"/>
                  </a:ext>
                </a:extLst>
              </p:cNvPr>
              <p:cNvSpPr/>
              <p:nvPr/>
            </p:nvSpPr>
            <p:spPr>
              <a:xfrm>
                <a:off x="5460212" y="3702772"/>
                <a:ext cx="606534" cy="229274"/>
              </a:xfrm>
              <a:custGeom>
                <a:avLst/>
                <a:gdLst>
                  <a:gd name="csX0" fmla="*/ 874 w 606534"/>
                  <a:gd name="csY0" fmla="*/ 10599 h 229274"/>
                  <a:gd name="csX1" fmla="*/ 605554 w 606534"/>
                  <a:gd name="csY1" fmla="*/ 10599 h 229274"/>
                  <a:gd name="csX2" fmla="*/ 874 w 606534"/>
                  <a:gd name="csY2" fmla="*/ 10599 h 229274"/>
                  <a:gd name="csX3" fmla="*/ 605554 w 606534"/>
                  <a:gd name="csY3" fmla="*/ 10599 h 229274"/>
                  <a:gd name="csX4" fmla="*/ 605554 w 606534"/>
                  <a:gd name="csY4" fmla="*/ 10599 h 229274"/>
                  <a:gd name="csX5" fmla="*/ 605554 w 606534"/>
                  <a:gd name="csY5" fmla="*/ 228312 h 229274"/>
                  <a:gd name="csX6" fmla="*/ 605554 w 606534"/>
                  <a:gd name="csY6" fmla="*/ 10599 h 229274"/>
                  <a:gd name="csX7" fmla="*/ 605554 w 606534"/>
                  <a:gd name="csY7" fmla="*/ 228312 h 229274"/>
                  <a:gd name="csX8" fmla="*/ 605554 w 606534"/>
                  <a:gd name="csY8" fmla="*/ 228312 h 229274"/>
                  <a:gd name="csX9" fmla="*/ 874 w 606534"/>
                  <a:gd name="csY9" fmla="*/ 228312 h 229274"/>
                  <a:gd name="csX10" fmla="*/ 605554 w 606534"/>
                  <a:gd name="csY10" fmla="*/ 228312 h 229274"/>
                  <a:gd name="csX11" fmla="*/ 874 w 606534"/>
                  <a:gd name="csY11" fmla="*/ 228312 h 229274"/>
                  <a:gd name="csX12" fmla="*/ 874 w 606534"/>
                  <a:gd name="csY12" fmla="*/ 228312 h 229274"/>
                  <a:gd name="csX13" fmla="*/ 874 w 606534"/>
                  <a:gd name="csY13" fmla="*/ 10599 h 229274"/>
                  <a:gd name="csX14" fmla="*/ 874 w 606534"/>
                  <a:gd name="csY14" fmla="*/ 228312 h 229274"/>
                  <a:gd name="csX15" fmla="*/ 874 w 606534"/>
                  <a:gd name="csY15" fmla="*/ 10599 h 22927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606534" h="229274">
                    <a:moveTo>
                      <a:pt x="874" y="10599"/>
                    </a:moveTo>
                    <a:cubicBezTo>
                      <a:pt x="197319" y="-6963"/>
                      <a:pt x="386584" y="366"/>
                      <a:pt x="605554" y="10599"/>
                    </a:cubicBezTo>
                    <a:moveTo>
                      <a:pt x="874" y="10599"/>
                    </a:moveTo>
                    <a:cubicBezTo>
                      <a:pt x="184772" y="13139"/>
                      <a:pt x="354611" y="12558"/>
                      <a:pt x="605554" y="10599"/>
                    </a:cubicBezTo>
                    <a:moveTo>
                      <a:pt x="605554" y="10599"/>
                    </a:moveTo>
                    <a:cubicBezTo>
                      <a:pt x="609484" y="82372"/>
                      <a:pt x="599960" y="136945"/>
                      <a:pt x="605554" y="228312"/>
                    </a:cubicBezTo>
                    <a:moveTo>
                      <a:pt x="605554" y="10599"/>
                    </a:moveTo>
                    <a:cubicBezTo>
                      <a:pt x="607065" y="66987"/>
                      <a:pt x="602908" y="126495"/>
                      <a:pt x="605554" y="228312"/>
                    </a:cubicBezTo>
                    <a:moveTo>
                      <a:pt x="605554" y="228312"/>
                    </a:moveTo>
                    <a:cubicBezTo>
                      <a:pt x="469047" y="222869"/>
                      <a:pt x="349321" y="232158"/>
                      <a:pt x="874" y="228312"/>
                    </a:cubicBezTo>
                    <a:moveTo>
                      <a:pt x="605554" y="228312"/>
                    </a:moveTo>
                    <a:cubicBezTo>
                      <a:pt x="435412" y="227659"/>
                      <a:pt x="264363" y="223740"/>
                      <a:pt x="874" y="228312"/>
                    </a:cubicBezTo>
                    <a:moveTo>
                      <a:pt x="874" y="228312"/>
                    </a:moveTo>
                    <a:cubicBezTo>
                      <a:pt x="8130" y="155814"/>
                      <a:pt x="2537" y="77800"/>
                      <a:pt x="874" y="10599"/>
                    </a:cubicBezTo>
                    <a:moveTo>
                      <a:pt x="874" y="228312"/>
                    </a:moveTo>
                    <a:cubicBezTo>
                      <a:pt x="-1091" y="153854"/>
                      <a:pt x="874" y="66696"/>
                      <a:pt x="874" y="10599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19" name="صورة 140">
              <a:extLst>
                <a:ext uri="{FF2B5EF4-FFF2-40B4-BE49-F238E27FC236}">
                  <a16:creationId xmlns:a16="http://schemas.microsoft.com/office/drawing/2014/main" id="{06550EF6-4869-AB1B-433B-AEFB07042C17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464865" y="3771427"/>
              <a:ext cx="589562" cy="123370"/>
            </a:xfrm>
            <a:custGeom>
              <a:avLst/>
              <a:gdLst>
                <a:gd name="csX0" fmla="*/ 0 w 589562"/>
                <a:gd name="csY0" fmla="*/ 0 h 123370"/>
                <a:gd name="csX1" fmla="*/ 589563 w 589562"/>
                <a:gd name="csY1" fmla="*/ 0 h 123370"/>
                <a:gd name="csX2" fmla="*/ 589563 w 589562"/>
                <a:gd name="csY2" fmla="*/ 123371 h 123370"/>
                <a:gd name="csX3" fmla="*/ 0 w 58956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9562" h="123370">
                  <a:moveTo>
                    <a:pt x="0" y="0"/>
                  </a:moveTo>
                  <a:lnTo>
                    <a:pt x="589563" y="0"/>
                  </a:lnTo>
                  <a:lnTo>
                    <a:pt x="58956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323" name="!!رسم 9">
            <a:extLst>
              <a:ext uri="{FF2B5EF4-FFF2-40B4-BE49-F238E27FC236}">
                <a16:creationId xmlns:a16="http://schemas.microsoft.com/office/drawing/2014/main" id="{684B1912-8A09-918D-837C-6C753B0B8CCF}"/>
              </a:ext>
            </a:extLst>
          </p:cNvPr>
          <p:cNvGrpSpPr/>
          <p:nvPr/>
        </p:nvGrpSpPr>
        <p:grpSpPr>
          <a:xfrm>
            <a:off x="5395205" y="5447123"/>
            <a:ext cx="1050630" cy="365612"/>
            <a:chOff x="6065765" y="5103106"/>
            <a:chExt cx="1050630" cy="365612"/>
          </a:xfrm>
        </p:grpSpPr>
        <p:grpSp>
          <p:nvGrpSpPr>
            <p:cNvPr id="2324" name="رسم 9">
              <a:extLst>
                <a:ext uri="{FF2B5EF4-FFF2-40B4-BE49-F238E27FC236}">
                  <a16:creationId xmlns:a16="http://schemas.microsoft.com/office/drawing/2014/main" id="{8B3B4F7F-3931-E27E-6B35-046675C2D487}"/>
                </a:ext>
              </a:extLst>
            </p:cNvPr>
            <p:cNvGrpSpPr/>
            <p:nvPr/>
          </p:nvGrpSpPr>
          <p:grpSpPr>
            <a:xfrm>
              <a:off x="6065765" y="5146629"/>
              <a:ext cx="782304" cy="322089"/>
              <a:chOff x="6065765" y="5146629"/>
              <a:chExt cx="782304" cy="322089"/>
            </a:xfrm>
          </p:grpSpPr>
          <p:sp>
            <p:nvSpPr>
              <p:cNvPr id="2326" name="شكل حر: شكل 143">
                <a:extLst>
                  <a:ext uri="{FF2B5EF4-FFF2-40B4-BE49-F238E27FC236}">
                    <a16:creationId xmlns:a16="http://schemas.microsoft.com/office/drawing/2014/main" id="{5A509C6F-FFC3-935A-A1F3-74D6C79123B0}"/>
                  </a:ext>
                </a:extLst>
              </p:cNvPr>
              <p:cNvSpPr/>
              <p:nvPr/>
            </p:nvSpPr>
            <p:spPr>
              <a:xfrm>
                <a:off x="6065765" y="5150277"/>
                <a:ext cx="755849" cy="280341"/>
              </a:xfrm>
              <a:custGeom>
                <a:avLst/>
                <a:gdLst>
                  <a:gd name="csX0" fmla="*/ 1 w 755849"/>
                  <a:gd name="csY0" fmla="*/ 1 h 280341"/>
                  <a:gd name="csX1" fmla="*/ 755850 w 755849"/>
                  <a:gd name="csY1" fmla="*/ 1 h 280341"/>
                  <a:gd name="csX2" fmla="*/ 755850 w 755849"/>
                  <a:gd name="csY2" fmla="*/ 280342 h 2803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55849" h="280341">
                    <a:moveTo>
                      <a:pt x="1" y="1"/>
                    </a:moveTo>
                    <a:lnTo>
                      <a:pt x="755850" y="1"/>
                    </a:lnTo>
                    <a:lnTo>
                      <a:pt x="755850" y="28034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7" name="شكل حر: شكل 144">
                <a:extLst>
                  <a:ext uri="{FF2B5EF4-FFF2-40B4-BE49-F238E27FC236}">
                    <a16:creationId xmlns:a16="http://schemas.microsoft.com/office/drawing/2014/main" id="{9C347544-90FC-83EA-8D56-F9D7B029E285}"/>
                  </a:ext>
                </a:extLst>
              </p:cNvPr>
              <p:cNvSpPr/>
              <p:nvPr/>
            </p:nvSpPr>
            <p:spPr>
              <a:xfrm>
                <a:off x="679516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8" name="شكل حر: شكل 145">
                <a:extLst>
                  <a:ext uri="{FF2B5EF4-FFF2-40B4-BE49-F238E27FC236}">
                    <a16:creationId xmlns:a16="http://schemas.microsoft.com/office/drawing/2014/main" id="{48763E83-44D7-1C45-17D6-01FDBC6C648F}"/>
                  </a:ext>
                </a:extLst>
              </p:cNvPr>
              <p:cNvSpPr/>
              <p:nvPr/>
            </p:nvSpPr>
            <p:spPr>
              <a:xfrm>
                <a:off x="6065765" y="5146629"/>
                <a:ext cx="760907" cy="283989"/>
              </a:xfrm>
              <a:custGeom>
                <a:avLst/>
                <a:gdLst>
                  <a:gd name="csX0" fmla="*/ 1 w 760907"/>
                  <a:gd name="csY0" fmla="*/ 3649 h 283989"/>
                  <a:gd name="csX1" fmla="*/ 755850 w 760907"/>
                  <a:gd name="csY1" fmla="*/ 3649 h 283989"/>
                  <a:gd name="csX2" fmla="*/ 1 w 760907"/>
                  <a:gd name="csY2" fmla="*/ 3649 h 283989"/>
                  <a:gd name="csX3" fmla="*/ 755850 w 760907"/>
                  <a:gd name="csY3" fmla="*/ 3649 h 283989"/>
                  <a:gd name="csX4" fmla="*/ 755850 w 760907"/>
                  <a:gd name="csY4" fmla="*/ 3649 h 283989"/>
                  <a:gd name="csX5" fmla="*/ 755850 w 760907"/>
                  <a:gd name="csY5" fmla="*/ 283991 h 283989"/>
                  <a:gd name="csX6" fmla="*/ 755850 w 760907"/>
                  <a:gd name="csY6" fmla="*/ 3649 h 283989"/>
                  <a:gd name="csX7" fmla="*/ 755850 w 760907"/>
                  <a:gd name="csY7" fmla="*/ 283991 h 283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760907" h="283989">
                    <a:moveTo>
                      <a:pt x="1" y="3649"/>
                    </a:moveTo>
                    <a:cubicBezTo>
                      <a:pt x="236279" y="12430"/>
                      <a:pt x="495384" y="-7890"/>
                      <a:pt x="755850" y="3649"/>
                    </a:cubicBezTo>
                    <a:moveTo>
                      <a:pt x="1" y="3649"/>
                    </a:moveTo>
                    <a:cubicBezTo>
                      <a:pt x="276642" y="17147"/>
                      <a:pt x="557213" y="10906"/>
                      <a:pt x="755850" y="3649"/>
                    </a:cubicBezTo>
                    <a:moveTo>
                      <a:pt x="755850" y="3649"/>
                    </a:moveTo>
                    <a:cubicBezTo>
                      <a:pt x="755321" y="89645"/>
                      <a:pt x="767490" y="191100"/>
                      <a:pt x="755850" y="283991"/>
                    </a:cubicBezTo>
                    <a:moveTo>
                      <a:pt x="755850" y="3649"/>
                    </a:moveTo>
                    <a:cubicBezTo>
                      <a:pt x="752449" y="68672"/>
                      <a:pt x="755094" y="136816"/>
                      <a:pt x="755850" y="28399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29" name="شكل حر: شكل 146">
                <a:extLst>
                  <a:ext uri="{FF2B5EF4-FFF2-40B4-BE49-F238E27FC236}">
                    <a16:creationId xmlns:a16="http://schemas.microsoft.com/office/drawing/2014/main" id="{637AA1DE-95D0-ED01-9C43-089FE0E36F39}"/>
                  </a:ext>
                </a:extLst>
              </p:cNvPr>
              <p:cNvSpPr/>
              <p:nvPr/>
            </p:nvSpPr>
            <p:spPr>
              <a:xfrm>
                <a:off x="679516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5972" y="23731"/>
                      <a:pt x="7181" y="6096"/>
                      <a:pt x="1" y="1"/>
                    </a:cubicBezTo>
                    <a:cubicBezTo>
                      <a:pt x="1512" y="7766"/>
                      <a:pt x="10431" y="5733"/>
                      <a:pt x="26455" y="12700"/>
                    </a:cubicBezTo>
                    <a:cubicBezTo>
                      <a:pt x="36055" y="5153"/>
                      <a:pt x="36584" y="1887"/>
                      <a:pt x="52910" y="1"/>
                    </a:cubicBezTo>
                    <a:cubicBezTo>
                      <a:pt x="46788" y="25400"/>
                      <a:pt x="24717" y="38100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0" name="شكل حر: شكل 147">
                <a:extLst>
                  <a:ext uri="{FF2B5EF4-FFF2-40B4-BE49-F238E27FC236}">
                    <a16:creationId xmlns:a16="http://schemas.microsoft.com/office/drawing/2014/main" id="{B8ECF91F-A321-8790-FA56-6913CDA1DA5E}"/>
                  </a:ext>
                </a:extLst>
              </p:cNvPr>
              <p:cNvSpPr/>
              <p:nvPr/>
            </p:nvSpPr>
            <p:spPr>
              <a:xfrm>
                <a:off x="679516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5420" y="37592"/>
                      <a:pt x="13455" y="13353"/>
                      <a:pt x="1" y="1"/>
                    </a:cubicBezTo>
                    <a:moveTo>
                      <a:pt x="26455" y="50800"/>
                    </a:moveTo>
                    <a:cubicBezTo>
                      <a:pt x="17385" y="34762"/>
                      <a:pt x="9297" y="13717"/>
                      <a:pt x="1" y="1"/>
                    </a:cubicBezTo>
                    <a:moveTo>
                      <a:pt x="1" y="1"/>
                    </a:moveTo>
                    <a:cubicBezTo>
                      <a:pt x="8239" y="3484"/>
                      <a:pt x="18972" y="10015"/>
                      <a:pt x="26455" y="12700"/>
                    </a:cubicBezTo>
                    <a:moveTo>
                      <a:pt x="1" y="1"/>
                    </a:moveTo>
                    <a:cubicBezTo>
                      <a:pt x="5594" y="2250"/>
                      <a:pt x="12699" y="5081"/>
                      <a:pt x="26455" y="12700"/>
                    </a:cubicBezTo>
                    <a:moveTo>
                      <a:pt x="26455" y="12700"/>
                    </a:moveTo>
                    <a:cubicBezTo>
                      <a:pt x="38473" y="8419"/>
                      <a:pt x="45805" y="2032"/>
                      <a:pt x="52910" y="1"/>
                    </a:cubicBezTo>
                    <a:moveTo>
                      <a:pt x="26455" y="12700"/>
                    </a:moveTo>
                    <a:cubicBezTo>
                      <a:pt x="34619" y="9943"/>
                      <a:pt x="45200" y="3411"/>
                      <a:pt x="52910" y="1"/>
                    </a:cubicBezTo>
                    <a:moveTo>
                      <a:pt x="52910" y="1"/>
                    </a:moveTo>
                    <a:cubicBezTo>
                      <a:pt x="43915" y="11249"/>
                      <a:pt x="36584" y="25400"/>
                      <a:pt x="26455" y="50800"/>
                    </a:cubicBezTo>
                    <a:moveTo>
                      <a:pt x="52910" y="1"/>
                    </a:moveTo>
                    <a:cubicBezTo>
                      <a:pt x="45654" y="17200"/>
                      <a:pt x="38700" y="29102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25" name="صورة 148">
              <a:extLst>
                <a:ext uri="{FF2B5EF4-FFF2-40B4-BE49-F238E27FC236}">
                  <a16:creationId xmlns:a16="http://schemas.microsoft.com/office/drawing/2014/main" id="{2267BA8D-30B9-51EA-BD16-60F4878E35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519275" y="5103106"/>
              <a:ext cx="597121" cy="114299"/>
            </a:xfrm>
            <a:custGeom>
              <a:avLst/>
              <a:gdLst>
                <a:gd name="csX0" fmla="*/ 0 w 597121"/>
                <a:gd name="csY0" fmla="*/ 0 h 114299"/>
                <a:gd name="csX1" fmla="*/ 597121 w 597121"/>
                <a:gd name="csY1" fmla="*/ 0 h 114299"/>
                <a:gd name="csX2" fmla="*/ 597121 w 597121"/>
                <a:gd name="csY2" fmla="*/ 114299 h 114299"/>
                <a:gd name="csX3" fmla="*/ 0 w 59712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7121" h="114299">
                  <a:moveTo>
                    <a:pt x="0" y="0"/>
                  </a:moveTo>
                  <a:lnTo>
                    <a:pt x="597121" y="0"/>
                  </a:lnTo>
                  <a:lnTo>
                    <a:pt x="59712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331" name="!!رسم 9">
            <a:extLst>
              <a:ext uri="{FF2B5EF4-FFF2-40B4-BE49-F238E27FC236}">
                <a16:creationId xmlns:a16="http://schemas.microsoft.com/office/drawing/2014/main" id="{78119BFD-9595-E373-4085-FC4034A16FAD}"/>
              </a:ext>
            </a:extLst>
          </p:cNvPr>
          <p:cNvGrpSpPr/>
          <p:nvPr/>
        </p:nvGrpSpPr>
        <p:grpSpPr>
          <a:xfrm>
            <a:off x="5199142" y="4855669"/>
            <a:ext cx="1375112" cy="429983"/>
            <a:chOff x="5869702" y="4511652"/>
            <a:chExt cx="1375112" cy="429983"/>
          </a:xfrm>
        </p:grpSpPr>
        <p:grpSp>
          <p:nvGrpSpPr>
            <p:cNvPr id="2332" name="رسم 9">
              <a:extLst>
                <a:ext uri="{FF2B5EF4-FFF2-40B4-BE49-F238E27FC236}">
                  <a16:creationId xmlns:a16="http://schemas.microsoft.com/office/drawing/2014/main" id="{2BD3DA17-5088-221F-517B-B8F7C6A6AA10}"/>
                </a:ext>
              </a:extLst>
            </p:cNvPr>
            <p:cNvGrpSpPr/>
            <p:nvPr/>
          </p:nvGrpSpPr>
          <p:grpSpPr>
            <a:xfrm>
              <a:off x="5869702" y="4511652"/>
              <a:ext cx="1375112" cy="372280"/>
              <a:chOff x="5869702" y="4511652"/>
              <a:chExt cx="1375112" cy="372280"/>
            </a:xfrm>
          </p:grpSpPr>
          <p:sp>
            <p:nvSpPr>
              <p:cNvPr id="2334" name="شكل حر: شكل 151">
                <a:extLst>
                  <a:ext uri="{FF2B5EF4-FFF2-40B4-BE49-F238E27FC236}">
                    <a16:creationId xmlns:a16="http://schemas.microsoft.com/office/drawing/2014/main" id="{76F626F0-E1A8-206A-9EFA-AD0998BEB419}"/>
                  </a:ext>
                </a:extLst>
              </p:cNvPr>
              <p:cNvSpPr/>
              <p:nvPr/>
            </p:nvSpPr>
            <p:spPr>
              <a:xfrm>
                <a:off x="5876803" y="4511652"/>
                <a:ext cx="1341557" cy="362855"/>
              </a:xfrm>
              <a:custGeom>
                <a:avLst/>
                <a:gdLst>
                  <a:gd name="csX0" fmla="*/ 1 w 1341557"/>
                  <a:gd name="csY0" fmla="*/ 1 h 362855"/>
                  <a:gd name="csX1" fmla="*/ 454 w 1341557"/>
                  <a:gd name="csY1" fmla="*/ 362856 h 362855"/>
                  <a:gd name="csX2" fmla="*/ 1341407 w 1341557"/>
                  <a:gd name="csY2" fmla="*/ 362856 h 362855"/>
                  <a:gd name="csX3" fmla="*/ 1341558 w 1341557"/>
                  <a:gd name="csY3" fmla="*/ 191370 h 3628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1341557" h="362855">
                    <a:moveTo>
                      <a:pt x="1" y="1"/>
                    </a:moveTo>
                    <a:lnTo>
                      <a:pt x="454" y="362856"/>
                    </a:lnTo>
                    <a:lnTo>
                      <a:pt x="1341407" y="362856"/>
                    </a:lnTo>
                    <a:lnTo>
                      <a:pt x="1341558" y="1913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5" name="شكل حر: شكل 152">
                <a:extLst>
                  <a:ext uri="{FF2B5EF4-FFF2-40B4-BE49-F238E27FC236}">
                    <a16:creationId xmlns:a16="http://schemas.microsoft.com/office/drawing/2014/main" id="{2E48A6ED-1B4A-BE5B-6AD9-AF0475866416}"/>
                  </a:ext>
                </a:extLst>
              </p:cNvPr>
              <p:cNvSpPr/>
              <p:nvPr/>
            </p:nvSpPr>
            <p:spPr>
              <a:xfrm>
                <a:off x="7191905" y="4664922"/>
                <a:ext cx="52909" cy="50799"/>
              </a:xfrm>
              <a:custGeom>
                <a:avLst/>
                <a:gdLst>
                  <a:gd name="csX0" fmla="*/ 26531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728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531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728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6" name="شكل حر: شكل 153">
                <a:extLst>
                  <a:ext uri="{FF2B5EF4-FFF2-40B4-BE49-F238E27FC236}">
                    <a16:creationId xmlns:a16="http://schemas.microsoft.com/office/drawing/2014/main" id="{CFA1A22A-6B28-4695-53A9-FF4C710F9F4D}"/>
                  </a:ext>
                </a:extLst>
              </p:cNvPr>
              <p:cNvSpPr/>
              <p:nvPr/>
            </p:nvSpPr>
            <p:spPr>
              <a:xfrm>
                <a:off x="5869702" y="4511652"/>
                <a:ext cx="1354991" cy="372280"/>
              </a:xfrm>
              <a:custGeom>
                <a:avLst/>
                <a:gdLst>
                  <a:gd name="csX0" fmla="*/ 7101 w 1354991"/>
                  <a:gd name="csY0" fmla="*/ 1 h 372280"/>
                  <a:gd name="csX1" fmla="*/ 7554 w 1354991"/>
                  <a:gd name="csY1" fmla="*/ 362856 h 372280"/>
                  <a:gd name="csX2" fmla="*/ 7101 w 1354991"/>
                  <a:gd name="csY2" fmla="*/ 1 h 372280"/>
                  <a:gd name="csX3" fmla="*/ 7554 w 1354991"/>
                  <a:gd name="csY3" fmla="*/ 362856 h 372280"/>
                  <a:gd name="csX4" fmla="*/ 7554 w 1354991"/>
                  <a:gd name="csY4" fmla="*/ 362856 h 372280"/>
                  <a:gd name="csX5" fmla="*/ 1348507 w 1354991"/>
                  <a:gd name="csY5" fmla="*/ 362856 h 372280"/>
                  <a:gd name="csX6" fmla="*/ 7554 w 1354991"/>
                  <a:gd name="csY6" fmla="*/ 362856 h 372280"/>
                  <a:gd name="csX7" fmla="*/ 1348507 w 1354991"/>
                  <a:gd name="csY7" fmla="*/ 362856 h 372280"/>
                  <a:gd name="csX8" fmla="*/ 1348507 w 1354991"/>
                  <a:gd name="csY8" fmla="*/ 362856 h 372280"/>
                  <a:gd name="csX9" fmla="*/ 1348658 w 1354991"/>
                  <a:gd name="csY9" fmla="*/ 191370 h 372280"/>
                  <a:gd name="csX10" fmla="*/ 1348507 w 1354991"/>
                  <a:gd name="csY10" fmla="*/ 362856 h 372280"/>
                  <a:gd name="csX11" fmla="*/ 1348658 w 1354991"/>
                  <a:gd name="csY11" fmla="*/ 191370 h 3722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1354991" h="372280">
                    <a:moveTo>
                      <a:pt x="7101" y="1"/>
                    </a:moveTo>
                    <a:cubicBezTo>
                      <a:pt x="-5976" y="116767"/>
                      <a:pt x="1961" y="243404"/>
                      <a:pt x="7554" y="362856"/>
                    </a:cubicBezTo>
                    <a:moveTo>
                      <a:pt x="7101" y="1"/>
                    </a:moveTo>
                    <a:cubicBezTo>
                      <a:pt x="-1516" y="80337"/>
                      <a:pt x="-458" y="169236"/>
                      <a:pt x="7554" y="362856"/>
                    </a:cubicBezTo>
                    <a:moveTo>
                      <a:pt x="7554" y="362856"/>
                    </a:moveTo>
                    <a:cubicBezTo>
                      <a:pt x="475954" y="385643"/>
                      <a:pt x="951535" y="359517"/>
                      <a:pt x="1348507" y="362856"/>
                    </a:cubicBezTo>
                    <a:moveTo>
                      <a:pt x="7554" y="362856"/>
                    </a:moveTo>
                    <a:cubicBezTo>
                      <a:pt x="312917" y="352623"/>
                      <a:pt x="609059" y="363654"/>
                      <a:pt x="1348507" y="362856"/>
                    </a:cubicBezTo>
                    <a:moveTo>
                      <a:pt x="1348507" y="362856"/>
                    </a:moveTo>
                    <a:cubicBezTo>
                      <a:pt x="1355461" y="317209"/>
                      <a:pt x="1358635" y="263216"/>
                      <a:pt x="1348658" y="191370"/>
                    </a:cubicBezTo>
                    <a:moveTo>
                      <a:pt x="1348507" y="362856"/>
                    </a:moveTo>
                    <a:cubicBezTo>
                      <a:pt x="1356444" y="306831"/>
                      <a:pt x="1343972" y="238106"/>
                      <a:pt x="1348658" y="1913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7" name="شكل حر: شكل 154">
                <a:extLst>
                  <a:ext uri="{FF2B5EF4-FFF2-40B4-BE49-F238E27FC236}">
                    <a16:creationId xmlns:a16="http://schemas.microsoft.com/office/drawing/2014/main" id="{9B477544-D5B0-3D1F-C31B-1E4C54352939}"/>
                  </a:ext>
                </a:extLst>
              </p:cNvPr>
              <p:cNvSpPr/>
              <p:nvPr/>
            </p:nvSpPr>
            <p:spPr>
              <a:xfrm>
                <a:off x="7191905" y="4664922"/>
                <a:ext cx="52909" cy="50799"/>
              </a:xfrm>
              <a:custGeom>
                <a:avLst/>
                <a:gdLst>
                  <a:gd name="csX0" fmla="*/ 26531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728 h 50799"/>
                  <a:gd name="csX4" fmla="*/ 26531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531" y="1"/>
                    </a:moveTo>
                    <a:cubicBezTo>
                      <a:pt x="32578" y="15894"/>
                      <a:pt x="34316" y="20538"/>
                      <a:pt x="52910" y="50800"/>
                    </a:cubicBezTo>
                    <a:cubicBezTo>
                      <a:pt x="43008" y="49711"/>
                      <a:pt x="36130" y="44559"/>
                      <a:pt x="26455" y="38100"/>
                    </a:cubicBezTo>
                    <a:cubicBezTo>
                      <a:pt x="12926" y="43761"/>
                      <a:pt x="10733" y="44705"/>
                      <a:pt x="1" y="50728"/>
                    </a:cubicBezTo>
                    <a:cubicBezTo>
                      <a:pt x="2193" y="41439"/>
                      <a:pt x="8919" y="23005"/>
                      <a:pt x="26531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38" name="شكل حر: شكل 155">
                <a:extLst>
                  <a:ext uri="{FF2B5EF4-FFF2-40B4-BE49-F238E27FC236}">
                    <a16:creationId xmlns:a16="http://schemas.microsoft.com/office/drawing/2014/main" id="{DBA227C1-013F-A529-CF7F-9D17BDFA1D1F}"/>
                  </a:ext>
                </a:extLst>
              </p:cNvPr>
              <p:cNvSpPr/>
              <p:nvPr/>
            </p:nvSpPr>
            <p:spPr>
              <a:xfrm>
                <a:off x="7191905" y="4664922"/>
                <a:ext cx="52909" cy="50799"/>
              </a:xfrm>
              <a:custGeom>
                <a:avLst/>
                <a:gdLst>
                  <a:gd name="csX0" fmla="*/ 26531 w 52909"/>
                  <a:gd name="csY0" fmla="*/ 1 h 50799"/>
                  <a:gd name="csX1" fmla="*/ 52910 w 52909"/>
                  <a:gd name="csY1" fmla="*/ 50800 h 50799"/>
                  <a:gd name="csX2" fmla="*/ 26531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728 h 50799"/>
                  <a:gd name="csX10" fmla="*/ 26455 w 52909"/>
                  <a:gd name="csY10" fmla="*/ 38100 h 50799"/>
                  <a:gd name="csX11" fmla="*/ 1 w 52909"/>
                  <a:gd name="csY11" fmla="*/ 50728 h 50799"/>
                  <a:gd name="csX12" fmla="*/ 1 w 52909"/>
                  <a:gd name="csY12" fmla="*/ 50728 h 50799"/>
                  <a:gd name="csX13" fmla="*/ 26531 w 52909"/>
                  <a:gd name="csY13" fmla="*/ 1 h 50799"/>
                  <a:gd name="csX14" fmla="*/ 1 w 52909"/>
                  <a:gd name="csY14" fmla="*/ 50728 h 50799"/>
                  <a:gd name="csX15" fmla="*/ 26531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531" y="1"/>
                    </a:moveTo>
                    <a:cubicBezTo>
                      <a:pt x="29403" y="16692"/>
                      <a:pt x="40967" y="36939"/>
                      <a:pt x="52910" y="50800"/>
                    </a:cubicBezTo>
                    <a:moveTo>
                      <a:pt x="26531" y="1"/>
                    </a:moveTo>
                    <a:cubicBezTo>
                      <a:pt x="30083" y="9870"/>
                      <a:pt x="36735" y="22933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8696"/>
                      <a:pt x="34316" y="39116"/>
                      <a:pt x="26455" y="38100"/>
                    </a:cubicBezTo>
                    <a:moveTo>
                      <a:pt x="52910" y="50800"/>
                    </a:moveTo>
                    <a:cubicBezTo>
                      <a:pt x="47544" y="46664"/>
                      <a:pt x="40439" y="46011"/>
                      <a:pt x="26455" y="38100"/>
                    </a:cubicBezTo>
                    <a:moveTo>
                      <a:pt x="26455" y="38100"/>
                    </a:moveTo>
                    <a:cubicBezTo>
                      <a:pt x="19350" y="44341"/>
                      <a:pt x="11338" y="48913"/>
                      <a:pt x="1" y="50728"/>
                    </a:cubicBezTo>
                    <a:moveTo>
                      <a:pt x="26455" y="38100"/>
                    </a:moveTo>
                    <a:cubicBezTo>
                      <a:pt x="17990" y="43979"/>
                      <a:pt x="5745" y="47534"/>
                      <a:pt x="1" y="50728"/>
                    </a:cubicBezTo>
                    <a:moveTo>
                      <a:pt x="1" y="50728"/>
                    </a:moveTo>
                    <a:cubicBezTo>
                      <a:pt x="15949" y="28739"/>
                      <a:pt x="15495" y="15168"/>
                      <a:pt x="26531" y="1"/>
                    </a:cubicBezTo>
                    <a:moveTo>
                      <a:pt x="1" y="50728"/>
                    </a:moveTo>
                    <a:cubicBezTo>
                      <a:pt x="4233" y="38318"/>
                      <a:pt x="13001" y="26344"/>
                      <a:pt x="26531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33" name="صورة 156">
              <a:extLst>
                <a:ext uri="{FF2B5EF4-FFF2-40B4-BE49-F238E27FC236}">
                  <a16:creationId xmlns:a16="http://schemas.microsoft.com/office/drawing/2014/main" id="{2184DEFF-AD1E-1AEB-DD33-26551CD645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258507" y="4827336"/>
              <a:ext cx="408158" cy="114299"/>
            </a:xfrm>
            <a:custGeom>
              <a:avLst/>
              <a:gdLst>
                <a:gd name="csX0" fmla="*/ 0 w 408158"/>
                <a:gd name="csY0" fmla="*/ 0 h 114299"/>
                <a:gd name="csX1" fmla="*/ 408159 w 408158"/>
                <a:gd name="csY1" fmla="*/ 0 h 114299"/>
                <a:gd name="csX2" fmla="*/ 408159 w 408158"/>
                <a:gd name="csY2" fmla="*/ 114299 h 114299"/>
                <a:gd name="csX3" fmla="*/ 0 w 40815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08158" h="114299">
                  <a:moveTo>
                    <a:pt x="0" y="0"/>
                  </a:moveTo>
                  <a:lnTo>
                    <a:pt x="408159" y="0"/>
                  </a:lnTo>
                  <a:lnTo>
                    <a:pt x="408159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339" name="!!رسم 9">
            <a:extLst>
              <a:ext uri="{FF2B5EF4-FFF2-40B4-BE49-F238E27FC236}">
                <a16:creationId xmlns:a16="http://schemas.microsoft.com/office/drawing/2014/main" id="{6860D13F-A6FA-DBEF-663D-E24E50D14B1D}"/>
              </a:ext>
            </a:extLst>
          </p:cNvPr>
          <p:cNvGrpSpPr/>
          <p:nvPr/>
        </p:nvGrpSpPr>
        <p:grpSpPr>
          <a:xfrm>
            <a:off x="4626204" y="5272967"/>
            <a:ext cx="770890" cy="304129"/>
            <a:chOff x="5296764" y="4928950"/>
            <a:chExt cx="770890" cy="304129"/>
          </a:xfrm>
        </p:grpSpPr>
        <p:grpSp>
          <p:nvGrpSpPr>
            <p:cNvPr id="2340" name="رسم 9">
              <a:extLst>
                <a:ext uri="{FF2B5EF4-FFF2-40B4-BE49-F238E27FC236}">
                  <a16:creationId xmlns:a16="http://schemas.microsoft.com/office/drawing/2014/main" id="{6149F161-5446-027D-F07E-518A4F2D5FF5}"/>
                </a:ext>
              </a:extLst>
            </p:cNvPr>
            <p:cNvGrpSpPr/>
            <p:nvPr/>
          </p:nvGrpSpPr>
          <p:grpSpPr>
            <a:xfrm>
              <a:off x="5296764" y="4928950"/>
              <a:ext cx="770890" cy="304129"/>
              <a:chOff x="5296764" y="4928950"/>
              <a:chExt cx="770890" cy="304129"/>
            </a:xfrm>
          </p:grpSpPr>
          <p:sp>
            <p:nvSpPr>
              <p:cNvPr id="2342" name="مستطيل 159">
                <a:extLst>
                  <a:ext uri="{FF2B5EF4-FFF2-40B4-BE49-F238E27FC236}">
                    <a16:creationId xmlns:a16="http://schemas.microsoft.com/office/drawing/2014/main" id="{EBC587EA-6287-7A00-9628-6A6E80E277C5}"/>
                  </a:ext>
                </a:extLst>
              </p:cNvPr>
              <p:cNvSpPr/>
              <p:nvPr/>
            </p:nvSpPr>
            <p:spPr>
              <a:xfrm>
                <a:off x="5309915" y="4932564"/>
                <a:ext cx="755849" cy="290284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3" name="شكل حر: شكل 160">
                <a:extLst>
                  <a:ext uri="{FF2B5EF4-FFF2-40B4-BE49-F238E27FC236}">
                    <a16:creationId xmlns:a16="http://schemas.microsoft.com/office/drawing/2014/main" id="{DF97DAB6-83EC-0FBC-1A1D-28743E66FA61}"/>
                  </a:ext>
                </a:extLst>
              </p:cNvPr>
              <p:cNvSpPr/>
              <p:nvPr/>
            </p:nvSpPr>
            <p:spPr>
              <a:xfrm>
                <a:off x="5296764" y="4941345"/>
                <a:ext cx="770890" cy="291735"/>
              </a:xfrm>
              <a:custGeom>
                <a:avLst/>
                <a:gdLst>
                  <a:gd name="csX0" fmla="*/ 20106 w 770890"/>
                  <a:gd name="csY0" fmla="*/ 1 h 291735"/>
                  <a:gd name="csX1" fmla="*/ 770891 w 770890"/>
                  <a:gd name="csY1" fmla="*/ 2830 h 291735"/>
                  <a:gd name="csX2" fmla="*/ 755926 w 770890"/>
                  <a:gd name="csY2" fmla="*/ 291736 h 291735"/>
                  <a:gd name="csX3" fmla="*/ 1 w 770890"/>
                  <a:gd name="csY3" fmla="*/ 274900 h 29173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70890" h="291735">
                    <a:moveTo>
                      <a:pt x="20106" y="1"/>
                    </a:moveTo>
                    <a:lnTo>
                      <a:pt x="770891" y="2830"/>
                    </a:lnTo>
                    <a:lnTo>
                      <a:pt x="755926" y="291736"/>
                    </a:lnTo>
                    <a:lnTo>
                      <a:pt x="1" y="274900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4" name="شكل حر: شكل 161">
                <a:extLst>
                  <a:ext uri="{FF2B5EF4-FFF2-40B4-BE49-F238E27FC236}">
                    <a16:creationId xmlns:a16="http://schemas.microsoft.com/office/drawing/2014/main" id="{DBCDEB12-0BE5-7510-4695-32AFC0FC2FF8}"/>
                  </a:ext>
                </a:extLst>
              </p:cNvPr>
              <p:cNvSpPr/>
              <p:nvPr/>
            </p:nvSpPr>
            <p:spPr>
              <a:xfrm>
                <a:off x="5309915" y="4928950"/>
                <a:ext cx="755849" cy="296097"/>
              </a:xfrm>
              <a:custGeom>
                <a:avLst/>
                <a:gdLst>
                  <a:gd name="csX0" fmla="*/ 1 w 755849"/>
                  <a:gd name="csY0" fmla="*/ 3614 h 296097"/>
                  <a:gd name="csX1" fmla="*/ 755850 w 755849"/>
                  <a:gd name="csY1" fmla="*/ 3614 h 296097"/>
                  <a:gd name="csX2" fmla="*/ 1 w 755849"/>
                  <a:gd name="csY2" fmla="*/ 3614 h 296097"/>
                  <a:gd name="csX3" fmla="*/ 755850 w 755849"/>
                  <a:gd name="csY3" fmla="*/ 3614 h 296097"/>
                  <a:gd name="csX4" fmla="*/ 755850 w 755849"/>
                  <a:gd name="csY4" fmla="*/ 3614 h 296097"/>
                  <a:gd name="csX5" fmla="*/ 755850 w 755849"/>
                  <a:gd name="csY5" fmla="*/ 293898 h 296097"/>
                  <a:gd name="csX6" fmla="*/ 755850 w 755849"/>
                  <a:gd name="csY6" fmla="*/ 3614 h 296097"/>
                  <a:gd name="csX7" fmla="*/ 755850 w 755849"/>
                  <a:gd name="csY7" fmla="*/ 293898 h 296097"/>
                  <a:gd name="csX8" fmla="*/ 755850 w 755849"/>
                  <a:gd name="csY8" fmla="*/ 293898 h 296097"/>
                  <a:gd name="csX9" fmla="*/ 1 w 755849"/>
                  <a:gd name="csY9" fmla="*/ 293898 h 296097"/>
                  <a:gd name="csX10" fmla="*/ 755850 w 755849"/>
                  <a:gd name="csY10" fmla="*/ 293898 h 296097"/>
                  <a:gd name="csX11" fmla="*/ 1 w 755849"/>
                  <a:gd name="csY11" fmla="*/ 293898 h 296097"/>
                  <a:gd name="csX12" fmla="*/ 1 w 755849"/>
                  <a:gd name="csY12" fmla="*/ 293898 h 296097"/>
                  <a:gd name="csX13" fmla="*/ 1 w 755849"/>
                  <a:gd name="csY13" fmla="*/ 3614 h 296097"/>
                  <a:gd name="csX14" fmla="*/ 1 w 755849"/>
                  <a:gd name="csY14" fmla="*/ 293898 h 296097"/>
                  <a:gd name="csX15" fmla="*/ 1 w 755849"/>
                  <a:gd name="csY15" fmla="*/ 3614 h 29609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55849" h="296097">
                    <a:moveTo>
                      <a:pt x="1" y="3614"/>
                    </a:moveTo>
                    <a:cubicBezTo>
                      <a:pt x="249280" y="-5603"/>
                      <a:pt x="490547" y="6009"/>
                      <a:pt x="755850" y="3614"/>
                    </a:cubicBezTo>
                    <a:moveTo>
                      <a:pt x="1" y="3614"/>
                    </a:moveTo>
                    <a:cubicBezTo>
                      <a:pt x="237262" y="-3063"/>
                      <a:pt x="469081" y="8403"/>
                      <a:pt x="755850" y="3614"/>
                    </a:cubicBezTo>
                    <a:moveTo>
                      <a:pt x="755850" y="3614"/>
                    </a:moveTo>
                    <a:cubicBezTo>
                      <a:pt x="751315" y="115664"/>
                      <a:pt x="746251" y="221254"/>
                      <a:pt x="755850" y="293898"/>
                    </a:cubicBezTo>
                    <a:moveTo>
                      <a:pt x="755850" y="3614"/>
                    </a:moveTo>
                    <a:cubicBezTo>
                      <a:pt x="751013" y="67912"/>
                      <a:pt x="752071" y="121034"/>
                      <a:pt x="755850" y="293898"/>
                    </a:cubicBezTo>
                    <a:moveTo>
                      <a:pt x="755850" y="293898"/>
                    </a:moveTo>
                    <a:cubicBezTo>
                      <a:pt x="541038" y="288092"/>
                      <a:pt x="311033" y="301010"/>
                      <a:pt x="1" y="293898"/>
                    </a:cubicBezTo>
                    <a:moveTo>
                      <a:pt x="755850" y="293898"/>
                    </a:moveTo>
                    <a:cubicBezTo>
                      <a:pt x="598785" y="284754"/>
                      <a:pt x="435748" y="285625"/>
                      <a:pt x="1" y="293898"/>
                    </a:cubicBezTo>
                    <a:moveTo>
                      <a:pt x="1" y="293898"/>
                    </a:moveTo>
                    <a:cubicBezTo>
                      <a:pt x="4082" y="191791"/>
                      <a:pt x="10507" y="94981"/>
                      <a:pt x="1" y="3614"/>
                    </a:cubicBezTo>
                    <a:moveTo>
                      <a:pt x="1" y="293898"/>
                    </a:moveTo>
                    <a:cubicBezTo>
                      <a:pt x="907" y="233737"/>
                      <a:pt x="6576" y="173720"/>
                      <a:pt x="1" y="361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41" name="صورة 162">
              <a:extLst>
                <a:ext uri="{FF2B5EF4-FFF2-40B4-BE49-F238E27FC236}">
                  <a16:creationId xmlns:a16="http://schemas.microsoft.com/office/drawing/2014/main" id="{01A5E266-40C9-EF6A-C685-125BF195F812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/>
            <a:stretch>
              <a:fillRect/>
            </a:stretch>
          </p:blipFill>
          <p:spPr>
            <a:xfrm>
              <a:off x="5313695" y="4972478"/>
              <a:ext cx="740732" cy="232227"/>
            </a:xfrm>
            <a:custGeom>
              <a:avLst/>
              <a:gdLst>
                <a:gd name="csX0" fmla="*/ 0 w 740732"/>
                <a:gd name="csY0" fmla="*/ 0 h 232227"/>
                <a:gd name="csX1" fmla="*/ 740733 w 740732"/>
                <a:gd name="csY1" fmla="*/ 0 h 232227"/>
                <a:gd name="csX2" fmla="*/ 740733 w 740732"/>
                <a:gd name="csY2" fmla="*/ 232227 h 232227"/>
                <a:gd name="csX3" fmla="*/ 0 w 740732"/>
                <a:gd name="csY3" fmla="*/ 232227 h 232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0732" h="232227">
                  <a:moveTo>
                    <a:pt x="0" y="0"/>
                  </a:moveTo>
                  <a:lnTo>
                    <a:pt x="740733" y="0"/>
                  </a:lnTo>
                  <a:lnTo>
                    <a:pt x="740733" y="232227"/>
                  </a:lnTo>
                  <a:lnTo>
                    <a:pt x="0" y="232227"/>
                  </a:lnTo>
                  <a:close/>
                </a:path>
              </a:pathLst>
            </a:custGeom>
          </p:spPr>
        </p:pic>
      </p:grpSp>
      <p:grpSp>
        <p:nvGrpSpPr>
          <p:cNvPr id="2345" name="!!رسم 9">
            <a:extLst>
              <a:ext uri="{FF2B5EF4-FFF2-40B4-BE49-F238E27FC236}">
                <a16:creationId xmlns:a16="http://schemas.microsoft.com/office/drawing/2014/main" id="{7BC94AC9-62A3-DFD1-F81D-2CA21A05861F}"/>
              </a:ext>
            </a:extLst>
          </p:cNvPr>
          <p:cNvGrpSpPr/>
          <p:nvPr/>
        </p:nvGrpSpPr>
        <p:grpSpPr>
          <a:xfrm>
            <a:off x="4095437" y="4086416"/>
            <a:ext cx="686622" cy="1785247"/>
            <a:chOff x="4765997" y="3742399"/>
            <a:chExt cx="686622" cy="1785247"/>
          </a:xfrm>
        </p:grpSpPr>
        <p:grpSp>
          <p:nvGrpSpPr>
            <p:cNvPr id="2346" name="رسم 9">
              <a:extLst>
                <a:ext uri="{FF2B5EF4-FFF2-40B4-BE49-F238E27FC236}">
                  <a16:creationId xmlns:a16="http://schemas.microsoft.com/office/drawing/2014/main" id="{2D345E94-B132-9A04-B11B-5ADA09C9F692}"/>
                </a:ext>
              </a:extLst>
            </p:cNvPr>
            <p:cNvGrpSpPr/>
            <p:nvPr/>
          </p:nvGrpSpPr>
          <p:grpSpPr>
            <a:xfrm>
              <a:off x="4805813" y="3742399"/>
              <a:ext cx="646806" cy="1785247"/>
              <a:chOff x="4805813" y="3742399"/>
              <a:chExt cx="646806" cy="1785247"/>
            </a:xfrm>
          </p:grpSpPr>
          <p:sp>
            <p:nvSpPr>
              <p:cNvPr id="2348" name="شكل حر: شكل 165">
                <a:extLst>
                  <a:ext uri="{FF2B5EF4-FFF2-40B4-BE49-F238E27FC236}">
                    <a16:creationId xmlns:a16="http://schemas.microsoft.com/office/drawing/2014/main" id="{4EBC5EB5-DA66-9071-D117-DA6C317AC1D2}"/>
                  </a:ext>
                </a:extLst>
              </p:cNvPr>
              <p:cNvSpPr/>
              <p:nvPr/>
            </p:nvSpPr>
            <p:spPr>
              <a:xfrm>
                <a:off x="4818613" y="3767799"/>
                <a:ext cx="594324" cy="1759847"/>
              </a:xfrm>
              <a:custGeom>
                <a:avLst/>
                <a:gdLst>
                  <a:gd name="csX0" fmla="*/ 1 w 594324"/>
                  <a:gd name="csY0" fmla="*/ 1759848 h 1759847"/>
                  <a:gd name="csX1" fmla="*/ 454 w 594324"/>
                  <a:gd name="csY1" fmla="*/ 218 h 1759847"/>
                  <a:gd name="csX2" fmla="*/ 594325 w 594324"/>
                  <a:gd name="csY2" fmla="*/ 1 h 175984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594324" h="1759847">
                    <a:moveTo>
                      <a:pt x="1" y="1759848"/>
                    </a:moveTo>
                    <a:lnTo>
                      <a:pt x="454" y="218"/>
                    </a:lnTo>
                    <a:lnTo>
                      <a:pt x="594325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49" name="شكل حر: شكل 166">
                <a:extLst>
                  <a:ext uri="{FF2B5EF4-FFF2-40B4-BE49-F238E27FC236}">
                    <a16:creationId xmlns:a16="http://schemas.microsoft.com/office/drawing/2014/main" id="{EE71A8D4-3E85-0AA7-41EB-053F970B1CAD}"/>
                  </a:ext>
                </a:extLst>
              </p:cNvPr>
              <p:cNvSpPr/>
              <p:nvPr/>
            </p:nvSpPr>
            <p:spPr>
              <a:xfrm>
                <a:off x="5399710" y="3742399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0" name="شكل حر: شكل 167">
                <a:extLst>
                  <a:ext uri="{FF2B5EF4-FFF2-40B4-BE49-F238E27FC236}">
                    <a16:creationId xmlns:a16="http://schemas.microsoft.com/office/drawing/2014/main" id="{E71785B6-64FF-5F8D-B2D2-5E37DFBC8633}"/>
                  </a:ext>
                </a:extLst>
              </p:cNvPr>
              <p:cNvSpPr/>
              <p:nvPr/>
            </p:nvSpPr>
            <p:spPr>
              <a:xfrm>
                <a:off x="4805813" y="3761248"/>
                <a:ext cx="607124" cy="1766398"/>
              </a:xfrm>
              <a:custGeom>
                <a:avLst/>
                <a:gdLst>
                  <a:gd name="csX0" fmla="*/ 12800 w 607124"/>
                  <a:gd name="csY0" fmla="*/ 1766399 h 1766398"/>
                  <a:gd name="csX1" fmla="*/ 13254 w 607124"/>
                  <a:gd name="csY1" fmla="*/ 6769 h 1766398"/>
                  <a:gd name="csX2" fmla="*/ 12800 w 607124"/>
                  <a:gd name="csY2" fmla="*/ 1766399 h 1766398"/>
                  <a:gd name="csX3" fmla="*/ 13254 w 607124"/>
                  <a:gd name="csY3" fmla="*/ 6769 h 1766398"/>
                  <a:gd name="csX4" fmla="*/ 13254 w 607124"/>
                  <a:gd name="csY4" fmla="*/ 6769 h 1766398"/>
                  <a:gd name="csX5" fmla="*/ 607125 w 607124"/>
                  <a:gd name="csY5" fmla="*/ 6552 h 1766398"/>
                  <a:gd name="csX6" fmla="*/ 13254 w 607124"/>
                  <a:gd name="csY6" fmla="*/ 6769 h 1766398"/>
                  <a:gd name="csX7" fmla="*/ 607125 w 607124"/>
                  <a:gd name="csY7" fmla="*/ 6552 h 17663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607124" h="1766398">
                    <a:moveTo>
                      <a:pt x="12800" y="1766399"/>
                    </a:moveTo>
                    <a:cubicBezTo>
                      <a:pt x="-49" y="1213989"/>
                      <a:pt x="-8212" y="636396"/>
                      <a:pt x="13254" y="6769"/>
                    </a:cubicBezTo>
                    <a:moveTo>
                      <a:pt x="12800" y="1766399"/>
                    </a:moveTo>
                    <a:cubicBezTo>
                      <a:pt x="18091" y="1092505"/>
                      <a:pt x="26254" y="425649"/>
                      <a:pt x="13254" y="6769"/>
                    </a:cubicBezTo>
                    <a:moveTo>
                      <a:pt x="13254" y="6769"/>
                    </a:moveTo>
                    <a:cubicBezTo>
                      <a:pt x="136004" y="-7527"/>
                      <a:pt x="284528" y="5028"/>
                      <a:pt x="607125" y="6552"/>
                    </a:cubicBezTo>
                    <a:moveTo>
                      <a:pt x="13254" y="6769"/>
                    </a:moveTo>
                    <a:cubicBezTo>
                      <a:pt x="243334" y="14825"/>
                      <a:pt x="459205" y="8148"/>
                      <a:pt x="607125" y="655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1" name="شكل حر: شكل 168">
                <a:extLst>
                  <a:ext uri="{FF2B5EF4-FFF2-40B4-BE49-F238E27FC236}">
                    <a16:creationId xmlns:a16="http://schemas.microsoft.com/office/drawing/2014/main" id="{FBB30CA6-1A0D-74CC-1DF6-0C947F39C288}"/>
                  </a:ext>
                </a:extLst>
              </p:cNvPr>
              <p:cNvSpPr/>
              <p:nvPr/>
            </p:nvSpPr>
            <p:spPr>
              <a:xfrm>
                <a:off x="5399710" y="3742399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7339" y="31641"/>
                      <a:pt x="28949" y="46301"/>
                      <a:pt x="1" y="50800"/>
                    </a:cubicBezTo>
                    <a:cubicBezTo>
                      <a:pt x="2873" y="41874"/>
                      <a:pt x="10885" y="31351"/>
                      <a:pt x="13228" y="25400"/>
                    </a:cubicBezTo>
                    <a:cubicBezTo>
                      <a:pt x="12850" y="19522"/>
                      <a:pt x="1" y="11031"/>
                      <a:pt x="1" y="1"/>
                    </a:cubicBezTo>
                    <a:cubicBezTo>
                      <a:pt x="12018" y="12845"/>
                      <a:pt x="23507" y="3847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2" name="شكل حر: شكل 169">
                <a:extLst>
                  <a:ext uri="{FF2B5EF4-FFF2-40B4-BE49-F238E27FC236}">
                    <a16:creationId xmlns:a16="http://schemas.microsoft.com/office/drawing/2014/main" id="{4CE20916-4F73-BA49-E2F8-22DAB18EEEA0}"/>
                  </a:ext>
                </a:extLst>
              </p:cNvPr>
              <p:cNvSpPr/>
              <p:nvPr/>
            </p:nvSpPr>
            <p:spPr>
              <a:xfrm>
                <a:off x="5399710" y="3742399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5450" y="38898"/>
                      <a:pt x="14513" y="40858"/>
                      <a:pt x="1" y="50800"/>
                    </a:cubicBezTo>
                    <a:moveTo>
                      <a:pt x="52910" y="25400"/>
                    </a:moveTo>
                    <a:cubicBezTo>
                      <a:pt x="31444" y="34472"/>
                      <a:pt x="15042" y="46446"/>
                      <a:pt x="1" y="50800"/>
                    </a:cubicBezTo>
                    <a:moveTo>
                      <a:pt x="1" y="50800"/>
                    </a:moveTo>
                    <a:cubicBezTo>
                      <a:pt x="1134" y="42455"/>
                      <a:pt x="7332" y="39261"/>
                      <a:pt x="13228" y="25400"/>
                    </a:cubicBezTo>
                    <a:moveTo>
                      <a:pt x="1" y="50800"/>
                    </a:moveTo>
                    <a:cubicBezTo>
                      <a:pt x="6501" y="42237"/>
                      <a:pt x="10053" y="31351"/>
                      <a:pt x="13228" y="25400"/>
                    </a:cubicBezTo>
                    <a:moveTo>
                      <a:pt x="13228" y="25400"/>
                    </a:moveTo>
                    <a:cubicBezTo>
                      <a:pt x="9524" y="18724"/>
                      <a:pt x="6803" y="11322"/>
                      <a:pt x="1" y="1"/>
                    </a:cubicBezTo>
                    <a:moveTo>
                      <a:pt x="13228" y="25400"/>
                    </a:moveTo>
                    <a:cubicBezTo>
                      <a:pt x="8995" y="17998"/>
                      <a:pt x="6274" y="13063"/>
                      <a:pt x="1" y="1"/>
                    </a:cubicBezTo>
                    <a:moveTo>
                      <a:pt x="1" y="1"/>
                    </a:moveTo>
                    <a:cubicBezTo>
                      <a:pt x="11263" y="4645"/>
                      <a:pt x="29932" y="16982"/>
                      <a:pt x="52910" y="25400"/>
                    </a:cubicBezTo>
                    <a:moveTo>
                      <a:pt x="1" y="1"/>
                    </a:moveTo>
                    <a:cubicBezTo>
                      <a:pt x="20408" y="9507"/>
                      <a:pt x="36584" y="19232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47" name="صورة 170">
              <a:extLst>
                <a:ext uri="{FF2B5EF4-FFF2-40B4-BE49-F238E27FC236}">
                  <a16:creationId xmlns:a16="http://schemas.microsoft.com/office/drawing/2014/main" id="{D43ADF5A-0299-C7DD-9B39-027067F676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/>
            <a:stretch>
              <a:fillRect/>
            </a:stretch>
          </p:blipFill>
          <p:spPr>
            <a:xfrm rot="-5400000">
              <a:off x="4569476" y="4301477"/>
              <a:ext cx="521536" cy="123370"/>
            </a:xfrm>
            <a:custGeom>
              <a:avLst/>
              <a:gdLst>
                <a:gd name="csX0" fmla="*/ 2 w 521536"/>
                <a:gd name="csY0" fmla="*/ -2 h 123370"/>
                <a:gd name="csX1" fmla="*/ 521538 w 521536"/>
                <a:gd name="csY1" fmla="*/ -2 h 123370"/>
                <a:gd name="csX2" fmla="*/ 521538 w 521536"/>
                <a:gd name="csY2" fmla="*/ 123369 h 123370"/>
                <a:gd name="csX3" fmla="*/ 2 w 521536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1536" h="123370">
                  <a:moveTo>
                    <a:pt x="2" y="-2"/>
                  </a:moveTo>
                  <a:lnTo>
                    <a:pt x="521538" y="-2"/>
                  </a:lnTo>
                  <a:lnTo>
                    <a:pt x="521538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2353" name="!!رسم 9">
            <a:extLst>
              <a:ext uri="{FF2B5EF4-FFF2-40B4-BE49-F238E27FC236}">
                <a16:creationId xmlns:a16="http://schemas.microsoft.com/office/drawing/2014/main" id="{709F6E31-28F8-8826-A0F2-488D8AC636F2}"/>
              </a:ext>
            </a:extLst>
          </p:cNvPr>
          <p:cNvGrpSpPr/>
          <p:nvPr/>
        </p:nvGrpSpPr>
        <p:grpSpPr>
          <a:xfrm>
            <a:off x="4030176" y="5867669"/>
            <a:ext cx="472446" cy="231670"/>
            <a:chOff x="4700736" y="5523652"/>
            <a:chExt cx="472446" cy="231670"/>
          </a:xfrm>
        </p:grpSpPr>
        <p:grpSp>
          <p:nvGrpSpPr>
            <p:cNvPr id="2354" name="رسم 9">
              <a:extLst>
                <a:ext uri="{FF2B5EF4-FFF2-40B4-BE49-F238E27FC236}">
                  <a16:creationId xmlns:a16="http://schemas.microsoft.com/office/drawing/2014/main" id="{C972A503-5B79-FE1F-04AF-060D6E841677}"/>
                </a:ext>
              </a:extLst>
            </p:cNvPr>
            <p:cNvGrpSpPr/>
            <p:nvPr/>
          </p:nvGrpSpPr>
          <p:grpSpPr>
            <a:xfrm>
              <a:off x="4700736" y="5523652"/>
              <a:ext cx="472446" cy="231670"/>
              <a:chOff x="4700736" y="5523652"/>
              <a:chExt cx="472446" cy="231670"/>
            </a:xfrm>
          </p:grpSpPr>
          <p:sp>
            <p:nvSpPr>
              <p:cNvPr id="2356" name="مستطيل 173">
                <a:extLst>
                  <a:ext uri="{FF2B5EF4-FFF2-40B4-BE49-F238E27FC236}">
                    <a16:creationId xmlns:a16="http://schemas.microsoft.com/office/drawing/2014/main" id="{A204E1B9-2A3D-C9C3-DF54-3996B60D1F6C}"/>
                  </a:ext>
                </a:extLst>
              </p:cNvPr>
              <p:cNvSpPr/>
              <p:nvPr/>
            </p:nvSpPr>
            <p:spPr>
              <a:xfrm>
                <a:off x="4705236" y="5527646"/>
                <a:ext cx="453509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7" name="شكل حر: شكل 174">
                <a:extLst>
                  <a:ext uri="{FF2B5EF4-FFF2-40B4-BE49-F238E27FC236}">
                    <a16:creationId xmlns:a16="http://schemas.microsoft.com/office/drawing/2014/main" id="{B78D5648-581E-247D-CEFD-DF170BFB5745}"/>
                  </a:ext>
                </a:extLst>
              </p:cNvPr>
              <p:cNvSpPr/>
              <p:nvPr/>
            </p:nvSpPr>
            <p:spPr>
              <a:xfrm>
                <a:off x="4705009" y="5535121"/>
                <a:ext cx="468173" cy="203416"/>
              </a:xfrm>
              <a:custGeom>
                <a:avLst/>
                <a:gdLst>
                  <a:gd name="csX0" fmla="*/ 1 w 468173"/>
                  <a:gd name="csY0" fmla="*/ 4645 h 203416"/>
                  <a:gd name="csX1" fmla="*/ 457365 w 468173"/>
                  <a:gd name="csY1" fmla="*/ 1 h 203416"/>
                  <a:gd name="csX2" fmla="*/ 468174 w 468173"/>
                  <a:gd name="csY2" fmla="*/ 199135 h 203416"/>
                  <a:gd name="csX3" fmla="*/ 11111 w 468173"/>
                  <a:gd name="csY3" fmla="*/ 203417 h 2034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68173" h="203416">
                    <a:moveTo>
                      <a:pt x="1" y="4645"/>
                    </a:moveTo>
                    <a:lnTo>
                      <a:pt x="457365" y="1"/>
                    </a:lnTo>
                    <a:lnTo>
                      <a:pt x="468174" y="199135"/>
                    </a:lnTo>
                    <a:lnTo>
                      <a:pt x="11111" y="203417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58" name="شكل حر: شكل 175">
                <a:extLst>
                  <a:ext uri="{FF2B5EF4-FFF2-40B4-BE49-F238E27FC236}">
                    <a16:creationId xmlns:a16="http://schemas.microsoft.com/office/drawing/2014/main" id="{29C7C37A-3218-716A-82A9-605940F64F8C}"/>
                  </a:ext>
                </a:extLst>
              </p:cNvPr>
              <p:cNvSpPr/>
              <p:nvPr/>
            </p:nvSpPr>
            <p:spPr>
              <a:xfrm>
                <a:off x="4700736" y="5523652"/>
                <a:ext cx="458009" cy="231670"/>
              </a:xfrm>
              <a:custGeom>
                <a:avLst/>
                <a:gdLst>
                  <a:gd name="csX0" fmla="*/ 4500 w 458009"/>
                  <a:gd name="csY0" fmla="*/ 3994 h 231670"/>
                  <a:gd name="csX1" fmla="*/ 458010 w 458009"/>
                  <a:gd name="csY1" fmla="*/ 3994 h 231670"/>
                  <a:gd name="csX2" fmla="*/ 4500 w 458009"/>
                  <a:gd name="csY2" fmla="*/ 3994 h 231670"/>
                  <a:gd name="csX3" fmla="*/ 458010 w 458009"/>
                  <a:gd name="csY3" fmla="*/ 3994 h 231670"/>
                  <a:gd name="csX4" fmla="*/ 458010 w 458009"/>
                  <a:gd name="csY4" fmla="*/ 3994 h 231670"/>
                  <a:gd name="csX5" fmla="*/ 458010 w 458009"/>
                  <a:gd name="csY5" fmla="*/ 221708 h 231670"/>
                  <a:gd name="csX6" fmla="*/ 458010 w 458009"/>
                  <a:gd name="csY6" fmla="*/ 3994 h 231670"/>
                  <a:gd name="csX7" fmla="*/ 458010 w 458009"/>
                  <a:gd name="csY7" fmla="*/ 221708 h 231670"/>
                  <a:gd name="csX8" fmla="*/ 458010 w 458009"/>
                  <a:gd name="csY8" fmla="*/ 221708 h 231670"/>
                  <a:gd name="csX9" fmla="*/ 4500 w 458009"/>
                  <a:gd name="csY9" fmla="*/ 221708 h 231670"/>
                  <a:gd name="csX10" fmla="*/ 458010 w 458009"/>
                  <a:gd name="csY10" fmla="*/ 221708 h 231670"/>
                  <a:gd name="csX11" fmla="*/ 4500 w 458009"/>
                  <a:gd name="csY11" fmla="*/ 221708 h 231670"/>
                  <a:gd name="csX12" fmla="*/ 4500 w 458009"/>
                  <a:gd name="csY12" fmla="*/ 221708 h 231670"/>
                  <a:gd name="csX13" fmla="*/ 4500 w 458009"/>
                  <a:gd name="csY13" fmla="*/ 3994 h 231670"/>
                  <a:gd name="csX14" fmla="*/ 4500 w 458009"/>
                  <a:gd name="csY14" fmla="*/ 221708 h 231670"/>
                  <a:gd name="csX15" fmla="*/ 4500 w 458009"/>
                  <a:gd name="csY15" fmla="*/ 3994 h 2316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8009" h="231670">
                    <a:moveTo>
                      <a:pt x="4500" y="3994"/>
                    </a:moveTo>
                    <a:cubicBezTo>
                      <a:pt x="139495" y="7841"/>
                      <a:pt x="296258" y="-6673"/>
                      <a:pt x="458010" y="3994"/>
                    </a:cubicBezTo>
                    <a:moveTo>
                      <a:pt x="4500" y="3994"/>
                    </a:moveTo>
                    <a:cubicBezTo>
                      <a:pt x="125738" y="4793"/>
                      <a:pt x="232086" y="4865"/>
                      <a:pt x="458010" y="3994"/>
                    </a:cubicBezTo>
                    <a:moveTo>
                      <a:pt x="458010" y="3994"/>
                    </a:moveTo>
                    <a:cubicBezTo>
                      <a:pt x="444027" y="62197"/>
                      <a:pt x="451963" y="121197"/>
                      <a:pt x="458010" y="221708"/>
                    </a:cubicBezTo>
                    <a:moveTo>
                      <a:pt x="458010" y="3994"/>
                    </a:moveTo>
                    <a:cubicBezTo>
                      <a:pt x="458010" y="83169"/>
                      <a:pt x="457556" y="151386"/>
                      <a:pt x="458010" y="221708"/>
                    </a:cubicBezTo>
                    <a:moveTo>
                      <a:pt x="458010" y="221708"/>
                    </a:moveTo>
                    <a:cubicBezTo>
                      <a:pt x="356046" y="232013"/>
                      <a:pt x="277966" y="237673"/>
                      <a:pt x="4500" y="221708"/>
                    </a:cubicBezTo>
                    <a:moveTo>
                      <a:pt x="458010" y="221708"/>
                    </a:moveTo>
                    <a:cubicBezTo>
                      <a:pt x="330725" y="217426"/>
                      <a:pt x="194294" y="216700"/>
                      <a:pt x="4500" y="221708"/>
                    </a:cubicBezTo>
                    <a:moveTo>
                      <a:pt x="4500" y="221708"/>
                    </a:moveTo>
                    <a:cubicBezTo>
                      <a:pt x="14704" y="169456"/>
                      <a:pt x="-1093" y="119963"/>
                      <a:pt x="4500" y="3994"/>
                    </a:cubicBezTo>
                    <a:moveTo>
                      <a:pt x="4500" y="221708"/>
                    </a:moveTo>
                    <a:cubicBezTo>
                      <a:pt x="-4948" y="153491"/>
                      <a:pt x="3215" y="84331"/>
                      <a:pt x="4500" y="399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55" name="صورة 176">
              <a:extLst>
                <a:ext uri="{FF2B5EF4-FFF2-40B4-BE49-F238E27FC236}">
                  <a16:creationId xmlns:a16="http://schemas.microsoft.com/office/drawing/2014/main" id="{B8D1DE1F-C088-9CF0-8CAA-A29B215079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/>
            <a:stretch>
              <a:fillRect/>
            </a:stretch>
          </p:blipFill>
          <p:spPr>
            <a:xfrm>
              <a:off x="4709015" y="5585703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359" name="!!رسم 9">
            <a:extLst>
              <a:ext uri="{FF2B5EF4-FFF2-40B4-BE49-F238E27FC236}">
                <a16:creationId xmlns:a16="http://schemas.microsoft.com/office/drawing/2014/main" id="{8010C8FA-AEFB-FE26-293A-E7E651432364}"/>
              </a:ext>
            </a:extLst>
          </p:cNvPr>
          <p:cNvGrpSpPr/>
          <p:nvPr/>
        </p:nvGrpSpPr>
        <p:grpSpPr>
          <a:xfrm>
            <a:off x="4635422" y="4555950"/>
            <a:ext cx="760761" cy="308948"/>
            <a:chOff x="5305982" y="4211933"/>
            <a:chExt cx="760761" cy="308948"/>
          </a:xfrm>
        </p:grpSpPr>
        <p:grpSp>
          <p:nvGrpSpPr>
            <p:cNvPr id="2360" name="رسم 9">
              <a:extLst>
                <a:ext uri="{FF2B5EF4-FFF2-40B4-BE49-F238E27FC236}">
                  <a16:creationId xmlns:a16="http://schemas.microsoft.com/office/drawing/2014/main" id="{0AA6AB2F-4507-E95D-6352-A46E2A8A66DB}"/>
                </a:ext>
              </a:extLst>
            </p:cNvPr>
            <p:cNvGrpSpPr/>
            <p:nvPr/>
          </p:nvGrpSpPr>
          <p:grpSpPr>
            <a:xfrm>
              <a:off x="5305982" y="4211933"/>
              <a:ext cx="760761" cy="308948"/>
              <a:chOff x="5305982" y="4211933"/>
              <a:chExt cx="760761" cy="308948"/>
            </a:xfrm>
          </p:grpSpPr>
          <p:sp>
            <p:nvSpPr>
              <p:cNvPr id="2362" name="مستطيل 179">
                <a:extLst>
                  <a:ext uri="{FF2B5EF4-FFF2-40B4-BE49-F238E27FC236}">
                    <a16:creationId xmlns:a16="http://schemas.microsoft.com/office/drawing/2014/main" id="{A62687A3-49C6-0E76-6B83-AFB99826A4F7}"/>
                  </a:ext>
                </a:extLst>
              </p:cNvPr>
              <p:cNvSpPr/>
              <p:nvPr/>
            </p:nvSpPr>
            <p:spPr>
              <a:xfrm>
                <a:off x="5309915" y="4221368"/>
                <a:ext cx="755849" cy="290284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3" name="شكل حر: شكل 180">
                <a:extLst>
                  <a:ext uri="{FF2B5EF4-FFF2-40B4-BE49-F238E27FC236}">
                    <a16:creationId xmlns:a16="http://schemas.microsoft.com/office/drawing/2014/main" id="{F987A9EC-0A9E-21C5-81AF-58ED8ACC6C76}"/>
                  </a:ext>
                </a:extLst>
              </p:cNvPr>
              <p:cNvSpPr/>
              <p:nvPr/>
            </p:nvSpPr>
            <p:spPr>
              <a:xfrm>
                <a:off x="5313392" y="4211933"/>
                <a:ext cx="744587" cy="290429"/>
              </a:xfrm>
              <a:custGeom>
                <a:avLst/>
                <a:gdLst>
                  <a:gd name="csX0" fmla="*/ 8164 w 744587"/>
                  <a:gd name="csY0" fmla="*/ 1 h 290429"/>
                  <a:gd name="csX1" fmla="*/ 744588 w 744587"/>
                  <a:gd name="csY1" fmla="*/ 1 h 290429"/>
                  <a:gd name="csX2" fmla="*/ 737634 w 744587"/>
                  <a:gd name="csY2" fmla="*/ 285785 h 290429"/>
                  <a:gd name="csX3" fmla="*/ 1 w 744587"/>
                  <a:gd name="csY3" fmla="*/ 290430 h 29042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44587" h="290429">
                    <a:moveTo>
                      <a:pt x="8164" y="1"/>
                    </a:moveTo>
                    <a:lnTo>
                      <a:pt x="744588" y="1"/>
                    </a:lnTo>
                    <a:lnTo>
                      <a:pt x="737634" y="285785"/>
                    </a:lnTo>
                    <a:lnTo>
                      <a:pt x="1" y="290430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4" name="شكل حر: شكل 181">
                <a:extLst>
                  <a:ext uri="{FF2B5EF4-FFF2-40B4-BE49-F238E27FC236}">
                    <a16:creationId xmlns:a16="http://schemas.microsoft.com/office/drawing/2014/main" id="{CF2E1964-DEFC-B0EA-6EB5-1DFFE462B91B}"/>
                  </a:ext>
                </a:extLst>
              </p:cNvPr>
              <p:cNvSpPr/>
              <p:nvPr/>
            </p:nvSpPr>
            <p:spPr>
              <a:xfrm>
                <a:off x="5305982" y="4216192"/>
                <a:ext cx="760761" cy="304689"/>
              </a:xfrm>
              <a:custGeom>
                <a:avLst/>
                <a:gdLst>
                  <a:gd name="csX0" fmla="*/ 3933 w 760761"/>
                  <a:gd name="csY0" fmla="*/ 5176 h 304689"/>
                  <a:gd name="csX1" fmla="*/ 759783 w 760761"/>
                  <a:gd name="csY1" fmla="*/ 5176 h 304689"/>
                  <a:gd name="csX2" fmla="*/ 3933 w 760761"/>
                  <a:gd name="csY2" fmla="*/ 5176 h 304689"/>
                  <a:gd name="csX3" fmla="*/ 759783 w 760761"/>
                  <a:gd name="csY3" fmla="*/ 5176 h 304689"/>
                  <a:gd name="csX4" fmla="*/ 759783 w 760761"/>
                  <a:gd name="csY4" fmla="*/ 5176 h 304689"/>
                  <a:gd name="csX5" fmla="*/ 759783 w 760761"/>
                  <a:gd name="csY5" fmla="*/ 295460 h 304689"/>
                  <a:gd name="csX6" fmla="*/ 759783 w 760761"/>
                  <a:gd name="csY6" fmla="*/ 5176 h 304689"/>
                  <a:gd name="csX7" fmla="*/ 759783 w 760761"/>
                  <a:gd name="csY7" fmla="*/ 295460 h 304689"/>
                  <a:gd name="csX8" fmla="*/ 759783 w 760761"/>
                  <a:gd name="csY8" fmla="*/ 295460 h 304689"/>
                  <a:gd name="csX9" fmla="*/ 3933 w 760761"/>
                  <a:gd name="csY9" fmla="*/ 295460 h 304689"/>
                  <a:gd name="csX10" fmla="*/ 759783 w 760761"/>
                  <a:gd name="csY10" fmla="*/ 295460 h 304689"/>
                  <a:gd name="csX11" fmla="*/ 3933 w 760761"/>
                  <a:gd name="csY11" fmla="*/ 295460 h 304689"/>
                  <a:gd name="csX12" fmla="*/ 3933 w 760761"/>
                  <a:gd name="csY12" fmla="*/ 295460 h 304689"/>
                  <a:gd name="csX13" fmla="*/ 3933 w 760761"/>
                  <a:gd name="csY13" fmla="*/ 5176 h 304689"/>
                  <a:gd name="csX14" fmla="*/ 3933 w 760761"/>
                  <a:gd name="csY14" fmla="*/ 295460 h 304689"/>
                  <a:gd name="csX15" fmla="*/ 3933 w 760761"/>
                  <a:gd name="csY15" fmla="*/ 5176 h 3046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760761" h="304689">
                    <a:moveTo>
                      <a:pt x="3933" y="5176"/>
                    </a:moveTo>
                    <a:cubicBezTo>
                      <a:pt x="257597" y="-2081"/>
                      <a:pt x="497125" y="15263"/>
                      <a:pt x="759783" y="5176"/>
                    </a:cubicBezTo>
                    <a:moveTo>
                      <a:pt x="3933" y="5176"/>
                    </a:moveTo>
                    <a:cubicBezTo>
                      <a:pt x="176948" y="3217"/>
                      <a:pt x="367875" y="-5419"/>
                      <a:pt x="759783" y="5176"/>
                    </a:cubicBezTo>
                    <a:moveTo>
                      <a:pt x="759783" y="5176"/>
                    </a:moveTo>
                    <a:cubicBezTo>
                      <a:pt x="749201" y="72740"/>
                      <a:pt x="749050" y="132828"/>
                      <a:pt x="759783" y="295460"/>
                    </a:cubicBezTo>
                    <a:moveTo>
                      <a:pt x="759783" y="5176"/>
                    </a:moveTo>
                    <a:cubicBezTo>
                      <a:pt x="751544" y="60112"/>
                      <a:pt x="764243" y="120636"/>
                      <a:pt x="759783" y="295460"/>
                    </a:cubicBezTo>
                    <a:moveTo>
                      <a:pt x="759783" y="295460"/>
                    </a:moveTo>
                    <a:cubicBezTo>
                      <a:pt x="497654" y="314692"/>
                      <a:pt x="205896" y="298363"/>
                      <a:pt x="3933" y="295460"/>
                    </a:cubicBezTo>
                    <a:moveTo>
                      <a:pt x="759783" y="295460"/>
                    </a:moveTo>
                    <a:cubicBezTo>
                      <a:pt x="463792" y="302064"/>
                      <a:pt x="167651" y="297855"/>
                      <a:pt x="3933" y="295460"/>
                    </a:cubicBezTo>
                    <a:moveTo>
                      <a:pt x="3933" y="295460"/>
                    </a:moveTo>
                    <a:cubicBezTo>
                      <a:pt x="10661" y="196401"/>
                      <a:pt x="-7631" y="102058"/>
                      <a:pt x="3933" y="5176"/>
                    </a:cubicBezTo>
                    <a:moveTo>
                      <a:pt x="3933" y="295460"/>
                    </a:moveTo>
                    <a:cubicBezTo>
                      <a:pt x="8544" y="224994"/>
                      <a:pt x="-904" y="155688"/>
                      <a:pt x="3933" y="517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61" name="صورة 182">
              <a:extLst>
                <a:ext uri="{FF2B5EF4-FFF2-40B4-BE49-F238E27FC236}">
                  <a16:creationId xmlns:a16="http://schemas.microsoft.com/office/drawing/2014/main" id="{93C84FB8-9D0C-C301-20AD-06DDE5E75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/>
            <a:stretch>
              <a:fillRect/>
            </a:stretch>
          </p:blipFill>
          <p:spPr>
            <a:xfrm>
              <a:off x="5313695" y="4261282"/>
              <a:ext cx="740732" cy="232227"/>
            </a:xfrm>
            <a:custGeom>
              <a:avLst/>
              <a:gdLst>
                <a:gd name="csX0" fmla="*/ 0 w 740732"/>
                <a:gd name="csY0" fmla="*/ 0 h 232227"/>
                <a:gd name="csX1" fmla="*/ 740733 w 740732"/>
                <a:gd name="csY1" fmla="*/ 0 h 232227"/>
                <a:gd name="csX2" fmla="*/ 740733 w 740732"/>
                <a:gd name="csY2" fmla="*/ 232227 h 232227"/>
                <a:gd name="csX3" fmla="*/ 0 w 740732"/>
                <a:gd name="csY3" fmla="*/ 232227 h 2322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40732" h="232227">
                  <a:moveTo>
                    <a:pt x="0" y="0"/>
                  </a:moveTo>
                  <a:lnTo>
                    <a:pt x="740733" y="0"/>
                  </a:lnTo>
                  <a:lnTo>
                    <a:pt x="740733" y="232227"/>
                  </a:lnTo>
                  <a:lnTo>
                    <a:pt x="0" y="232227"/>
                  </a:lnTo>
                  <a:close/>
                </a:path>
              </a:pathLst>
            </a:custGeom>
          </p:spPr>
        </p:pic>
      </p:grpSp>
      <p:grpSp>
        <p:nvGrpSpPr>
          <p:cNvPr id="2365" name="!!رسم 9">
            <a:extLst>
              <a:ext uri="{FF2B5EF4-FFF2-40B4-BE49-F238E27FC236}">
                <a16:creationId xmlns:a16="http://schemas.microsoft.com/office/drawing/2014/main" id="{EABDCF3D-05D5-80A5-9B8B-35355826C33F}"/>
              </a:ext>
            </a:extLst>
          </p:cNvPr>
          <p:cNvGrpSpPr/>
          <p:nvPr/>
        </p:nvGrpSpPr>
        <p:grpSpPr>
          <a:xfrm>
            <a:off x="5403670" y="4068273"/>
            <a:ext cx="1257809" cy="279398"/>
            <a:chOff x="6074230" y="3724256"/>
            <a:chExt cx="1257809" cy="279398"/>
          </a:xfrm>
        </p:grpSpPr>
        <p:grpSp>
          <p:nvGrpSpPr>
            <p:cNvPr id="2366" name="رسم 9">
              <a:extLst>
                <a:ext uri="{FF2B5EF4-FFF2-40B4-BE49-F238E27FC236}">
                  <a16:creationId xmlns:a16="http://schemas.microsoft.com/office/drawing/2014/main" id="{DE539B40-23EE-109F-E7D9-87D866BDEBD4}"/>
                </a:ext>
              </a:extLst>
            </p:cNvPr>
            <p:cNvGrpSpPr/>
            <p:nvPr/>
          </p:nvGrpSpPr>
          <p:grpSpPr>
            <a:xfrm>
              <a:off x="6074230" y="3742399"/>
              <a:ext cx="1257809" cy="261255"/>
              <a:chOff x="6074230" y="3742399"/>
              <a:chExt cx="1257809" cy="261255"/>
            </a:xfrm>
          </p:grpSpPr>
          <p:sp>
            <p:nvSpPr>
              <p:cNvPr id="2368" name="شكل حر: شكل 185">
                <a:extLst>
                  <a:ext uri="{FF2B5EF4-FFF2-40B4-BE49-F238E27FC236}">
                    <a16:creationId xmlns:a16="http://schemas.microsoft.com/office/drawing/2014/main" id="{1E07A6FA-DBB8-B63C-93AB-1F26903ECBB6}"/>
                  </a:ext>
                </a:extLst>
              </p:cNvPr>
              <p:cNvSpPr/>
              <p:nvPr/>
            </p:nvSpPr>
            <p:spPr>
              <a:xfrm>
                <a:off x="6113913" y="3767799"/>
                <a:ext cx="1218127" cy="235855"/>
              </a:xfrm>
              <a:custGeom>
                <a:avLst/>
                <a:gdLst>
                  <a:gd name="csX0" fmla="*/ 1217901 w 1218127"/>
                  <a:gd name="csY0" fmla="*/ 235856 h 235855"/>
                  <a:gd name="csX1" fmla="*/ 1218128 w 1218127"/>
                  <a:gd name="csY1" fmla="*/ 218 h 235855"/>
                  <a:gd name="csX2" fmla="*/ 1 w 1218127"/>
                  <a:gd name="csY2" fmla="*/ 1 h 2358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218127" h="235855">
                    <a:moveTo>
                      <a:pt x="1217901" y="235856"/>
                    </a:moveTo>
                    <a:lnTo>
                      <a:pt x="1218128" y="218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9" name="شكل حر: شكل 186">
                <a:extLst>
                  <a:ext uri="{FF2B5EF4-FFF2-40B4-BE49-F238E27FC236}">
                    <a16:creationId xmlns:a16="http://schemas.microsoft.com/office/drawing/2014/main" id="{F83D3A2A-6901-DE78-1959-B66A5BDFFB6D}"/>
                  </a:ext>
                </a:extLst>
              </p:cNvPr>
              <p:cNvSpPr/>
              <p:nvPr/>
            </p:nvSpPr>
            <p:spPr>
              <a:xfrm>
                <a:off x="6074230" y="3742399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0" name="شكل حر: شكل 187">
                <a:extLst>
                  <a:ext uri="{FF2B5EF4-FFF2-40B4-BE49-F238E27FC236}">
                    <a16:creationId xmlns:a16="http://schemas.microsoft.com/office/drawing/2014/main" id="{D7B77E2D-1C80-91E0-AB48-516583353BE1}"/>
                  </a:ext>
                </a:extLst>
              </p:cNvPr>
              <p:cNvSpPr/>
              <p:nvPr/>
            </p:nvSpPr>
            <p:spPr>
              <a:xfrm>
                <a:off x="6113913" y="3766855"/>
                <a:ext cx="1218127" cy="236799"/>
              </a:xfrm>
              <a:custGeom>
                <a:avLst/>
                <a:gdLst>
                  <a:gd name="csX0" fmla="*/ 1217901 w 1218127"/>
                  <a:gd name="csY0" fmla="*/ 236800 h 236799"/>
                  <a:gd name="csX1" fmla="*/ 1218128 w 1218127"/>
                  <a:gd name="csY1" fmla="*/ 1162 h 236799"/>
                  <a:gd name="csX2" fmla="*/ 1217901 w 1218127"/>
                  <a:gd name="csY2" fmla="*/ 236800 h 236799"/>
                  <a:gd name="csX3" fmla="*/ 1218128 w 1218127"/>
                  <a:gd name="csY3" fmla="*/ 1162 h 236799"/>
                  <a:gd name="csX4" fmla="*/ 1218128 w 1218127"/>
                  <a:gd name="csY4" fmla="*/ 1162 h 236799"/>
                  <a:gd name="csX5" fmla="*/ 1 w 1218127"/>
                  <a:gd name="csY5" fmla="*/ 944 h 236799"/>
                  <a:gd name="csX6" fmla="*/ 1218128 w 1218127"/>
                  <a:gd name="csY6" fmla="*/ 1162 h 236799"/>
                  <a:gd name="csX7" fmla="*/ 1 w 1218127"/>
                  <a:gd name="csY7" fmla="*/ 944 h 236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218127" h="236799">
                    <a:moveTo>
                      <a:pt x="1217901" y="236800"/>
                    </a:moveTo>
                    <a:cubicBezTo>
                      <a:pt x="1218430" y="169309"/>
                      <a:pt x="1206639" y="83457"/>
                      <a:pt x="1218128" y="1162"/>
                    </a:cubicBezTo>
                    <a:moveTo>
                      <a:pt x="1217901" y="236800"/>
                    </a:moveTo>
                    <a:cubicBezTo>
                      <a:pt x="1218657" y="169236"/>
                      <a:pt x="1211779" y="96520"/>
                      <a:pt x="1218128" y="1162"/>
                    </a:cubicBezTo>
                    <a:moveTo>
                      <a:pt x="1218128" y="1162"/>
                    </a:moveTo>
                    <a:cubicBezTo>
                      <a:pt x="908532" y="-3701"/>
                      <a:pt x="576412" y="8782"/>
                      <a:pt x="1" y="944"/>
                    </a:cubicBezTo>
                    <a:moveTo>
                      <a:pt x="1218128" y="1162"/>
                    </a:moveTo>
                    <a:cubicBezTo>
                      <a:pt x="755321" y="-2612"/>
                      <a:pt x="293875" y="10596"/>
                      <a:pt x="1" y="94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1" name="شكل حر: شكل 188">
                <a:extLst>
                  <a:ext uri="{FF2B5EF4-FFF2-40B4-BE49-F238E27FC236}">
                    <a16:creationId xmlns:a16="http://schemas.microsoft.com/office/drawing/2014/main" id="{E56B1B8D-EC01-9B1E-43B2-D0C430D71651}"/>
                  </a:ext>
                </a:extLst>
              </p:cNvPr>
              <p:cNvSpPr/>
              <p:nvPr/>
            </p:nvSpPr>
            <p:spPr>
              <a:xfrm>
                <a:off x="6074230" y="3742399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  <a:gd name="csX4" fmla="*/ 1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5344" y="18724"/>
                      <a:pt x="29781" y="13208"/>
                      <a:pt x="52910" y="1"/>
                    </a:cubicBezTo>
                    <a:cubicBezTo>
                      <a:pt x="50945" y="5734"/>
                      <a:pt x="47997" y="12410"/>
                      <a:pt x="39683" y="25400"/>
                    </a:cubicBezTo>
                    <a:cubicBezTo>
                      <a:pt x="39758" y="38100"/>
                      <a:pt x="51020" y="44269"/>
                      <a:pt x="52910" y="50800"/>
                    </a:cubicBezTo>
                    <a:cubicBezTo>
                      <a:pt x="23054" y="48478"/>
                      <a:pt x="2797" y="26997"/>
                      <a:pt x="1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72" name="شكل حر: شكل 189">
                <a:extLst>
                  <a:ext uri="{FF2B5EF4-FFF2-40B4-BE49-F238E27FC236}">
                    <a16:creationId xmlns:a16="http://schemas.microsoft.com/office/drawing/2014/main" id="{789066D0-9490-8A20-7A33-16422441319C}"/>
                  </a:ext>
                </a:extLst>
              </p:cNvPr>
              <p:cNvSpPr/>
              <p:nvPr/>
            </p:nvSpPr>
            <p:spPr>
              <a:xfrm>
                <a:off x="6074230" y="3742399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7763" y="20248"/>
                      <a:pt x="30083" y="8056"/>
                      <a:pt x="52910" y="1"/>
                    </a:cubicBezTo>
                    <a:moveTo>
                      <a:pt x="1" y="25400"/>
                    </a:moveTo>
                    <a:cubicBezTo>
                      <a:pt x="17158" y="19958"/>
                      <a:pt x="30839" y="12192"/>
                      <a:pt x="52910" y="1"/>
                    </a:cubicBezTo>
                    <a:moveTo>
                      <a:pt x="52910" y="1"/>
                    </a:moveTo>
                    <a:cubicBezTo>
                      <a:pt x="52154" y="4355"/>
                      <a:pt x="46939" y="13571"/>
                      <a:pt x="39683" y="25400"/>
                    </a:cubicBezTo>
                    <a:moveTo>
                      <a:pt x="52910" y="1"/>
                    </a:moveTo>
                    <a:cubicBezTo>
                      <a:pt x="48299" y="8419"/>
                      <a:pt x="44142" y="20756"/>
                      <a:pt x="39683" y="25400"/>
                    </a:cubicBezTo>
                    <a:moveTo>
                      <a:pt x="39683" y="25400"/>
                    </a:moveTo>
                    <a:cubicBezTo>
                      <a:pt x="45654" y="32149"/>
                      <a:pt x="49736" y="39334"/>
                      <a:pt x="52910" y="50800"/>
                    </a:cubicBezTo>
                    <a:moveTo>
                      <a:pt x="39683" y="25400"/>
                    </a:moveTo>
                    <a:cubicBezTo>
                      <a:pt x="41345" y="32077"/>
                      <a:pt x="45805" y="38391"/>
                      <a:pt x="52910" y="50800"/>
                    </a:cubicBezTo>
                    <a:moveTo>
                      <a:pt x="52910" y="50800"/>
                    </a:moveTo>
                    <a:cubicBezTo>
                      <a:pt x="38171" y="41293"/>
                      <a:pt x="31066" y="38463"/>
                      <a:pt x="1" y="25400"/>
                    </a:cubicBezTo>
                    <a:moveTo>
                      <a:pt x="52910" y="50800"/>
                    </a:moveTo>
                    <a:cubicBezTo>
                      <a:pt x="40892" y="46664"/>
                      <a:pt x="32880" y="42455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367" name="صورة 190">
              <a:extLst>
                <a:ext uri="{FF2B5EF4-FFF2-40B4-BE49-F238E27FC236}">
                  <a16:creationId xmlns:a16="http://schemas.microsoft.com/office/drawing/2014/main" id="{D53F253B-9BAD-F493-C948-5F6A326F7A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>
              <a:off x="6473924" y="3724256"/>
              <a:ext cx="687823" cy="114299"/>
            </a:xfrm>
            <a:custGeom>
              <a:avLst/>
              <a:gdLst>
                <a:gd name="csX0" fmla="*/ 0 w 687823"/>
                <a:gd name="csY0" fmla="*/ 0 h 114299"/>
                <a:gd name="csX1" fmla="*/ 687823 w 687823"/>
                <a:gd name="csY1" fmla="*/ 0 h 114299"/>
                <a:gd name="csX2" fmla="*/ 687823 w 687823"/>
                <a:gd name="csY2" fmla="*/ 114299 h 114299"/>
                <a:gd name="csX3" fmla="*/ 0 w 68782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87823" h="114299">
                  <a:moveTo>
                    <a:pt x="0" y="0"/>
                  </a:moveTo>
                  <a:lnTo>
                    <a:pt x="687823" y="0"/>
                  </a:lnTo>
                  <a:lnTo>
                    <a:pt x="687823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373" name="!!رسم 9">
            <a:extLst>
              <a:ext uri="{FF2B5EF4-FFF2-40B4-BE49-F238E27FC236}">
                <a16:creationId xmlns:a16="http://schemas.microsoft.com/office/drawing/2014/main" id="{2022C0B1-3230-22FA-FF7C-C4B52455E991}"/>
              </a:ext>
            </a:extLst>
          </p:cNvPr>
          <p:cNvGrpSpPr/>
          <p:nvPr/>
        </p:nvGrpSpPr>
        <p:grpSpPr>
          <a:xfrm>
            <a:off x="5620070" y="4335809"/>
            <a:ext cx="702108" cy="672258"/>
            <a:chOff x="6290630" y="3991792"/>
            <a:chExt cx="702108" cy="672258"/>
          </a:xfrm>
        </p:grpSpPr>
        <p:grpSp>
          <p:nvGrpSpPr>
            <p:cNvPr id="2374" name="رسم 9">
              <a:extLst>
                <a:ext uri="{FF2B5EF4-FFF2-40B4-BE49-F238E27FC236}">
                  <a16:creationId xmlns:a16="http://schemas.microsoft.com/office/drawing/2014/main" id="{7BED9833-8F9A-BCA1-F5D6-5B8BA01CBAD1}"/>
                </a:ext>
              </a:extLst>
            </p:cNvPr>
            <p:cNvGrpSpPr/>
            <p:nvPr/>
          </p:nvGrpSpPr>
          <p:grpSpPr>
            <a:xfrm>
              <a:off x="6290630" y="3991792"/>
              <a:ext cx="693972" cy="672258"/>
              <a:chOff x="6290630" y="3991792"/>
              <a:chExt cx="693972" cy="672258"/>
            </a:xfrm>
            <a:noFill/>
          </p:grpSpPr>
          <p:grpSp>
            <p:nvGrpSpPr>
              <p:cNvPr id="2395" name="رسم 9">
                <a:extLst>
                  <a:ext uri="{FF2B5EF4-FFF2-40B4-BE49-F238E27FC236}">
                    <a16:creationId xmlns:a16="http://schemas.microsoft.com/office/drawing/2014/main" id="{BA61DA4C-4C54-CA35-970A-F10E332A538B}"/>
                  </a:ext>
                </a:extLst>
              </p:cNvPr>
              <p:cNvGrpSpPr/>
              <p:nvPr/>
            </p:nvGrpSpPr>
            <p:grpSpPr>
              <a:xfrm>
                <a:off x="6290630" y="3991792"/>
                <a:ext cx="693972" cy="672113"/>
                <a:chOff x="6290630" y="3991792"/>
                <a:chExt cx="693972" cy="672113"/>
              </a:xfrm>
              <a:noFill/>
            </p:grpSpPr>
            <p:sp>
              <p:nvSpPr>
                <p:cNvPr id="2397" name="مستطيل 194">
                  <a:extLst>
                    <a:ext uri="{FF2B5EF4-FFF2-40B4-BE49-F238E27FC236}">
                      <a16:creationId xmlns:a16="http://schemas.microsoft.com/office/drawing/2014/main" id="{D680D250-AF62-4F96-DAD0-2E7B7678A923}"/>
                    </a:ext>
                  </a:extLst>
                </p:cNvPr>
                <p:cNvSpPr/>
                <p:nvPr/>
              </p:nvSpPr>
              <p:spPr>
                <a:xfrm>
                  <a:off x="6292520" y="4003655"/>
                  <a:ext cx="680264" cy="653139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8" name="شكل حر: شكل 195">
                  <a:extLst>
                    <a:ext uri="{FF2B5EF4-FFF2-40B4-BE49-F238E27FC236}">
                      <a16:creationId xmlns:a16="http://schemas.microsoft.com/office/drawing/2014/main" id="{1457AE54-2677-A4F1-F00F-5A0FAB5616F0}"/>
                    </a:ext>
                  </a:extLst>
                </p:cNvPr>
                <p:cNvSpPr/>
                <p:nvPr/>
              </p:nvSpPr>
              <p:spPr>
                <a:xfrm>
                  <a:off x="6290630" y="4001042"/>
                  <a:ext cx="684497" cy="662863"/>
                </a:xfrm>
                <a:custGeom>
                  <a:avLst/>
                  <a:gdLst>
                    <a:gd name="csX0" fmla="*/ 983 w 684497"/>
                    <a:gd name="csY0" fmla="*/ 3629 h 662863"/>
                    <a:gd name="csX1" fmla="*/ 983 w 684497"/>
                    <a:gd name="csY1" fmla="*/ 3629 h 662863"/>
                    <a:gd name="csX2" fmla="*/ 983 w 684497"/>
                    <a:gd name="csY2" fmla="*/ 3629 h 662863"/>
                    <a:gd name="csX3" fmla="*/ 983 w 684497"/>
                    <a:gd name="csY3" fmla="*/ 3629 h 662863"/>
                    <a:gd name="csX4" fmla="*/ 3931 w 684497"/>
                    <a:gd name="csY4" fmla="*/ 44559 h 662863"/>
                    <a:gd name="csX5" fmla="*/ 43613 w 684497"/>
                    <a:gd name="csY5" fmla="*/ 799 h 662863"/>
                    <a:gd name="csX6" fmla="*/ 3931 w 684497"/>
                    <a:gd name="csY6" fmla="*/ 44559 h 662863"/>
                    <a:gd name="csX7" fmla="*/ 43613 w 684497"/>
                    <a:gd name="csY7" fmla="*/ 799 h 662863"/>
                    <a:gd name="csX8" fmla="*/ 1966 w 684497"/>
                    <a:gd name="csY8" fmla="*/ 91004 h 662863"/>
                    <a:gd name="csX9" fmla="*/ 81330 w 684497"/>
                    <a:gd name="csY9" fmla="*/ 3411 h 662863"/>
                    <a:gd name="csX10" fmla="*/ 1966 w 684497"/>
                    <a:gd name="csY10" fmla="*/ 91004 h 662863"/>
                    <a:gd name="csX11" fmla="*/ 81330 w 684497"/>
                    <a:gd name="csY11" fmla="*/ 3411 h 662863"/>
                    <a:gd name="csX12" fmla="*/ 1 w 684497"/>
                    <a:gd name="csY12" fmla="*/ 137450 h 662863"/>
                    <a:gd name="csX13" fmla="*/ 123960 w 684497"/>
                    <a:gd name="csY13" fmla="*/ 508 h 662863"/>
                    <a:gd name="csX14" fmla="*/ 1 w 684497"/>
                    <a:gd name="csY14" fmla="*/ 137450 h 662863"/>
                    <a:gd name="csX15" fmla="*/ 123960 w 684497"/>
                    <a:gd name="csY15" fmla="*/ 508 h 662863"/>
                    <a:gd name="csX16" fmla="*/ 2948 w 684497"/>
                    <a:gd name="csY16" fmla="*/ 178380 h 662863"/>
                    <a:gd name="csX17" fmla="*/ 161677 w 684497"/>
                    <a:gd name="csY17" fmla="*/ 3121 h 662863"/>
                    <a:gd name="csX18" fmla="*/ 2948 w 684497"/>
                    <a:gd name="csY18" fmla="*/ 178380 h 662863"/>
                    <a:gd name="csX19" fmla="*/ 161677 w 684497"/>
                    <a:gd name="csY19" fmla="*/ 3121 h 662863"/>
                    <a:gd name="csX20" fmla="*/ 983 w 684497"/>
                    <a:gd name="csY20" fmla="*/ 224825 h 662863"/>
                    <a:gd name="csX21" fmla="*/ 204307 w 684497"/>
                    <a:gd name="csY21" fmla="*/ 291 h 662863"/>
                    <a:gd name="csX22" fmla="*/ 983 w 684497"/>
                    <a:gd name="csY22" fmla="*/ 224825 h 662863"/>
                    <a:gd name="csX23" fmla="*/ 204307 w 684497"/>
                    <a:gd name="csY23" fmla="*/ 291 h 662863"/>
                    <a:gd name="csX24" fmla="*/ 4006 w 684497"/>
                    <a:gd name="csY24" fmla="*/ 265756 h 662863"/>
                    <a:gd name="csX25" fmla="*/ 242023 w 684497"/>
                    <a:gd name="csY25" fmla="*/ 2903 h 662863"/>
                    <a:gd name="csX26" fmla="*/ 4006 w 684497"/>
                    <a:gd name="csY26" fmla="*/ 265756 h 662863"/>
                    <a:gd name="csX27" fmla="*/ 242023 w 684497"/>
                    <a:gd name="csY27" fmla="*/ 2903 h 662863"/>
                    <a:gd name="csX28" fmla="*/ 2041 w 684497"/>
                    <a:gd name="csY28" fmla="*/ 312201 h 662863"/>
                    <a:gd name="csX29" fmla="*/ 284653 w 684497"/>
                    <a:gd name="csY29" fmla="*/ 1 h 662863"/>
                    <a:gd name="csX30" fmla="*/ 2041 w 684497"/>
                    <a:gd name="csY30" fmla="*/ 312201 h 662863"/>
                    <a:gd name="csX31" fmla="*/ 284653 w 684497"/>
                    <a:gd name="csY31" fmla="*/ 1 h 662863"/>
                    <a:gd name="csX32" fmla="*/ 1 w 684497"/>
                    <a:gd name="csY32" fmla="*/ 358646 h 662863"/>
                    <a:gd name="csX33" fmla="*/ 322370 w 684497"/>
                    <a:gd name="csY33" fmla="*/ 2613 h 662863"/>
                    <a:gd name="csX34" fmla="*/ 1 w 684497"/>
                    <a:gd name="csY34" fmla="*/ 358646 h 662863"/>
                    <a:gd name="csX35" fmla="*/ 322370 w 684497"/>
                    <a:gd name="csY35" fmla="*/ 2613 h 662863"/>
                    <a:gd name="csX36" fmla="*/ 3024 w 684497"/>
                    <a:gd name="csY36" fmla="*/ 399577 h 662863"/>
                    <a:gd name="csX37" fmla="*/ 360012 w 684497"/>
                    <a:gd name="csY37" fmla="*/ 5225 h 662863"/>
                    <a:gd name="csX38" fmla="*/ 3024 w 684497"/>
                    <a:gd name="csY38" fmla="*/ 399577 h 662863"/>
                    <a:gd name="csX39" fmla="*/ 360012 w 684497"/>
                    <a:gd name="csY39" fmla="*/ 5225 h 662863"/>
                    <a:gd name="csX40" fmla="*/ 1059 w 684497"/>
                    <a:gd name="csY40" fmla="*/ 446022 h 662863"/>
                    <a:gd name="csX41" fmla="*/ 402717 w 684497"/>
                    <a:gd name="csY41" fmla="*/ 2395 h 662863"/>
                    <a:gd name="csX42" fmla="*/ 1059 w 684497"/>
                    <a:gd name="csY42" fmla="*/ 446022 h 662863"/>
                    <a:gd name="csX43" fmla="*/ 402717 w 684497"/>
                    <a:gd name="csY43" fmla="*/ 2395 h 662863"/>
                    <a:gd name="csX44" fmla="*/ 4006 w 684497"/>
                    <a:gd name="csY44" fmla="*/ 486952 h 662863"/>
                    <a:gd name="csX45" fmla="*/ 440359 w 684497"/>
                    <a:gd name="csY45" fmla="*/ 5008 h 662863"/>
                    <a:gd name="csX46" fmla="*/ 4006 w 684497"/>
                    <a:gd name="csY46" fmla="*/ 486952 h 662863"/>
                    <a:gd name="csX47" fmla="*/ 440359 w 684497"/>
                    <a:gd name="csY47" fmla="*/ 5008 h 662863"/>
                    <a:gd name="csX48" fmla="*/ 2041 w 684497"/>
                    <a:gd name="csY48" fmla="*/ 533398 h 662863"/>
                    <a:gd name="csX49" fmla="*/ 483064 w 684497"/>
                    <a:gd name="csY49" fmla="*/ 2105 h 662863"/>
                    <a:gd name="csX50" fmla="*/ 2041 w 684497"/>
                    <a:gd name="csY50" fmla="*/ 533398 h 662863"/>
                    <a:gd name="csX51" fmla="*/ 483064 w 684497"/>
                    <a:gd name="csY51" fmla="*/ 2105 h 662863"/>
                    <a:gd name="csX52" fmla="*/ 76 w 684497"/>
                    <a:gd name="csY52" fmla="*/ 579843 h 662863"/>
                    <a:gd name="csX53" fmla="*/ 520781 w 684497"/>
                    <a:gd name="csY53" fmla="*/ 4718 h 662863"/>
                    <a:gd name="csX54" fmla="*/ 76 w 684497"/>
                    <a:gd name="csY54" fmla="*/ 579843 h 662863"/>
                    <a:gd name="csX55" fmla="*/ 520781 w 684497"/>
                    <a:gd name="csY55" fmla="*/ 4718 h 662863"/>
                    <a:gd name="csX56" fmla="*/ 3024 w 684497"/>
                    <a:gd name="csY56" fmla="*/ 620773 h 662863"/>
                    <a:gd name="csX57" fmla="*/ 563411 w 684497"/>
                    <a:gd name="csY57" fmla="*/ 1887 h 662863"/>
                    <a:gd name="csX58" fmla="*/ 3024 w 684497"/>
                    <a:gd name="csY58" fmla="*/ 620773 h 662863"/>
                    <a:gd name="csX59" fmla="*/ 563411 w 684497"/>
                    <a:gd name="csY59" fmla="*/ 1887 h 662863"/>
                    <a:gd name="csX60" fmla="*/ 6047 w 684497"/>
                    <a:gd name="csY60" fmla="*/ 661703 h 662863"/>
                    <a:gd name="csX61" fmla="*/ 601128 w 684497"/>
                    <a:gd name="csY61" fmla="*/ 4500 h 662863"/>
                    <a:gd name="csX62" fmla="*/ 6047 w 684497"/>
                    <a:gd name="csY62" fmla="*/ 661703 h 662863"/>
                    <a:gd name="csX63" fmla="*/ 601128 w 684497"/>
                    <a:gd name="csY63" fmla="*/ 4500 h 662863"/>
                    <a:gd name="csX64" fmla="*/ 48677 w 684497"/>
                    <a:gd name="csY64" fmla="*/ 658873 h 662863"/>
                    <a:gd name="csX65" fmla="*/ 643757 w 684497"/>
                    <a:gd name="csY65" fmla="*/ 1669 h 662863"/>
                    <a:gd name="csX66" fmla="*/ 48677 w 684497"/>
                    <a:gd name="csY66" fmla="*/ 658873 h 662863"/>
                    <a:gd name="csX67" fmla="*/ 643757 w 684497"/>
                    <a:gd name="csY67" fmla="*/ 1669 h 662863"/>
                    <a:gd name="csX68" fmla="*/ 86394 w 684497"/>
                    <a:gd name="csY68" fmla="*/ 661485 h 662863"/>
                    <a:gd name="csX69" fmla="*/ 681474 w 684497"/>
                    <a:gd name="csY69" fmla="*/ 4282 h 662863"/>
                    <a:gd name="csX70" fmla="*/ 86394 w 684497"/>
                    <a:gd name="csY70" fmla="*/ 661485 h 662863"/>
                    <a:gd name="csX71" fmla="*/ 681474 w 684497"/>
                    <a:gd name="csY71" fmla="*/ 4282 h 662863"/>
                    <a:gd name="csX72" fmla="*/ 129024 w 684497"/>
                    <a:gd name="csY72" fmla="*/ 658655 h 662863"/>
                    <a:gd name="csX73" fmla="*/ 684422 w 684497"/>
                    <a:gd name="csY73" fmla="*/ 45212 h 662863"/>
                    <a:gd name="csX74" fmla="*/ 129024 w 684497"/>
                    <a:gd name="csY74" fmla="*/ 658655 h 662863"/>
                    <a:gd name="csX75" fmla="*/ 684422 w 684497"/>
                    <a:gd name="csY75" fmla="*/ 45212 h 662863"/>
                    <a:gd name="csX76" fmla="*/ 166741 w 684497"/>
                    <a:gd name="csY76" fmla="*/ 661268 h 662863"/>
                    <a:gd name="csX77" fmla="*/ 682457 w 684497"/>
                    <a:gd name="csY77" fmla="*/ 91658 h 662863"/>
                    <a:gd name="csX78" fmla="*/ 166741 w 684497"/>
                    <a:gd name="csY78" fmla="*/ 661268 h 662863"/>
                    <a:gd name="csX79" fmla="*/ 682457 w 684497"/>
                    <a:gd name="csY79" fmla="*/ 91658 h 662863"/>
                    <a:gd name="csX80" fmla="*/ 209371 w 684497"/>
                    <a:gd name="csY80" fmla="*/ 658365 h 662863"/>
                    <a:gd name="csX81" fmla="*/ 680492 w 684497"/>
                    <a:gd name="csY81" fmla="*/ 138031 h 662863"/>
                    <a:gd name="csX82" fmla="*/ 209371 w 684497"/>
                    <a:gd name="csY82" fmla="*/ 658365 h 662863"/>
                    <a:gd name="csX83" fmla="*/ 680492 w 684497"/>
                    <a:gd name="csY83" fmla="*/ 138031 h 662863"/>
                    <a:gd name="csX84" fmla="*/ 247088 w 684497"/>
                    <a:gd name="csY84" fmla="*/ 660977 h 662863"/>
                    <a:gd name="csX85" fmla="*/ 683440 w 684497"/>
                    <a:gd name="csY85" fmla="*/ 179033 h 662863"/>
                    <a:gd name="csX86" fmla="*/ 247088 w 684497"/>
                    <a:gd name="csY86" fmla="*/ 660977 h 662863"/>
                    <a:gd name="csX87" fmla="*/ 683440 w 684497"/>
                    <a:gd name="csY87" fmla="*/ 179033 h 662863"/>
                    <a:gd name="csX88" fmla="*/ 289718 w 684497"/>
                    <a:gd name="csY88" fmla="*/ 658147 h 662863"/>
                    <a:gd name="csX89" fmla="*/ 681474 w 684497"/>
                    <a:gd name="csY89" fmla="*/ 225406 h 662863"/>
                    <a:gd name="csX90" fmla="*/ 289718 w 684497"/>
                    <a:gd name="csY90" fmla="*/ 658147 h 662863"/>
                    <a:gd name="csX91" fmla="*/ 681474 w 684497"/>
                    <a:gd name="csY91" fmla="*/ 225406 h 662863"/>
                    <a:gd name="csX92" fmla="*/ 327435 w 684497"/>
                    <a:gd name="csY92" fmla="*/ 660760 h 662863"/>
                    <a:gd name="csX93" fmla="*/ 684422 w 684497"/>
                    <a:gd name="csY93" fmla="*/ 266409 h 662863"/>
                    <a:gd name="csX94" fmla="*/ 327435 w 684497"/>
                    <a:gd name="csY94" fmla="*/ 660760 h 662863"/>
                    <a:gd name="csX95" fmla="*/ 684422 w 684497"/>
                    <a:gd name="csY95" fmla="*/ 266409 h 662863"/>
                    <a:gd name="csX96" fmla="*/ 370064 w 684497"/>
                    <a:gd name="csY96" fmla="*/ 657857 h 662863"/>
                    <a:gd name="csX97" fmla="*/ 682457 w 684497"/>
                    <a:gd name="csY97" fmla="*/ 312854 h 662863"/>
                    <a:gd name="csX98" fmla="*/ 370064 w 684497"/>
                    <a:gd name="csY98" fmla="*/ 657857 h 662863"/>
                    <a:gd name="csX99" fmla="*/ 682457 w 684497"/>
                    <a:gd name="csY99" fmla="*/ 312854 h 662863"/>
                    <a:gd name="csX100" fmla="*/ 407781 w 684497"/>
                    <a:gd name="csY100" fmla="*/ 660470 h 662863"/>
                    <a:gd name="csX101" fmla="*/ 680492 w 684497"/>
                    <a:gd name="csY101" fmla="*/ 359227 h 662863"/>
                    <a:gd name="csX102" fmla="*/ 407781 w 684497"/>
                    <a:gd name="csY102" fmla="*/ 660470 h 662863"/>
                    <a:gd name="csX103" fmla="*/ 680492 w 684497"/>
                    <a:gd name="csY103" fmla="*/ 359227 h 662863"/>
                    <a:gd name="csX104" fmla="*/ 450411 w 684497"/>
                    <a:gd name="csY104" fmla="*/ 657639 h 662863"/>
                    <a:gd name="csX105" fmla="*/ 683515 w 684497"/>
                    <a:gd name="csY105" fmla="*/ 400230 h 662863"/>
                    <a:gd name="csX106" fmla="*/ 450411 w 684497"/>
                    <a:gd name="csY106" fmla="*/ 657639 h 662863"/>
                    <a:gd name="csX107" fmla="*/ 683515 w 684497"/>
                    <a:gd name="csY107" fmla="*/ 400230 h 662863"/>
                    <a:gd name="csX108" fmla="*/ 488128 w 684497"/>
                    <a:gd name="csY108" fmla="*/ 660252 h 662863"/>
                    <a:gd name="csX109" fmla="*/ 681474 w 684497"/>
                    <a:gd name="csY109" fmla="*/ 446602 h 662863"/>
                    <a:gd name="csX110" fmla="*/ 488128 w 684497"/>
                    <a:gd name="csY110" fmla="*/ 660252 h 662863"/>
                    <a:gd name="csX111" fmla="*/ 681474 w 684497"/>
                    <a:gd name="csY111" fmla="*/ 446602 h 662863"/>
                    <a:gd name="csX112" fmla="*/ 525845 w 684497"/>
                    <a:gd name="csY112" fmla="*/ 662864 h 662863"/>
                    <a:gd name="csX113" fmla="*/ 684498 w 684497"/>
                    <a:gd name="csY113" fmla="*/ 487605 h 662863"/>
                    <a:gd name="csX114" fmla="*/ 525845 w 684497"/>
                    <a:gd name="csY114" fmla="*/ 662864 h 662863"/>
                    <a:gd name="csX115" fmla="*/ 684498 w 684497"/>
                    <a:gd name="csY115" fmla="*/ 487605 h 662863"/>
                    <a:gd name="csX116" fmla="*/ 568475 w 684497"/>
                    <a:gd name="csY116" fmla="*/ 659962 h 662863"/>
                    <a:gd name="csX117" fmla="*/ 682533 w 684497"/>
                    <a:gd name="csY117" fmla="*/ 533978 h 662863"/>
                    <a:gd name="csX118" fmla="*/ 568475 w 684497"/>
                    <a:gd name="csY118" fmla="*/ 659962 h 662863"/>
                    <a:gd name="csX119" fmla="*/ 682533 w 684497"/>
                    <a:gd name="csY119" fmla="*/ 533978 h 662863"/>
                    <a:gd name="csX120" fmla="*/ 606192 w 684497"/>
                    <a:gd name="csY120" fmla="*/ 662574 h 662863"/>
                    <a:gd name="csX121" fmla="*/ 680567 w 684497"/>
                    <a:gd name="csY121" fmla="*/ 580424 h 662863"/>
                    <a:gd name="csX122" fmla="*/ 606192 w 684497"/>
                    <a:gd name="csY122" fmla="*/ 662574 h 662863"/>
                    <a:gd name="csX123" fmla="*/ 680567 w 684497"/>
                    <a:gd name="csY123" fmla="*/ 580424 h 662863"/>
                    <a:gd name="csX124" fmla="*/ 648822 w 684497"/>
                    <a:gd name="csY124" fmla="*/ 659744 h 662863"/>
                    <a:gd name="csX125" fmla="*/ 683515 w 684497"/>
                    <a:gd name="csY125" fmla="*/ 621426 h 662863"/>
                    <a:gd name="csX126" fmla="*/ 648822 w 684497"/>
                    <a:gd name="csY126" fmla="*/ 659744 h 662863"/>
                    <a:gd name="csX127" fmla="*/ 683515 w 684497"/>
                    <a:gd name="csY127" fmla="*/ 621426 h 6628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</a:cxnLst>
                  <a:rect l="l" t="t" r="r" b="b"/>
                  <a:pathLst>
                    <a:path w="684497" h="662863"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3931" y="44559"/>
                      </a:moveTo>
                      <a:cubicBezTo>
                        <a:pt x="23507" y="32440"/>
                        <a:pt x="38246" y="11249"/>
                        <a:pt x="43613" y="799"/>
                      </a:cubicBezTo>
                      <a:moveTo>
                        <a:pt x="3931" y="44559"/>
                      </a:moveTo>
                      <a:cubicBezTo>
                        <a:pt x="17385" y="31206"/>
                        <a:pt x="27060" y="19595"/>
                        <a:pt x="43613" y="799"/>
                      </a:cubicBezTo>
                      <a:moveTo>
                        <a:pt x="1966" y="91004"/>
                      </a:moveTo>
                      <a:cubicBezTo>
                        <a:pt x="30310" y="54719"/>
                        <a:pt x="53061" y="35778"/>
                        <a:pt x="81330" y="3411"/>
                      </a:cubicBezTo>
                      <a:moveTo>
                        <a:pt x="1966" y="91004"/>
                      </a:moveTo>
                      <a:cubicBezTo>
                        <a:pt x="31293" y="58130"/>
                        <a:pt x="58201" y="28956"/>
                        <a:pt x="81330" y="3411"/>
                      </a:cubicBezTo>
                      <a:moveTo>
                        <a:pt x="1" y="137450"/>
                      </a:moveTo>
                      <a:cubicBezTo>
                        <a:pt x="49509" y="96157"/>
                        <a:pt x="81254" y="49784"/>
                        <a:pt x="123960" y="508"/>
                      </a:cubicBezTo>
                      <a:moveTo>
                        <a:pt x="1" y="137450"/>
                      </a:moveTo>
                      <a:cubicBezTo>
                        <a:pt x="48828" y="89916"/>
                        <a:pt x="95918" y="32077"/>
                        <a:pt x="123960" y="508"/>
                      </a:cubicBezTo>
                      <a:moveTo>
                        <a:pt x="2948" y="178380"/>
                      </a:moveTo>
                      <a:cubicBezTo>
                        <a:pt x="52230" y="130193"/>
                        <a:pt x="98412" y="78958"/>
                        <a:pt x="161677" y="3121"/>
                      </a:cubicBezTo>
                      <a:moveTo>
                        <a:pt x="2948" y="178380"/>
                      </a:moveTo>
                      <a:cubicBezTo>
                        <a:pt x="53590" y="120614"/>
                        <a:pt x="94028" y="67419"/>
                        <a:pt x="161677" y="3121"/>
                      </a:cubicBezTo>
                      <a:moveTo>
                        <a:pt x="983" y="224825"/>
                      </a:moveTo>
                      <a:cubicBezTo>
                        <a:pt x="57974" y="157262"/>
                        <a:pt x="129855" y="77942"/>
                        <a:pt x="204307" y="291"/>
                      </a:cubicBezTo>
                      <a:moveTo>
                        <a:pt x="983" y="224825"/>
                      </a:moveTo>
                      <a:cubicBezTo>
                        <a:pt x="68329" y="150948"/>
                        <a:pt x="118669" y="97318"/>
                        <a:pt x="204307" y="291"/>
                      </a:cubicBezTo>
                      <a:moveTo>
                        <a:pt x="4006" y="265756"/>
                      </a:moveTo>
                      <a:cubicBezTo>
                        <a:pt x="87830" y="180702"/>
                        <a:pt x="171956" y="89118"/>
                        <a:pt x="242023" y="2903"/>
                      </a:cubicBezTo>
                      <a:moveTo>
                        <a:pt x="4006" y="265756"/>
                      </a:moveTo>
                      <a:cubicBezTo>
                        <a:pt x="76568" y="194418"/>
                        <a:pt x="137943" y="107115"/>
                        <a:pt x="242023" y="2903"/>
                      </a:cubicBezTo>
                      <a:moveTo>
                        <a:pt x="2041" y="312201"/>
                      </a:moveTo>
                      <a:cubicBezTo>
                        <a:pt x="60166" y="244492"/>
                        <a:pt x="133408" y="160818"/>
                        <a:pt x="284653" y="1"/>
                      </a:cubicBezTo>
                      <a:moveTo>
                        <a:pt x="2041" y="312201"/>
                      </a:moveTo>
                      <a:cubicBezTo>
                        <a:pt x="53439" y="246814"/>
                        <a:pt x="121617" y="179686"/>
                        <a:pt x="284653" y="1"/>
                      </a:cubicBezTo>
                      <a:moveTo>
                        <a:pt x="1" y="358646"/>
                      </a:moveTo>
                      <a:cubicBezTo>
                        <a:pt x="97127" y="249064"/>
                        <a:pt x="159258" y="171994"/>
                        <a:pt x="322370" y="2613"/>
                      </a:cubicBezTo>
                      <a:moveTo>
                        <a:pt x="1" y="358646"/>
                      </a:moveTo>
                      <a:cubicBezTo>
                        <a:pt x="132954" y="223447"/>
                        <a:pt x="253815" y="79538"/>
                        <a:pt x="322370" y="2613"/>
                      </a:cubicBezTo>
                      <a:moveTo>
                        <a:pt x="3024" y="399577"/>
                      </a:moveTo>
                      <a:cubicBezTo>
                        <a:pt x="105290" y="285930"/>
                        <a:pt x="194707" y="207844"/>
                        <a:pt x="360012" y="5225"/>
                      </a:cubicBezTo>
                      <a:moveTo>
                        <a:pt x="3024" y="399577"/>
                      </a:moveTo>
                      <a:cubicBezTo>
                        <a:pt x="90098" y="302549"/>
                        <a:pt x="172712" y="208860"/>
                        <a:pt x="360012" y="5225"/>
                      </a:cubicBezTo>
                      <a:moveTo>
                        <a:pt x="1059" y="446022"/>
                      </a:moveTo>
                      <a:cubicBezTo>
                        <a:pt x="141571" y="310532"/>
                        <a:pt x="274223" y="157625"/>
                        <a:pt x="402717" y="2395"/>
                      </a:cubicBezTo>
                      <a:moveTo>
                        <a:pt x="1059" y="446022"/>
                      </a:moveTo>
                      <a:cubicBezTo>
                        <a:pt x="97883" y="336077"/>
                        <a:pt x="202568" y="221124"/>
                        <a:pt x="402717" y="2395"/>
                      </a:cubicBezTo>
                      <a:moveTo>
                        <a:pt x="4006" y="486952"/>
                      </a:moveTo>
                      <a:cubicBezTo>
                        <a:pt x="125849" y="363364"/>
                        <a:pt x="229174" y="245944"/>
                        <a:pt x="440359" y="5008"/>
                      </a:cubicBezTo>
                      <a:moveTo>
                        <a:pt x="4006" y="486952"/>
                      </a:moveTo>
                      <a:cubicBezTo>
                        <a:pt x="168706" y="315685"/>
                        <a:pt x="315643" y="139119"/>
                        <a:pt x="440359" y="5008"/>
                      </a:cubicBezTo>
                      <a:moveTo>
                        <a:pt x="2041" y="533398"/>
                      </a:moveTo>
                      <a:cubicBezTo>
                        <a:pt x="161072" y="342899"/>
                        <a:pt x="344214" y="180702"/>
                        <a:pt x="483064" y="2105"/>
                      </a:cubicBezTo>
                      <a:moveTo>
                        <a:pt x="2041" y="533398"/>
                      </a:moveTo>
                      <a:cubicBezTo>
                        <a:pt x="166136" y="352333"/>
                        <a:pt x="338848" y="166043"/>
                        <a:pt x="483064" y="2105"/>
                      </a:cubicBezTo>
                      <a:moveTo>
                        <a:pt x="76" y="579843"/>
                      </a:moveTo>
                      <a:cubicBezTo>
                        <a:pt x="167724" y="400447"/>
                        <a:pt x="335824" y="209368"/>
                        <a:pt x="520781" y="4718"/>
                      </a:cubicBezTo>
                      <a:moveTo>
                        <a:pt x="76" y="579843"/>
                      </a:moveTo>
                      <a:cubicBezTo>
                        <a:pt x="142403" y="415470"/>
                        <a:pt x="290927" y="263433"/>
                        <a:pt x="520781" y="4718"/>
                      </a:cubicBezTo>
                      <a:moveTo>
                        <a:pt x="3024" y="620773"/>
                      </a:moveTo>
                      <a:cubicBezTo>
                        <a:pt x="124942" y="462278"/>
                        <a:pt x="267647" y="325264"/>
                        <a:pt x="563411" y="1887"/>
                      </a:cubicBezTo>
                      <a:moveTo>
                        <a:pt x="3024" y="620773"/>
                      </a:moveTo>
                      <a:cubicBezTo>
                        <a:pt x="179061" y="431653"/>
                        <a:pt x="337714" y="251677"/>
                        <a:pt x="563411" y="1887"/>
                      </a:cubicBezTo>
                      <a:moveTo>
                        <a:pt x="6047" y="661703"/>
                      </a:moveTo>
                      <a:cubicBezTo>
                        <a:pt x="140891" y="510247"/>
                        <a:pt x="289944" y="339996"/>
                        <a:pt x="601128" y="4500"/>
                      </a:cubicBezTo>
                      <a:moveTo>
                        <a:pt x="6047" y="661703"/>
                      </a:moveTo>
                      <a:cubicBezTo>
                        <a:pt x="205970" y="448199"/>
                        <a:pt x="404531" y="237743"/>
                        <a:pt x="601128" y="4500"/>
                      </a:cubicBezTo>
                      <a:moveTo>
                        <a:pt x="48677" y="658873"/>
                      </a:moveTo>
                      <a:cubicBezTo>
                        <a:pt x="267949" y="428024"/>
                        <a:pt x="486617" y="167639"/>
                        <a:pt x="643757" y="1669"/>
                      </a:cubicBezTo>
                      <a:moveTo>
                        <a:pt x="48677" y="658873"/>
                      </a:moveTo>
                      <a:cubicBezTo>
                        <a:pt x="293497" y="398052"/>
                        <a:pt x="524560" y="129612"/>
                        <a:pt x="643757" y="1669"/>
                      </a:cubicBezTo>
                      <a:moveTo>
                        <a:pt x="86394" y="661485"/>
                      </a:moveTo>
                      <a:cubicBezTo>
                        <a:pt x="217005" y="489347"/>
                        <a:pt x="370745" y="355889"/>
                        <a:pt x="681474" y="4282"/>
                      </a:cubicBezTo>
                      <a:moveTo>
                        <a:pt x="86394" y="661485"/>
                      </a:moveTo>
                      <a:cubicBezTo>
                        <a:pt x="219121" y="521931"/>
                        <a:pt x="347389" y="380853"/>
                        <a:pt x="681474" y="4282"/>
                      </a:cubicBezTo>
                      <a:moveTo>
                        <a:pt x="129024" y="658655"/>
                      </a:moveTo>
                      <a:cubicBezTo>
                        <a:pt x="355401" y="434048"/>
                        <a:pt x="572103" y="184476"/>
                        <a:pt x="684422" y="45212"/>
                      </a:cubicBezTo>
                      <a:moveTo>
                        <a:pt x="129024" y="658655"/>
                      </a:moveTo>
                      <a:cubicBezTo>
                        <a:pt x="264624" y="519391"/>
                        <a:pt x="386920" y="384627"/>
                        <a:pt x="684422" y="45212"/>
                      </a:cubicBezTo>
                      <a:moveTo>
                        <a:pt x="166741" y="661268"/>
                      </a:moveTo>
                      <a:cubicBezTo>
                        <a:pt x="267723" y="552121"/>
                        <a:pt x="378076" y="414816"/>
                        <a:pt x="682457" y="91658"/>
                      </a:cubicBezTo>
                      <a:moveTo>
                        <a:pt x="166741" y="661268"/>
                      </a:moveTo>
                      <a:cubicBezTo>
                        <a:pt x="278985" y="524544"/>
                        <a:pt x="414357" y="388401"/>
                        <a:pt x="682457" y="91658"/>
                      </a:cubicBezTo>
                      <a:moveTo>
                        <a:pt x="209371" y="658365"/>
                      </a:moveTo>
                      <a:cubicBezTo>
                        <a:pt x="367646" y="482308"/>
                        <a:pt x="550486" y="281213"/>
                        <a:pt x="680492" y="138031"/>
                      </a:cubicBezTo>
                      <a:moveTo>
                        <a:pt x="209371" y="658365"/>
                      </a:moveTo>
                      <a:cubicBezTo>
                        <a:pt x="338848" y="523455"/>
                        <a:pt x="462051" y="389126"/>
                        <a:pt x="680492" y="138031"/>
                      </a:cubicBezTo>
                      <a:moveTo>
                        <a:pt x="247088" y="660977"/>
                      </a:moveTo>
                      <a:cubicBezTo>
                        <a:pt x="370594" y="505603"/>
                        <a:pt x="512693" y="377442"/>
                        <a:pt x="683440" y="179033"/>
                      </a:cubicBezTo>
                      <a:moveTo>
                        <a:pt x="247088" y="660977"/>
                      </a:moveTo>
                      <a:cubicBezTo>
                        <a:pt x="369535" y="524979"/>
                        <a:pt x="512996" y="375846"/>
                        <a:pt x="683440" y="179033"/>
                      </a:cubicBezTo>
                      <a:moveTo>
                        <a:pt x="289718" y="658147"/>
                      </a:moveTo>
                      <a:cubicBezTo>
                        <a:pt x="402113" y="523746"/>
                        <a:pt x="515490" y="418663"/>
                        <a:pt x="681474" y="225406"/>
                      </a:cubicBezTo>
                      <a:moveTo>
                        <a:pt x="289718" y="658147"/>
                      </a:moveTo>
                      <a:cubicBezTo>
                        <a:pt x="392664" y="546025"/>
                        <a:pt x="485105" y="441668"/>
                        <a:pt x="681474" y="225406"/>
                      </a:cubicBezTo>
                      <a:moveTo>
                        <a:pt x="327435" y="660760"/>
                      </a:moveTo>
                      <a:cubicBezTo>
                        <a:pt x="452830" y="544065"/>
                        <a:pt x="562353" y="422581"/>
                        <a:pt x="684422" y="266409"/>
                      </a:cubicBezTo>
                      <a:moveTo>
                        <a:pt x="327435" y="660760"/>
                      </a:moveTo>
                      <a:cubicBezTo>
                        <a:pt x="430155" y="555532"/>
                        <a:pt x="533630" y="439200"/>
                        <a:pt x="684422" y="266409"/>
                      </a:cubicBezTo>
                      <a:moveTo>
                        <a:pt x="370064" y="657857"/>
                      </a:moveTo>
                      <a:cubicBezTo>
                        <a:pt x="465679" y="546750"/>
                        <a:pt x="574824" y="432524"/>
                        <a:pt x="682457" y="312854"/>
                      </a:cubicBezTo>
                      <a:moveTo>
                        <a:pt x="370064" y="657857"/>
                      </a:moveTo>
                      <a:cubicBezTo>
                        <a:pt x="453208" y="566780"/>
                        <a:pt x="541793" y="471204"/>
                        <a:pt x="682457" y="312854"/>
                      </a:cubicBezTo>
                      <a:moveTo>
                        <a:pt x="407781" y="660470"/>
                      </a:moveTo>
                      <a:cubicBezTo>
                        <a:pt x="489489" y="576360"/>
                        <a:pt x="569760" y="457996"/>
                        <a:pt x="680492" y="359227"/>
                      </a:cubicBezTo>
                      <a:moveTo>
                        <a:pt x="407781" y="660470"/>
                      </a:moveTo>
                      <a:cubicBezTo>
                        <a:pt x="473843" y="585213"/>
                        <a:pt x="551317" y="505458"/>
                        <a:pt x="680492" y="359227"/>
                      </a:cubicBezTo>
                      <a:moveTo>
                        <a:pt x="450411" y="657639"/>
                      </a:moveTo>
                      <a:cubicBezTo>
                        <a:pt x="541264" y="562571"/>
                        <a:pt x="630757" y="457996"/>
                        <a:pt x="683515" y="400230"/>
                      </a:cubicBezTo>
                      <a:moveTo>
                        <a:pt x="450411" y="657639"/>
                      </a:moveTo>
                      <a:cubicBezTo>
                        <a:pt x="512164" y="600235"/>
                        <a:pt x="572934" y="523673"/>
                        <a:pt x="683515" y="400230"/>
                      </a:cubicBezTo>
                      <a:moveTo>
                        <a:pt x="488128" y="660252"/>
                      </a:moveTo>
                      <a:cubicBezTo>
                        <a:pt x="548974" y="604227"/>
                        <a:pt x="581551" y="547694"/>
                        <a:pt x="681474" y="446602"/>
                      </a:cubicBezTo>
                      <a:moveTo>
                        <a:pt x="488128" y="660252"/>
                      </a:moveTo>
                      <a:cubicBezTo>
                        <a:pt x="533706" y="604662"/>
                        <a:pt x="601732" y="540655"/>
                        <a:pt x="681474" y="446602"/>
                      </a:cubicBezTo>
                      <a:moveTo>
                        <a:pt x="525845" y="662864"/>
                      </a:moveTo>
                      <a:cubicBezTo>
                        <a:pt x="594552" y="599582"/>
                        <a:pt x="634385" y="522802"/>
                        <a:pt x="684498" y="487605"/>
                      </a:cubicBezTo>
                      <a:moveTo>
                        <a:pt x="525845" y="662864"/>
                      </a:moveTo>
                      <a:cubicBezTo>
                        <a:pt x="561295" y="623023"/>
                        <a:pt x="589941" y="578174"/>
                        <a:pt x="684498" y="487605"/>
                      </a:cubicBezTo>
                      <a:moveTo>
                        <a:pt x="568475" y="659962"/>
                      </a:moveTo>
                      <a:cubicBezTo>
                        <a:pt x="598407" y="622370"/>
                        <a:pt x="636728" y="593486"/>
                        <a:pt x="682533" y="533978"/>
                      </a:cubicBezTo>
                      <a:moveTo>
                        <a:pt x="568475" y="659962"/>
                      </a:moveTo>
                      <a:cubicBezTo>
                        <a:pt x="600220" y="632094"/>
                        <a:pt x="621687" y="599002"/>
                        <a:pt x="682533" y="533978"/>
                      </a:cubicBezTo>
                      <a:moveTo>
                        <a:pt x="606192" y="662574"/>
                      </a:moveTo>
                      <a:cubicBezTo>
                        <a:pt x="625920" y="632167"/>
                        <a:pt x="656683" y="599800"/>
                        <a:pt x="680567" y="580424"/>
                      </a:cubicBezTo>
                      <a:moveTo>
                        <a:pt x="606192" y="662574"/>
                      </a:moveTo>
                      <a:cubicBezTo>
                        <a:pt x="636048" y="639424"/>
                        <a:pt x="661293" y="603574"/>
                        <a:pt x="680567" y="580424"/>
                      </a:cubicBezTo>
                      <a:moveTo>
                        <a:pt x="648822" y="659744"/>
                      </a:moveTo>
                      <a:cubicBezTo>
                        <a:pt x="659933" y="649801"/>
                        <a:pt x="663863" y="640513"/>
                        <a:pt x="683515" y="621426"/>
                      </a:cubicBezTo>
                      <a:moveTo>
                        <a:pt x="648822" y="659744"/>
                      </a:moveTo>
                      <a:cubicBezTo>
                        <a:pt x="659479" y="647406"/>
                        <a:pt x="671271" y="635577"/>
                        <a:pt x="683515" y="621426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9" name="شكل حر: شكل 196">
                  <a:extLst>
                    <a:ext uri="{FF2B5EF4-FFF2-40B4-BE49-F238E27FC236}">
                      <a16:creationId xmlns:a16="http://schemas.microsoft.com/office/drawing/2014/main" id="{996BCF7C-63DB-0BC2-C7D2-4F318E3A883A}"/>
                    </a:ext>
                  </a:extLst>
                </p:cNvPr>
                <p:cNvSpPr/>
                <p:nvPr/>
              </p:nvSpPr>
              <p:spPr>
                <a:xfrm>
                  <a:off x="6291148" y="3991792"/>
                  <a:ext cx="693453" cy="666025"/>
                </a:xfrm>
                <a:custGeom>
                  <a:avLst/>
                  <a:gdLst>
                    <a:gd name="csX0" fmla="*/ 1372 w 693453"/>
                    <a:gd name="csY0" fmla="*/ 11863 h 666025"/>
                    <a:gd name="csX1" fmla="*/ 681637 w 693453"/>
                    <a:gd name="csY1" fmla="*/ 11863 h 666025"/>
                    <a:gd name="csX2" fmla="*/ 1372 w 693453"/>
                    <a:gd name="csY2" fmla="*/ 11863 h 666025"/>
                    <a:gd name="csX3" fmla="*/ 681637 w 693453"/>
                    <a:gd name="csY3" fmla="*/ 11863 h 666025"/>
                    <a:gd name="csX4" fmla="*/ 681637 w 693453"/>
                    <a:gd name="csY4" fmla="*/ 11863 h 666025"/>
                    <a:gd name="csX5" fmla="*/ 681637 w 693453"/>
                    <a:gd name="csY5" fmla="*/ 665002 h 666025"/>
                    <a:gd name="csX6" fmla="*/ 681637 w 693453"/>
                    <a:gd name="csY6" fmla="*/ 11863 h 666025"/>
                    <a:gd name="csX7" fmla="*/ 681637 w 693453"/>
                    <a:gd name="csY7" fmla="*/ 665002 h 666025"/>
                    <a:gd name="csX8" fmla="*/ 681637 w 693453"/>
                    <a:gd name="csY8" fmla="*/ 665002 h 666025"/>
                    <a:gd name="csX9" fmla="*/ 1372 w 693453"/>
                    <a:gd name="csY9" fmla="*/ 665002 h 666025"/>
                    <a:gd name="csX10" fmla="*/ 681637 w 693453"/>
                    <a:gd name="csY10" fmla="*/ 665002 h 666025"/>
                    <a:gd name="csX11" fmla="*/ 1372 w 693453"/>
                    <a:gd name="csY11" fmla="*/ 665002 h 666025"/>
                    <a:gd name="csX12" fmla="*/ 1372 w 693453"/>
                    <a:gd name="csY12" fmla="*/ 665002 h 666025"/>
                    <a:gd name="csX13" fmla="*/ 1372 w 693453"/>
                    <a:gd name="csY13" fmla="*/ 11863 h 666025"/>
                    <a:gd name="csX14" fmla="*/ 1372 w 693453"/>
                    <a:gd name="csY14" fmla="*/ 665002 h 666025"/>
                    <a:gd name="csX15" fmla="*/ 1372 w 693453"/>
                    <a:gd name="csY15" fmla="*/ 11863 h 66602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93453" h="666025">
                      <a:moveTo>
                        <a:pt x="1372" y="11863"/>
                      </a:moveTo>
                      <a:cubicBezTo>
                        <a:pt x="204922" y="-39"/>
                        <a:pt x="423665" y="-7441"/>
                        <a:pt x="681637" y="11863"/>
                      </a:cubicBezTo>
                      <a:moveTo>
                        <a:pt x="1372" y="11863"/>
                      </a:moveTo>
                      <a:cubicBezTo>
                        <a:pt x="179299" y="1848"/>
                        <a:pt x="353522" y="5259"/>
                        <a:pt x="681637" y="11863"/>
                      </a:cubicBezTo>
                      <a:moveTo>
                        <a:pt x="681637" y="11863"/>
                      </a:moveTo>
                      <a:cubicBezTo>
                        <a:pt x="695166" y="221158"/>
                        <a:pt x="699475" y="462674"/>
                        <a:pt x="681637" y="665002"/>
                      </a:cubicBezTo>
                      <a:moveTo>
                        <a:pt x="681637" y="11863"/>
                      </a:moveTo>
                      <a:cubicBezTo>
                        <a:pt x="687230" y="233640"/>
                        <a:pt x="674834" y="446709"/>
                        <a:pt x="681637" y="665002"/>
                      </a:cubicBezTo>
                      <a:moveTo>
                        <a:pt x="681637" y="665002"/>
                      </a:moveTo>
                      <a:cubicBezTo>
                        <a:pt x="511797" y="669574"/>
                        <a:pt x="340673" y="656874"/>
                        <a:pt x="1372" y="665002"/>
                      </a:cubicBezTo>
                      <a:moveTo>
                        <a:pt x="681637" y="665002"/>
                      </a:moveTo>
                      <a:cubicBezTo>
                        <a:pt x="465690" y="665220"/>
                        <a:pt x="259797" y="665800"/>
                        <a:pt x="1372" y="665002"/>
                      </a:cubicBezTo>
                      <a:moveTo>
                        <a:pt x="1372" y="665002"/>
                      </a:moveTo>
                      <a:cubicBezTo>
                        <a:pt x="3639" y="438000"/>
                        <a:pt x="-2634" y="226455"/>
                        <a:pt x="1372" y="11863"/>
                      </a:cubicBezTo>
                      <a:moveTo>
                        <a:pt x="1372" y="665002"/>
                      </a:moveTo>
                      <a:cubicBezTo>
                        <a:pt x="11198" y="466085"/>
                        <a:pt x="5529" y="266587"/>
                        <a:pt x="1372" y="11863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396" name="صورة 197">
                <a:extLst>
                  <a:ext uri="{FF2B5EF4-FFF2-40B4-BE49-F238E27FC236}">
                    <a16:creationId xmlns:a16="http://schemas.microsoft.com/office/drawing/2014/main" id="{ADD8AC85-83D9-D10D-A182-B650CA19EBB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6296299" y="4018169"/>
                <a:ext cx="665147" cy="645882"/>
              </a:xfrm>
              <a:custGeom>
                <a:avLst/>
                <a:gdLst>
                  <a:gd name="csX0" fmla="*/ 0 w 665147"/>
                  <a:gd name="csY0" fmla="*/ 0 h 645882"/>
                  <a:gd name="csX1" fmla="*/ 665148 w 665147"/>
                  <a:gd name="csY1" fmla="*/ 0 h 645882"/>
                  <a:gd name="csX2" fmla="*/ 665148 w 665147"/>
                  <a:gd name="csY2" fmla="*/ 645882 h 645882"/>
                  <a:gd name="csX3" fmla="*/ 0 w 665147"/>
                  <a:gd name="csY3" fmla="*/ 645882 h 645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5147" h="645882">
                    <a:moveTo>
                      <a:pt x="0" y="0"/>
                    </a:moveTo>
                    <a:lnTo>
                      <a:pt x="665148" y="0"/>
                    </a:lnTo>
                    <a:lnTo>
                      <a:pt x="665148" y="645882"/>
                    </a:lnTo>
                    <a:lnTo>
                      <a:pt x="0" y="645882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5" name="رسم 9">
              <a:extLst>
                <a:ext uri="{FF2B5EF4-FFF2-40B4-BE49-F238E27FC236}">
                  <a16:creationId xmlns:a16="http://schemas.microsoft.com/office/drawing/2014/main" id="{1AA6E338-0D9E-40C8-6E38-95E999C892A1}"/>
                </a:ext>
              </a:extLst>
            </p:cNvPr>
            <p:cNvGrpSpPr/>
            <p:nvPr/>
          </p:nvGrpSpPr>
          <p:grpSpPr>
            <a:xfrm>
              <a:off x="6534392" y="4156924"/>
              <a:ext cx="340132" cy="209585"/>
              <a:chOff x="6534392" y="4156924"/>
              <a:chExt cx="340132" cy="209585"/>
            </a:xfrm>
          </p:grpSpPr>
          <p:grpSp>
            <p:nvGrpSpPr>
              <p:cNvPr id="2388" name="رسم 9">
                <a:extLst>
                  <a:ext uri="{FF2B5EF4-FFF2-40B4-BE49-F238E27FC236}">
                    <a16:creationId xmlns:a16="http://schemas.microsoft.com/office/drawing/2014/main" id="{D93B5DE2-8F56-93A9-8DEC-9320CB83C02D}"/>
                  </a:ext>
                </a:extLst>
              </p:cNvPr>
              <p:cNvGrpSpPr/>
              <p:nvPr/>
            </p:nvGrpSpPr>
            <p:grpSpPr>
              <a:xfrm>
                <a:off x="6681934" y="4156924"/>
                <a:ext cx="52909" cy="209585"/>
                <a:chOff x="6681934" y="4156924"/>
                <a:chExt cx="52909" cy="209585"/>
              </a:xfrm>
            </p:grpSpPr>
            <p:sp>
              <p:nvSpPr>
                <p:cNvPr id="2390" name="شكل حر: شكل 200">
                  <a:extLst>
                    <a:ext uri="{FF2B5EF4-FFF2-40B4-BE49-F238E27FC236}">
                      <a16:creationId xmlns:a16="http://schemas.microsoft.com/office/drawing/2014/main" id="{7E69104B-89C0-322B-E249-9A2C43CCC312}"/>
                    </a:ext>
                  </a:extLst>
                </p:cNvPr>
                <p:cNvSpPr/>
                <p:nvPr/>
              </p:nvSpPr>
              <p:spPr>
                <a:xfrm>
                  <a:off x="6708313" y="4195024"/>
                  <a:ext cx="377" cy="171485"/>
                </a:xfrm>
                <a:custGeom>
                  <a:avLst/>
                  <a:gdLst>
                    <a:gd name="csX0" fmla="*/ 1 w 377"/>
                    <a:gd name="csY0" fmla="*/ 1 h 171485"/>
                    <a:gd name="csX1" fmla="*/ 378 w 377"/>
                    <a:gd name="csY1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" h="171485">
                      <a:moveTo>
                        <a:pt x="1" y="1"/>
                      </a:moveTo>
                      <a:lnTo>
                        <a:pt x="378" y="171486"/>
                      </a:lnTo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1" name="شكل حر: شكل 201">
                  <a:extLst>
                    <a:ext uri="{FF2B5EF4-FFF2-40B4-BE49-F238E27FC236}">
                      <a16:creationId xmlns:a16="http://schemas.microsoft.com/office/drawing/2014/main" id="{16C4AFDA-7AF5-9A27-C0BB-DC375DEAF127}"/>
                    </a:ext>
                  </a:extLst>
                </p:cNvPr>
                <p:cNvSpPr/>
                <p:nvPr/>
              </p:nvSpPr>
              <p:spPr>
                <a:xfrm>
                  <a:off x="6681934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lnTo>
                        <a:pt x="52910" y="50728"/>
                      </a:lnTo>
                      <a:lnTo>
                        <a:pt x="26380" y="38100"/>
                      </a:lnTo>
                      <a:lnTo>
                        <a:pt x="1" y="50800"/>
                      </a:lnTo>
                      <a:close/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2" name="شكل حر: شكل 202">
                  <a:extLst>
                    <a:ext uri="{FF2B5EF4-FFF2-40B4-BE49-F238E27FC236}">
                      <a16:creationId xmlns:a16="http://schemas.microsoft.com/office/drawing/2014/main" id="{2EF6C31C-B94F-A8A4-8A6A-DD618FFDA317}"/>
                    </a:ext>
                  </a:extLst>
                </p:cNvPr>
                <p:cNvSpPr/>
                <p:nvPr/>
              </p:nvSpPr>
              <p:spPr>
                <a:xfrm>
                  <a:off x="6706334" y="4195024"/>
                  <a:ext cx="4112" cy="171485"/>
                </a:xfrm>
                <a:custGeom>
                  <a:avLst/>
                  <a:gdLst>
                    <a:gd name="csX0" fmla="*/ 1979 w 4112"/>
                    <a:gd name="csY0" fmla="*/ 1 h 171485"/>
                    <a:gd name="csX1" fmla="*/ 2357 w 4112"/>
                    <a:gd name="csY1" fmla="*/ 171486 h 171485"/>
                    <a:gd name="csX2" fmla="*/ 1979 w 4112"/>
                    <a:gd name="csY2" fmla="*/ 1 h 171485"/>
                    <a:gd name="csX3" fmla="*/ 2357 w 4112"/>
                    <a:gd name="csY3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4112" h="171485">
                      <a:moveTo>
                        <a:pt x="1979" y="1"/>
                      </a:moveTo>
                      <a:cubicBezTo>
                        <a:pt x="7799" y="40568"/>
                        <a:pt x="-440" y="118727"/>
                        <a:pt x="2357" y="171486"/>
                      </a:cubicBezTo>
                      <a:moveTo>
                        <a:pt x="1979" y="1"/>
                      </a:moveTo>
                      <a:cubicBezTo>
                        <a:pt x="-62" y="51308"/>
                        <a:pt x="-1347" y="104866"/>
                        <a:pt x="2357" y="171486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3" name="شكل حر: شكل 203">
                  <a:extLst>
                    <a:ext uri="{FF2B5EF4-FFF2-40B4-BE49-F238E27FC236}">
                      <a16:creationId xmlns:a16="http://schemas.microsoft.com/office/drawing/2014/main" id="{D161CBDC-FB9F-4CDA-603C-A29DB755CC31}"/>
                    </a:ext>
                  </a:extLst>
                </p:cNvPr>
                <p:cNvSpPr/>
                <p:nvPr/>
              </p:nvSpPr>
              <p:spPr>
                <a:xfrm>
                  <a:off x="6681934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  <a:gd name="csX4" fmla="*/ 26304 w 52909"/>
                    <a:gd name="csY4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41875" y="21336"/>
                        <a:pt x="42101" y="22788"/>
                        <a:pt x="52910" y="50728"/>
                      </a:cubicBezTo>
                      <a:cubicBezTo>
                        <a:pt x="41799" y="50655"/>
                        <a:pt x="38171" y="39407"/>
                        <a:pt x="26380" y="38100"/>
                      </a:cubicBezTo>
                      <a:cubicBezTo>
                        <a:pt x="16932" y="40785"/>
                        <a:pt x="14513" y="39915"/>
                        <a:pt x="1" y="50800"/>
                      </a:cubicBezTo>
                      <a:cubicBezTo>
                        <a:pt x="15949" y="43761"/>
                        <a:pt x="12548" y="28811"/>
                        <a:pt x="26304" y="1"/>
                      </a:cubicBezTo>
                    </a:path>
                  </a:pathLst>
                </a:custGeom>
                <a:solidFill>
                  <a:srgbClr val="000000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94" name="شكل حر: شكل 204">
                  <a:extLst>
                    <a:ext uri="{FF2B5EF4-FFF2-40B4-BE49-F238E27FC236}">
                      <a16:creationId xmlns:a16="http://schemas.microsoft.com/office/drawing/2014/main" id="{48C228D5-619F-F1A4-5547-5A8AEC79F750}"/>
                    </a:ext>
                  </a:extLst>
                </p:cNvPr>
                <p:cNvSpPr/>
                <p:nvPr/>
              </p:nvSpPr>
              <p:spPr>
                <a:xfrm>
                  <a:off x="6681934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04 w 52909"/>
                    <a:gd name="csY2" fmla="*/ 1 h 50799"/>
                    <a:gd name="csX3" fmla="*/ 52910 w 52909"/>
                    <a:gd name="csY3" fmla="*/ 50728 h 50799"/>
                    <a:gd name="csX4" fmla="*/ 52910 w 52909"/>
                    <a:gd name="csY4" fmla="*/ 50728 h 50799"/>
                    <a:gd name="csX5" fmla="*/ 26380 w 52909"/>
                    <a:gd name="csY5" fmla="*/ 38100 h 50799"/>
                    <a:gd name="csX6" fmla="*/ 52910 w 52909"/>
                    <a:gd name="csY6" fmla="*/ 50728 h 50799"/>
                    <a:gd name="csX7" fmla="*/ 26380 w 52909"/>
                    <a:gd name="csY7" fmla="*/ 38100 h 50799"/>
                    <a:gd name="csX8" fmla="*/ 26380 w 52909"/>
                    <a:gd name="csY8" fmla="*/ 38100 h 50799"/>
                    <a:gd name="csX9" fmla="*/ 1 w 52909"/>
                    <a:gd name="csY9" fmla="*/ 50800 h 50799"/>
                    <a:gd name="csX10" fmla="*/ 26380 w 52909"/>
                    <a:gd name="csY10" fmla="*/ 38100 h 50799"/>
                    <a:gd name="csX11" fmla="*/ 1 w 52909"/>
                    <a:gd name="csY11" fmla="*/ 50800 h 50799"/>
                    <a:gd name="csX12" fmla="*/ 1 w 52909"/>
                    <a:gd name="csY12" fmla="*/ 50800 h 50799"/>
                    <a:gd name="csX13" fmla="*/ 26304 w 52909"/>
                    <a:gd name="csY13" fmla="*/ 1 h 50799"/>
                    <a:gd name="csX14" fmla="*/ 1 w 52909"/>
                    <a:gd name="csY14" fmla="*/ 50800 h 50799"/>
                    <a:gd name="csX15" fmla="*/ 26304 w 52909"/>
                    <a:gd name="csY15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7188" y="10596"/>
                        <a:pt x="42479" y="35923"/>
                        <a:pt x="52910" y="50728"/>
                      </a:cubicBezTo>
                      <a:moveTo>
                        <a:pt x="26304" y="1"/>
                      </a:moveTo>
                      <a:cubicBezTo>
                        <a:pt x="34240" y="14950"/>
                        <a:pt x="42404" y="30553"/>
                        <a:pt x="52910" y="50728"/>
                      </a:cubicBezTo>
                      <a:moveTo>
                        <a:pt x="52910" y="50728"/>
                      </a:moveTo>
                      <a:cubicBezTo>
                        <a:pt x="44142" y="47389"/>
                        <a:pt x="33409" y="39479"/>
                        <a:pt x="26380" y="38100"/>
                      </a:cubicBezTo>
                      <a:moveTo>
                        <a:pt x="52910" y="50728"/>
                      </a:moveTo>
                      <a:cubicBezTo>
                        <a:pt x="44823" y="47317"/>
                        <a:pt x="35601" y="42237"/>
                        <a:pt x="26380" y="38100"/>
                      </a:cubicBezTo>
                      <a:moveTo>
                        <a:pt x="26380" y="38100"/>
                      </a:moveTo>
                      <a:cubicBezTo>
                        <a:pt x="19804" y="38173"/>
                        <a:pt x="16780" y="46156"/>
                        <a:pt x="1" y="50800"/>
                      </a:cubicBezTo>
                      <a:moveTo>
                        <a:pt x="26380" y="38100"/>
                      </a:moveTo>
                      <a:cubicBezTo>
                        <a:pt x="18217" y="41076"/>
                        <a:pt x="8920" y="46954"/>
                        <a:pt x="1" y="50800"/>
                      </a:cubicBezTo>
                      <a:moveTo>
                        <a:pt x="1" y="50800"/>
                      </a:moveTo>
                      <a:cubicBezTo>
                        <a:pt x="4687" y="33528"/>
                        <a:pt x="10960" y="27215"/>
                        <a:pt x="26304" y="1"/>
                      </a:cubicBezTo>
                      <a:moveTo>
                        <a:pt x="1" y="50800"/>
                      </a:moveTo>
                      <a:cubicBezTo>
                        <a:pt x="4914" y="37955"/>
                        <a:pt x="15798" y="24530"/>
                        <a:pt x="26304" y="1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389" name="صورة 205">
                <a:extLst>
                  <a:ext uri="{FF2B5EF4-FFF2-40B4-BE49-F238E27FC236}">
                    <a16:creationId xmlns:a16="http://schemas.microsoft.com/office/drawing/2014/main" id="{E8849052-D751-29ED-D712-C450834AF75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6534392" y="4210482"/>
                <a:ext cx="340132" cy="114299"/>
              </a:xfrm>
              <a:custGeom>
                <a:avLst/>
                <a:gdLst>
                  <a:gd name="csX0" fmla="*/ 0 w 340132"/>
                  <a:gd name="csY0" fmla="*/ 0 h 114299"/>
                  <a:gd name="csX1" fmla="*/ 340132 w 340132"/>
                  <a:gd name="csY1" fmla="*/ 0 h 114299"/>
                  <a:gd name="csX2" fmla="*/ 340132 w 340132"/>
                  <a:gd name="csY2" fmla="*/ 114299 h 114299"/>
                  <a:gd name="csX3" fmla="*/ 0 w 340132"/>
                  <a:gd name="csY3" fmla="*/ 114299 h 114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132" h="114299">
                    <a:moveTo>
                      <a:pt x="0" y="0"/>
                    </a:moveTo>
                    <a:lnTo>
                      <a:pt x="340132" y="0"/>
                    </a:lnTo>
                    <a:lnTo>
                      <a:pt x="340132" y="114299"/>
                    </a:lnTo>
                    <a:lnTo>
                      <a:pt x="0" y="114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6" name="رسم 9">
              <a:extLst>
                <a:ext uri="{FF2B5EF4-FFF2-40B4-BE49-F238E27FC236}">
                  <a16:creationId xmlns:a16="http://schemas.microsoft.com/office/drawing/2014/main" id="{A83A386E-8B49-563B-7FA8-FBD2DF6F1025}"/>
                </a:ext>
              </a:extLst>
            </p:cNvPr>
            <p:cNvGrpSpPr/>
            <p:nvPr/>
          </p:nvGrpSpPr>
          <p:grpSpPr>
            <a:xfrm>
              <a:off x="6442178" y="4000969"/>
              <a:ext cx="550561" cy="164082"/>
              <a:chOff x="6442178" y="4000969"/>
              <a:chExt cx="550561" cy="164082"/>
            </a:xfrm>
            <a:noFill/>
          </p:grpSpPr>
          <p:grpSp>
            <p:nvGrpSpPr>
              <p:cNvPr id="2383" name="رسم 9">
                <a:extLst>
                  <a:ext uri="{FF2B5EF4-FFF2-40B4-BE49-F238E27FC236}">
                    <a16:creationId xmlns:a16="http://schemas.microsoft.com/office/drawing/2014/main" id="{CB266144-0DA6-130B-7F71-73F2C771E29A}"/>
                  </a:ext>
                </a:extLst>
              </p:cNvPr>
              <p:cNvGrpSpPr/>
              <p:nvPr/>
            </p:nvGrpSpPr>
            <p:grpSpPr>
              <a:xfrm>
                <a:off x="6442178" y="4000969"/>
                <a:ext cx="550561" cy="164082"/>
                <a:chOff x="6442178" y="4000969"/>
                <a:chExt cx="550561" cy="164082"/>
              </a:xfrm>
              <a:noFill/>
            </p:grpSpPr>
            <p:sp>
              <p:nvSpPr>
                <p:cNvPr id="2385" name="مستطيل 208">
                  <a:extLst>
                    <a:ext uri="{FF2B5EF4-FFF2-40B4-BE49-F238E27FC236}">
                      <a16:creationId xmlns:a16="http://schemas.microsoft.com/office/drawing/2014/main" id="{239A0174-C73F-E4C1-2374-4E3B9DB2C305}"/>
                    </a:ext>
                  </a:extLst>
                </p:cNvPr>
                <p:cNvSpPr/>
                <p:nvPr/>
              </p:nvSpPr>
              <p:spPr>
                <a:xfrm>
                  <a:off x="6443690" y="4003655"/>
                  <a:ext cx="52909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6" name="شكل حر: شكل 209">
                  <a:extLst>
                    <a:ext uri="{FF2B5EF4-FFF2-40B4-BE49-F238E27FC236}">
                      <a16:creationId xmlns:a16="http://schemas.microsoft.com/office/drawing/2014/main" id="{261E53BA-67BA-B6DE-0ECC-F16798390B93}"/>
                    </a:ext>
                  </a:extLst>
                </p:cNvPr>
                <p:cNvSpPr/>
                <p:nvPr/>
              </p:nvSpPr>
              <p:spPr>
                <a:xfrm>
                  <a:off x="6442178" y="4000969"/>
                  <a:ext cx="550561" cy="164082"/>
                </a:xfrm>
                <a:custGeom>
                  <a:avLst/>
                  <a:gdLst>
                    <a:gd name="csX0" fmla="*/ 1 w 550561"/>
                    <a:gd name="csY0" fmla="*/ 4355 h 164082"/>
                    <a:gd name="csX1" fmla="*/ 1 w 550561"/>
                    <a:gd name="csY1" fmla="*/ 4355 h 164082"/>
                    <a:gd name="csX2" fmla="*/ 1 w 550561"/>
                    <a:gd name="csY2" fmla="*/ 4355 h 164082"/>
                    <a:gd name="csX3" fmla="*/ 1 w 550561"/>
                    <a:gd name="csY3" fmla="*/ 4355 h 164082"/>
                    <a:gd name="csX4" fmla="*/ 2948 w 550561"/>
                    <a:gd name="csY4" fmla="*/ 45357 h 164082"/>
                    <a:gd name="csX5" fmla="*/ 42631 w 550561"/>
                    <a:gd name="csY5" fmla="*/ 1524 h 164082"/>
                    <a:gd name="csX6" fmla="*/ 2948 w 550561"/>
                    <a:gd name="csY6" fmla="*/ 45357 h 164082"/>
                    <a:gd name="csX7" fmla="*/ 42631 w 550561"/>
                    <a:gd name="csY7" fmla="*/ 1524 h 164082"/>
                    <a:gd name="csX8" fmla="*/ 983 w 550561"/>
                    <a:gd name="csY8" fmla="*/ 91730 h 164082"/>
                    <a:gd name="csX9" fmla="*/ 80347 w 550561"/>
                    <a:gd name="csY9" fmla="*/ 4137 h 164082"/>
                    <a:gd name="csX10" fmla="*/ 983 w 550561"/>
                    <a:gd name="csY10" fmla="*/ 91730 h 164082"/>
                    <a:gd name="csX11" fmla="*/ 80347 w 550561"/>
                    <a:gd name="csY11" fmla="*/ 4137 h 164082"/>
                    <a:gd name="csX12" fmla="*/ 4006 w 550561"/>
                    <a:gd name="csY12" fmla="*/ 132733 h 164082"/>
                    <a:gd name="csX13" fmla="*/ 122977 w 550561"/>
                    <a:gd name="csY13" fmla="*/ 1234 h 164082"/>
                    <a:gd name="csX14" fmla="*/ 4006 w 550561"/>
                    <a:gd name="csY14" fmla="*/ 132733 h 164082"/>
                    <a:gd name="csX15" fmla="*/ 122977 w 550561"/>
                    <a:gd name="csY15" fmla="*/ 1234 h 164082"/>
                    <a:gd name="csX16" fmla="*/ 16856 w 550561"/>
                    <a:gd name="csY16" fmla="*/ 162705 h 164082"/>
                    <a:gd name="csX17" fmla="*/ 160694 w 550561"/>
                    <a:gd name="csY17" fmla="*/ 3847 h 164082"/>
                    <a:gd name="csX18" fmla="*/ 16856 w 550561"/>
                    <a:gd name="csY18" fmla="*/ 162705 h 164082"/>
                    <a:gd name="csX19" fmla="*/ 160694 w 550561"/>
                    <a:gd name="csY19" fmla="*/ 3847 h 164082"/>
                    <a:gd name="csX20" fmla="*/ 59561 w 550561"/>
                    <a:gd name="csY20" fmla="*/ 159874 h 164082"/>
                    <a:gd name="csX21" fmla="*/ 203324 w 550561"/>
                    <a:gd name="csY21" fmla="*/ 1016 h 164082"/>
                    <a:gd name="csX22" fmla="*/ 59561 w 550561"/>
                    <a:gd name="csY22" fmla="*/ 159874 h 164082"/>
                    <a:gd name="csX23" fmla="*/ 203324 w 550561"/>
                    <a:gd name="csY23" fmla="*/ 1016 h 164082"/>
                    <a:gd name="csX24" fmla="*/ 97203 w 550561"/>
                    <a:gd name="csY24" fmla="*/ 162487 h 164082"/>
                    <a:gd name="csX25" fmla="*/ 241041 w 550561"/>
                    <a:gd name="csY25" fmla="*/ 3629 h 164082"/>
                    <a:gd name="csX26" fmla="*/ 97203 w 550561"/>
                    <a:gd name="csY26" fmla="*/ 162487 h 164082"/>
                    <a:gd name="csX27" fmla="*/ 241041 w 550561"/>
                    <a:gd name="csY27" fmla="*/ 3629 h 164082"/>
                    <a:gd name="csX28" fmla="*/ 139908 w 550561"/>
                    <a:gd name="csY28" fmla="*/ 159584 h 164082"/>
                    <a:gd name="csX29" fmla="*/ 283671 w 550561"/>
                    <a:gd name="csY29" fmla="*/ 726 h 164082"/>
                    <a:gd name="csX30" fmla="*/ 139908 w 550561"/>
                    <a:gd name="csY30" fmla="*/ 159584 h 164082"/>
                    <a:gd name="csX31" fmla="*/ 283671 w 550561"/>
                    <a:gd name="csY31" fmla="*/ 726 h 164082"/>
                    <a:gd name="csX32" fmla="*/ 177550 w 550561"/>
                    <a:gd name="csY32" fmla="*/ 162197 h 164082"/>
                    <a:gd name="csX33" fmla="*/ 321388 w 550561"/>
                    <a:gd name="csY33" fmla="*/ 3339 h 164082"/>
                    <a:gd name="csX34" fmla="*/ 177550 w 550561"/>
                    <a:gd name="csY34" fmla="*/ 162197 h 164082"/>
                    <a:gd name="csX35" fmla="*/ 321388 w 550561"/>
                    <a:gd name="csY35" fmla="*/ 3339 h 164082"/>
                    <a:gd name="csX36" fmla="*/ 220255 w 550561"/>
                    <a:gd name="csY36" fmla="*/ 159366 h 164082"/>
                    <a:gd name="csX37" fmla="*/ 364018 w 550561"/>
                    <a:gd name="csY37" fmla="*/ 509 h 164082"/>
                    <a:gd name="csX38" fmla="*/ 220255 w 550561"/>
                    <a:gd name="csY38" fmla="*/ 159366 h 164082"/>
                    <a:gd name="csX39" fmla="*/ 364018 w 550561"/>
                    <a:gd name="csY39" fmla="*/ 509 h 164082"/>
                    <a:gd name="csX40" fmla="*/ 257897 w 550561"/>
                    <a:gd name="csY40" fmla="*/ 161979 h 164082"/>
                    <a:gd name="csX41" fmla="*/ 401735 w 550561"/>
                    <a:gd name="csY41" fmla="*/ 3121 h 164082"/>
                    <a:gd name="csX42" fmla="*/ 257897 w 550561"/>
                    <a:gd name="csY42" fmla="*/ 161979 h 164082"/>
                    <a:gd name="csX43" fmla="*/ 401735 w 550561"/>
                    <a:gd name="csY43" fmla="*/ 3121 h 164082"/>
                    <a:gd name="csX44" fmla="*/ 300602 w 550561"/>
                    <a:gd name="csY44" fmla="*/ 159076 h 164082"/>
                    <a:gd name="csX45" fmla="*/ 444365 w 550561"/>
                    <a:gd name="csY45" fmla="*/ 291 h 164082"/>
                    <a:gd name="csX46" fmla="*/ 300602 w 550561"/>
                    <a:gd name="csY46" fmla="*/ 159076 h 164082"/>
                    <a:gd name="csX47" fmla="*/ 444365 w 550561"/>
                    <a:gd name="csY47" fmla="*/ 291 h 164082"/>
                    <a:gd name="csX48" fmla="*/ 338243 w 550561"/>
                    <a:gd name="csY48" fmla="*/ 161689 h 164082"/>
                    <a:gd name="csX49" fmla="*/ 482082 w 550561"/>
                    <a:gd name="csY49" fmla="*/ 2903 h 164082"/>
                    <a:gd name="csX50" fmla="*/ 338243 w 550561"/>
                    <a:gd name="csY50" fmla="*/ 161689 h 164082"/>
                    <a:gd name="csX51" fmla="*/ 482082 w 550561"/>
                    <a:gd name="csY51" fmla="*/ 2903 h 164082"/>
                    <a:gd name="csX52" fmla="*/ 380949 w 550561"/>
                    <a:gd name="csY52" fmla="*/ 158858 h 164082"/>
                    <a:gd name="csX53" fmla="*/ 524711 w 550561"/>
                    <a:gd name="csY53" fmla="*/ 1 h 164082"/>
                    <a:gd name="csX54" fmla="*/ 380949 w 550561"/>
                    <a:gd name="csY54" fmla="*/ 158858 h 164082"/>
                    <a:gd name="csX55" fmla="*/ 524711 w 550561"/>
                    <a:gd name="csY55" fmla="*/ 1 h 164082"/>
                    <a:gd name="csX56" fmla="*/ 418590 w 550561"/>
                    <a:gd name="csY56" fmla="*/ 161471 h 164082"/>
                    <a:gd name="csX57" fmla="*/ 547538 w 550561"/>
                    <a:gd name="csY57" fmla="*/ 19087 h 164082"/>
                    <a:gd name="csX58" fmla="*/ 418590 w 550561"/>
                    <a:gd name="csY58" fmla="*/ 161471 h 164082"/>
                    <a:gd name="csX59" fmla="*/ 547538 w 550561"/>
                    <a:gd name="csY59" fmla="*/ 19087 h 164082"/>
                    <a:gd name="csX60" fmla="*/ 456307 w 550561"/>
                    <a:gd name="csY60" fmla="*/ 164084 h 164082"/>
                    <a:gd name="csX61" fmla="*/ 550562 w 550561"/>
                    <a:gd name="csY61" fmla="*/ 60017 h 164082"/>
                    <a:gd name="csX62" fmla="*/ 456307 w 550561"/>
                    <a:gd name="csY62" fmla="*/ 164084 h 164082"/>
                    <a:gd name="csX63" fmla="*/ 550562 w 550561"/>
                    <a:gd name="csY63" fmla="*/ 60017 h 164082"/>
                    <a:gd name="csX64" fmla="*/ 498937 w 550561"/>
                    <a:gd name="csY64" fmla="*/ 161181 h 164082"/>
                    <a:gd name="csX65" fmla="*/ 548521 w 550561"/>
                    <a:gd name="csY65" fmla="*/ 106462 h 164082"/>
                    <a:gd name="csX66" fmla="*/ 498937 w 550561"/>
                    <a:gd name="csY66" fmla="*/ 161181 h 164082"/>
                    <a:gd name="csX67" fmla="*/ 548521 w 550561"/>
                    <a:gd name="csY67" fmla="*/ 106462 h 16408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</a:cxnLst>
                  <a:rect l="l" t="t" r="r" b="b"/>
                  <a:pathLst>
                    <a:path w="550561" h="164082"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2948" y="45357"/>
                      </a:moveTo>
                      <a:cubicBezTo>
                        <a:pt x="21391" y="28448"/>
                        <a:pt x="24792" y="14442"/>
                        <a:pt x="42631" y="1524"/>
                      </a:cubicBezTo>
                      <a:moveTo>
                        <a:pt x="2948" y="45357"/>
                      </a:moveTo>
                      <a:cubicBezTo>
                        <a:pt x="13001" y="36431"/>
                        <a:pt x="21769" y="25328"/>
                        <a:pt x="42631" y="1524"/>
                      </a:cubicBezTo>
                      <a:moveTo>
                        <a:pt x="983" y="91730"/>
                      </a:moveTo>
                      <a:cubicBezTo>
                        <a:pt x="20938" y="64516"/>
                        <a:pt x="37188" y="65895"/>
                        <a:pt x="80347" y="4137"/>
                      </a:cubicBezTo>
                      <a:moveTo>
                        <a:pt x="983" y="91730"/>
                      </a:moveTo>
                      <a:cubicBezTo>
                        <a:pt x="31066" y="58783"/>
                        <a:pt x="52154" y="24384"/>
                        <a:pt x="80347" y="4137"/>
                      </a:cubicBezTo>
                      <a:moveTo>
                        <a:pt x="4006" y="132733"/>
                      </a:moveTo>
                      <a:cubicBezTo>
                        <a:pt x="21920" y="114880"/>
                        <a:pt x="52608" y="79176"/>
                        <a:pt x="122977" y="1234"/>
                      </a:cubicBezTo>
                      <a:moveTo>
                        <a:pt x="4006" y="132733"/>
                      </a:moveTo>
                      <a:cubicBezTo>
                        <a:pt x="27665" y="92964"/>
                        <a:pt x="59561" y="70902"/>
                        <a:pt x="122977" y="1234"/>
                      </a:cubicBezTo>
                      <a:moveTo>
                        <a:pt x="16856" y="162705"/>
                      </a:moveTo>
                      <a:cubicBezTo>
                        <a:pt x="60847" y="120251"/>
                        <a:pt x="88662" y="66838"/>
                        <a:pt x="160694" y="3847"/>
                      </a:cubicBezTo>
                      <a:moveTo>
                        <a:pt x="16856" y="162705"/>
                      </a:moveTo>
                      <a:cubicBezTo>
                        <a:pt x="48753" y="127363"/>
                        <a:pt x="86319" y="88900"/>
                        <a:pt x="160694" y="3847"/>
                      </a:cubicBezTo>
                      <a:moveTo>
                        <a:pt x="59561" y="159874"/>
                      </a:moveTo>
                      <a:cubicBezTo>
                        <a:pt x="114965" y="114227"/>
                        <a:pt x="145426" y="71410"/>
                        <a:pt x="203324" y="1016"/>
                      </a:cubicBezTo>
                      <a:moveTo>
                        <a:pt x="59561" y="159874"/>
                      </a:moveTo>
                      <a:cubicBezTo>
                        <a:pt x="116175" y="95722"/>
                        <a:pt x="168631" y="40640"/>
                        <a:pt x="203324" y="1016"/>
                      </a:cubicBezTo>
                      <a:moveTo>
                        <a:pt x="97203" y="162487"/>
                      </a:moveTo>
                      <a:cubicBezTo>
                        <a:pt x="134920" y="120904"/>
                        <a:pt x="171730" y="85054"/>
                        <a:pt x="241041" y="3629"/>
                      </a:cubicBezTo>
                      <a:moveTo>
                        <a:pt x="97203" y="162487"/>
                      </a:moveTo>
                      <a:cubicBezTo>
                        <a:pt x="144595" y="106752"/>
                        <a:pt x="183672" y="65677"/>
                        <a:pt x="241041" y="3629"/>
                      </a:cubicBezTo>
                      <a:moveTo>
                        <a:pt x="139908" y="159584"/>
                      </a:moveTo>
                      <a:cubicBezTo>
                        <a:pt x="202342" y="112994"/>
                        <a:pt x="255478" y="32803"/>
                        <a:pt x="283671" y="726"/>
                      </a:cubicBezTo>
                      <a:moveTo>
                        <a:pt x="139908" y="159584"/>
                      </a:moveTo>
                      <a:cubicBezTo>
                        <a:pt x="176189" y="108349"/>
                        <a:pt x="214889" y="69378"/>
                        <a:pt x="283671" y="726"/>
                      </a:cubicBezTo>
                      <a:moveTo>
                        <a:pt x="177550" y="162197"/>
                      </a:moveTo>
                      <a:cubicBezTo>
                        <a:pt x="228192" y="111252"/>
                        <a:pt x="294404" y="37375"/>
                        <a:pt x="321388" y="3339"/>
                      </a:cubicBezTo>
                      <a:moveTo>
                        <a:pt x="177550" y="162197"/>
                      </a:moveTo>
                      <a:cubicBezTo>
                        <a:pt x="218895" y="107551"/>
                        <a:pt x="277473" y="54356"/>
                        <a:pt x="321388" y="3339"/>
                      </a:cubicBezTo>
                      <a:moveTo>
                        <a:pt x="220255" y="159366"/>
                      </a:moveTo>
                      <a:cubicBezTo>
                        <a:pt x="262280" y="99640"/>
                        <a:pt x="315794" y="39261"/>
                        <a:pt x="364018" y="509"/>
                      </a:cubicBezTo>
                      <a:moveTo>
                        <a:pt x="220255" y="159366"/>
                      </a:moveTo>
                      <a:cubicBezTo>
                        <a:pt x="248977" y="117638"/>
                        <a:pt x="286921" y="84183"/>
                        <a:pt x="364018" y="509"/>
                      </a:cubicBezTo>
                      <a:moveTo>
                        <a:pt x="257897" y="161979"/>
                      </a:moveTo>
                      <a:cubicBezTo>
                        <a:pt x="297503" y="111324"/>
                        <a:pt x="333330" y="74604"/>
                        <a:pt x="401735" y="3121"/>
                      </a:cubicBezTo>
                      <a:moveTo>
                        <a:pt x="257897" y="161979"/>
                      </a:moveTo>
                      <a:cubicBezTo>
                        <a:pt x="310428" y="106970"/>
                        <a:pt x="346407" y="52832"/>
                        <a:pt x="401735" y="3121"/>
                      </a:cubicBezTo>
                      <a:moveTo>
                        <a:pt x="300602" y="159076"/>
                      </a:moveTo>
                      <a:cubicBezTo>
                        <a:pt x="347918" y="120831"/>
                        <a:pt x="382763" y="59944"/>
                        <a:pt x="444365" y="291"/>
                      </a:cubicBezTo>
                      <a:moveTo>
                        <a:pt x="300602" y="159076"/>
                      </a:moveTo>
                      <a:cubicBezTo>
                        <a:pt x="333557" y="126855"/>
                        <a:pt x="357593" y="92819"/>
                        <a:pt x="444365" y="291"/>
                      </a:cubicBezTo>
                      <a:moveTo>
                        <a:pt x="338243" y="161689"/>
                      </a:moveTo>
                      <a:cubicBezTo>
                        <a:pt x="376111" y="113139"/>
                        <a:pt x="440132" y="50655"/>
                        <a:pt x="482082" y="2903"/>
                      </a:cubicBezTo>
                      <a:moveTo>
                        <a:pt x="338243" y="161689"/>
                      </a:moveTo>
                      <a:cubicBezTo>
                        <a:pt x="383594" y="101818"/>
                        <a:pt x="436579" y="43761"/>
                        <a:pt x="482082" y="2903"/>
                      </a:cubicBezTo>
                      <a:moveTo>
                        <a:pt x="380949" y="158858"/>
                      </a:moveTo>
                      <a:cubicBezTo>
                        <a:pt x="424637" y="108422"/>
                        <a:pt x="480116" y="71120"/>
                        <a:pt x="524711" y="1"/>
                      </a:cubicBezTo>
                      <a:moveTo>
                        <a:pt x="380949" y="158858"/>
                      </a:moveTo>
                      <a:cubicBezTo>
                        <a:pt x="430684" y="102906"/>
                        <a:pt x="480948" y="43616"/>
                        <a:pt x="524711" y="1"/>
                      </a:cubicBezTo>
                      <a:moveTo>
                        <a:pt x="418590" y="161471"/>
                      </a:moveTo>
                      <a:cubicBezTo>
                        <a:pt x="447691" y="111832"/>
                        <a:pt x="501431" y="76345"/>
                        <a:pt x="547538" y="19087"/>
                      </a:cubicBezTo>
                      <a:moveTo>
                        <a:pt x="418590" y="161471"/>
                      </a:moveTo>
                      <a:cubicBezTo>
                        <a:pt x="464848" y="110308"/>
                        <a:pt x="507251" y="76490"/>
                        <a:pt x="547538" y="19087"/>
                      </a:cubicBezTo>
                      <a:moveTo>
                        <a:pt x="456307" y="164084"/>
                      </a:moveTo>
                      <a:cubicBezTo>
                        <a:pt x="477168" y="129104"/>
                        <a:pt x="486012" y="116259"/>
                        <a:pt x="550562" y="60017"/>
                      </a:cubicBezTo>
                      <a:moveTo>
                        <a:pt x="456307" y="164084"/>
                      </a:moveTo>
                      <a:cubicBezTo>
                        <a:pt x="476413" y="131136"/>
                        <a:pt x="506647" y="107188"/>
                        <a:pt x="550562" y="60017"/>
                      </a:cubicBezTo>
                      <a:moveTo>
                        <a:pt x="498937" y="161181"/>
                      </a:moveTo>
                      <a:cubicBezTo>
                        <a:pt x="508385" y="142530"/>
                        <a:pt x="520857" y="131354"/>
                        <a:pt x="548521" y="106462"/>
                      </a:cubicBezTo>
                      <a:moveTo>
                        <a:pt x="498937" y="161181"/>
                      </a:moveTo>
                      <a:cubicBezTo>
                        <a:pt x="514432" y="144852"/>
                        <a:pt x="531892" y="127072"/>
                        <a:pt x="548521" y="106462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7" name="شكل حر: شكل 210">
                  <a:extLst>
                    <a:ext uri="{FF2B5EF4-FFF2-40B4-BE49-F238E27FC236}">
                      <a16:creationId xmlns:a16="http://schemas.microsoft.com/office/drawing/2014/main" id="{EFC224A8-54D0-91CB-DB0B-91CB47EE75F6}"/>
                    </a:ext>
                  </a:extLst>
                </p:cNvPr>
                <p:cNvSpPr/>
                <p:nvPr/>
              </p:nvSpPr>
              <p:spPr>
                <a:xfrm>
                  <a:off x="6443232" y="4003255"/>
                  <a:ext cx="529677" cy="146400"/>
                </a:xfrm>
                <a:custGeom>
                  <a:avLst/>
                  <a:gdLst>
                    <a:gd name="csX0" fmla="*/ 459 w 529677"/>
                    <a:gd name="csY0" fmla="*/ 401 h 146400"/>
                    <a:gd name="csX1" fmla="*/ 529553 w 529677"/>
                    <a:gd name="csY1" fmla="*/ 401 h 146400"/>
                    <a:gd name="csX2" fmla="*/ 459 w 529677"/>
                    <a:gd name="csY2" fmla="*/ 401 h 146400"/>
                    <a:gd name="csX3" fmla="*/ 529553 w 529677"/>
                    <a:gd name="csY3" fmla="*/ 401 h 146400"/>
                    <a:gd name="csX4" fmla="*/ 529553 w 529677"/>
                    <a:gd name="csY4" fmla="*/ 401 h 146400"/>
                    <a:gd name="csX5" fmla="*/ 529553 w 529677"/>
                    <a:gd name="csY5" fmla="*/ 145543 h 146400"/>
                    <a:gd name="csX6" fmla="*/ 529553 w 529677"/>
                    <a:gd name="csY6" fmla="*/ 401 h 146400"/>
                    <a:gd name="csX7" fmla="*/ 529553 w 529677"/>
                    <a:gd name="csY7" fmla="*/ 145543 h 146400"/>
                    <a:gd name="csX8" fmla="*/ 529553 w 529677"/>
                    <a:gd name="csY8" fmla="*/ 145543 h 146400"/>
                    <a:gd name="csX9" fmla="*/ 459 w 529677"/>
                    <a:gd name="csY9" fmla="*/ 145543 h 146400"/>
                    <a:gd name="csX10" fmla="*/ 529553 w 529677"/>
                    <a:gd name="csY10" fmla="*/ 145543 h 146400"/>
                    <a:gd name="csX11" fmla="*/ 459 w 529677"/>
                    <a:gd name="csY11" fmla="*/ 145543 h 146400"/>
                    <a:gd name="csX12" fmla="*/ 459 w 529677"/>
                    <a:gd name="csY12" fmla="*/ 145543 h 146400"/>
                    <a:gd name="csX13" fmla="*/ 459 w 529677"/>
                    <a:gd name="csY13" fmla="*/ 401 h 146400"/>
                    <a:gd name="csX14" fmla="*/ 459 w 529677"/>
                    <a:gd name="csY14" fmla="*/ 145543 h 146400"/>
                    <a:gd name="csX15" fmla="*/ 459 w 529677"/>
                    <a:gd name="csY15" fmla="*/ 401 h 14640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677" h="146400">
                      <a:moveTo>
                        <a:pt x="459" y="401"/>
                      </a:moveTo>
                      <a:cubicBezTo>
                        <a:pt x="168408" y="11649"/>
                        <a:pt x="351173" y="7222"/>
                        <a:pt x="529553" y="401"/>
                      </a:cubicBezTo>
                      <a:moveTo>
                        <a:pt x="459" y="401"/>
                      </a:moveTo>
                      <a:cubicBezTo>
                        <a:pt x="204085" y="-1631"/>
                        <a:pt x="424868" y="4973"/>
                        <a:pt x="529553" y="401"/>
                      </a:cubicBezTo>
                      <a:moveTo>
                        <a:pt x="529553" y="401"/>
                      </a:moveTo>
                      <a:cubicBezTo>
                        <a:pt x="531065" y="22752"/>
                        <a:pt x="518140" y="55555"/>
                        <a:pt x="529553" y="145543"/>
                      </a:cubicBezTo>
                      <a:moveTo>
                        <a:pt x="529553" y="401"/>
                      </a:moveTo>
                      <a:cubicBezTo>
                        <a:pt x="524716" y="42492"/>
                        <a:pt x="525926" y="76092"/>
                        <a:pt x="529553" y="145543"/>
                      </a:cubicBezTo>
                      <a:moveTo>
                        <a:pt x="529553" y="145543"/>
                      </a:moveTo>
                      <a:cubicBezTo>
                        <a:pt x="323055" y="140100"/>
                        <a:pt x="124191" y="149098"/>
                        <a:pt x="459" y="145543"/>
                      </a:cubicBezTo>
                      <a:moveTo>
                        <a:pt x="529553" y="145543"/>
                      </a:moveTo>
                      <a:cubicBezTo>
                        <a:pt x="321468" y="136689"/>
                        <a:pt x="104917" y="135673"/>
                        <a:pt x="459" y="145543"/>
                      </a:cubicBezTo>
                      <a:moveTo>
                        <a:pt x="459" y="145543"/>
                      </a:moveTo>
                      <a:cubicBezTo>
                        <a:pt x="10965" y="104975"/>
                        <a:pt x="12779" y="77398"/>
                        <a:pt x="459" y="401"/>
                      </a:cubicBezTo>
                      <a:moveTo>
                        <a:pt x="459" y="145543"/>
                      </a:moveTo>
                      <a:cubicBezTo>
                        <a:pt x="2046" y="114700"/>
                        <a:pt x="-1129" y="82188"/>
                        <a:pt x="459" y="401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384" name="صورة 211">
                <a:extLst>
                  <a:ext uri="{FF2B5EF4-FFF2-40B4-BE49-F238E27FC236}">
                    <a16:creationId xmlns:a16="http://schemas.microsoft.com/office/drawing/2014/main" id="{42222759-304C-FF3D-17C1-7E5DC98842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6447469" y="4025426"/>
                <a:ext cx="513977" cy="123370"/>
              </a:xfrm>
              <a:custGeom>
                <a:avLst/>
                <a:gdLst>
                  <a:gd name="csX0" fmla="*/ 0 w 513977"/>
                  <a:gd name="csY0" fmla="*/ 0 h 123370"/>
                  <a:gd name="csX1" fmla="*/ 513978 w 513977"/>
                  <a:gd name="csY1" fmla="*/ 0 h 123370"/>
                  <a:gd name="csX2" fmla="*/ 513978 w 513977"/>
                  <a:gd name="csY2" fmla="*/ 123371 h 123370"/>
                  <a:gd name="csX3" fmla="*/ 0 w 51397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977" h="123370">
                    <a:moveTo>
                      <a:pt x="0" y="0"/>
                    </a:moveTo>
                    <a:lnTo>
                      <a:pt x="513978" y="0"/>
                    </a:lnTo>
                    <a:lnTo>
                      <a:pt x="51397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377" name="رسم 9">
              <a:extLst>
                <a:ext uri="{FF2B5EF4-FFF2-40B4-BE49-F238E27FC236}">
                  <a16:creationId xmlns:a16="http://schemas.microsoft.com/office/drawing/2014/main" id="{1740642D-B543-06AE-D824-1478ABA06B04}"/>
                </a:ext>
              </a:extLst>
            </p:cNvPr>
            <p:cNvGrpSpPr/>
            <p:nvPr/>
          </p:nvGrpSpPr>
          <p:grpSpPr>
            <a:xfrm>
              <a:off x="6592441" y="4364282"/>
              <a:ext cx="233443" cy="153393"/>
              <a:chOff x="6592441" y="4364282"/>
              <a:chExt cx="233443" cy="153393"/>
            </a:xfrm>
            <a:noFill/>
          </p:grpSpPr>
          <p:grpSp>
            <p:nvGrpSpPr>
              <p:cNvPr id="2378" name="رسم 9">
                <a:extLst>
                  <a:ext uri="{FF2B5EF4-FFF2-40B4-BE49-F238E27FC236}">
                    <a16:creationId xmlns:a16="http://schemas.microsoft.com/office/drawing/2014/main" id="{C739866E-65A4-CC42-3C8E-7C5F9144B3B5}"/>
                  </a:ext>
                </a:extLst>
              </p:cNvPr>
              <p:cNvGrpSpPr/>
              <p:nvPr/>
            </p:nvGrpSpPr>
            <p:grpSpPr>
              <a:xfrm>
                <a:off x="6592441" y="4364282"/>
                <a:ext cx="233443" cy="153393"/>
                <a:chOff x="6592441" y="4364282"/>
                <a:chExt cx="233443" cy="153393"/>
              </a:xfrm>
              <a:noFill/>
            </p:grpSpPr>
            <p:sp>
              <p:nvSpPr>
                <p:cNvPr id="2380" name="مستطيل 214">
                  <a:extLst>
                    <a:ext uri="{FF2B5EF4-FFF2-40B4-BE49-F238E27FC236}">
                      <a16:creationId xmlns:a16="http://schemas.microsoft.com/office/drawing/2014/main" id="{942BCC48-3865-A670-6364-32BCF74B3794}"/>
                    </a:ext>
                  </a:extLst>
                </p:cNvPr>
                <p:cNvSpPr/>
                <p:nvPr/>
              </p:nvSpPr>
              <p:spPr>
                <a:xfrm>
                  <a:off x="6594860" y="4366510"/>
                  <a:ext cx="22675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1" name="شكل حر: شكل 215">
                  <a:extLst>
                    <a:ext uri="{FF2B5EF4-FFF2-40B4-BE49-F238E27FC236}">
                      <a16:creationId xmlns:a16="http://schemas.microsoft.com/office/drawing/2014/main" id="{905E4EB9-31BC-F689-B03C-F6EDB3D3B6EB}"/>
                    </a:ext>
                  </a:extLst>
                </p:cNvPr>
                <p:cNvSpPr/>
                <p:nvPr/>
              </p:nvSpPr>
              <p:spPr>
                <a:xfrm>
                  <a:off x="6592441" y="4364333"/>
                  <a:ext cx="233104" cy="153342"/>
                </a:xfrm>
                <a:custGeom>
                  <a:avLst/>
                  <a:gdLst>
                    <a:gd name="csX0" fmla="*/ 3931 w 233104"/>
                    <a:gd name="csY0" fmla="*/ 508 h 153342"/>
                    <a:gd name="csX1" fmla="*/ 3931 w 233104"/>
                    <a:gd name="csY1" fmla="*/ 508 h 153342"/>
                    <a:gd name="csX2" fmla="*/ 3931 w 233104"/>
                    <a:gd name="csY2" fmla="*/ 508 h 153342"/>
                    <a:gd name="csX3" fmla="*/ 3931 w 233104"/>
                    <a:gd name="csY3" fmla="*/ 508 h 153342"/>
                    <a:gd name="csX4" fmla="*/ 1966 w 233104"/>
                    <a:gd name="csY4" fmla="*/ 46954 h 153342"/>
                    <a:gd name="csX5" fmla="*/ 41648 w 233104"/>
                    <a:gd name="csY5" fmla="*/ 3121 h 153342"/>
                    <a:gd name="csX6" fmla="*/ 1966 w 233104"/>
                    <a:gd name="csY6" fmla="*/ 46954 h 153342"/>
                    <a:gd name="csX7" fmla="*/ 41648 w 233104"/>
                    <a:gd name="csY7" fmla="*/ 3121 h 153342"/>
                    <a:gd name="csX8" fmla="*/ 1 w 233104"/>
                    <a:gd name="csY8" fmla="*/ 93327 h 153342"/>
                    <a:gd name="csX9" fmla="*/ 84278 w 233104"/>
                    <a:gd name="csY9" fmla="*/ 218 h 153342"/>
                    <a:gd name="csX10" fmla="*/ 1 w 233104"/>
                    <a:gd name="csY10" fmla="*/ 93327 h 153342"/>
                    <a:gd name="csX11" fmla="*/ 84278 w 233104"/>
                    <a:gd name="csY11" fmla="*/ 218 h 153342"/>
                    <a:gd name="csX12" fmla="*/ 2948 w 233104"/>
                    <a:gd name="csY12" fmla="*/ 134329 h 153342"/>
                    <a:gd name="csX13" fmla="*/ 121995 w 233104"/>
                    <a:gd name="csY13" fmla="*/ 2831 h 153342"/>
                    <a:gd name="csX14" fmla="*/ 2948 w 233104"/>
                    <a:gd name="csY14" fmla="*/ 134329 h 153342"/>
                    <a:gd name="csX15" fmla="*/ 121995 w 233104"/>
                    <a:gd name="csY15" fmla="*/ 2831 h 153342"/>
                    <a:gd name="csX16" fmla="*/ 25775 w 233104"/>
                    <a:gd name="csY16" fmla="*/ 153343 h 153342"/>
                    <a:gd name="csX17" fmla="*/ 164625 w 233104"/>
                    <a:gd name="csY17" fmla="*/ 1 h 153342"/>
                    <a:gd name="csX18" fmla="*/ 25775 w 233104"/>
                    <a:gd name="csY18" fmla="*/ 153343 h 153342"/>
                    <a:gd name="csX19" fmla="*/ 164625 w 233104"/>
                    <a:gd name="csY19" fmla="*/ 1 h 153342"/>
                    <a:gd name="csX20" fmla="*/ 68405 w 233104"/>
                    <a:gd name="csY20" fmla="*/ 150513 h 153342"/>
                    <a:gd name="csX21" fmla="*/ 202342 w 233104"/>
                    <a:gd name="csY21" fmla="*/ 2613 h 153342"/>
                    <a:gd name="csX22" fmla="*/ 68405 w 233104"/>
                    <a:gd name="csY22" fmla="*/ 150513 h 153342"/>
                    <a:gd name="csX23" fmla="*/ 202342 w 233104"/>
                    <a:gd name="csY23" fmla="*/ 2613 h 153342"/>
                    <a:gd name="csX24" fmla="*/ 106122 w 233104"/>
                    <a:gd name="csY24" fmla="*/ 153125 h 153342"/>
                    <a:gd name="csX25" fmla="*/ 230081 w 233104"/>
                    <a:gd name="csY25" fmla="*/ 16184 h 153342"/>
                    <a:gd name="csX26" fmla="*/ 106122 w 233104"/>
                    <a:gd name="csY26" fmla="*/ 153125 h 153342"/>
                    <a:gd name="csX27" fmla="*/ 230081 w 233104"/>
                    <a:gd name="csY27" fmla="*/ 16184 h 153342"/>
                    <a:gd name="csX28" fmla="*/ 148752 w 233104"/>
                    <a:gd name="csY28" fmla="*/ 150222 h 153342"/>
                    <a:gd name="csX29" fmla="*/ 233105 w 233104"/>
                    <a:gd name="csY29" fmla="*/ 57114 h 153342"/>
                    <a:gd name="csX30" fmla="*/ 148752 w 233104"/>
                    <a:gd name="csY30" fmla="*/ 150222 h 153342"/>
                    <a:gd name="csX31" fmla="*/ 233105 w 233104"/>
                    <a:gd name="csY31" fmla="*/ 57114 h 153342"/>
                    <a:gd name="csX32" fmla="*/ 186468 w 233104"/>
                    <a:gd name="csY32" fmla="*/ 152835 h 153342"/>
                    <a:gd name="csX33" fmla="*/ 231139 w 233104"/>
                    <a:gd name="csY33" fmla="*/ 103559 h 153342"/>
                    <a:gd name="csX34" fmla="*/ 186468 w 233104"/>
                    <a:gd name="csY34" fmla="*/ 152835 h 153342"/>
                    <a:gd name="csX35" fmla="*/ 231139 w 233104"/>
                    <a:gd name="csY35" fmla="*/ 103559 h 153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233104" h="153342">
                      <a:moveTo>
                        <a:pt x="3931" y="508"/>
                      </a:moveTo>
                      <a:cubicBezTo>
                        <a:pt x="3931" y="508"/>
                        <a:pt x="3931" y="508"/>
                        <a:pt x="3931" y="508"/>
                      </a:cubicBezTo>
                      <a:moveTo>
                        <a:pt x="3931" y="508"/>
                      </a:moveTo>
                      <a:cubicBezTo>
                        <a:pt x="3931" y="508"/>
                        <a:pt x="3931" y="508"/>
                        <a:pt x="3931" y="508"/>
                      </a:cubicBezTo>
                      <a:moveTo>
                        <a:pt x="1966" y="46954"/>
                      </a:moveTo>
                      <a:cubicBezTo>
                        <a:pt x="13304" y="38898"/>
                        <a:pt x="23129" y="16909"/>
                        <a:pt x="41648" y="3121"/>
                      </a:cubicBezTo>
                      <a:moveTo>
                        <a:pt x="1966" y="46954"/>
                      </a:moveTo>
                      <a:cubicBezTo>
                        <a:pt x="18292" y="31932"/>
                        <a:pt x="28496" y="15240"/>
                        <a:pt x="41648" y="3121"/>
                      </a:cubicBezTo>
                      <a:moveTo>
                        <a:pt x="1" y="93327"/>
                      </a:moveTo>
                      <a:cubicBezTo>
                        <a:pt x="25095" y="70685"/>
                        <a:pt x="34543" y="61250"/>
                        <a:pt x="84278" y="218"/>
                      </a:cubicBezTo>
                      <a:moveTo>
                        <a:pt x="1" y="93327"/>
                      </a:moveTo>
                      <a:cubicBezTo>
                        <a:pt x="22978" y="68435"/>
                        <a:pt x="46712" y="38463"/>
                        <a:pt x="84278" y="218"/>
                      </a:cubicBezTo>
                      <a:moveTo>
                        <a:pt x="2948" y="134329"/>
                      </a:moveTo>
                      <a:cubicBezTo>
                        <a:pt x="43538" y="86432"/>
                        <a:pt x="83295" y="43253"/>
                        <a:pt x="121995" y="2831"/>
                      </a:cubicBezTo>
                      <a:moveTo>
                        <a:pt x="2948" y="134329"/>
                      </a:moveTo>
                      <a:cubicBezTo>
                        <a:pt x="34543" y="99931"/>
                        <a:pt x="64021" y="52615"/>
                        <a:pt x="121995" y="2831"/>
                      </a:cubicBezTo>
                      <a:moveTo>
                        <a:pt x="25775" y="153343"/>
                      </a:moveTo>
                      <a:cubicBezTo>
                        <a:pt x="40212" y="128596"/>
                        <a:pt x="75585" y="103414"/>
                        <a:pt x="164625" y="1"/>
                      </a:cubicBezTo>
                      <a:moveTo>
                        <a:pt x="25775" y="153343"/>
                      </a:moveTo>
                      <a:cubicBezTo>
                        <a:pt x="55329" y="126419"/>
                        <a:pt x="85260" y="86650"/>
                        <a:pt x="164625" y="1"/>
                      </a:cubicBezTo>
                      <a:moveTo>
                        <a:pt x="68405" y="150513"/>
                      </a:moveTo>
                      <a:cubicBezTo>
                        <a:pt x="101738" y="92383"/>
                        <a:pt x="148752" y="74676"/>
                        <a:pt x="202342" y="2613"/>
                      </a:cubicBezTo>
                      <a:moveTo>
                        <a:pt x="68405" y="150513"/>
                      </a:moveTo>
                      <a:cubicBezTo>
                        <a:pt x="97732" y="108567"/>
                        <a:pt x="136507" y="84618"/>
                        <a:pt x="202342" y="2613"/>
                      </a:cubicBezTo>
                      <a:moveTo>
                        <a:pt x="106122" y="153125"/>
                      </a:moveTo>
                      <a:cubicBezTo>
                        <a:pt x="143839" y="108639"/>
                        <a:pt x="208540" y="45793"/>
                        <a:pt x="230081" y="16184"/>
                      </a:cubicBezTo>
                      <a:moveTo>
                        <a:pt x="106122" y="153125"/>
                      </a:moveTo>
                      <a:cubicBezTo>
                        <a:pt x="128268" y="124387"/>
                        <a:pt x="158880" y="90134"/>
                        <a:pt x="230081" y="16184"/>
                      </a:cubicBezTo>
                      <a:moveTo>
                        <a:pt x="148752" y="150222"/>
                      </a:moveTo>
                      <a:cubicBezTo>
                        <a:pt x="171049" y="129322"/>
                        <a:pt x="200225" y="97318"/>
                        <a:pt x="233105" y="57114"/>
                      </a:cubicBezTo>
                      <a:moveTo>
                        <a:pt x="148752" y="150222"/>
                      </a:moveTo>
                      <a:cubicBezTo>
                        <a:pt x="173241" y="128669"/>
                        <a:pt x="191004" y="111324"/>
                        <a:pt x="233105" y="57114"/>
                      </a:cubicBezTo>
                      <a:moveTo>
                        <a:pt x="186468" y="152835"/>
                      </a:moveTo>
                      <a:cubicBezTo>
                        <a:pt x="192818" y="137305"/>
                        <a:pt x="209673" y="132152"/>
                        <a:pt x="231139" y="103559"/>
                      </a:cubicBezTo>
                      <a:moveTo>
                        <a:pt x="186468" y="152835"/>
                      </a:moveTo>
                      <a:cubicBezTo>
                        <a:pt x="205214" y="130846"/>
                        <a:pt x="221767" y="114663"/>
                        <a:pt x="231139" y="103559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382" name="شكل حر: شكل 216">
                  <a:extLst>
                    <a:ext uri="{FF2B5EF4-FFF2-40B4-BE49-F238E27FC236}">
                      <a16:creationId xmlns:a16="http://schemas.microsoft.com/office/drawing/2014/main" id="{72A866B7-717D-947F-468E-B9C2D0719459}"/>
                    </a:ext>
                  </a:extLst>
                </p:cNvPr>
                <p:cNvSpPr/>
                <p:nvPr/>
              </p:nvSpPr>
              <p:spPr>
                <a:xfrm>
                  <a:off x="6594860" y="4364282"/>
                  <a:ext cx="231024" cy="148217"/>
                </a:xfrm>
                <a:custGeom>
                  <a:avLst/>
                  <a:gdLst>
                    <a:gd name="csX0" fmla="*/ 1 w 231024"/>
                    <a:gd name="csY0" fmla="*/ 2228 h 148217"/>
                    <a:gd name="csX1" fmla="*/ 226755 w 231024"/>
                    <a:gd name="csY1" fmla="*/ 2228 h 148217"/>
                    <a:gd name="csX2" fmla="*/ 1 w 231024"/>
                    <a:gd name="csY2" fmla="*/ 2228 h 148217"/>
                    <a:gd name="csX3" fmla="*/ 226755 w 231024"/>
                    <a:gd name="csY3" fmla="*/ 2228 h 148217"/>
                    <a:gd name="csX4" fmla="*/ 226755 w 231024"/>
                    <a:gd name="csY4" fmla="*/ 2228 h 148217"/>
                    <a:gd name="csX5" fmla="*/ 226755 w 231024"/>
                    <a:gd name="csY5" fmla="*/ 147370 h 148217"/>
                    <a:gd name="csX6" fmla="*/ 226755 w 231024"/>
                    <a:gd name="csY6" fmla="*/ 2228 h 148217"/>
                    <a:gd name="csX7" fmla="*/ 226755 w 231024"/>
                    <a:gd name="csY7" fmla="*/ 147370 h 148217"/>
                    <a:gd name="csX8" fmla="*/ 226755 w 231024"/>
                    <a:gd name="csY8" fmla="*/ 147370 h 148217"/>
                    <a:gd name="csX9" fmla="*/ 1 w 231024"/>
                    <a:gd name="csY9" fmla="*/ 147370 h 148217"/>
                    <a:gd name="csX10" fmla="*/ 226755 w 231024"/>
                    <a:gd name="csY10" fmla="*/ 147370 h 148217"/>
                    <a:gd name="csX11" fmla="*/ 1 w 231024"/>
                    <a:gd name="csY11" fmla="*/ 147370 h 148217"/>
                    <a:gd name="csX12" fmla="*/ 1 w 231024"/>
                    <a:gd name="csY12" fmla="*/ 147370 h 148217"/>
                    <a:gd name="csX13" fmla="*/ 1 w 231024"/>
                    <a:gd name="csY13" fmla="*/ 2228 h 148217"/>
                    <a:gd name="csX14" fmla="*/ 1 w 231024"/>
                    <a:gd name="csY14" fmla="*/ 147370 h 148217"/>
                    <a:gd name="csX15" fmla="*/ 1 w 231024"/>
                    <a:gd name="csY15" fmla="*/ 2228 h 14821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31024" h="148217">
                      <a:moveTo>
                        <a:pt x="1" y="2228"/>
                      </a:moveTo>
                      <a:cubicBezTo>
                        <a:pt x="62358" y="922"/>
                        <a:pt x="139152" y="-2053"/>
                        <a:pt x="226755" y="2228"/>
                      </a:cubicBezTo>
                      <a:moveTo>
                        <a:pt x="1" y="2228"/>
                      </a:moveTo>
                      <a:cubicBezTo>
                        <a:pt x="63416" y="-94"/>
                        <a:pt x="116704" y="777"/>
                        <a:pt x="226755" y="2228"/>
                      </a:cubicBezTo>
                      <a:moveTo>
                        <a:pt x="226755" y="2228"/>
                      </a:moveTo>
                      <a:cubicBezTo>
                        <a:pt x="227360" y="45480"/>
                        <a:pt x="236052" y="73711"/>
                        <a:pt x="226755" y="147370"/>
                      </a:cubicBezTo>
                      <a:moveTo>
                        <a:pt x="226755" y="2228"/>
                      </a:moveTo>
                      <a:cubicBezTo>
                        <a:pt x="231442" y="39022"/>
                        <a:pt x="224337" y="81984"/>
                        <a:pt x="226755" y="147370"/>
                      </a:cubicBezTo>
                      <a:moveTo>
                        <a:pt x="226755" y="147370"/>
                      </a:moveTo>
                      <a:cubicBezTo>
                        <a:pt x="136885" y="150926"/>
                        <a:pt x="74225" y="141782"/>
                        <a:pt x="1" y="147370"/>
                      </a:cubicBezTo>
                      <a:moveTo>
                        <a:pt x="226755" y="147370"/>
                      </a:moveTo>
                      <a:cubicBezTo>
                        <a:pt x="168631" y="141637"/>
                        <a:pt x="115494" y="147080"/>
                        <a:pt x="1" y="147370"/>
                      </a:cubicBezTo>
                      <a:moveTo>
                        <a:pt x="1" y="147370"/>
                      </a:moveTo>
                      <a:cubicBezTo>
                        <a:pt x="303" y="86265"/>
                        <a:pt x="6123" y="51359"/>
                        <a:pt x="1" y="2228"/>
                      </a:cubicBezTo>
                      <a:moveTo>
                        <a:pt x="1" y="147370"/>
                      </a:moveTo>
                      <a:cubicBezTo>
                        <a:pt x="4989" y="93958"/>
                        <a:pt x="3100" y="38296"/>
                        <a:pt x="1" y="2228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379" name="صورة 217">
                <a:extLst>
                  <a:ext uri="{FF2B5EF4-FFF2-40B4-BE49-F238E27FC236}">
                    <a16:creationId xmlns:a16="http://schemas.microsoft.com/office/drawing/2014/main" id="{3B8A78E6-41BC-82C8-D8F3-30C5DC8FD8A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6598639" y="4388281"/>
                <a:ext cx="211637" cy="123370"/>
              </a:xfrm>
              <a:custGeom>
                <a:avLst/>
                <a:gdLst>
                  <a:gd name="csX0" fmla="*/ 0 w 211637"/>
                  <a:gd name="csY0" fmla="*/ 0 h 123370"/>
                  <a:gd name="csX1" fmla="*/ 211638 w 211637"/>
                  <a:gd name="csY1" fmla="*/ 0 h 123370"/>
                  <a:gd name="csX2" fmla="*/ 211638 w 211637"/>
                  <a:gd name="csY2" fmla="*/ 123371 h 123370"/>
                  <a:gd name="csX3" fmla="*/ 0 w 21163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637" h="123370">
                    <a:moveTo>
                      <a:pt x="0" y="0"/>
                    </a:moveTo>
                    <a:lnTo>
                      <a:pt x="211638" y="0"/>
                    </a:lnTo>
                    <a:lnTo>
                      <a:pt x="21163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400" name="!!رسم 9">
            <a:extLst>
              <a:ext uri="{FF2B5EF4-FFF2-40B4-BE49-F238E27FC236}">
                <a16:creationId xmlns:a16="http://schemas.microsoft.com/office/drawing/2014/main" id="{A9ED0BD3-387D-1965-4139-D8F43E2DAE33}"/>
              </a:ext>
            </a:extLst>
          </p:cNvPr>
          <p:cNvGrpSpPr/>
          <p:nvPr/>
        </p:nvGrpSpPr>
        <p:grpSpPr>
          <a:xfrm>
            <a:off x="6578110" y="5013221"/>
            <a:ext cx="328794" cy="799514"/>
            <a:chOff x="7248670" y="4669204"/>
            <a:chExt cx="328794" cy="799514"/>
          </a:xfrm>
        </p:grpSpPr>
        <p:grpSp>
          <p:nvGrpSpPr>
            <p:cNvPr id="2401" name="رسم 9">
              <a:extLst>
                <a:ext uri="{FF2B5EF4-FFF2-40B4-BE49-F238E27FC236}">
                  <a16:creationId xmlns:a16="http://schemas.microsoft.com/office/drawing/2014/main" id="{CA88EDA4-7A80-2FE9-405C-B1C19DE326B2}"/>
                </a:ext>
              </a:extLst>
            </p:cNvPr>
            <p:cNvGrpSpPr/>
            <p:nvPr/>
          </p:nvGrpSpPr>
          <p:grpSpPr>
            <a:xfrm>
              <a:off x="7248670" y="4669204"/>
              <a:ext cx="317413" cy="799514"/>
              <a:chOff x="7248670" y="4669204"/>
              <a:chExt cx="317413" cy="799514"/>
            </a:xfrm>
          </p:grpSpPr>
          <p:sp>
            <p:nvSpPr>
              <p:cNvPr id="2403" name="شكل حر: شكل 220">
                <a:extLst>
                  <a:ext uri="{FF2B5EF4-FFF2-40B4-BE49-F238E27FC236}">
                    <a16:creationId xmlns:a16="http://schemas.microsoft.com/office/drawing/2014/main" id="{1DA550F2-AFFB-2DBD-6394-AEA48B50950A}"/>
                  </a:ext>
                </a:extLst>
              </p:cNvPr>
              <p:cNvSpPr/>
              <p:nvPr/>
            </p:nvSpPr>
            <p:spPr>
              <a:xfrm>
                <a:off x="7275124" y="4669204"/>
                <a:ext cx="284804" cy="761415"/>
              </a:xfrm>
              <a:custGeom>
                <a:avLst/>
                <a:gdLst>
                  <a:gd name="csX0" fmla="*/ 284805 w 284804"/>
                  <a:gd name="csY0" fmla="*/ 1 h 761415"/>
                  <a:gd name="csX1" fmla="*/ 284578 w 284804"/>
                  <a:gd name="csY1" fmla="*/ 423017 h 761415"/>
                  <a:gd name="csX2" fmla="*/ 1 w 284804"/>
                  <a:gd name="csY2" fmla="*/ 423017 h 761415"/>
                  <a:gd name="csX3" fmla="*/ 1 w 284804"/>
                  <a:gd name="csY3" fmla="*/ 761416 h 761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4804" h="761415">
                    <a:moveTo>
                      <a:pt x="284805" y="1"/>
                    </a:moveTo>
                    <a:lnTo>
                      <a:pt x="284578" y="423017"/>
                    </a:lnTo>
                    <a:lnTo>
                      <a:pt x="1" y="423017"/>
                    </a:lnTo>
                    <a:lnTo>
                      <a:pt x="1" y="761416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4" name="شكل حر: شكل 221">
                <a:extLst>
                  <a:ext uri="{FF2B5EF4-FFF2-40B4-BE49-F238E27FC236}">
                    <a16:creationId xmlns:a16="http://schemas.microsoft.com/office/drawing/2014/main" id="{169AF866-1475-EEEA-2621-6980B19CCD4E}"/>
                  </a:ext>
                </a:extLst>
              </p:cNvPr>
              <p:cNvSpPr/>
              <p:nvPr/>
            </p:nvSpPr>
            <p:spPr>
              <a:xfrm>
                <a:off x="724867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5" name="شكل حر: شكل 222">
                <a:extLst>
                  <a:ext uri="{FF2B5EF4-FFF2-40B4-BE49-F238E27FC236}">
                    <a16:creationId xmlns:a16="http://schemas.microsoft.com/office/drawing/2014/main" id="{45D2CE4E-39FB-6947-39EF-7E5513601339}"/>
                  </a:ext>
                </a:extLst>
              </p:cNvPr>
              <p:cNvSpPr/>
              <p:nvPr/>
            </p:nvSpPr>
            <p:spPr>
              <a:xfrm>
                <a:off x="7275124" y="4669204"/>
                <a:ext cx="290958" cy="761415"/>
              </a:xfrm>
              <a:custGeom>
                <a:avLst/>
                <a:gdLst>
                  <a:gd name="csX0" fmla="*/ 284805 w 290958"/>
                  <a:gd name="csY0" fmla="*/ 1 h 761415"/>
                  <a:gd name="csX1" fmla="*/ 284578 w 290958"/>
                  <a:gd name="csY1" fmla="*/ 423017 h 761415"/>
                  <a:gd name="csX2" fmla="*/ 284805 w 290958"/>
                  <a:gd name="csY2" fmla="*/ 1 h 761415"/>
                  <a:gd name="csX3" fmla="*/ 284578 w 290958"/>
                  <a:gd name="csY3" fmla="*/ 423017 h 761415"/>
                  <a:gd name="csX4" fmla="*/ 284578 w 290958"/>
                  <a:gd name="csY4" fmla="*/ 423017 h 761415"/>
                  <a:gd name="csX5" fmla="*/ 1 w 290958"/>
                  <a:gd name="csY5" fmla="*/ 423017 h 761415"/>
                  <a:gd name="csX6" fmla="*/ 284578 w 290958"/>
                  <a:gd name="csY6" fmla="*/ 423017 h 761415"/>
                  <a:gd name="csX7" fmla="*/ 1 w 290958"/>
                  <a:gd name="csY7" fmla="*/ 423017 h 761415"/>
                  <a:gd name="csX8" fmla="*/ 1 w 290958"/>
                  <a:gd name="csY8" fmla="*/ 423017 h 761415"/>
                  <a:gd name="csX9" fmla="*/ 1 w 290958"/>
                  <a:gd name="csY9" fmla="*/ 761416 h 761415"/>
                  <a:gd name="csX10" fmla="*/ 1 w 290958"/>
                  <a:gd name="csY10" fmla="*/ 423017 h 761415"/>
                  <a:gd name="csX11" fmla="*/ 1 w 290958"/>
                  <a:gd name="csY11" fmla="*/ 761416 h 761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90958" h="761415">
                    <a:moveTo>
                      <a:pt x="284805" y="1"/>
                    </a:moveTo>
                    <a:cubicBezTo>
                      <a:pt x="295311" y="127725"/>
                      <a:pt x="290398" y="261909"/>
                      <a:pt x="284578" y="423017"/>
                    </a:cubicBezTo>
                    <a:moveTo>
                      <a:pt x="284805" y="1"/>
                    </a:moveTo>
                    <a:cubicBezTo>
                      <a:pt x="279060" y="144635"/>
                      <a:pt x="283066" y="284261"/>
                      <a:pt x="284578" y="423017"/>
                    </a:cubicBezTo>
                    <a:moveTo>
                      <a:pt x="284578" y="423017"/>
                    </a:moveTo>
                    <a:cubicBezTo>
                      <a:pt x="202871" y="416050"/>
                      <a:pt x="124338" y="428605"/>
                      <a:pt x="1" y="423017"/>
                    </a:cubicBezTo>
                    <a:moveTo>
                      <a:pt x="284578" y="423017"/>
                    </a:moveTo>
                    <a:cubicBezTo>
                      <a:pt x="216249" y="419243"/>
                      <a:pt x="149281" y="423017"/>
                      <a:pt x="1" y="423017"/>
                    </a:cubicBezTo>
                    <a:moveTo>
                      <a:pt x="1" y="423017"/>
                    </a:moveTo>
                    <a:cubicBezTo>
                      <a:pt x="8239" y="534631"/>
                      <a:pt x="5896" y="636231"/>
                      <a:pt x="1" y="761416"/>
                    </a:cubicBezTo>
                    <a:moveTo>
                      <a:pt x="1" y="423017"/>
                    </a:moveTo>
                    <a:cubicBezTo>
                      <a:pt x="8164" y="512933"/>
                      <a:pt x="1285" y="604227"/>
                      <a:pt x="1" y="76141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6" name="شكل حر: شكل 223">
                <a:extLst>
                  <a:ext uri="{FF2B5EF4-FFF2-40B4-BE49-F238E27FC236}">
                    <a16:creationId xmlns:a16="http://schemas.microsoft.com/office/drawing/2014/main" id="{CBC6784F-C484-CEDB-3766-ED1D373DE7BD}"/>
                  </a:ext>
                </a:extLst>
              </p:cNvPr>
              <p:cNvSpPr/>
              <p:nvPr/>
            </p:nvSpPr>
            <p:spPr>
              <a:xfrm>
                <a:off x="724867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2094" y="28884"/>
                      <a:pt x="9600" y="27360"/>
                      <a:pt x="1" y="1"/>
                    </a:cubicBezTo>
                    <a:cubicBezTo>
                      <a:pt x="6954" y="3194"/>
                      <a:pt x="19350" y="13063"/>
                      <a:pt x="26455" y="12700"/>
                    </a:cubicBezTo>
                    <a:cubicBezTo>
                      <a:pt x="32880" y="4645"/>
                      <a:pt x="42631" y="6677"/>
                      <a:pt x="52910" y="1"/>
                    </a:cubicBezTo>
                    <a:cubicBezTo>
                      <a:pt x="48072" y="25400"/>
                      <a:pt x="38700" y="33020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07" name="شكل حر: شكل 224">
                <a:extLst>
                  <a:ext uri="{FF2B5EF4-FFF2-40B4-BE49-F238E27FC236}">
                    <a16:creationId xmlns:a16="http://schemas.microsoft.com/office/drawing/2014/main" id="{A74DC140-A31C-AA3A-C2C8-412CFB76E045}"/>
                  </a:ext>
                </a:extLst>
              </p:cNvPr>
              <p:cNvSpPr/>
              <p:nvPr/>
            </p:nvSpPr>
            <p:spPr>
              <a:xfrm>
                <a:off x="7248670" y="5417919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22449" y="31279"/>
                      <a:pt x="12019" y="14369"/>
                      <a:pt x="1" y="1"/>
                    </a:cubicBezTo>
                    <a:moveTo>
                      <a:pt x="26455" y="50800"/>
                    </a:moveTo>
                    <a:cubicBezTo>
                      <a:pt x="16176" y="33238"/>
                      <a:pt x="8768" y="14079"/>
                      <a:pt x="1" y="1"/>
                    </a:cubicBezTo>
                    <a:moveTo>
                      <a:pt x="1" y="1"/>
                    </a:moveTo>
                    <a:cubicBezTo>
                      <a:pt x="6652" y="2686"/>
                      <a:pt x="13984" y="8636"/>
                      <a:pt x="26455" y="12700"/>
                    </a:cubicBezTo>
                    <a:moveTo>
                      <a:pt x="1" y="1"/>
                    </a:moveTo>
                    <a:cubicBezTo>
                      <a:pt x="5896" y="2613"/>
                      <a:pt x="12019" y="6314"/>
                      <a:pt x="26455" y="12700"/>
                    </a:cubicBezTo>
                    <a:moveTo>
                      <a:pt x="26455" y="12700"/>
                    </a:moveTo>
                    <a:cubicBezTo>
                      <a:pt x="36584" y="11176"/>
                      <a:pt x="43991" y="7766"/>
                      <a:pt x="52910" y="1"/>
                    </a:cubicBezTo>
                    <a:moveTo>
                      <a:pt x="26455" y="12700"/>
                    </a:moveTo>
                    <a:cubicBezTo>
                      <a:pt x="34619" y="8419"/>
                      <a:pt x="40590" y="4427"/>
                      <a:pt x="52910" y="1"/>
                    </a:cubicBezTo>
                    <a:moveTo>
                      <a:pt x="52910" y="1"/>
                    </a:moveTo>
                    <a:cubicBezTo>
                      <a:pt x="40817" y="11176"/>
                      <a:pt x="36810" y="26561"/>
                      <a:pt x="26455" y="50800"/>
                    </a:cubicBezTo>
                    <a:moveTo>
                      <a:pt x="52910" y="1"/>
                    </a:moveTo>
                    <a:cubicBezTo>
                      <a:pt x="42177" y="15023"/>
                      <a:pt x="33636" y="29029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02" name="صورة 225">
              <a:extLst>
                <a:ext uri="{FF2B5EF4-FFF2-40B4-BE49-F238E27FC236}">
                  <a16:creationId xmlns:a16="http://schemas.microsoft.com/office/drawing/2014/main" id="{D5EEEA23-63BD-AA2E-BF58-EF73528C6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/>
            <a:stretch>
              <a:fillRect/>
            </a:stretch>
          </p:blipFill>
          <p:spPr>
            <a:xfrm>
              <a:off x="7282683" y="5045049"/>
              <a:ext cx="294781" cy="114299"/>
            </a:xfrm>
            <a:custGeom>
              <a:avLst/>
              <a:gdLst>
                <a:gd name="csX0" fmla="*/ 0 w 294781"/>
                <a:gd name="csY0" fmla="*/ 0 h 114299"/>
                <a:gd name="csX1" fmla="*/ 294781 w 294781"/>
                <a:gd name="csY1" fmla="*/ 0 h 114299"/>
                <a:gd name="csX2" fmla="*/ 294781 w 294781"/>
                <a:gd name="csY2" fmla="*/ 114299 h 114299"/>
                <a:gd name="csX3" fmla="*/ 0 w 29478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94781" h="114299">
                  <a:moveTo>
                    <a:pt x="0" y="0"/>
                  </a:moveTo>
                  <a:lnTo>
                    <a:pt x="294781" y="0"/>
                  </a:lnTo>
                  <a:lnTo>
                    <a:pt x="29478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408" name="!!رسم 9">
            <a:extLst>
              <a:ext uri="{FF2B5EF4-FFF2-40B4-BE49-F238E27FC236}">
                <a16:creationId xmlns:a16="http://schemas.microsoft.com/office/drawing/2014/main" id="{6AD87E5A-EABE-383D-8B7C-A0020B982B51}"/>
              </a:ext>
            </a:extLst>
          </p:cNvPr>
          <p:cNvGrpSpPr/>
          <p:nvPr/>
        </p:nvGrpSpPr>
        <p:grpSpPr>
          <a:xfrm>
            <a:off x="5621960" y="2631367"/>
            <a:ext cx="1954022" cy="764753"/>
            <a:chOff x="6292520" y="2287350"/>
            <a:chExt cx="1954022" cy="764753"/>
          </a:xfrm>
        </p:grpSpPr>
        <p:grpSp>
          <p:nvGrpSpPr>
            <p:cNvPr id="2409" name="رسم 9">
              <a:extLst>
                <a:ext uri="{FF2B5EF4-FFF2-40B4-BE49-F238E27FC236}">
                  <a16:creationId xmlns:a16="http://schemas.microsoft.com/office/drawing/2014/main" id="{93FC4F89-6FE1-D7DA-463A-F62D45C0CF90}"/>
                </a:ext>
              </a:extLst>
            </p:cNvPr>
            <p:cNvGrpSpPr/>
            <p:nvPr/>
          </p:nvGrpSpPr>
          <p:grpSpPr>
            <a:xfrm>
              <a:off x="6292520" y="2334521"/>
              <a:ext cx="1954022" cy="717582"/>
              <a:chOff x="6292520" y="2334521"/>
              <a:chExt cx="1954022" cy="717582"/>
            </a:xfrm>
          </p:grpSpPr>
          <p:sp>
            <p:nvSpPr>
              <p:cNvPr id="2411" name="شكل حر: شكل 228">
                <a:extLst>
                  <a:ext uri="{FF2B5EF4-FFF2-40B4-BE49-F238E27FC236}">
                    <a16:creationId xmlns:a16="http://schemas.microsoft.com/office/drawing/2014/main" id="{FF02CCE0-152E-2DB4-8AA4-E7A676071BA8}"/>
                  </a:ext>
                </a:extLst>
              </p:cNvPr>
              <p:cNvSpPr/>
              <p:nvPr/>
            </p:nvSpPr>
            <p:spPr>
              <a:xfrm>
                <a:off x="6292520" y="2334521"/>
                <a:ext cx="1927869" cy="679482"/>
              </a:xfrm>
              <a:custGeom>
                <a:avLst/>
                <a:gdLst>
                  <a:gd name="csX0" fmla="*/ 1 w 1927869"/>
                  <a:gd name="csY0" fmla="*/ 1 h 679482"/>
                  <a:gd name="csX1" fmla="*/ 1058190 w 1927869"/>
                  <a:gd name="csY1" fmla="*/ 1 h 679482"/>
                  <a:gd name="csX2" fmla="*/ 1058190 w 1927869"/>
                  <a:gd name="csY2" fmla="*/ 580569 h 679482"/>
                  <a:gd name="csX3" fmla="*/ 1927871 w 1927869"/>
                  <a:gd name="csY3" fmla="*/ 580569 h 679482"/>
                  <a:gd name="csX4" fmla="*/ 1927568 w 1927869"/>
                  <a:gd name="csY4" fmla="*/ 679483 h 679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927869" h="679482">
                    <a:moveTo>
                      <a:pt x="1" y="1"/>
                    </a:moveTo>
                    <a:lnTo>
                      <a:pt x="1058190" y="1"/>
                    </a:lnTo>
                    <a:lnTo>
                      <a:pt x="1058190" y="580569"/>
                    </a:lnTo>
                    <a:lnTo>
                      <a:pt x="1927871" y="580569"/>
                    </a:lnTo>
                    <a:lnTo>
                      <a:pt x="1927568" y="679483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2" name="شكل حر: شكل 229">
                <a:extLst>
                  <a:ext uri="{FF2B5EF4-FFF2-40B4-BE49-F238E27FC236}">
                    <a16:creationId xmlns:a16="http://schemas.microsoft.com/office/drawing/2014/main" id="{BC8D93DD-A808-D899-7878-CCD274238EFC}"/>
                  </a:ext>
                </a:extLst>
              </p:cNvPr>
              <p:cNvSpPr/>
              <p:nvPr/>
            </p:nvSpPr>
            <p:spPr>
              <a:xfrm>
                <a:off x="8193633" y="3001231"/>
                <a:ext cx="52909" cy="50872"/>
              </a:xfrm>
              <a:custGeom>
                <a:avLst/>
                <a:gdLst>
                  <a:gd name="csX0" fmla="*/ 26304 w 52909"/>
                  <a:gd name="csY0" fmla="*/ 50873 h 50872"/>
                  <a:gd name="csX1" fmla="*/ 1 w 52909"/>
                  <a:gd name="csY1" fmla="*/ 1 h 50872"/>
                  <a:gd name="csX2" fmla="*/ 26455 w 52909"/>
                  <a:gd name="csY2" fmla="*/ 12773 h 50872"/>
                  <a:gd name="csX3" fmla="*/ 52910 w 52909"/>
                  <a:gd name="csY3" fmla="*/ 146 h 50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872">
                    <a:moveTo>
                      <a:pt x="26304" y="50873"/>
                    </a:moveTo>
                    <a:lnTo>
                      <a:pt x="1" y="1"/>
                    </a:lnTo>
                    <a:lnTo>
                      <a:pt x="26455" y="12773"/>
                    </a:lnTo>
                    <a:lnTo>
                      <a:pt x="52910" y="146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3" name="شكل حر: شكل 230">
                <a:extLst>
                  <a:ext uri="{FF2B5EF4-FFF2-40B4-BE49-F238E27FC236}">
                    <a16:creationId xmlns:a16="http://schemas.microsoft.com/office/drawing/2014/main" id="{C90C2690-7735-2CEB-3A3E-C20D0E4409AD}"/>
                  </a:ext>
                </a:extLst>
              </p:cNvPr>
              <p:cNvSpPr/>
              <p:nvPr/>
            </p:nvSpPr>
            <p:spPr>
              <a:xfrm>
                <a:off x="6292520" y="2334521"/>
                <a:ext cx="1929113" cy="679482"/>
              </a:xfrm>
              <a:custGeom>
                <a:avLst/>
                <a:gdLst>
                  <a:gd name="csX0" fmla="*/ 1 w 1929113"/>
                  <a:gd name="csY0" fmla="*/ 1 h 679482"/>
                  <a:gd name="csX1" fmla="*/ 1058190 w 1929113"/>
                  <a:gd name="csY1" fmla="*/ 1 h 679482"/>
                  <a:gd name="csX2" fmla="*/ 1 w 1929113"/>
                  <a:gd name="csY2" fmla="*/ 1 h 679482"/>
                  <a:gd name="csX3" fmla="*/ 1058190 w 1929113"/>
                  <a:gd name="csY3" fmla="*/ 1 h 679482"/>
                  <a:gd name="csX4" fmla="*/ 1058190 w 1929113"/>
                  <a:gd name="csY4" fmla="*/ 1 h 679482"/>
                  <a:gd name="csX5" fmla="*/ 1058190 w 1929113"/>
                  <a:gd name="csY5" fmla="*/ 580569 h 679482"/>
                  <a:gd name="csX6" fmla="*/ 1058190 w 1929113"/>
                  <a:gd name="csY6" fmla="*/ 1 h 679482"/>
                  <a:gd name="csX7" fmla="*/ 1058190 w 1929113"/>
                  <a:gd name="csY7" fmla="*/ 580569 h 679482"/>
                  <a:gd name="csX8" fmla="*/ 1058190 w 1929113"/>
                  <a:gd name="csY8" fmla="*/ 580569 h 679482"/>
                  <a:gd name="csX9" fmla="*/ 1927871 w 1929113"/>
                  <a:gd name="csY9" fmla="*/ 580569 h 679482"/>
                  <a:gd name="csX10" fmla="*/ 1058190 w 1929113"/>
                  <a:gd name="csY10" fmla="*/ 580569 h 679482"/>
                  <a:gd name="csX11" fmla="*/ 1927871 w 1929113"/>
                  <a:gd name="csY11" fmla="*/ 580569 h 679482"/>
                  <a:gd name="csX12" fmla="*/ 1927871 w 1929113"/>
                  <a:gd name="csY12" fmla="*/ 580569 h 679482"/>
                  <a:gd name="csX13" fmla="*/ 1927568 w 1929113"/>
                  <a:gd name="csY13" fmla="*/ 679483 h 679482"/>
                  <a:gd name="csX14" fmla="*/ 1927871 w 1929113"/>
                  <a:gd name="csY14" fmla="*/ 580569 h 679482"/>
                  <a:gd name="csX15" fmla="*/ 1927568 w 1929113"/>
                  <a:gd name="csY15" fmla="*/ 679483 h 679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1929113" h="679482">
                    <a:moveTo>
                      <a:pt x="1" y="1"/>
                    </a:moveTo>
                    <a:cubicBezTo>
                      <a:pt x="342098" y="5661"/>
                      <a:pt x="667945" y="5516"/>
                      <a:pt x="1058190" y="1"/>
                    </a:cubicBezTo>
                    <a:moveTo>
                      <a:pt x="1" y="1"/>
                    </a:moveTo>
                    <a:cubicBezTo>
                      <a:pt x="231215" y="5516"/>
                      <a:pt x="457970" y="9580"/>
                      <a:pt x="1058190" y="1"/>
                    </a:cubicBezTo>
                    <a:moveTo>
                      <a:pt x="1058190" y="1"/>
                    </a:moveTo>
                    <a:cubicBezTo>
                      <a:pt x="1046852" y="191588"/>
                      <a:pt x="1038387" y="375265"/>
                      <a:pt x="1058190" y="580569"/>
                    </a:cubicBezTo>
                    <a:moveTo>
                      <a:pt x="1058190" y="1"/>
                    </a:moveTo>
                    <a:cubicBezTo>
                      <a:pt x="1070208" y="117420"/>
                      <a:pt x="1061516" y="241154"/>
                      <a:pt x="1058190" y="580569"/>
                    </a:cubicBezTo>
                    <a:moveTo>
                      <a:pt x="1058190" y="580569"/>
                    </a:moveTo>
                    <a:cubicBezTo>
                      <a:pt x="1288195" y="568232"/>
                      <a:pt x="1493786" y="580859"/>
                      <a:pt x="1927871" y="580569"/>
                    </a:cubicBezTo>
                    <a:moveTo>
                      <a:pt x="1058190" y="580569"/>
                    </a:moveTo>
                    <a:cubicBezTo>
                      <a:pt x="1334226" y="577303"/>
                      <a:pt x="1611925" y="581149"/>
                      <a:pt x="1927871" y="580569"/>
                    </a:cubicBezTo>
                    <a:moveTo>
                      <a:pt x="1927871" y="580569"/>
                    </a:moveTo>
                    <a:cubicBezTo>
                      <a:pt x="1932708" y="597333"/>
                      <a:pt x="1921446" y="630352"/>
                      <a:pt x="1927568" y="679483"/>
                    </a:cubicBezTo>
                    <a:moveTo>
                      <a:pt x="1927871" y="580569"/>
                    </a:moveTo>
                    <a:cubicBezTo>
                      <a:pt x="1927493" y="604953"/>
                      <a:pt x="1927795" y="637029"/>
                      <a:pt x="1927568" y="67948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4" name="شكل حر: شكل 231">
                <a:extLst>
                  <a:ext uri="{FF2B5EF4-FFF2-40B4-BE49-F238E27FC236}">
                    <a16:creationId xmlns:a16="http://schemas.microsoft.com/office/drawing/2014/main" id="{26F60DDF-2E48-ADCC-C59F-3795D75147B1}"/>
                  </a:ext>
                </a:extLst>
              </p:cNvPr>
              <p:cNvSpPr/>
              <p:nvPr/>
            </p:nvSpPr>
            <p:spPr>
              <a:xfrm>
                <a:off x="8193270" y="3001231"/>
                <a:ext cx="53272" cy="50872"/>
              </a:xfrm>
              <a:custGeom>
                <a:avLst/>
                <a:gdLst>
                  <a:gd name="csX0" fmla="*/ 26667 w 53272"/>
                  <a:gd name="csY0" fmla="*/ 50873 h 50872"/>
                  <a:gd name="csX1" fmla="*/ 364 w 53272"/>
                  <a:gd name="csY1" fmla="*/ 1 h 50872"/>
                  <a:gd name="csX2" fmla="*/ 26819 w 53272"/>
                  <a:gd name="csY2" fmla="*/ 12773 h 50872"/>
                  <a:gd name="csX3" fmla="*/ 53273 w 53272"/>
                  <a:gd name="csY3" fmla="*/ 146 h 50872"/>
                  <a:gd name="csX4" fmla="*/ 26667 w 53272"/>
                  <a:gd name="csY4" fmla="*/ 50873 h 50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3272" h="50872">
                    <a:moveTo>
                      <a:pt x="26667" y="50873"/>
                    </a:moveTo>
                    <a:cubicBezTo>
                      <a:pt x="18353" y="34399"/>
                      <a:pt x="-3038" y="17563"/>
                      <a:pt x="364" y="1"/>
                    </a:cubicBezTo>
                    <a:cubicBezTo>
                      <a:pt x="9207" y="944"/>
                      <a:pt x="8754" y="4064"/>
                      <a:pt x="26819" y="12773"/>
                    </a:cubicBezTo>
                    <a:cubicBezTo>
                      <a:pt x="39214" y="9072"/>
                      <a:pt x="43372" y="6532"/>
                      <a:pt x="53273" y="146"/>
                    </a:cubicBezTo>
                    <a:cubicBezTo>
                      <a:pt x="40650" y="23804"/>
                      <a:pt x="42918" y="33093"/>
                      <a:pt x="26667" y="50873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15" name="شكل حر: شكل 232">
                <a:extLst>
                  <a:ext uri="{FF2B5EF4-FFF2-40B4-BE49-F238E27FC236}">
                    <a16:creationId xmlns:a16="http://schemas.microsoft.com/office/drawing/2014/main" id="{1CE9FBE5-9891-A939-58AF-5FFBC5DDE154}"/>
                  </a:ext>
                </a:extLst>
              </p:cNvPr>
              <p:cNvSpPr/>
              <p:nvPr/>
            </p:nvSpPr>
            <p:spPr>
              <a:xfrm>
                <a:off x="8193633" y="3001231"/>
                <a:ext cx="52909" cy="50872"/>
              </a:xfrm>
              <a:custGeom>
                <a:avLst/>
                <a:gdLst>
                  <a:gd name="csX0" fmla="*/ 26304 w 52909"/>
                  <a:gd name="csY0" fmla="*/ 50873 h 50872"/>
                  <a:gd name="csX1" fmla="*/ 1 w 52909"/>
                  <a:gd name="csY1" fmla="*/ 1 h 50872"/>
                  <a:gd name="csX2" fmla="*/ 26304 w 52909"/>
                  <a:gd name="csY2" fmla="*/ 50873 h 50872"/>
                  <a:gd name="csX3" fmla="*/ 1 w 52909"/>
                  <a:gd name="csY3" fmla="*/ 1 h 50872"/>
                  <a:gd name="csX4" fmla="*/ 1 w 52909"/>
                  <a:gd name="csY4" fmla="*/ 1 h 50872"/>
                  <a:gd name="csX5" fmla="*/ 26455 w 52909"/>
                  <a:gd name="csY5" fmla="*/ 12773 h 50872"/>
                  <a:gd name="csX6" fmla="*/ 1 w 52909"/>
                  <a:gd name="csY6" fmla="*/ 1 h 50872"/>
                  <a:gd name="csX7" fmla="*/ 26455 w 52909"/>
                  <a:gd name="csY7" fmla="*/ 12773 h 50872"/>
                  <a:gd name="csX8" fmla="*/ 26455 w 52909"/>
                  <a:gd name="csY8" fmla="*/ 12773 h 50872"/>
                  <a:gd name="csX9" fmla="*/ 52910 w 52909"/>
                  <a:gd name="csY9" fmla="*/ 146 h 50872"/>
                  <a:gd name="csX10" fmla="*/ 26455 w 52909"/>
                  <a:gd name="csY10" fmla="*/ 12773 h 50872"/>
                  <a:gd name="csX11" fmla="*/ 52910 w 52909"/>
                  <a:gd name="csY11" fmla="*/ 146 h 50872"/>
                  <a:gd name="csX12" fmla="*/ 52910 w 52909"/>
                  <a:gd name="csY12" fmla="*/ 146 h 50872"/>
                  <a:gd name="csX13" fmla="*/ 26304 w 52909"/>
                  <a:gd name="csY13" fmla="*/ 50873 h 50872"/>
                  <a:gd name="csX14" fmla="*/ 52910 w 52909"/>
                  <a:gd name="csY14" fmla="*/ 146 h 50872"/>
                  <a:gd name="csX15" fmla="*/ 26304 w 52909"/>
                  <a:gd name="csY15" fmla="*/ 50873 h 50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872">
                    <a:moveTo>
                      <a:pt x="26304" y="50873"/>
                    </a:moveTo>
                    <a:cubicBezTo>
                      <a:pt x="18821" y="40060"/>
                      <a:pt x="5065" y="23659"/>
                      <a:pt x="1" y="1"/>
                    </a:cubicBezTo>
                    <a:moveTo>
                      <a:pt x="26304" y="50873"/>
                    </a:moveTo>
                    <a:cubicBezTo>
                      <a:pt x="22903" y="40568"/>
                      <a:pt x="17687" y="31279"/>
                      <a:pt x="1" y="1"/>
                    </a:cubicBezTo>
                    <a:moveTo>
                      <a:pt x="1" y="1"/>
                    </a:moveTo>
                    <a:cubicBezTo>
                      <a:pt x="6954" y="5879"/>
                      <a:pt x="13530" y="10451"/>
                      <a:pt x="26455" y="12773"/>
                    </a:cubicBezTo>
                    <a:moveTo>
                      <a:pt x="1" y="1"/>
                    </a:moveTo>
                    <a:cubicBezTo>
                      <a:pt x="7106" y="1887"/>
                      <a:pt x="10960" y="4935"/>
                      <a:pt x="26455" y="12773"/>
                    </a:cubicBezTo>
                    <a:moveTo>
                      <a:pt x="26455" y="12773"/>
                    </a:moveTo>
                    <a:cubicBezTo>
                      <a:pt x="34467" y="7621"/>
                      <a:pt x="37793" y="6895"/>
                      <a:pt x="52910" y="146"/>
                    </a:cubicBezTo>
                    <a:moveTo>
                      <a:pt x="26455" y="12773"/>
                    </a:moveTo>
                    <a:cubicBezTo>
                      <a:pt x="34694" y="8201"/>
                      <a:pt x="43311" y="4863"/>
                      <a:pt x="52910" y="146"/>
                    </a:cubicBezTo>
                    <a:moveTo>
                      <a:pt x="52910" y="146"/>
                    </a:moveTo>
                    <a:cubicBezTo>
                      <a:pt x="49509" y="8274"/>
                      <a:pt x="36735" y="25763"/>
                      <a:pt x="26304" y="50873"/>
                    </a:cubicBezTo>
                    <a:moveTo>
                      <a:pt x="52910" y="146"/>
                    </a:moveTo>
                    <a:cubicBezTo>
                      <a:pt x="45729" y="12483"/>
                      <a:pt x="39002" y="29247"/>
                      <a:pt x="26304" y="5087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10" name="صورة 233">
              <a:extLst>
                <a:ext uri="{FF2B5EF4-FFF2-40B4-BE49-F238E27FC236}">
                  <a16:creationId xmlns:a16="http://schemas.microsoft.com/office/drawing/2014/main" id="{99CA5542-AE4E-6249-A177-829A16DE2CC0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/>
            <a:stretch>
              <a:fillRect/>
            </a:stretch>
          </p:blipFill>
          <p:spPr>
            <a:xfrm>
              <a:off x="6651548" y="2287350"/>
              <a:ext cx="468626" cy="114299"/>
            </a:xfrm>
            <a:custGeom>
              <a:avLst/>
              <a:gdLst>
                <a:gd name="csX0" fmla="*/ 0 w 468626"/>
                <a:gd name="csY0" fmla="*/ 0 h 114299"/>
                <a:gd name="csX1" fmla="*/ 468627 w 468626"/>
                <a:gd name="csY1" fmla="*/ 0 h 114299"/>
                <a:gd name="csX2" fmla="*/ 468627 w 468626"/>
                <a:gd name="csY2" fmla="*/ 114299 h 114299"/>
                <a:gd name="csX3" fmla="*/ 0 w 468626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8626" h="114299">
                  <a:moveTo>
                    <a:pt x="0" y="0"/>
                  </a:moveTo>
                  <a:lnTo>
                    <a:pt x="468627" y="0"/>
                  </a:lnTo>
                  <a:lnTo>
                    <a:pt x="468627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416" name="!!رسم 9">
            <a:extLst>
              <a:ext uri="{FF2B5EF4-FFF2-40B4-BE49-F238E27FC236}">
                <a16:creationId xmlns:a16="http://schemas.microsoft.com/office/drawing/2014/main" id="{A16A5E01-313A-5C6C-5804-FA90602A9F81}"/>
              </a:ext>
            </a:extLst>
          </p:cNvPr>
          <p:cNvGrpSpPr/>
          <p:nvPr/>
        </p:nvGrpSpPr>
        <p:grpSpPr>
          <a:xfrm>
            <a:off x="5160874" y="2592251"/>
            <a:ext cx="462772" cy="164808"/>
            <a:chOff x="5831434" y="2248234"/>
            <a:chExt cx="462772" cy="164808"/>
          </a:xfrm>
        </p:grpSpPr>
        <p:grpSp>
          <p:nvGrpSpPr>
            <p:cNvPr id="2417" name="رسم 9">
              <a:extLst>
                <a:ext uri="{FF2B5EF4-FFF2-40B4-BE49-F238E27FC236}">
                  <a16:creationId xmlns:a16="http://schemas.microsoft.com/office/drawing/2014/main" id="{10ADCBFB-5C76-6325-BACB-C879202CD62A}"/>
                </a:ext>
              </a:extLst>
            </p:cNvPr>
            <p:cNvGrpSpPr/>
            <p:nvPr/>
          </p:nvGrpSpPr>
          <p:grpSpPr>
            <a:xfrm>
              <a:off x="5831434" y="2248234"/>
              <a:ext cx="462772" cy="164808"/>
              <a:chOff x="5831434" y="2248234"/>
              <a:chExt cx="462772" cy="164808"/>
            </a:xfrm>
          </p:grpSpPr>
          <p:sp>
            <p:nvSpPr>
              <p:cNvPr id="2419" name="مستطيل 236">
                <a:extLst>
                  <a:ext uri="{FF2B5EF4-FFF2-40B4-BE49-F238E27FC236}">
                    <a16:creationId xmlns:a16="http://schemas.microsoft.com/office/drawing/2014/main" id="{50BB69D8-EF69-154A-0667-CDB52CF7F6BF}"/>
                  </a:ext>
                </a:extLst>
              </p:cNvPr>
              <p:cNvSpPr/>
              <p:nvPr/>
            </p:nvSpPr>
            <p:spPr>
              <a:xfrm>
                <a:off x="5839010" y="2261950"/>
                <a:ext cx="453509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0" name="شكل حر: شكل 237">
                <a:extLst>
                  <a:ext uri="{FF2B5EF4-FFF2-40B4-BE49-F238E27FC236}">
                    <a16:creationId xmlns:a16="http://schemas.microsoft.com/office/drawing/2014/main" id="{38FC5A12-6FA9-1C95-E46A-03124ACD7831}"/>
                  </a:ext>
                </a:extLst>
              </p:cNvPr>
              <p:cNvSpPr/>
              <p:nvPr/>
            </p:nvSpPr>
            <p:spPr>
              <a:xfrm>
                <a:off x="5833492" y="2248234"/>
                <a:ext cx="458876" cy="164808"/>
              </a:xfrm>
              <a:custGeom>
                <a:avLst/>
                <a:gdLst>
                  <a:gd name="csX0" fmla="*/ 1 w 458876"/>
                  <a:gd name="csY0" fmla="*/ 4718 h 164808"/>
                  <a:gd name="csX1" fmla="*/ 458877 w 458876"/>
                  <a:gd name="csY1" fmla="*/ 1 h 164808"/>
                  <a:gd name="csX2" fmla="*/ 447464 w 458876"/>
                  <a:gd name="csY2" fmla="*/ 164809 h 164808"/>
                  <a:gd name="csX3" fmla="*/ 11490 w 458876"/>
                  <a:gd name="csY3" fmla="*/ 163068 h 1648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8876" h="164808">
                    <a:moveTo>
                      <a:pt x="1" y="4718"/>
                    </a:moveTo>
                    <a:lnTo>
                      <a:pt x="458877" y="1"/>
                    </a:lnTo>
                    <a:lnTo>
                      <a:pt x="447464" y="164809"/>
                    </a:lnTo>
                    <a:lnTo>
                      <a:pt x="11490" y="16306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1" name="شكل حر: شكل 238">
                <a:extLst>
                  <a:ext uri="{FF2B5EF4-FFF2-40B4-BE49-F238E27FC236}">
                    <a16:creationId xmlns:a16="http://schemas.microsoft.com/office/drawing/2014/main" id="{1547F1EC-CBCB-2E90-BE76-D2E72930467E}"/>
                  </a:ext>
                </a:extLst>
              </p:cNvPr>
              <p:cNvSpPr/>
              <p:nvPr/>
            </p:nvSpPr>
            <p:spPr>
              <a:xfrm>
                <a:off x="5831434" y="2261950"/>
                <a:ext cx="462772" cy="145415"/>
              </a:xfrm>
              <a:custGeom>
                <a:avLst/>
                <a:gdLst>
                  <a:gd name="csX0" fmla="*/ 7576 w 462772"/>
                  <a:gd name="csY0" fmla="*/ 1 h 145415"/>
                  <a:gd name="csX1" fmla="*/ 461086 w 462772"/>
                  <a:gd name="csY1" fmla="*/ 1 h 145415"/>
                  <a:gd name="csX2" fmla="*/ 7576 w 462772"/>
                  <a:gd name="csY2" fmla="*/ 1 h 145415"/>
                  <a:gd name="csX3" fmla="*/ 461086 w 462772"/>
                  <a:gd name="csY3" fmla="*/ 1 h 145415"/>
                  <a:gd name="csX4" fmla="*/ 461086 w 462772"/>
                  <a:gd name="csY4" fmla="*/ 1 h 145415"/>
                  <a:gd name="csX5" fmla="*/ 461086 w 462772"/>
                  <a:gd name="csY5" fmla="*/ 145143 h 145415"/>
                  <a:gd name="csX6" fmla="*/ 461086 w 462772"/>
                  <a:gd name="csY6" fmla="*/ 1 h 145415"/>
                  <a:gd name="csX7" fmla="*/ 461086 w 462772"/>
                  <a:gd name="csY7" fmla="*/ 145143 h 145415"/>
                  <a:gd name="csX8" fmla="*/ 461086 w 462772"/>
                  <a:gd name="csY8" fmla="*/ 145143 h 145415"/>
                  <a:gd name="csX9" fmla="*/ 7576 w 462772"/>
                  <a:gd name="csY9" fmla="*/ 145143 h 145415"/>
                  <a:gd name="csX10" fmla="*/ 461086 w 462772"/>
                  <a:gd name="csY10" fmla="*/ 145143 h 145415"/>
                  <a:gd name="csX11" fmla="*/ 7576 w 462772"/>
                  <a:gd name="csY11" fmla="*/ 145143 h 145415"/>
                  <a:gd name="csX12" fmla="*/ 7576 w 462772"/>
                  <a:gd name="csY12" fmla="*/ 145143 h 145415"/>
                  <a:gd name="csX13" fmla="*/ 7576 w 462772"/>
                  <a:gd name="csY13" fmla="*/ 1 h 145415"/>
                  <a:gd name="csX14" fmla="*/ 7576 w 462772"/>
                  <a:gd name="csY14" fmla="*/ 145143 h 145415"/>
                  <a:gd name="csX15" fmla="*/ 7576 w 462772"/>
                  <a:gd name="csY15" fmla="*/ 1 h 14541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62772" h="145415">
                    <a:moveTo>
                      <a:pt x="7576" y="1"/>
                    </a:moveTo>
                    <a:cubicBezTo>
                      <a:pt x="147031" y="6096"/>
                      <a:pt x="300166" y="7403"/>
                      <a:pt x="461086" y="1"/>
                    </a:cubicBezTo>
                    <a:moveTo>
                      <a:pt x="7576" y="1"/>
                    </a:moveTo>
                    <a:cubicBezTo>
                      <a:pt x="136297" y="2250"/>
                      <a:pt x="263431" y="654"/>
                      <a:pt x="461086" y="1"/>
                    </a:cubicBezTo>
                    <a:moveTo>
                      <a:pt x="461086" y="1"/>
                    </a:moveTo>
                    <a:cubicBezTo>
                      <a:pt x="452923" y="47825"/>
                      <a:pt x="465999" y="91295"/>
                      <a:pt x="461086" y="145143"/>
                    </a:cubicBezTo>
                    <a:moveTo>
                      <a:pt x="461086" y="1"/>
                    </a:moveTo>
                    <a:cubicBezTo>
                      <a:pt x="464185" y="50002"/>
                      <a:pt x="462295" y="106462"/>
                      <a:pt x="461086" y="145143"/>
                    </a:cubicBezTo>
                    <a:moveTo>
                      <a:pt x="461086" y="145143"/>
                    </a:moveTo>
                    <a:cubicBezTo>
                      <a:pt x="364337" y="146667"/>
                      <a:pt x="262751" y="141151"/>
                      <a:pt x="7576" y="145143"/>
                    </a:cubicBezTo>
                    <a:moveTo>
                      <a:pt x="461086" y="145143"/>
                    </a:moveTo>
                    <a:cubicBezTo>
                      <a:pt x="291549" y="144272"/>
                      <a:pt x="137280" y="139990"/>
                      <a:pt x="7576" y="145143"/>
                    </a:cubicBezTo>
                    <a:moveTo>
                      <a:pt x="7576" y="145143"/>
                    </a:moveTo>
                    <a:cubicBezTo>
                      <a:pt x="4553" y="80337"/>
                      <a:pt x="-7843" y="23586"/>
                      <a:pt x="7576" y="1"/>
                    </a:cubicBezTo>
                    <a:moveTo>
                      <a:pt x="7576" y="145143"/>
                    </a:moveTo>
                    <a:cubicBezTo>
                      <a:pt x="10675" y="111034"/>
                      <a:pt x="12565" y="87521"/>
                      <a:pt x="7576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18" name="صورة 239">
              <a:extLst>
                <a:ext uri="{FF2B5EF4-FFF2-40B4-BE49-F238E27FC236}">
                  <a16:creationId xmlns:a16="http://schemas.microsoft.com/office/drawing/2014/main" id="{F60D208E-4A9C-E4FC-0897-D839A2D1B8E3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/>
            <a:stretch>
              <a:fillRect/>
            </a:stretch>
          </p:blipFill>
          <p:spPr>
            <a:xfrm>
              <a:off x="5842789" y="2283721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422" name="!!رسم 9">
            <a:extLst>
              <a:ext uri="{FF2B5EF4-FFF2-40B4-BE49-F238E27FC236}">
                <a16:creationId xmlns:a16="http://schemas.microsoft.com/office/drawing/2014/main" id="{F8C6388E-84D9-3828-2587-8AD187BA785D}"/>
              </a:ext>
            </a:extLst>
          </p:cNvPr>
          <p:cNvGrpSpPr/>
          <p:nvPr/>
        </p:nvGrpSpPr>
        <p:grpSpPr>
          <a:xfrm>
            <a:off x="3479126" y="2181426"/>
            <a:ext cx="1160229" cy="1171151"/>
            <a:chOff x="4149686" y="1837409"/>
            <a:chExt cx="1160229" cy="1171151"/>
          </a:xfrm>
        </p:grpSpPr>
        <p:grpSp>
          <p:nvGrpSpPr>
            <p:cNvPr id="2423" name="رسم 9">
              <a:extLst>
                <a:ext uri="{FF2B5EF4-FFF2-40B4-BE49-F238E27FC236}">
                  <a16:creationId xmlns:a16="http://schemas.microsoft.com/office/drawing/2014/main" id="{B07AB243-7C54-4A2F-E89E-F2397795984A}"/>
                </a:ext>
              </a:extLst>
            </p:cNvPr>
            <p:cNvGrpSpPr/>
            <p:nvPr/>
          </p:nvGrpSpPr>
          <p:grpSpPr>
            <a:xfrm>
              <a:off x="4149686" y="1873779"/>
              <a:ext cx="1160229" cy="1134781"/>
              <a:chOff x="4149686" y="1873779"/>
              <a:chExt cx="1160229" cy="1134781"/>
            </a:xfrm>
          </p:grpSpPr>
          <p:sp>
            <p:nvSpPr>
              <p:cNvPr id="2425" name="شكل حر: شكل 242">
                <a:extLst>
                  <a:ext uri="{FF2B5EF4-FFF2-40B4-BE49-F238E27FC236}">
                    <a16:creationId xmlns:a16="http://schemas.microsoft.com/office/drawing/2014/main" id="{7AF98E34-9002-E10A-399E-D255B231E743}"/>
                  </a:ext>
                </a:extLst>
              </p:cNvPr>
              <p:cNvSpPr/>
              <p:nvPr/>
            </p:nvSpPr>
            <p:spPr>
              <a:xfrm>
                <a:off x="4176141" y="1880952"/>
                <a:ext cx="1133774" cy="1089508"/>
              </a:xfrm>
              <a:custGeom>
                <a:avLst/>
                <a:gdLst>
                  <a:gd name="csX0" fmla="*/ 1133775 w 1133774"/>
                  <a:gd name="csY0" fmla="*/ 1 h 1089508"/>
                  <a:gd name="csX1" fmla="*/ 1 w 1133774"/>
                  <a:gd name="csY1" fmla="*/ 218 h 1089508"/>
                  <a:gd name="csX2" fmla="*/ 1 w 1133774"/>
                  <a:gd name="csY2" fmla="*/ 1089510 h 10895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133774" h="1089508">
                    <a:moveTo>
                      <a:pt x="1133775" y="1"/>
                    </a:moveTo>
                    <a:lnTo>
                      <a:pt x="1" y="218"/>
                    </a:lnTo>
                    <a:lnTo>
                      <a:pt x="1" y="108951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6" name="شكل حر: شكل 243">
                <a:extLst>
                  <a:ext uri="{FF2B5EF4-FFF2-40B4-BE49-F238E27FC236}">
                    <a16:creationId xmlns:a16="http://schemas.microsoft.com/office/drawing/2014/main" id="{517B5460-120C-5A6D-904E-CB8C1346C2B7}"/>
                  </a:ext>
                </a:extLst>
              </p:cNvPr>
              <p:cNvSpPr/>
              <p:nvPr/>
            </p:nvSpPr>
            <p:spPr>
              <a:xfrm>
                <a:off x="4149686" y="295776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7" name="شكل حر: شكل 244">
                <a:extLst>
                  <a:ext uri="{FF2B5EF4-FFF2-40B4-BE49-F238E27FC236}">
                    <a16:creationId xmlns:a16="http://schemas.microsoft.com/office/drawing/2014/main" id="{754BCA77-2998-F4C2-D58D-D979B27DF748}"/>
                  </a:ext>
                </a:extLst>
              </p:cNvPr>
              <p:cNvSpPr/>
              <p:nvPr/>
            </p:nvSpPr>
            <p:spPr>
              <a:xfrm>
                <a:off x="4171809" y="1873779"/>
                <a:ext cx="1138106" cy="1096681"/>
              </a:xfrm>
              <a:custGeom>
                <a:avLst/>
                <a:gdLst>
                  <a:gd name="csX0" fmla="*/ 1138107 w 1138106"/>
                  <a:gd name="csY0" fmla="*/ 7173 h 1096681"/>
                  <a:gd name="csX1" fmla="*/ 4332 w 1138106"/>
                  <a:gd name="csY1" fmla="*/ 7391 h 1096681"/>
                  <a:gd name="csX2" fmla="*/ 1138107 w 1138106"/>
                  <a:gd name="csY2" fmla="*/ 7173 h 1096681"/>
                  <a:gd name="csX3" fmla="*/ 4332 w 1138106"/>
                  <a:gd name="csY3" fmla="*/ 7391 h 1096681"/>
                  <a:gd name="csX4" fmla="*/ 4332 w 1138106"/>
                  <a:gd name="csY4" fmla="*/ 7391 h 1096681"/>
                  <a:gd name="csX5" fmla="*/ 4332 w 1138106"/>
                  <a:gd name="csY5" fmla="*/ 1096682 h 1096681"/>
                  <a:gd name="csX6" fmla="*/ 4332 w 1138106"/>
                  <a:gd name="csY6" fmla="*/ 7391 h 1096681"/>
                  <a:gd name="csX7" fmla="*/ 4332 w 1138106"/>
                  <a:gd name="csY7" fmla="*/ 1096682 h 109668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138106" h="1096681">
                    <a:moveTo>
                      <a:pt x="1138107" y="7173"/>
                    </a:moveTo>
                    <a:cubicBezTo>
                      <a:pt x="759502" y="-2261"/>
                      <a:pt x="419067" y="1875"/>
                      <a:pt x="4332" y="7391"/>
                    </a:cubicBezTo>
                    <a:moveTo>
                      <a:pt x="1138107" y="7173"/>
                    </a:moveTo>
                    <a:cubicBezTo>
                      <a:pt x="834331" y="-4439"/>
                      <a:pt x="531689" y="-157"/>
                      <a:pt x="4332" y="7391"/>
                    </a:cubicBezTo>
                    <a:moveTo>
                      <a:pt x="4332" y="7391"/>
                    </a:moveTo>
                    <a:cubicBezTo>
                      <a:pt x="-3680" y="351450"/>
                      <a:pt x="1309" y="711983"/>
                      <a:pt x="4332" y="1096682"/>
                    </a:cubicBezTo>
                    <a:moveTo>
                      <a:pt x="4332" y="7391"/>
                    </a:moveTo>
                    <a:cubicBezTo>
                      <a:pt x="7356" y="270461"/>
                      <a:pt x="18542" y="527507"/>
                      <a:pt x="4332" y="109668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8" name="شكل حر: شكل 245">
                <a:extLst>
                  <a:ext uri="{FF2B5EF4-FFF2-40B4-BE49-F238E27FC236}">
                    <a16:creationId xmlns:a16="http://schemas.microsoft.com/office/drawing/2014/main" id="{7DE459D1-A62D-E1E3-EE32-19AF18A34E1C}"/>
                  </a:ext>
                </a:extLst>
              </p:cNvPr>
              <p:cNvSpPr/>
              <p:nvPr/>
            </p:nvSpPr>
            <p:spPr>
              <a:xfrm>
                <a:off x="4149686" y="295776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455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6402" y="25908"/>
                      <a:pt x="10734" y="14732"/>
                      <a:pt x="1" y="1"/>
                    </a:cubicBezTo>
                    <a:cubicBezTo>
                      <a:pt x="11036" y="436"/>
                      <a:pt x="21164" y="9798"/>
                      <a:pt x="26455" y="12700"/>
                    </a:cubicBezTo>
                    <a:cubicBezTo>
                      <a:pt x="36055" y="4790"/>
                      <a:pt x="40816" y="2831"/>
                      <a:pt x="52910" y="1"/>
                    </a:cubicBezTo>
                    <a:cubicBezTo>
                      <a:pt x="40514" y="21336"/>
                      <a:pt x="34618" y="28956"/>
                      <a:pt x="26455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29" name="شكل حر: شكل 246">
                <a:extLst>
                  <a:ext uri="{FF2B5EF4-FFF2-40B4-BE49-F238E27FC236}">
                    <a16:creationId xmlns:a16="http://schemas.microsoft.com/office/drawing/2014/main" id="{14BF133B-DEDD-EC29-E5C3-19C6EB164AAC}"/>
                  </a:ext>
                </a:extLst>
              </p:cNvPr>
              <p:cNvSpPr/>
              <p:nvPr/>
            </p:nvSpPr>
            <p:spPr>
              <a:xfrm>
                <a:off x="4149686" y="2957761"/>
                <a:ext cx="52909" cy="50799"/>
              </a:xfrm>
              <a:custGeom>
                <a:avLst/>
                <a:gdLst>
                  <a:gd name="csX0" fmla="*/ 26455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455 w 52909"/>
                  <a:gd name="csY13" fmla="*/ 50800 h 50799"/>
                  <a:gd name="csX14" fmla="*/ 52910 w 52909"/>
                  <a:gd name="csY14" fmla="*/ 1 h 50799"/>
                  <a:gd name="csX15" fmla="*/ 26455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50800"/>
                    </a:moveTo>
                    <a:cubicBezTo>
                      <a:pt x="12245" y="29029"/>
                      <a:pt x="12926" y="14297"/>
                      <a:pt x="1" y="1"/>
                    </a:cubicBezTo>
                    <a:moveTo>
                      <a:pt x="26455" y="50800"/>
                    </a:moveTo>
                    <a:cubicBezTo>
                      <a:pt x="19577" y="34544"/>
                      <a:pt x="13455" y="22498"/>
                      <a:pt x="1" y="1"/>
                    </a:cubicBezTo>
                    <a:moveTo>
                      <a:pt x="1" y="1"/>
                    </a:moveTo>
                    <a:cubicBezTo>
                      <a:pt x="6501" y="3339"/>
                      <a:pt x="15949" y="9798"/>
                      <a:pt x="26455" y="12700"/>
                    </a:cubicBezTo>
                    <a:moveTo>
                      <a:pt x="1" y="1"/>
                    </a:moveTo>
                    <a:cubicBezTo>
                      <a:pt x="5367" y="3121"/>
                      <a:pt x="13908" y="5153"/>
                      <a:pt x="26455" y="12700"/>
                    </a:cubicBezTo>
                    <a:moveTo>
                      <a:pt x="26455" y="12700"/>
                    </a:moveTo>
                    <a:cubicBezTo>
                      <a:pt x="34543" y="8927"/>
                      <a:pt x="43160" y="4500"/>
                      <a:pt x="52910" y="1"/>
                    </a:cubicBezTo>
                    <a:moveTo>
                      <a:pt x="26455" y="12700"/>
                    </a:moveTo>
                    <a:cubicBezTo>
                      <a:pt x="33938" y="10378"/>
                      <a:pt x="40363" y="5588"/>
                      <a:pt x="52910" y="1"/>
                    </a:cubicBezTo>
                    <a:moveTo>
                      <a:pt x="52910" y="1"/>
                    </a:moveTo>
                    <a:cubicBezTo>
                      <a:pt x="43311" y="8419"/>
                      <a:pt x="42101" y="32294"/>
                      <a:pt x="26455" y="50800"/>
                    </a:cubicBezTo>
                    <a:moveTo>
                      <a:pt x="52910" y="1"/>
                    </a:moveTo>
                    <a:cubicBezTo>
                      <a:pt x="45503" y="16909"/>
                      <a:pt x="36055" y="33311"/>
                      <a:pt x="26455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24" name="صورة 247">
              <a:extLst>
                <a:ext uri="{FF2B5EF4-FFF2-40B4-BE49-F238E27FC236}">
                  <a16:creationId xmlns:a16="http://schemas.microsoft.com/office/drawing/2014/main" id="{5F81DAC1-F519-ECCE-943C-E77F221A051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/>
            <a:stretch>
              <a:fillRect/>
            </a:stretch>
          </p:blipFill>
          <p:spPr>
            <a:xfrm>
              <a:off x="4693898" y="1837409"/>
              <a:ext cx="498860" cy="114299"/>
            </a:xfrm>
            <a:custGeom>
              <a:avLst/>
              <a:gdLst>
                <a:gd name="csX0" fmla="*/ 0 w 498860"/>
                <a:gd name="csY0" fmla="*/ 0 h 114299"/>
                <a:gd name="csX1" fmla="*/ 498861 w 498860"/>
                <a:gd name="csY1" fmla="*/ 0 h 114299"/>
                <a:gd name="csX2" fmla="*/ 498861 w 498860"/>
                <a:gd name="csY2" fmla="*/ 114299 h 114299"/>
                <a:gd name="csX3" fmla="*/ 0 w 498860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8860" h="114299">
                  <a:moveTo>
                    <a:pt x="0" y="0"/>
                  </a:moveTo>
                  <a:lnTo>
                    <a:pt x="498861" y="0"/>
                  </a:lnTo>
                  <a:lnTo>
                    <a:pt x="49886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430" name="!!رسم 9">
            <a:extLst>
              <a:ext uri="{FF2B5EF4-FFF2-40B4-BE49-F238E27FC236}">
                <a16:creationId xmlns:a16="http://schemas.microsoft.com/office/drawing/2014/main" id="{29B4916F-B618-2941-11D1-33B503968EB6}"/>
              </a:ext>
            </a:extLst>
          </p:cNvPr>
          <p:cNvGrpSpPr/>
          <p:nvPr/>
        </p:nvGrpSpPr>
        <p:grpSpPr>
          <a:xfrm>
            <a:off x="4626959" y="2156244"/>
            <a:ext cx="395759" cy="239106"/>
            <a:chOff x="5297519" y="1812227"/>
            <a:chExt cx="395759" cy="239106"/>
          </a:xfrm>
        </p:grpSpPr>
        <p:grpSp>
          <p:nvGrpSpPr>
            <p:cNvPr id="2431" name="رسم 9">
              <a:extLst>
                <a:ext uri="{FF2B5EF4-FFF2-40B4-BE49-F238E27FC236}">
                  <a16:creationId xmlns:a16="http://schemas.microsoft.com/office/drawing/2014/main" id="{C3A1DDF0-A650-1092-002A-69C2910F230C}"/>
                </a:ext>
              </a:extLst>
            </p:cNvPr>
            <p:cNvGrpSpPr/>
            <p:nvPr/>
          </p:nvGrpSpPr>
          <p:grpSpPr>
            <a:xfrm>
              <a:off x="5297519" y="1812227"/>
              <a:ext cx="395759" cy="239106"/>
              <a:chOff x="5297519" y="1812227"/>
              <a:chExt cx="395759" cy="239106"/>
            </a:xfrm>
          </p:grpSpPr>
          <p:sp>
            <p:nvSpPr>
              <p:cNvPr id="2433" name="مستطيل 250">
                <a:extLst>
                  <a:ext uri="{FF2B5EF4-FFF2-40B4-BE49-F238E27FC236}">
                    <a16:creationId xmlns:a16="http://schemas.microsoft.com/office/drawing/2014/main" id="{01670554-4781-5E96-B3C7-B9AD2416EEE2}"/>
                  </a:ext>
                </a:extLst>
              </p:cNvPr>
              <p:cNvSpPr/>
              <p:nvPr/>
            </p:nvSpPr>
            <p:spPr>
              <a:xfrm>
                <a:off x="5309915" y="1826524"/>
                <a:ext cx="377924" cy="217713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4" name="شكل حر: شكل 251">
                <a:extLst>
                  <a:ext uri="{FF2B5EF4-FFF2-40B4-BE49-F238E27FC236}">
                    <a16:creationId xmlns:a16="http://schemas.microsoft.com/office/drawing/2014/main" id="{A1E5A5BD-7434-1EF7-E590-CFA2CB83DC17}"/>
                  </a:ext>
                </a:extLst>
              </p:cNvPr>
              <p:cNvSpPr/>
              <p:nvPr/>
            </p:nvSpPr>
            <p:spPr>
              <a:xfrm>
                <a:off x="5297519" y="1812227"/>
                <a:ext cx="393495" cy="224462"/>
              </a:xfrm>
              <a:custGeom>
                <a:avLst/>
                <a:gdLst>
                  <a:gd name="csX0" fmla="*/ 1 w 393495"/>
                  <a:gd name="csY0" fmla="*/ 1 h 224462"/>
                  <a:gd name="csX1" fmla="*/ 379664 w 393495"/>
                  <a:gd name="csY1" fmla="*/ 25183 h 224462"/>
                  <a:gd name="csX2" fmla="*/ 393496 w 393495"/>
                  <a:gd name="csY2" fmla="*/ 224463 h 224462"/>
                  <a:gd name="csX3" fmla="*/ 7861 w 393495"/>
                  <a:gd name="csY3" fmla="*/ 219165 h 22446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93495" h="224462">
                    <a:moveTo>
                      <a:pt x="1" y="1"/>
                    </a:moveTo>
                    <a:lnTo>
                      <a:pt x="379664" y="25183"/>
                    </a:lnTo>
                    <a:lnTo>
                      <a:pt x="393496" y="224463"/>
                    </a:lnTo>
                    <a:lnTo>
                      <a:pt x="7861" y="219165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35" name="شكل حر: شكل 252">
                <a:extLst>
                  <a:ext uri="{FF2B5EF4-FFF2-40B4-BE49-F238E27FC236}">
                    <a16:creationId xmlns:a16="http://schemas.microsoft.com/office/drawing/2014/main" id="{7DD195F6-6601-61A8-5DB4-288B3A04301C}"/>
                  </a:ext>
                </a:extLst>
              </p:cNvPr>
              <p:cNvSpPr/>
              <p:nvPr/>
            </p:nvSpPr>
            <p:spPr>
              <a:xfrm>
                <a:off x="5305717" y="1822178"/>
                <a:ext cx="387561" cy="229155"/>
              </a:xfrm>
              <a:custGeom>
                <a:avLst/>
                <a:gdLst>
                  <a:gd name="csX0" fmla="*/ 4199 w 387561"/>
                  <a:gd name="csY0" fmla="*/ 4346 h 229155"/>
                  <a:gd name="csX1" fmla="*/ 382123 w 387561"/>
                  <a:gd name="csY1" fmla="*/ 4346 h 229155"/>
                  <a:gd name="csX2" fmla="*/ 4199 w 387561"/>
                  <a:gd name="csY2" fmla="*/ 4346 h 229155"/>
                  <a:gd name="csX3" fmla="*/ 382123 w 387561"/>
                  <a:gd name="csY3" fmla="*/ 4346 h 229155"/>
                  <a:gd name="csX4" fmla="*/ 382123 w 387561"/>
                  <a:gd name="csY4" fmla="*/ 4346 h 229155"/>
                  <a:gd name="csX5" fmla="*/ 382123 w 387561"/>
                  <a:gd name="csY5" fmla="*/ 222059 h 229155"/>
                  <a:gd name="csX6" fmla="*/ 382123 w 387561"/>
                  <a:gd name="csY6" fmla="*/ 4346 h 229155"/>
                  <a:gd name="csX7" fmla="*/ 382123 w 387561"/>
                  <a:gd name="csY7" fmla="*/ 222059 h 229155"/>
                  <a:gd name="csX8" fmla="*/ 382123 w 387561"/>
                  <a:gd name="csY8" fmla="*/ 222059 h 229155"/>
                  <a:gd name="csX9" fmla="*/ 4199 w 387561"/>
                  <a:gd name="csY9" fmla="*/ 222059 h 229155"/>
                  <a:gd name="csX10" fmla="*/ 382123 w 387561"/>
                  <a:gd name="csY10" fmla="*/ 222059 h 229155"/>
                  <a:gd name="csX11" fmla="*/ 4199 w 387561"/>
                  <a:gd name="csY11" fmla="*/ 222059 h 229155"/>
                  <a:gd name="csX12" fmla="*/ 4199 w 387561"/>
                  <a:gd name="csY12" fmla="*/ 222059 h 229155"/>
                  <a:gd name="csX13" fmla="*/ 4199 w 387561"/>
                  <a:gd name="csY13" fmla="*/ 4346 h 229155"/>
                  <a:gd name="csX14" fmla="*/ 4199 w 387561"/>
                  <a:gd name="csY14" fmla="*/ 222059 h 229155"/>
                  <a:gd name="csX15" fmla="*/ 4199 w 387561"/>
                  <a:gd name="csY15" fmla="*/ 4346 h 2291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387561" h="229155">
                    <a:moveTo>
                      <a:pt x="4199" y="4346"/>
                    </a:moveTo>
                    <a:cubicBezTo>
                      <a:pt x="132391" y="12910"/>
                      <a:pt x="238134" y="18425"/>
                      <a:pt x="382123" y="4346"/>
                    </a:cubicBezTo>
                    <a:moveTo>
                      <a:pt x="4199" y="4346"/>
                    </a:moveTo>
                    <a:cubicBezTo>
                      <a:pt x="128763" y="-661"/>
                      <a:pt x="257181" y="-2185"/>
                      <a:pt x="382123" y="4346"/>
                    </a:cubicBezTo>
                    <a:moveTo>
                      <a:pt x="382123" y="4346"/>
                    </a:moveTo>
                    <a:cubicBezTo>
                      <a:pt x="367913" y="93391"/>
                      <a:pt x="394519" y="144408"/>
                      <a:pt x="382123" y="222059"/>
                    </a:cubicBezTo>
                    <a:moveTo>
                      <a:pt x="382123" y="4346"/>
                    </a:moveTo>
                    <a:cubicBezTo>
                      <a:pt x="387868" y="50501"/>
                      <a:pt x="390740" y="105147"/>
                      <a:pt x="382123" y="222059"/>
                    </a:cubicBezTo>
                    <a:moveTo>
                      <a:pt x="382123" y="222059"/>
                    </a:moveTo>
                    <a:cubicBezTo>
                      <a:pt x="243274" y="238243"/>
                      <a:pt x="125890" y="221624"/>
                      <a:pt x="4199" y="222059"/>
                    </a:cubicBezTo>
                    <a:moveTo>
                      <a:pt x="382123" y="222059"/>
                    </a:moveTo>
                    <a:cubicBezTo>
                      <a:pt x="266403" y="232074"/>
                      <a:pt x="158089" y="230768"/>
                      <a:pt x="4199" y="222059"/>
                    </a:cubicBezTo>
                    <a:moveTo>
                      <a:pt x="4199" y="222059"/>
                    </a:moveTo>
                    <a:cubicBezTo>
                      <a:pt x="18106" y="161971"/>
                      <a:pt x="7222" y="125032"/>
                      <a:pt x="4199" y="4346"/>
                    </a:cubicBezTo>
                    <a:moveTo>
                      <a:pt x="4199" y="222059"/>
                    </a:moveTo>
                    <a:cubicBezTo>
                      <a:pt x="-1697" y="154713"/>
                      <a:pt x="-1092" y="85118"/>
                      <a:pt x="4199" y="434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32" name="صورة 253">
              <a:extLst>
                <a:ext uri="{FF2B5EF4-FFF2-40B4-BE49-F238E27FC236}">
                  <a16:creationId xmlns:a16="http://schemas.microsoft.com/office/drawing/2014/main" id="{69A90A7B-6220-5637-6D71-2C5C264116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/>
            <a:stretch>
              <a:fillRect/>
            </a:stretch>
          </p:blipFill>
          <p:spPr>
            <a:xfrm>
              <a:off x="5313695" y="1884580"/>
              <a:ext cx="362807" cy="123370"/>
            </a:xfrm>
            <a:custGeom>
              <a:avLst/>
              <a:gdLst>
                <a:gd name="csX0" fmla="*/ 0 w 362807"/>
                <a:gd name="csY0" fmla="*/ 0 h 123370"/>
                <a:gd name="csX1" fmla="*/ 362808 w 362807"/>
                <a:gd name="csY1" fmla="*/ 0 h 123370"/>
                <a:gd name="csX2" fmla="*/ 362808 w 362807"/>
                <a:gd name="csY2" fmla="*/ 123371 h 123370"/>
                <a:gd name="csX3" fmla="*/ 0 w 362807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62807" h="123370">
                  <a:moveTo>
                    <a:pt x="0" y="0"/>
                  </a:moveTo>
                  <a:lnTo>
                    <a:pt x="362808" y="0"/>
                  </a:lnTo>
                  <a:lnTo>
                    <a:pt x="362808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436" name="!!رسم 9">
            <a:extLst>
              <a:ext uri="{FF2B5EF4-FFF2-40B4-BE49-F238E27FC236}">
                <a16:creationId xmlns:a16="http://schemas.microsoft.com/office/drawing/2014/main" id="{08E1D2D0-5357-0587-C823-BBA85C46192D}"/>
              </a:ext>
            </a:extLst>
          </p:cNvPr>
          <p:cNvGrpSpPr/>
          <p:nvPr/>
        </p:nvGrpSpPr>
        <p:grpSpPr>
          <a:xfrm>
            <a:off x="5523699" y="2968822"/>
            <a:ext cx="869227" cy="434990"/>
            <a:chOff x="6194259" y="2624805"/>
            <a:chExt cx="869227" cy="434990"/>
          </a:xfrm>
        </p:grpSpPr>
        <p:grpSp>
          <p:nvGrpSpPr>
            <p:cNvPr id="2437" name="رسم 9">
              <a:extLst>
                <a:ext uri="{FF2B5EF4-FFF2-40B4-BE49-F238E27FC236}">
                  <a16:creationId xmlns:a16="http://schemas.microsoft.com/office/drawing/2014/main" id="{F81A6DF6-A807-FD2D-6611-B736D167D5C2}"/>
                </a:ext>
              </a:extLst>
            </p:cNvPr>
            <p:cNvGrpSpPr/>
            <p:nvPr/>
          </p:nvGrpSpPr>
          <p:grpSpPr>
            <a:xfrm>
              <a:off x="6606575" y="2624805"/>
              <a:ext cx="52909" cy="434990"/>
              <a:chOff x="6606575" y="2624805"/>
              <a:chExt cx="52909" cy="434990"/>
            </a:xfrm>
          </p:grpSpPr>
          <p:sp>
            <p:nvSpPr>
              <p:cNvPr id="2439" name="شكل حر: شكل 256">
                <a:extLst>
                  <a:ext uri="{FF2B5EF4-FFF2-40B4-BE49-F238E27FC236}">
                    <a16:creationId xmlns:a16="http://schemas.microsoft.com/office/drawing/2014/main" id="{D5F08AD9-06DF-3BD5-2CAA-4FF055ADAEBC}"/>
                  </a:ext>
                </a:extLst>
              </p:cNvPr>
              <p:cNvSpPr/>
              <p:nvPr/>
            </p:nvSpPr>
            <p:spPr>
              <a:xfrm>
                <a:off x="6632652" y="2624805"/>
                <a:ext cx="377" cy="396890"/>
              </a:xfrm>
              <a:custGeom>
                <a:avLst/>
                <a:gdLst>
                  <a:gd name="csX0" fmla="*/ 1 w 377"/>
                  <a:gd name="csY0" fmla="*/ 1 h 396890"/>
                  <a:gd name="csX1" fmla="*/ 378 w 377"/>
                  <a:gd name="csY1" fmla="*/ 396892 h 3968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77" h="396890">
                    <a:moveTo>
                      <a:pt x="1" y="1"/>
                    </a:moveTo>
                    <a:lnTo>
                      <a:pt x="378" y="39689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0" name="شكل حر: شكل 257">
                <a:extLst>
                  <a:ext uri="{FF2B5EF4-FFF2-40B4-BE49-F238E27FC236}">
                    <a16:creationId xmlns:a16="http://schemas.microsoft.com/office/drawing/2014/main" id="{8932C91A-A4EF-DCB8-E78F-7630C893405E}"/>
                  </a:ext>
                </a:extLst>
              </p:cNvPr>
              <p:cNvSpPr/>
              <p:nvPr/>
            </p:nvSpPr>
            <p:spPr>
              <a:xfrm>
                <a:off x="6606575" y="3008996"/>
                <a:ext cx="52909" cy="50799"/>
              </a:xfrm>
              <a:custGeom>
                <a:avLst/>
                <a:gdLst>
                  <a:gd name="csX0" fmla="*/ 26531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531" y="50800"/>
                    </a:moveTo>
                    <a:lnTo>
                      <a:pt x="1" y="1"/>
                    </a:lnTo>
                    <a:lnTo>
                      <a:pt x="26455" y="12700"/>
                    </a:lnTo>
                    <a:lnTo>
                      <a:pt x="52910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1" name="شكل حر: شكل 258">
                <a:extLst>
                  <a:ext uri="{FF2B5EF4-FFF2-40B4-BE49-F238E27FC236}">
                    <a16:creationId xmlns:a16="http://schemas.microsoft.com/office/drawing/2014/main" id="{635825BA-BE31-061D-536F-B6D41EBA0E37}"/>
                  </a:ext>
                </a:extLst>
              </p:cNvPr>
              <p:cNvSpPr/>
              <p:nvPr/>
            </p:nvSpPr>
            <p:spPr>
              <a:xfrm>
                <a:off x="6631654" y="2624805"/>
                <a:ext cx="3409" cy="396890"/>
              </a:xfrm>
              <a:custGeom>
                <a:avLst/>
                <a:gdLst>
                  <a:gd name="csX0" fmla="*/ 999 w 3409"/>
                  <a:gd name="csY0" fmla="*/ 1 h 396890"/>
                  <a:gd name="csX1" fmla="*/ 1377 w 3409"/>
                  <a:gd name="csY1" fmla="*/ 396892 h 396890"/>
                  <a:gd name="csX2" fmla="*/ 999 w 3409"/>
                  <a:gd name="csY2" fmla="*/ 1 h 396890"/>
                  <a:gd name="csX3" fmla="*/ 1377 w 3409"/>
                  <a:gd name="csY3" fmla="*/ 396892 h 3968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9" h="396890">
                    <a:moveTo>
                      <a:pt x="999" y="1"/>
                    </a:moveTo>
                    <a:cubicBezTo>
                      <a:pt x="545" y="127072"/>
                      <a:pt x="6365" y="261547"/>
                      <a:pt x="1377" y="396892"/>
                    </a:cubicBezTo>
                    <a:moveTo>
                      <a:pt x="999" y="1"/>
                    </a:moveTo>
                    <a:cubicBezTo>
                      <a:pt x="1755" y="81570"/>
                      <a:pt x="-1873" y="173591"/>
                      <a:pt x="1377" y="39689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2" name="شكل حر: شكل 259">
                <a:extLst>
                  <a:ext uri="{FF2B5EF4-FFF2-40B4-BE49-F238E27FC236}">
                    <a16:creationId xmlns:a16="http://schemas.microsoft.com/office/drawing/2014/main" id="{A7B5A47E-B702-B95F-7349-4F2949CA2E3C}"/>
                  </a:ext>
                </a:extLst>
              </p:cNvPr>
              <p:cNvSpPr/>
              <p:nvPr/>
            </p:nvSpPr>
            <p:spPr>
              <a:xfrm>
                <a:off x="6606575" y="3008996"/>
                <a:ext cx="52909" cy="50799"/>
              </a:xfrm>
              <a:custGeom>
                <a:avLst/>
                <a:gdLst>
                  <a:gd name="csX0" fmla="*/ 26531 w 52909"/>
                  <a:gd name="csY0" fmla="*/ 50800 h 50799"/>
                  <a:gd name="csX1" fmla="*/ 1 w 52909"/>
                  <a:gd name="csY1" fmla="*/ 1 h 50799"/>
                  <a:gd name="csX2" fmla="*/ 26455 w 52909"/>
                  <a:gd name="csY2" fmla="*/ 12700 h 50799"/>
                  <a:gd name="csX3" fmla="*/ 52910 w 52909"/>
                  <a:gd name="csY3" fmla="*/ 1 h 50799"/>
                  <a:gd name="csX4" fmla="*/ 26531 w 52909"/>
                  <a:gd name="csY4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531" y="50800"/>
                    </a:moveTo>
                    <a:cubicBezTo>
                      <a:pt x="14437" y="26562"/>
                      <a:pt x="18746" y="15458"/>
                      <a:pt x="1" y="1"/>
                    </a:cubicBezTo>
                    <a:cubicBezTo>
                      <a:pt x="9524" y="7838"/>
                      <a:pt x="20409" y="6024"/>
                      <a:pt x="26455" y="12700"/>
                    </a:cubicBezTo>
                    <a:cubicBezTo>
                      <a:pt x="32956" y="5879"/>
                      <a:pt x="42706" y="7403"/>
                      <a:pt x="52910" y="1"/>
                    </a:cubicBezTo>
                    <a:cubicBezTo>
                      <a:pt x="48299" y="17055"/>
                      <a:pt x="44444" y="28085"/>
                      <a:pt x="26531" y="508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3" name="شكل حر: شكل 260">
                <a:extLst>
                  <a:ext uri="{FF2B5EF4-FFF2-40B4-BE49-F238E27FC236}">
                    <a16:creationId xmlns:a16="http://schemas.microsoft.com/office/drawing/2014/main" id="{B3F0B72C-585A-AE75-0E89-C1002B411439}"/>
                  </a:ext>
                </a:extLst>
              </p:cNvPr>
              <p:cNvSpPr/>
              <p:nvPr/>
            </p:nvSpPr>
            <p:spPr>
              <a:xfrm>
                <a:off x="6606575" y="3008996"/>
                <a:ext cx="52909" cy="50799"/>
              </a:xfrm>
              <a:custGeom>
                <a:avLst/>
                <a:gdLst>
                  <a:gd name="csX0" fmla="*/ 26531 w 52909"/>
                  <a:gd name="csY0" fmla="*/ 50800 h 50799"/>
                  <a:gd name="csX1" fmla="*/ 1 w 52909"/>
                  <a:gd name="csY1" fmla="*/ 1 h 50799"/>
                  <a:gd name="csX2" fmla="*/ 26531 w 52909"/>
                  <a:gd name="csY2" fmla="*/ 50800 h 50799"/>
                  <a:gd name="csX3" fmla="*/ 1 w 52909"/>
                  <a:gd name="csY3" fmla="*/ 1 h 50799"/>
                  <a:gd name="csX4" fmla="*/ 1 w 52909"/>
                  <a:gd name="csY4" fmla="*/ 1 h 50799"/>
                  <a:gd name="csX5" fmla="*/ 26455 w 52909"/>
                  <a:gd name="csY5" fmla="*/ 12700 h 50799"/>
                  <a:gd name="csX6" fmla="*/ 1 w 52909"/>
                  <a:gd name="csY6" fmla="*/ 1 h 50799"/>
                  <a:gd name="csX7" fmla="*/ 26455 w 52909"/>
                  <a:gd name="csY7" fmla="*/ 12700 h 50799"/>
                  <a:gd name="csX8" fmla="*/ 26455 w 52909"/>
                  <a:gd name="csY8" fmla="*/ 12700 h 50799"/>
                  <a:gd name="csX9" fmla="*/ 52910 w 52909"/>
                  <a:gd name="csY9" fmla="*/ 1 h 50799"/>
                  <a:gd name="csX10" fmla="*/ 26455 w 52909"/>
                  <a:gd name="csY10" fmla="*/ 12700 h 50799"/>
                  <a:gd name="csX11" fmla="*/ 52910 w 52909"/>
                  <a:gd name="csY11" fmla="*/ 1 h 50799"/>
                  <a:gd name="csX12" fmla="*/ 52910 w 52909"/>
                  <a:gd name="csY12" fmla="*/ 1 h 50799"/>
                  <a:gd name="csX13" fmla="*/ 26531 w 52909"/>
                  <a:gd name="csY13" fmla="*/ 50800 h 50799"/>
                  <a:gd name="csX14" fmla="*/ 52910 w 52909"/>
                  <a:gd name="csY14" fmla="*/ 1 h 50799"/>
                  <a:gd name="csX15" fmla="*/ 26531 w 52909"/>
                  <a:gd name="csY15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531" y="50800"/>
                    </a:moveTo>
                    <a:cubicBezTo>
                      <a:pt x="17158" y="34617"/>
                      <a:pt x="10885" y="21046"/>
                      <a:pt x="1" y="1"/>
                    </a:cubicBezTo>
                    <a:moveTo>
                      <a:pt x="26531" y="50800"/>
                    </a:moveTo>
                    <a:cubicBezTo>
                      <a:pt x="23129" y="38898"/>
                      <a:pt x="16025" y="30988"/>
                      <a:pt x="1" y="1"/>
                    </a:cubicBezTo>
                    <a:moveTo>
                      <a:pt x="1" y="1"/>
                    </a:moveTo>
                    <a:cubicBezTo>
                      <a:pt x="13228" y="4500"/>
                      <a:pt x="21164" y="8128"/>
                      <a:pt x="26455" y="12700"/>
                    </a:cubicBezTo>
                    <a:moveTo>
                      <a:pt x="1" y="1"/>
                    </a:moveTo>
                    <a:cubicBezTo>
                      <a:pt x="9827" y="4573"/>
                      <a:pt x="22071" y="10741"/>
                      <a:pt x="26455" y="12700"/>
                    </a:cubicBezTo>
                    <a:moveTo>
                      <a:pt x="26455" y="12700"/>
                    </a:moveTo>
                    <a:cubicBezTo>
                      <a:pt x="36659" y="7330"/>
                      <a:pt x="43160" y="2468"/>
                      <a:pt x="52910" y="1"/>
                    </a:cubicBezTo>
                    <a:moveTo>
                      <a:pt x="26455" y="12700"/>
                    </a:moveTo>
                    <a:cubicBezTo>
                      <a:pt x="36811" y="7330"/>
                      <a:pt x="45351" y="3992"/>
                      <a:pt x="52910" y="1"/>
                    </a:cubicBezTo>
                    <a:moveTo>
                      <a:pt x="52910" y="1"/>
                    </a:moveTo>
                    <a:cubicBezTo>
                      <a:pt x="44596" y="12555"/>
                      <a:pt x="32578" y="39407"/>
                      <a:pt x="26531" y="50800"/>
                    </a:cubicBezTo>
                    <a:moveTo>
                      <a:pt x="52910" y="1"/>
                    </a:moveTo>
                    <a:cubicBezTo>
                      <a:pt x="45805" y="11612"/>
                      <a:pt x="39909" y="27868"/>
                      <a:pt x="26531" y="508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38" name="صورة 261">
              <a:extLst>
                <a:ext uri="{FF2B5EF4-FFF2-40B4-BE49-F238E27FC236}">
                  <a16:creationId xmlns:a16="http://schemas.microsoft.com/office/drawing/2014/main" id="{1D4E0889-1050-5D03-A632-CECB21040675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/>
            <a:stretch>
              <a:fillRect/>
            </a:stretch>
          </p:blipFill>
          <p:spPr>
            <a:xfrm>
              <a:off x="6194259" y="2642948"/>
              <a:ext cx="869227" cy="114299"/>
            </a:xfrm>
            <a:custGeom>
              <a:avLst/>
              <a:gdLst>
                <a:gd name="csX0" fmla="*/ 0 w 869227"/>
                <a:gd name="csY0" fmla="*/ 0 h 114299"/>
                <a:gd name="csX1" fmla="*/ 869227 w 869227"/>
                <a:gd name="csY1" fmla="*/ 0 h 114299"/>
                <a:gd name="csX2" fmla="*/ 869227 w 869227"/>
                <a:gd name="csY2" fmla="*/ 114299 h 114299"/>
                <a:gd name="csX3" fmla="*/ 0 w 86922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69227" h="114299">
                  <a:moveTo>
                    <a:pt x="0" y="0"/>
                  </a:moveTo>
                  <a:lnTo>
                    <a:pt x="869227" y="0"/>
                  </a:lnTo>
                  <a:lnTo>
                    <a:pt x="869227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444" name="!!رسم 9">
            <a:extLst>
              <a:ext uri="{FF2B5EF4-FFF2-40B4-BE49-F238E27FC236}">
                <a16:creationId xmlns:a16="http://schemas.microsoft.com/office/drawing/2014/main" id="{B0DF4DA3-3355-A2BC-AE53-65F95B0F75B7}"/>
              </a:ext>
            </a:extLst>
          </p:cNvPr>
          <p:cNvGrpSpPr/>
          <p:nvPr/>
        </p:nvGrpSpPr>
        <p:grpSpPr>
          <a:xfrm>
            <a:off x="5690591" y="2812722"/>
            <a:ext cx="535873" cy="156414"/>
            <a:chOff x="6361151" y="2468705"/>
            <a:chExt cx="535873" cy="156414"/>
          </a:xfrm>
        </p:grpSpPr>
        <p:grpSp>
          <p:nvGrpSpPr>
            <p:cNvPr id="2445" name="رسم 9">
              <a:extLst>
                <a:ext uri="{FF2B5EF4-FFF2-40B4-BE49-F238E27FC236}">
                  <a16:creationId xmlns:a16="http://schemas.microsoft.com/office/drawing/2014/main" id="{A237DD91-0892-A942-606A-0C7829A0E570}"/>
                </a:ext>
              </a:extLst>
            </p:cNvPr>
            <p:cNvGrpSpPr/>
            <p:nvPr/>
          </p:nvGrpSpPr>
          <p:grpSpPr>
            <a:xfrm>
              <a:off x="6361151" y="2468705"/>
              <a:ext cx="535873" cy="156414"/>
              <a:chOff x="6361151" y="2468705"/>
              <a:chExt cx="535873" cy="156414"/>
            </a:xfrm>
          </p:grpSpPr>
          <p:sp>
            <p:nvSpPr>
              <p:cNvPr id="2447" name="مستطيل 264">
                <a:extLst>
                  <a:ext uri="{FF2B5EF4-FFF2-40B4-BE49-F238E27FC236}">
                    <a16:creationId xmlns:a16="http://schemas.microsoft.com/office/drawing/2014/main" id="{52F3CF1A-BECE-BF50-81DA-79883A4209B1}"/>
                  </a:ext>
                </a:extLst>
              </p:cNvPr>
              <p:cNvSpPr/>
              <p:nvPr/>
            </p:nvSpPr>
            <p:spPr>
              <a:xfrm>
                <a:off x="6371884" y="2479663"/>
                <a:ext cx="521536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8" name="شكل حر: شكل 265">
                <a:extLst>
                  <a:ext uri="{FF2B5EF4-FFF2-40B4-BE49-F238E27FC236}">
                    <a16:creationId xmlns:a16="http://schemas.microsoft.com/office/drawing/2014/main" id="{972DF92D-6F7E-5EC9-38B5-9FB04431FD5F}"/>
                  </a:ext>
                </a:extLst>
              </p:cNvPr>
              <p:cNvSpPr/>
              <p:nvPr/>
            </p:nvSpPr>
            <p:spPr>
              <a:xfrm>
                <a:off x="6361151" y="2468705"/>
                <a:ext cx="532798" cy="156245"/>
              </a:xfrm>
              <a:custGeom>
                <a:avLst/>
                <a:gdLst>
                  <a:gd name="csX0" fmla="*/ 21467 w 532798"/>
                  <a:gd name="csY0" fmla="*/ 1 h 156245"/>
                  <a:gd name="csX1" fmla="*/ 523275 w 532798"/>
                  <a:gd name="csY1" fmla="*/ 17708 h 156245"/>
                  <a:gd name="csX2" fmla="*/ 532799 w 532798"/>
                  <a:gd name="csY2" fmla="*/ 156246 h 156245"/>
                  <a:gd name="csX3" fmla="*/ 1 w 532798"/>
                  <a:gd name="csY3" fmla="*/ 143038 h 15624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32798" h="156245">
                    <a:moveTo>
                      <a:pt x="21467" y="1"/>
                    </a:moveTo>
                    <a:lnTo>
                      <a:pt x="523275" y="17708"/>
                    </a:lnTo>
                    <a:lnTo>
                      <a:pt x="532799" y="156246"/>
                    </a:lnTo>
                    <a:lnTo>
                      <a:pt x="1" y="143038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49" name="شكل حر: شكل 266">
                <a:extLst>
                  <a:ext uri="{FF2B5EF4-FFF2-40B4-BE49-F238E27FC236}">
                    <a16:creationId xmlns:a16="http://schemas.microsoft.com/office/drawing/2014/main" id="{B0E539CB-D2A2-74F4-0EBF-6D981EBD3396}"/>
                  </a:ext>
                </a:extLst>
              </p:cNvPr>
              <p:cNvSpPr/>
              <p:nvPr/>
            </p:nvSpPr>
            <p:spPr>
              <a:xfrm>
                <a:off x="6363373" y="2476177"/>
                <a:ext cx="533651" cy="148941"/>
              </a:xfrm>
              <a:custGeom>
                <a:avLst/>
                <a:gdLst>
                  <a:gd name="csX0" fmla="*/ 8511 w 533651"/>
                  <a:gd name="csY0" fmla="*/ 3486 h 148941"/>
                  <a:gd name="csX1" fmla="*/ 530047 w 533651"/>
                  <a:gd name="csY1" fmla="*/ 3486 h 148941"/>
                  <a:gd name="csX2" fmla="*/ 8511 w 533651"/>
                  <a:gd name="csY2" fmla="*/ 3486 h 148941"/>
                  <a:gd name="csX3" fmla="*/ 530047 w 533651"/>
                  <a:gd name="csY3" fmla="*/ 3486 h 148941"/>
                  <a:gd name="csX4" fmla="*/ 530047 w 533651"/>
                  <a:gd name="csY4" fmla="*/ 3486 h 148941"/>
                  <a:gd name="csX5" fmla="*/ 530047 w 533651"/>
                  <a:gd name="csY5" fmla="*/ 148628 h 148941"/>
                  <a:gd name="csX6" fmla="*/ 530047 w 533651"/>
                  <a:gd name="csY6" fmla="*/ 3486 h 148941"/>
                  <a:gd name="csX7" fmla="*/ 530047 w 533651"/>
                  <a:gd name="csY7" fmla="*/ 148628 h 148941"/>
                  <a:gd name="csX8" fmla="*/ 530047 w 533651"/>
                  <a:gd name="csY8" fmla="*/ 148628 h 148941"/>
                  <a:gd name="csX9" fmla="*/ 8511 w 533651"/>
                  <a:gd name="csY9" fmla="*/ 148628 h 148941"/>
                  <a:gd name="csX10" fmla="*/ 530047 w 533651"/>
                  <a:gd name="csY10" fmla="*/ 148628 h 148941"/>
                  <a:gd name="csX11" fmla="*/ 8511 w 533651"/>
                  <a:gd name="csY11" fmla="*/ 148628 h 148941"/>
                  <a:gd name="csX12" fmla="*/ 8511 w 533651"/>
                  <a:gd name="csY12" fmla="*/ 148628 h 148941"/>
                  <a:gd name="csX13" fmla="*/ 8511 w 533651"/>
                  <a:gd name="csY13" fmla="*/ 3486 h 148941"/>
                  <a:gd name="csX14" fmla="*/ 8511 w 533651"/>
                  <a:gd name="csY14" fmla="*/ 148628 h 148941"/>
                  <a:gd name="csX15" fmla="*/ 8511 w 533651"/>
                  <a:gd name="csY15" fmla="*/ 3486 h 1489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33651" h="148941">
                    <a:moveTo>
                      <a:pt x="8511" y="3486"/>
                    </a:moveTo>
                    <a:cubicBezTo>
                      <a:pt x="165501" y="-4570"/>
                      <a:pt x="329823" y="3921"/>
                      <a:pt x="530047" y="3486"/>
                    </a:cubicBezTo>
                    <a:moveTo>
                      <a:pt x="8511" y="3486"/>
                    </a:moveTo>
                    <a:cubicBezTo>
                      <a:pt x="155826" y="5373"/>
                      <a:pt x="312816" y="7114"/>
                      <a:pt x="530047" y="3486"/>
                    </a:cubicBezTo>
                    <a:moveTo>
                      <a:pt x="530047" y="3486"/>
                    </a:moveTo>
                    <a:cubicBezTo>
                      <a:pt x="541612" y="50439"/>
                      <a:pt x="520826" y="66550"/>
                      <a:pt x="530047" y="148628"/>
                    </a:cubicBezTo>
                    <a:moveTo>
                      <a:pt x="530047" y="3486"/>
                    </a:moveTo>
                    <a:cubicBezTo>
                      <a:pt x="536018" y="52399"/>
                      <a:pt x="522262" y="110093"/>
                      <a:pt x="530047" y="148628"/>
                    </a:cubicBezTo>
                    <a:moveTo>
                      <a:pt x="530047" y="148628"/>
                    </a:moveTo>
                    <a:cubicBezTo>
                      <a:pt x="404501" y="144927"/>
                      <a:pt x="248947" y="150079"/>
                      <a:pt x="8511" y="148628"/>
                    </a:cubicBezTo>
                    <a:moveTo>
                      <a:pt x="530047" y="148628"/>
                    </a:moveTo>
                    <a:cubicBezTo>
                      <a:pt x="332166" y="139339"/>
                      <a:pt x="138442" y="150950"/>
                      <a:pt x="8511" y="148628"/>
                    </a:cubicBezTo>
                    <a:moveTo>
                      <a:pt x="8511" y="148628"/>
                    </a:moveTo>
                    <a:cubicBezTo>
                      <a:pt x="-1315" y="91950"/>
                      <a:pt x="-4263" y="55882"/>
                      <a:pt x="8511" y="3486"/>
                    </a:cubicBezTo>
                    <a:moveTo>
                      <a:pt x="8511" y="148628"/>
                    </a:moveTo>
                    <a:cubicBezTo>
                      <a:pt x="12215" y="115898"/>
                      <a:pt x="15314" y="94345"/>
                      <a:pt x="8511" y="348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46" name="صورة 267">
              <a:extLst>
                <a:ext uri="{FF2B5EF4-FFF2-40B4-BE49-F238E27FC236}">
                  <a16:creationId xmlns:a16="http://schemas.microsoft.com/office/drawing/2014/main" id="{28C1DD8E-2C09-4D5B-8CBA-CAA73F9BC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/>
            <a:stretch>
              <a:fillRect/>
            </a:stretch>
          </p:blipFill>
          <p:spPr>
            <a:xfrm>
              <a:off x="6379443" y="2501434"/>
              <a:ext cx="506419" cy="123370"/>
            </a:xfrm>
            <a:custGeom>
              <a:avLst/>
              <a:gdLst>
                <a:gd name="csX0" fmla="*/ 0 w 506419"/>
                <a:gd name="csY0" fmla="*/ 0 h 123370"/>
                <a:gd name="csX1" fmla="*/ 506419 w 506419"/>
                <a:gd name="csY1" fmla="*/ 0 h 123370"/>
                <a:gd name="csX2" fmla="*/ 506419 w 506419"/>
                <a:gd name="csY2" fmla="*/ 123371 h 123370"/>
                <a:gd name="csX3" fmla="*/ 0 w 506419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06419" h="123370">
                  <a:moveTo>
                    <a:pt x="0" y="0"/>
                  </a:moveTo>
                  <a:lnTo>
                    <a:pt x="506419" y="0"/>
                  </a:lnTo>
                  <a:lnTo>
                    <a:pt x="506419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450" name="!!رسم 9">
            <a:extLst>
              <a:ext uri="{FF2B5EF4-FFF2-40B4-BE49-F238E27FC236}">
                <a16:creationId xmlns:a16="http://schemas.microsoft.com/office/drawing/2014/main" id="{BC478D27-DCFD-94E7-3627-F487C606FDB1}"/>
              </a:ext>
            </a:extLst>
          </p:cNvPr>
          <p:cNvGrpSpPr/>
          <p:nvPr/>
        </p:nvGrpSpPr>
        <p:grpSpPr>
          <a:xfrm>
            <a:off x="4941695" y="2870851"/>
            <a:ext cx="751163" cy="191447"/>
            <a:chOff x="5612255" y="2526834"/>
            <a:chExt cx="751163" cy="191447"/>
          </a:xfrm>
        </p:grpSpPr>
        <p:grpSp>
          <p:nvGrpSpPr>
            <p:cNvPr id="2451" name="رسم 9">
              <a:extLst>
                <a:ext uri="{FF2B5EF4-FFF2-40B4-BE49-F238E27FC236}">
                  <a16:creationId xmlns:a16="http://schemas.microsoft.com/office/drawing/2014/main" id="{EE7E7AB8-5F57-3920-701E-B29E7B3FB369}"/>
                </a:ext>
              </a:extLst>
            </p:cNvPr>
            <p:cNvGrpSpPr/>
            <p:nvPr/>
          </p:nvGrpSpPr>
          <p:grpSpPr>
            <a:xfrm>
              <a:off x="5612255" y="2526834"/>
              <a:ext cx="751163" cy="191447"/>
              <a:chOff x="5612255" y="2526834"/>
              <a:chExt cx="751163" cy="191447"/>
            </a:xfrm>
          </p:grpSpPr>
          <p:sp>
            <p:nvSpPr>
              <p:cNvPr id="2453" name="شكل حر: شكل 270">
                <a:extLst>
                  <a:ext uri="{FF2B5EF4-FFF2-40B4-BE49-F238E27FC236}">
                    <a16:creationId xmlns:a16="http://schemas.microsoft.com/office/drawing/2014/main" id="{9088D4E5-5634-1438-30FF-0823B832F594}"/>
                  </a:ext>
                </a:extLst>
              </p:cNvPr>
              <p:cNvSpPr/>
              <p:nvPr/>
            </p:nvSpPr>
            <p:spPr>
              <a:xfrm>
                <a:off x="5612255" y="2552234"/>
                <a:ext cx="711481" cy="159656"/>
              </a:xfrm>
              <a:custGeom>
                <a:avLst/>
                <a:gdLst>
                  <a:gd name="csX0" fmla="*/ 1 w 711481"/>
                  <a:gd name="csY0" fmla="*/ 159657 h 159656"/>
                  <a:gd name="csX1" fmla="*/ 302340 w 711481"/>
                  <a:gd name="csY1" fmla="*/ 159657 h 159656"/>
                  <a:gd name="csX2" fmla="*/ 302340 w 711481"/>
                  <a:gd name="csY2" fmla="*/ 1 h 159656"/>
                  <a:gd name="csX3" fmla="*/ 711482 w 711481"/>
                  <a:gd name="csY3" fmla="*/ 1 h 1596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711481" h="159656">
                    <a:moveTo>
                      <a:pt x="1" y="159657"/>
                    </a:moveTo>
                    <a:lnTo>
                      <a:pt x="302340" y="159657"/>
                    </a:lnTo>
                    <a:lnTo>
                      <a:pt x="302340" y="1"/>
                    </a:lnTo>
                    <a:lnTo>
                      <a:pt x="711482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4" name="شكل حر: شكل 271">
                <a:extLst>
                  <a:ext uri="{FF2B5EF4-FFF2-40B4-BE49-F238E27FC236}">
                    <a16:creationId xmlns:a16="http://schemas.microsoft.com/office/drawing/2014/main" id="{C6573D1D-5207-5C26-EFBC-ED6511AFA7FD}"/>
                  </a:ext>
                </a:extLst>
              </p:cNvPr>
              <p:cNvSpPr/>
              <p:nvPr/>
            </p:nvSpPr>
            <p:spPr>
              <a:xfrm>
                <a:off x="6310509" y="2526834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5" name="شكل حر: شكل 272">
                <a:extLst>
                  <a:ext uri="{FF2B5EF4-FFF2-40B4-BE49-F238E27FC236}">
                    <a16:creationId xmlns:a16="http://schemas.microsoft.com/office/drawing/2014/main" id="{F99C16C8-3F6B-3190-D89D-F0AA2ED9E1BE}"/>
                  </a:ext>
                </a:extLst>
              </p:cNvPr>
              <p:cNvSpPr/>
              <p:nvPr/>
            </p:nvSpPr>
            <p:spPr>
              <a:xfrm>
                <a:off x="5612255" y="2551374"/>
                <a:ext cx="711481" cy="166907"/>
              </a:xfrm>
              <a:custGeom>
                <a:avLst/>
                <a:gdLst>
                  <a:gd name="csX0" fmla="*/ 1 w 711481"/>
                  <a:gd name="csY0" fmla="*/ 160517 h 166907"/>
                  <a:gd name="csX1" fmla="*/ 302340 w 711481"/>
                  <a:gd name="csY1" fmla="*/ 160517 h 166907"/>
                  <a:gd name="csX2" fmla="*/ 1 w 711481"/>
                  <a:gd name="csY2" fmla="*/ 160517 h 166907"/>
                  <a:gd name="csX3" fmla="*/ 302340 w 711481"/>
                  <a:gd name="csY3" fmla="*/ 160517 h 166907"/>
                  <a:gd name="csX4" fmla="*/ 302340 w 711481"/>
                  <a:gd name="csY4" fmla="*/ 160517 h 166907"/>
                  <a:gd name="csX5" fmla="*/ 302340 w 711481"/>
                  <a:gd name="csY5" fmla="*/ 861 h 166907"/>
                  <a:gd name="csX6" fmla="*/ 302340 w 711481"/>
                  <a:gd name="csY6" fmla="*/ 160517 h 166907"/>
                  <a:gd name="csX7" fmla="*/ 302340 w 711481"/>
                  <a:gd name="csY7" fmla="*/ 861 h 166907"/>
                  <a:gd name="csX8" fmla="*/ 302340 w 711481"/>
                  <a:gd name="csY8" fmla="*/ 861 h 166907"/>
                  <a:gd name="csX9" fmla="*/ 711482 w 711481"/>
                  <a:gd name="csY9" fmla="*/ 861 h 166907"/>
                  <a:gd name="csX10" fmla="*/ 302340 w 711481"/>
                  <a:gd name="csY10" fmla="*/ 861 h 166907"/>
                  <a:gd name="csX11" fmla="*/ 711482 w 711481"/>
                  <a:gd name="csY11" fmla="*/ 861 h 16690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711481" h="166907">
                    <a:moveTo>
                      <a:pt x="1" y="160517"/>
                    </a:moveTo>
                    <a:cubicBezTo>
                      <a:pt x="108238" y="176410"/>
                      <a:pt x="193271" y="157251"/>
                      <a:pt x="302340" y="160517"/>
                    </a:cubicBezTo>
                    <a:moveTo>
                      <a:pt x="1" y="160517"/>
                    </a:moveTo>
                    <a:cubicBezTo>
                      <a:pt x="115570" y="160807"/>
                      <a:pt x="213452" y="156743"/>
                      <a:pt x="302340" y="160517"/>
                    </a:cubicBezTo>
                    <a:moveTo>
                      <a:pt x="302340" y="160517"/>
                    </a:moveTo>
                    <a:cubicBezTo>
                      <a:pt x="312393" y="120095"/>
                      <a:pt x="313225" y="81414"/>
                      <a:pt x="302340" y="861"/>
                    </a:cubicBezTo>
                    <a:moveTo>
                      <a:pt x="302340" y="160517"/>
                    </a:moveTo>
                    <a:cubicBezTo>
                      <a:pt x="304381" y="99920"/>
                      <a:pt x="297427" y="48177"/>
                      <a:pt x="302340" y="861"/>
                    </a:cubicBezTo>
                    <a:moveTo>
                      <a:pt x="302340" y="861"/>
                    </a:moveTo>
                    <a:cubicBezTo>
                      <a:pt x="394705" y="13052"/>
                      <a:pt x="476564" y="135"/>
                      <a:pt x="711482" y="861"/>
                    </a:cubicBezTo>
                    <a:moveTo>
                      <a:pt x="302340" y="861"/>
                    </a:moveTo>
                    <a:cubicBezTo>
                      <a:pt x="389187" y="-1534"/>
                      <a:pt x="478453" y="1949"/>
                      <a:pt x="711482" y="86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6" name="شكل حر: شكل 273">
                <a:extLst>
                  <a:ext uri="{FF2B5EF4-FFF2-40B4-BE49-F238E27FC236}">
                    <a16:creationId xmlns:a16="http://schemas.microsoft.com/office/drawing/2014/main" id="{B170C6B6-68EF-2204-9309-F081FDC1DF11}"/>
                  </a:ext>
                </a:extLst>
              </p:cNvPr>
              <p:cNvSpPr/>
              <p:nvPr/>
            </p:nvSpPr>
            <p:spPr>
              <a:xfrm>
                <a:off x="6310509" y="2526834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2804" y="40858"/>
                      <a:pt x="19199" y="28158"/>
                      <a:pt x="1" y="50800"/>
                    </a:cubicBezTo>
                    <a:cubicBezTo>
                      <a:pt x="3931" y="43833"/>
                      <a:pt x="11414" y="39552"/>
                      <a:pt x="13228" y="25400"/>
                    </a:cubicBezTo>
                    <a:cubicBezTo>
                      <a:pt x="4762" y="15894"/>
                      <a:pt x="7332" y="6822"/>
                      <a:pt x="1" y="1"/>
                    </a:cubicBezTo>
                    <a:cubicBezTo>
                      <a:pt x="23885" y="15168"/>
                      <a:pt x="44520" y="10451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57" name="شكل حر: شكل 274">
                <a:extLst>
                  <a:ext uri="{FF2B5EF4-FFF2-40B4-BE49-F238E27FC236}">
                    <a16:creationId xmlns:a16="http://schemas.microsoft.com/office/drawing/2014/main" id="{C3A9835B-3C92-F7CF-2826-EB005BD61149}"/>
                  </a:ext>
                </a:extLst>
              </p:cNvPr>
              <p:cNvSpPr/>
              <p:nvPr/>
            </p:nvSpPr>
            <p:spPr>
              <a:xfrm>
                <a:off x="6310509" y="2526834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40439" y="38536"/>
                      <a:pt x="18745" y="39189"/>
                      <a:pt x="1" y="50800"/>
                    </a:cubicBezTo>
                    <a:moveTo>
                      <a:pt x="52910" y="25400"/>
                    </a:moveTo>
                    <a:cubicBezTo>
                      <a:pt x="36810" y="34399"/>
                      <a:pt x="13908" y="41947"/>
                      <a:pt x="1" y="50800"/>
                    </a:cubicBezTo>
                    <a:moveTo>
                      <a:pt x="1" y="50800"/>
                    </a:moveTo>
                    <a:cubicBezTo>
                      <a:pt x="5367" y="44487"/>
                      <a:pt x="8919" y="38391"/>
                      <a:pt x="13228" y="25400"/>
                    </a:cubicBezTo>
                    <a:moveTo>
                      <a:pt x="1" y="50800"/>
                    </a:moveTo>
                    <a:cubicBezTo>
                      <a:pt x="4913" y="40858"/>
                      <a:pt x="8088" y="32730"/>
                      <a:pt x="13228" y="25400"/>
                    </a:cubicBezTo>
                    <a:moveTo>
                      <a:pt x="13228" y="25400"/>
                    </a:moveTo>
                    <a:cubicBezTo>
                      <a:pt x="10960" y="21554"/>
                      <a:pt x="6727" y="13499"/>
                      <a:pt x="1" y="1"/>
                    </a:cubicBezTo>
                    <a:moveTo>
                      <a:pt x="13228" y="25400"/>
                    </a:moveTo>
                    <a:cubicBezTo>
                      <a:pt x="9600" y="18796"/>
                      <a:pt x="6274" y="13789"/>
                      <a:pt x="1" y="1"/>
                    </a:cubicBezTo>
                    <a:moveTo>
                      <a:pt x="1" y="1"/>
                    </a:moveTo>
                    <a:cubicBezTo>
                      <a:pt x="16100" y="581"/>
                      <a:pt x="28949" y="14297"/>
                      <a:pt x="52910" y="25400"/>
                    </a:cubicBezTo>
                    <a:moveTo>
                      <a:pt x="1" y="1"/>
                    </a:moveTo>
                    <a:cubicBezTo>
                      <a:pt x="15873" y="7548"/>
                      <a:pt x="36357" y="19087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52" name="صورة 275">
              <a:extLst>
                <a:ext uri="{FF2B5EF4-FFF2-40B4-BE49-F238E27FC236}">
                  <a16:creationId xmlns:a16="http://schemas.microsoft.com/office/drawing/2014/main" id="{2B59052B-012C-8607-8CDF-490A6650575F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/>
            <a:stretch>
              <a:fillRect/>
            </a:stretch>
          </p:blipFill>
          <p:spPr>
            <a:xfrm>
              <a:off x="5668944" y="2577634"/>
              <a:ext cx="483743" cy="114299"/>
            </a:xfrm>
            <a:custGeom>
              <a:avLst/>
              <a:gdLst>
                <a:gd name="csX0" fmla="*/ 0 w 483743"/>
                <a:gd name="csY0" fmla="*/ 0 h 114299"/>
                <a:gd name="csX1" fmla="*/ 483744 w 483743"/>
                <a:gd name="csY1" fmla="*/ 0 h 114299"/>
                <a:gd name="csX2" fmla="*/ 483744 w 483743"/>
                <a:gd name="csY2" fmla="*/ 114299 h 114299"/>
                <a:gd name="csX3" fmla="*/ 0 w 48374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83743" h="114299">
                  <a:moveTo>
                    <a:pt x="0" y="0"/>
                  </a:moveTo>
                  <a:lnTo>
                    <a:pt x="483744" y="0"/>
                  </a:lnTo>
                  <a:lnTo>
                    <a:pt x="483744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458" name="!!رسم 9">
            <a:extLst>
              <a:ext uri="{FF2B5EF4-FFF2-40B4-BE49-F238E27FC236}">
                <a16:creationId xmlns:a16="http://schemas.microsoft.com/office/drawing/2014/main" id="{0FAFDCE1-11CF-AC2B-4622-52CC332ADACC}"/>
              </a:ext>
            </a:extLst>
          </p:cNvPr>
          <p:cNvGrpSpPr/>
          <p:nvPr/>
        </p:nvGrpSpPr>
        <p:grpSpPr>
          <a:xfrm>
            <a:off x="4487206" y="2975644"/>
            <a:ext cx="457257" cy="160599"/>
            <a:chOff x="5157766" y="2631627"/>
            <a:chExt cx="457257" cy="160599"/>
          </a:xfrm>
        </p:grpSpPr>
        <p:grpSp>
          <p:nvGrpSpPr>
            <p:cNvPr id="2459" name="رسم 9">
              <a:extLst>
                <a:ext uri="{FF2B5EF4-FFF2-40B4-BE49-F238E27FC236}">
                  <a16:creationId xmlns:a16="http://schemas.microsoft.com/office/drawing/2014/main" id="{970A435C-5C42-217E-D412-9E8C30EF730A}"/>
                </a:ext>
              </a:extLst>
            </p:cNvPr>
            <p:cNvGrpSpPr/>
            <p:nvPr/>
          </p:nvGrpSpPr>
          <p:grpSpPr>
            <a:xfrm>
              <a:off x="5157766" y="2631627"/>
              <a:ext cx="457257" cy="160599"/>
              <a:chOff x="5157766" y="2631627"/>
              <a:chExt cx="457257" cy="160599"/>
            </a:xfrm>
          </p:grpSpPr>
          <p:sp>
            <p:nvSpPr>
              <p:cNvPr id="2461" name="مستطيل 278">
                <a:extLst>
                  <a:ext uri="{FF2B5EF4-FFF2-40B4-BE49-F238E27FC236}">
                    <a16:creationId xmlns:a16="http://schemas.microsoft.com/office/drawing/2014/main" id="{B0B7383F-3A9D-CC9A-7F45-CD14EB34BEBD}"/>
                  </a:ext>
                </a:extLst>
              </p:cNvPr>
              <p:cNvSpPr/>
              <p:nvPr/>
            </p:nvSpPr>
            <p:spPr>
              <a:xfrm>
                <a:off x="5158746" y="2639319"/>
                <a:ext cx="453509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2" name="شكل حر: شكل 279">
                <a:extLst>
                  <a:ext uri="{FF2B5EF4-FFF2-40B4-BE49-F238E27FC236}">
                    <a16:creationId xmlns:a16="http://schemas.microsoft.com/office/drawing/2014/main" id="{3DC2FCC3-DC1D-ED7F-CE25-5166DBBF2EF4}"/>
                  </a:ext>
                </a:extLst>
              </p:cNvPr>
              <p:cNvSpPr/>
              <p:nvPr/>
            </p:nvSpPr>
            <p:spPr>
              <a:xfrm>
                <a:off x="5162298" y="2631627"/>
                <a:ext cx="447840" cy="160599"/>
              </a:xfrm>
              <a:custGeom>
                <a:avLst/>
                <a:gdLst>
                  <a:gd name="csX0" fmla="*/ 1 w 447840"/>
                  <a:gd name="csY0" fmla="*/ 1 h 160599"/>
                  <a:gd name="csX1" fmla="*/ 442702 w 447840"/>
                  <a:gd name="csY1" fmla="*/ 10233 h 160599"/>
                  <a:gd name="csX2" fmla="*/ 447841 w 447840"/>
                  <a:gd name="csY2" fmla="*/ 160600 h 160599"/>
                  <a:gd name="csX3" fmla="*/ 9826 w 447840"/>
                  <a:gd name="csY3" fmla="*/ 139555 h 1605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47840" h="160599">
                    <a:moveTo>
                      <a:pt x="1" y="1"/>
                    </a:moveTo>
                    <a:lnTo>
                      <a:pt x="442702" y="10233"/>
                    </a:lnTo>
                    <a:lnTo>
                      <a:pt x="447841" y="160600"/>
                    </a:lnTo>
                    <a:lnTo>
                      <a:pt x="9826" y="139555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" name="شكل حر: شكل 280">
                <a:extLst>
                  <a:ext uri="{FF2B5EF4-FFF2-40B4-BE49-F238E27FC236}">
                    <a16:creationId xmlns:a16="http://schemas.microsoft.com/office/drawing/2014/main" id="{968F4F7F-3592-6E47-7960-82FD6C0BC1FD}"/>
                  </a:ext>
                </a:extLst>
              </p:cNvPr>
              <p:cNvSpPr/>
              <p:nvPr/>
            </p:nvSpPr>
            <p:spPr>
              <a:xfrm>
                <a:off x="5157766" y="2634184"/>
                <a:ext cx="457257" cy="151693"/>
              </a:xfrm>
              <a:custGeom>
                <a:avLst/>
                <a:gdLst>
                  <a:gd name="csX0" fmla="*/ 980 w 457257"/>
                  <a:gd name="csY0" fmla="*/ 5136 h 151693"/>
                  <a:gd name="csX1" fmla="*/ 454490 w 457257"/>
                  <a:gd name="csY1" fmla="*/ 5136 h 151693"/>
                  <a:gd name="csX2" fmla="*/ 980 w 457257"/>
                  <a:gd name="csY2" fmla="*/ 5136 h 151693"/>
                  <a:gd name="csX3" fmla="*/ 454490 w 457257"/>
                  <a:gd name="csY3" fmla="*/ 5136 h 151693"/>
                  <a:gd name="csX4" fmla="*/ 454490 w 457257"/>
                  <a:gd name="csY4" fmla="*/ 5136 h 151693"/>
                  <a:gd name="csX5" fmla="*/ 454490 w 457257"/>
                  <a:gd name="csY5" fmla="*/ 150278 h 151693"/>
                  <a:gd name="csX6" fmla="*/ 454490 w 457257"/>
                  <a:gd name="csY6" fmla="*/ 5136 h 151693"/>
                  <a:gd name="csX7" fmla="*/ 454490 w 457257"/>
                  <a:gd name="csY7" fmla="*/ 150278 h 151693"/>
                  <a:gd name="csX8" fmla="*/ 454490 w 457257"/>
                  <a:gd name="csY8" fmla="*/ 150278 h 151693"/>
                  <a:gd name="csX9" fmla="*/ 980 w 457257"/>
                  <a:gd name="csY9" fmla="*/ 150278 h 151693"/>
                  <a:gd name="csX10" fmla="*/ 454490 w 457257"/>
                  <a:gd name="csY10" fmla="*/ 150278 h 151693"/>
                  <a:gd name="csX11" fmla="*/ 980 w 457257"/>
                  <a:gd name="csY11" fmla="*/ 150278 h 151693"/>
                  <a:gd name="csX12" fmla="*/ 980 w 457257"/>
                  <a:gd name="csY12" fmla="*/ 150278 h 151693"/>
                  <a:gd name="csX13" fmla="*/ 980 w 457257"/>
                  <a:gd name="csY13" fmla="*/ 5136 h 151693"/>
                  <a:gd name="csX14" fmla="*/ 980 w 457257"/>
                  <a:gd name="csY14" fmla="*/ 150278 h 151693"/>
                  <a:gd name="csX15" fmla="*/ 980 w 457257"/>
                  <a:gd name="csY15" fmla="*/ 5136 h 15169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7257" h="151693">
                    <a:moveTo>
                      <a:pt x="980" y="5136"/>
                    </a:moveTo>
                    <a:cubicBezTo>
                      <a:pt x="149126" y="9345"/>
                      <a:pt x="304000" y="-8290"/>
                      <a:pt x="454490" y="5136"/>
                    </a:cubicBezTo>
                    <a:moveTo>
                      <a:pt x="980" y="5136"/>
                    </a:moveTo>
                    <a:cubicBezTo>
                      <a:pt x="106421" y="4482"/>
                      <a:pt x="212164" y="9272"/>
                      <a:pt x="454490" y="5136"/>
                    </a:cubicBezTo>
                    <a:moveTo>
                      <a:pt x="454490" y="5136"/>
                    </a:moveTo>
                    <a:cubicBezTo>
                      <a:pt x="461217" y="35760"/>
                      <a:pt x="453431" y="100784"/>
                      <a:pt x="454490" y="150278"/>
                    </a:cubicBezTo>
                    <a:moveTo>
                      <a:pt x="454490" y="5136"/>
                    </a:moveTo>
                    <a:cubicBezTo>
                      <a:pt x="449274" y="58040"/>
                      <a:pt x="449123" y="90842"/>
                      <a:pt x="454490" y="150278"/>
                    </a:cubicBezTo>
                    <a:moveTo>
                      <a:pt x="454490" y="150278"/>
                    </a:moveTo>
                    <a:cubicBezTo>
                      <a:pt x="281400" y="136126"/>
                      <a:pt x="117305" y="134022"/>
                      <a:pt x="980" y="150278"/>
                    </a:cubicBezTo>
                    <a:moveTo>
                      <a:pt x="454490" y="150278"/>
                    </a:moveTo>
                    <a:cubicBezTo>
                      <a:pt x="339903" y="145270"/>
                      <a:pt x="210955" y="155212"/>
                      <a:pt x="980" y="150278"/>
                    </a:cubicBezTo>
                    <a:moveTo>
                      <a:pt x="980" y="150278"/>
                    </a:moveTo>
                    <a:cubicBezTo>
                      <a:pt x="-2043" y="81480"/>
                      <a:pt x="3096" y="30826"/>
                      <a:pt x="980" y="5136"/>
                    </a:cubicBezTo>
                    <a:moveTo>
                      <a:pt x="980" y="150278"/>
                    </a:moveTo>
                    <a:cubicBezTo>
                      <a:pt x="-607" y="101437"/>
                      <a:pt x="4986" y="62539"/>
                      <a:pt x="980" y="5136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60" name="صورة 281">
              <a:extLst>
                <a:ext uri="{FF2B5EF4-FFF2-40B4-BE49-F238E27FC236}">
                  <a16:creationId xmlns:a16="http://schemas.microsoft.com/office/drawing/2014/main" id="{657B14DE-0612-90AB-DDC2-62964B19E7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/>
            <a:stretch>
              <a:fillRect/>
            </a:stretch>
          </p:blipFill>
          <p:spPr>
            <a:xfrm>
              <a:off x="5162525" y="2661090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464" name="!!رسم 9">
            <a:extLst>
              <a:ext uri="{FF2B5EF4-FFF2-40B4-BE49-F238E27FC236}">
                <a16:creationId xmlns:a16="http://schemas.microsoft.com/office/drawing/2014/main" id="{43DA4617-0AE4-3053-28C5-6A13971B169A}"/>
              </a:ext>
            </a:extLst>
          </p:cNvPr>
          <p:cNvGrpSpPr/>
          <p:nvPr/>
        </p:nvGrpSpPr>
        <p:grpSpPr>
          <a:xfrm>
            <a:off x="3851911" y="3287926"/>
            <a:ext cx="579585" cy="286864"/>
            <a:chOff x="4522471" y="2943909"/>
            <a:chExt cx="579585" cy="286864"/>
          </a:xfrm>
        </p:grpSpPr>
        <p:grpSp>
          <p:nvGrpSpPr>
            <p:cNvPr id="2465" name="رسم 9">
              <a:extLst>
                <a:ext uri="{FF2B5EF4-FFF2-40B4-BE49-F238E27FC236}">
                  <a16:creationId xmlns:a16="http://schemas.microsoft.com/office/drawing/2014/main" id="{55115523-60E9-B32D-89BE-B4E80B48E558}"/>
                </a:ext>
              </a:extLst>
            </p:cNvPr>
            <p:cNvGrpSpPr/>
            <p:nvPr/>
          </p:nvGrpSpPr>
          <p:grpSpPr>
            <a:xfrm>
              <a:off x="4522471" y="2943909"/>
              <a:ext cx="530455" cy="286864"/>
              <a:chOff x="4522471" y="2943909"/>
              <a:chExt cx="530455" cy="286864"/>
            </a:xfrm>
          </p:grpSpPr>
          <p:sp>
            <p:nvSpPr>
              <p:cNvPr id="2467" name="شكل حر: شكل 284">
                <a:extLst>
                  <a:ext uri="{FF2B5EF4-FFF2-40B4-BE49-F238E27FC236}">
                    <a16:creationId xmlns:a16="http://schemas.microsoft.com/office/drawing/2014/main" id="{0A6F5DF5-C290-90A0-0712-88DBC44CD1B0}"/>
                  </a:ext>
                </a:extLst>
              </p:cNvPr>
              <p:cNvSpPr/>
              <p:nvPr/>
            </p:nvSpPr>
            <p:spPr>
              <a:xfrm>
                <a:off x="4562153" y="2944117"/>
                <a:ext cx="490773" cy="261255"/>
              </a:xfrm>
              <a:custGeom>
                <a:avLst/>
                <a:gdLst>
                  <a:gd name="csX0" fmla="*/ 490774 w 490773"/>
                  <a:gd name="csY0" fmla="*/ 1 h 261255"/>
                  <a:gd name="csX1" fmla="*/ 294253 w 490773"/>
                  <a:gd name="csY1" fmla="*/ 1 h 261255"/>
                  <a:gd name="csX2" fmla="*/ 294253 w 490773"/>
                  <a:gd name="csY2" fmla="*/ 261256 h 261255"/>
                  <a:gd name="csX3" fmla="*/ 1 w 490773"/>
                  <a:gd name="csY3" fmla="*/ 261256 h 261255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90773" h="261255">
                    <a:moveTo>
                      <a:pt x="490774" y="1"/>
                    </a:moveTo>
                    <a:lnTo>
                      <a:pt x="294253" y="1"/>
                    </a:lnTo>
                    <a:lnTo>
                      <a:pt x="294253" y="261256"/>
                    </a:lnTo>
                    <a:lnTo>
                      <a:pt x="1" y="261256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" name="شكل حر: شكل 285">
                <a:extLst>
                  <a:ext uri="{FF2B5EF4-FFF2-40B4-BE49-F238E27FC236}">
                    <a16:creationId xmlns:a16="http://schemas.microsoft.com/office/drawing/2014/main" id="{69CD5AC1-1D4E-589E-E251-B1002A40CB78}"/>
                  </a:ext>
                </a:extLst>
              </p:cNvPr>
              <p:cNvSpPr/>
              <p:nvPr/>
            </p:nvSpPr>
            <p:spPr>
              <a:xfrm>
                <a:off x="4522471" y="317997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" name="شكل حر: شكل 286">
                <a:extLst>
                  <a:ext uri="{FF2B5EF4-FFF2-40B4-BE49-F238E27FC236}">
                    <a16:creationId xmlns:a16="http://schemas.microsoft.com/office/drawing/2014/main" id="{3958D8F0-0B3A-CE58-5F8F-890DA9D968E4}"/>
                  </a:ext>
                </a:extLst>
              </p:cNvPr>
              <p:cNvSpPr/>
              <p:nvPr/>
            </p:nvSpPr>
            <p:spPr>
              <a:xfrm>
                <a:off x="4562153" y="2943909"/>
                <a:ext cx="490773" cy="262649"/>
              </a:xfrm>
              <a:custGeom>
                <a:avLst/>
                <a:gdLst>
                  <a:gd name="csX0" fmla="*/ 490774 w 490773"/>
                  <a:gd name="csY0" fmla="*/ 209 h 262649"/>
                  <a:gd name="csX1" fmla="*/ 294253 w 490773"/>
                  <a:gd name="csY1" fmla="*/ 209 h 262649"/>
                  <a:gd name="csX2" fmla="*/ 490774 w 490773"/>
                  <a:gd name="csY2" fmla="*/ 209 h 262649"/>
                  <a:gd name="csX3" fmla="*/ 294253 w 490773"/>
                  <a:gd name="csY3" fmla="*/ 209 h 262649"/>
                  <a:gd name="csX4" fmla="*/ 294253 w 490773"/>
                  <a:gd name="csY4" fmla="*/ 209 h 262649"/>
                  <a:gd name="csX5" fmla="*/ 294253 w 490773"/>
                  <a:gd name="csY5" fmla="*/ 261465 h 262649"/>
                  <a:gd name="csX6" fmla="*/ 294253 w 490773"/>
                  <a:gd name="csY6" fmla="*/ 209 h 262649"/>
                  <a:gd name="csX7" fmla="*/ 294253 w 490773"/>
                  <a:gd name="csY7" fmla="*/ 261465 h 262649"/>
                  <a:gd name="csX8" fmla="*/ 294253 w 490773"/>
                  <a:gd name="csY8" fmla="*/ 261465 h 262649"/>
                  <a:gd name="csX9" fmla="*/ 1 w 490773"/>
                  <a:gd name="csY9" fmla="*/ 261465 h 262649"/>
                  <a:gd name="csX10" fmla="*/ 294253 w 490773"/>
                  <a:gd name="csY10" fmla="*/ 261465 h 262649"/>
                  <a:gd name="csX11" fmla="*/ 1 w 490773"/>
                  <a:gd name="csY11" fmla="*/ 261465 h 2626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490773" h="262649">
                    <a:moveTo>
                      <a:pt x="490774" y="209"/>
                    </a:moveTo>
                    <a:cubicBezTo>
                      <a:pt x="421613" y="-1750"/>
                      <a:pt x="358953" y="11022"/>
                      <a:pt x="294253" y="209"/>
                    </a:cubicBezTo>
                    <a:moveTo>
                      <a:pt x="490774" y="209"/>
                    </a:moveTo>
                    <a:cubicBezTo>
                      <a:pt x="426980" y="1661"/>
                      <a:pt x="366285" y="789"/>
                      <a:pt x="294253" y="209"/>
                    </a:cubicBezTo>
                    <a:moveTo>
                      <a:pt x="294253" y="209"/>
                    </a:moveTo>
                    <a:cubicBezTo>
                      <a:pt x="296823" y="90052"/>
                      <a:pt x="280421" y="159865"/>
                      <a:pt x="294253" y="261465"/>
                    </a:cubicBezTo>
                    <a:moveTo>
                      <a:pt x="294253" y="209"/>
                    </a:moveTo>
                    <a:cubicBezTo>
                      <a:pt x="298410" y="81851"/>
                      <a:pt x="289869" y="157906"/>
                      <a:pt x="294253" y="261465"/>
                    </a:cubicBezTo>
                    <a:moveTo>
                      <a:pt x="294253" y="261465"/>
                    </a:moveTo>
                    <a:cubicBezTo>
                      <a:pt x="188207" y="256965"/>
                      <a:pt x="80574" y="265674"/>
                      <a:pt x="1" y="261465"/>
                    </a:cubicBezTo>
                    <a:moveTo>
                      <a:pt x="294253" y="261465"/>
                    </a:moveTo>
                    <a:cubicBezTo>
                      <a:pt x="203853" y="258562"/>
                      <a:pt x="112698" y="260449"/>
                      <a:pt x="1" y="261465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" name="شكل حر: شكل 287">
                <a:extLst>
                  <a:ext uri="{FF2B5EF4-FFF2-40B4-BE49-F238E27FC236}">
                    <a16:creationId xmlns:a16="http://schemas.microsoft.com/office/drawing/2014/main" id="{11C98AE5-95BB-1551-F70C-37F6831D6C08}"/>
                  </a:ext>
                </a:extLst>
              </p:cNvPr>
              <p:cNvSpPr/>
              <p:nvPr/>
            </p:nvSpPr>
            <p:spPr>
              <a:xfrm>
                <a:off x="4522471" y="317997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  <a:gd name="csX4" fmla="*/ 1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0582" y="23513"/>
                      <a:pt x="39909" y="12410"/>
                      <a:pt x="52910" y="1"/>
                    </a:cubicBezTo>
                    <a:cubicBezTo>
                      <a:pt x="47241" y="5588"/>
                      <a:pt x="47317" y="16184"/>
                      <a:pt x="39683" y="25400"/>
                    </a:cubicBezTo>
                    <a:cubicBezTo>
                      <a:pt x="46712" y="31424"/>
                      <a:pt x="52003" y="40277"/>
                      <a:pt x="52910" y="50800"/>
                    </a:cubicBezTo>
                    <a:cubicBezTo>
                      <a:pt x="48148" y="50292"/>
                      <a:pt x="14513" y="36794"/>
                      <a:pt x="1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" name="شكل حر: شكل 288">
                <a:extLst>
                  <a:ext uri="{FF2B5EF4-FFF2-40B4-BE49-F238E27FC236}">
                    <a16:creationId xmlns:a16="http://schemas.microsoft.com/office/drawing/2014/main" id="{12DE341C-A20D-B839-2351-C87E8CC4405A}"/>
                  </a:ext>
                </a:extLst>
              </p:cNvPr>
              <p:cNvSpPr/>
              <p:nvPr/>
            </p:nvSpPr>
            <p:spPr>
              <a:xfrm>
                <a:off x="4522471" y="3179973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14362" y="16909"/>
                      <a:pt x="31519" y="13789"/>
                      <a:pt x="52910" y="1"/>
                    </a:cubicBezTo>
                    <a:moveTo>
                      <a:pt x="1" y="25400"/>
                    </a:moveTo>
                    <a:cubicBezTo>
                      <a:pt x="14210" y="19377"/>
                      <a:pt x="29630" y="11467"/>
                      <a:pt x="52910" y="1"/>
                    </a:cubicBezTo>
                    <a:moveTo>
                      <a:pt x="52910" y="1"/>
                    </a:moveTo>
                    <a:cubicBezTo>
                      <a:pt x="49131" y="9145"/>
                      <a:pt x="41497" y="14297"/>
                      <a:pt x="39683" y="25400"/>
                    </a:cubicBezTo>
                    <a:moveTo>
                      <a:pt x="52910" y="1"/>
                    </a:moveTo>
                    <a:cubicBezTo>
                      <a:pt x="49887" y="8419"/>
                      <a:pt x="44369" y="15749"/>
                      <a:pt x="39683" y="25400"/>
                    </a:cubicBezTo>
                    <a:moveTo>
                      <a:pt x="39683" y="25400"/>
                    </a:moveTo>
                    <a:cubicBezTo>
                      <a:pt x="43008" y="33456"/>
                      <a:pt x="46107" y="43833"/>
                      <a:pt x="52910" y="50800"/>
                    </a:cubicBezTo>
                    <a:moveTo>
                      <a:pt x="39683" y="25400"/>
                    </a:moveTo>
                    <a:cubicBezTo>
                      <a:pt x="43537" y="32657"/>
                      <a:pt x="47241" y="40785"/>
                      <a:pt x="52910" y="50800"/>
                    </a:cubicBezTo>
                    <a:moveTo>
                      <a:pt x="52910" y="50800"/>
                    </a:moveTo>
                    <a:cubicBezTo>
                      <a:pt x="31066" y="37229"/>
                      <a:pt x="17838" y="35923"/>
                      <a:pt x="1" y="25400"/>
                    </a:cubicBezTo>
                    <a:moveTo>
                      <a:pt x="52910" y="50800"/>
                    </a:moveTo>
                    <a:cubicBezTo>
                      <a:pt x="40060" y="42382"/>
                      <a:pt x="23205" y="37592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66" name="صورة 289">
              <a:extLst>
                <a:ext uri="{FF2B5EF4-FFF2-40B4-BE49-F238E27FC236}">
                  <a16:creationId xmlns:a16="http://schemas.microsoft.com/office/drawing/2014/main" id="{72D9E024-CDEE-9161-0D9E-F2EB8944B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4603196" y="3005803"/>
              <a:ext cx="498860" cy="114299"/>
            </a:xfrm>
            <a:custGeom>
              <a:avLst/>
              <a:gdLst>
                <a:gd name="csX0" fmla="*/ 0 w 498860"/>
                <a:gd name="csY0" fmla="*/ 0 h 114299"/>
                <a:gd name="csX1" fmla="*/ 498861 w 498860"/>
                <a:gd name="csY1" fmla="*/ 0 h 114299"/>
                <a:gd name="csX2" fmla="*/ 498861 w 498860"/>
                <a:gd name="csY2" fmla="*/ 114299 h 114299"/>
                <a:gd name="csX3" fmla="*/ 0 w 498860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98860" h="114299">
                  <a:moveTo>
                    <a:pt x="0" y="0"/>
                  </a:moveTo>
                  <a:lnTo>
                    <a:pt x="498861" y="0"/>
                  </a:lnTo>
                  <a:lnTo>
                    <a:pt x="498861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472" name="!!رسم 9">
            <a:extLst>
              <a:ext uri="{FF2B5EF4-FFF2-40B4-BE49-F238E27FC236}">
                <a16:creationId xmlns:a16="http://schemas.microsoft.com/office/drawing/2014/main" id="{037C0208-432F-9E89-8463-29A316B41A98}"/>
              </a:ext>
            </a:extLst>
          </p:cNvPr>
          <p:cNvGrpSpPr/>
          <p:nvPr/>
        </p:nvGrpSpPr>
        <p:grpSpPr>
          <a:xfrm>
            <a:off x="4378738" y="3210336"/>
            <a:ext cx="458724" cy="153241"/>
            <a:chOff x="5049298" y="2866319"/>
            <a:chExt cx="458724" cy="153241"/>
          </a:xfrm>
        </p:grpSpPr>
        <p:grpSp>
          <p:nvGrpSpPr>
            <p:cNvPr id="2473" name="رسم 9">
              <a:extLst>
                <a:ext uri="{FF2B5EF4-FFF2-40B4-BE49-F238E27FC236}">
                  <a16:creationId xmlns:a16="http://schemas.microsoft.com/office/drawing/2014/main" id="{8C84B577-8D32-0E73-4A0B-089D0E0C8947}"/>
                </a:ext>
              </a:extLst>
            </p:cNvPr>
            <p:cNvGrpSpPr/>
            <p:nvPr/>
          </p:nvGrpSpPr>
          <p:grpSpPr>
            <a:xfrm>
              <a:off x="5049298" y="2866319"/>
              <a:ext cx="458724" cy="153241"/>
              <a:chOff x="5049298" y="2866319"/>
              <a:chExt cx="458724" cy="153241"/>
            </a:xfrm>
          </p:grpSpPr>
          <p:sp>
            <p:nvSpPr>
              <p:cNvPr id="2475" name="مستطيل 292">
                <a:extLst>
                  <a:ext uri="{FF2B5EF4-FFF2-40B4-BE49-F238E27FC236}">
                    <a16:creationId xmlns:a16="http://schemas.microsoft.com/office/drawing/2014/main" id="{14F5CFB9-457C-EA76-51C7-C1C155FE4F21}"/>
                  </a:ext>
                </a:extLst>
              </p:cNvPr>
              <p:cNvSpPr/>
              <p:nvPr/>
            </p:nvSpPr>
            <p:spPr>
              <a:xfrm>
                <a:off x="5052927" y="2871546"/>
                <a:ext cx="453509" cy="145142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" name="شكل حر: شكل 293">
                <a:extLst>
                  <a:ext uri="{FF2B5EF4-FFF2-40B4-BE49-F238E27FC236}">
                    <a16:creationId xmlns:a16="http://schemas.microsoft.com/office/drawing/2014/main" id="{9C6A2C26-1EB5-CFB4-50AA-504B26560DAF}"/>
                  </a:ext>
                </a:extLst>
              </p:cNvPr>
              <p:cNvSpPr/>
              <p:nvPr/>
            </p:nvSpPr>
            <p:spPr>
              <a:xfrm>
                <a:off x="5049298" y="2867192"/>
                <a:ext cx="452376" cy="135998"/>
              </a:xfrm>
              <a:custGeom>
                <a:avLst/>
                <a:gdLst>
                  <a:gd name="csX0" fmla="*/ 1 w 452376"/>
                  <a:gd name="csY0" fmla="*/ 1 h 135998"/>
                  <a:gd name="csX1" fmla="*/ 451621 w 452376"/>
                  <a:gd name="csY1" fmla="*/ 2758 h 135998"/>
                  <a:gd name="csX2" fmla="*/ 452377 w 452376"/>
                  <a:gd name="csY2" fmla="*/ 135926 h 135998"/>
                  <a:gd name="csX3" fmla="*/ 10809 w 452376"/>
                  <a:gd name="csY3" fmla="*/ 135999 h 1359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52376" h="135998">
                    <a:moveTo>
                      <a:pt x="1" y="1"/>
                    </a:moveTo>
                    <a:lnTo>
                      <a:pt x="451621" y="2758"/>
                    </a:lnTo>
                    <a:lnTo>
                      <a:pt x="452377" y="135926"/>
                    </a:lnTo>
                    <a:lnTo>
                      <a:pt x="10809" y="135999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" name="شكل حر: شكل 294">
                <a:extLst>
                  <a:ext uri="{FF2B5EF4-FFF2-40B4-BE49-F238E27FC236}">
                    <a16:creationId xmlns:a16="http://schemas.microsoft.com/office/drawing/2014/main" id="{A70B2C04-1510-0217-2718-A86EDAE73094}"/>
                  </a:ext>
                </a:extLst>
              </p:cNvPr>
              <p:cNvSpPr/>
              <p:nvPr/>
            </p:nvSpPr>
            <p:spPr>
              <a:xfrm>
                <a:off x="5049545" y="2866319"/>
                <a:ext cx="458478" cy="153241"/>
              </a:xfrm>
              <a:custGeom>
                <a:avLst/>
                <a:gdLst>
                  <a:gd name="csX0" fmla="*/ 3383 w 458478"/>
                  <a:gd name="csY0" fmla="*/ 5228 h 153241"/>
                  <a:gd name="csX1" fmla="*/ 456892 w 458478"/>
                  <a:gd name="csY1" fmla="*/ 5228 h 153241"/>
                  <a:gd name="csX2" fmla="*/ 3383 w 458478"/>
                  <a:gd name="csY2" fmla="*/ 5228 h 153241"/>
                  <a:gd name="csX3" fmla="*/ 456892 w 458478"/>
                  <a:gd name="csY3" fmla="*/ 5228 h 153241"/>
                  <a:gd name="csX4" fmla="*/ 456892 w 458478"/>
                  <a:gd name="csY4" fmla="*/ 5228 h 153241"/>
                  <a:gd name="csX5" fmla="*/ 456892 w 458478"/>
                  <a:gd name="csY5" fmla="*/ 150370 h 153241"/>
                  <a:gd name="csX6" fmla="*/ 456892 w 458478"/>
                  <a:gd name="csY6" fmla="*/ 5228 h 153241"/>
                  <a:gd name="csX7" fmla="*/ 456892 w 458478"/>
                  <a:gd name="csY7" fmla="*/ 150370 h 153241"/>
                  <a:gd name="csX8" fmla="*/ 456892 w 458478"/>
                  <a:gd name="csY8" fmla="*/ 150370 h 153241"/>
                  <a:gd name="csX9" fmla="*/ 3383 w 458478"/>
                  <a:gd name="csY9" fmla="*/ 150370 h 153241"/>
                  <a:gd name="csX10" fmla="*/ 456892 w 458478"/>
                  <a:gd name="csY10" fmla="*/ 150370 h 153241"/>
                  <a:gd name="csX11" fmla="*/ 3383 w 458478"/>
                  <a:gd name="csY11" fmla="*/ 150370 h 153241"/>
                  <a:gd name="csX12" fmla="*/ 3383 w 458478"/>
                  <a:gd name="csY12" fmla="*/ 150370 h 153241"/>
                  <a:gd name="csX13" fmla="*/ 3383 w 458478"/>
                  <a:gd name="csY13" fmla="*/ 5228 h 153241"/>
                  <a:gd name="csX14" fmla="*/ 3383 w 458478"/>
                  <a:gd name="csY14" fmla="*/ 150370 h 153241"/>
                  <a:gd name="csX15" fmla="*/ 3383 w 458478"/>
                  <a:gd name="csY15" fmla="*/ 5228 h 15324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8478" h="153241">
                    <a:moveTo>
                      <a:pt x="3383" y="5228"/>
                    </a:moveTo>
                    <a:cubicBezTo>
                      <a:pt x="134220" y="-7327"/>
                      <a:pt x="301565" y="6897"/>
                      <a:pt x="456892" y="5228"/>
                    </a:cubicBezTo>
                    <a:moveTo>
                      <a:pt x="3383" y="5228"/>
                    </a:moveTo>
                    <a:cubicBezTo>
                      <a:pt x="177077" y="11106"/>
                      <a:pt x="341776" y="4574"/>
                      <a:pt x="456892" y="5228"/>
                    </a:cubicBezTo>
                    <a:moveTo>
                      <a:pt x="456892" y="5228"/>
                    </a:moveTo>
                    <a:cubicBezTo>
                      <a:pt x="455759" y="48552"/>
                      <a:pt x="460974" y="104432"/>
                      <a:pt x="456892" y="150370"/>
                    </a:cubicBezTo>
                    <a:moveTo>
                      <a:pt x="456892" y="5228"/>
                    </a:moveTo>
                    <a:cubicBezTo>
                      <a:pt x="455683" y="47609"/>
                      <a:pt x="453944" y="84548"/>
                      <a:pt x="456892" y="150370"/>
                    </a:cubicBezTo>
                    <a:moveTo>
                      <a:pt x="456892" y="150370"/>
                    </a:moveTo>
                    <a:cubicBezTo>
                      <a:pt x="309502" y="154216"/>
                      <a:pt x="179949" y="144854"/>
                      <a:pt x="3383" y="150370"/>
                    </a:cubicBezTo>
                    <a:moveTo>
                      <a:pt x="456892" y="150370"/>
                    </a:moveTo>
                    <a:cubicBezTo>
                      <a:pt x="293704" y="149136"/>
                      <a:pt x="143139" y="157409"/>
                      <a:pt x="3383" y="150370"/>
                    </a:cubicBezTo>
                    <a:moveTo>
                      <a:pt x="3383" y="150370"/>
                    </a:moveTo>
                    <a:cubicBezTo>
                      <a:pt x="10185" y="98481"/>
                      <a:pt x="-6897" y="62268"/>
                      <a:pt x="3383" y="5228"/>
                    </a:cubicBezTo>
                    <a:moveTo>
                      <a:pt x="3383" y="150370"/>
                    </a:moveTo>
                    <a:cubicBezTo>
                      <a:pt x="11621" y="114447"/>
                      <a:pt x="4668" y="87305"/>
                      <a:pt x="3383" y="5228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474" name="صورة 295">
              <a:extLst>
                <a:ext uri="{FF2B5EF4-FFF2-40B4-BE49-F238E27FC236}">
                  <a16:creationId xmlns:a16="http://schemas.microsoft.com/office/drawing/2014/main" id="{57AAB28E-1CAE-D235-3C13-30E411C887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/>
            <a:stretch>
              <a:fillRect/>
            </a:stretch>
          </p:blipFill>
          <p:spPr>
            <a:xfrm>
              <a:off x="5056706" y="2893318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478" name="!!رسم 9">
            <a:extLst>
              <a:ext uri="{FF2B5EF4-FFF2-40B4-BE49-F238E27FC236}">
                <a16:creationId xmlns:a16="http://schemas.microsoft.com/office/drawing/2014/main" id="{22D19154-C496-7451-DE11-56DEEBFF0291}"/>
              </a:ext>
            </a:extLst>
          </p:cNvPr>
          <p:cNvGrpSpPr/>
          <p:nvPr/>
        </p:nvGrpSpPr>
        <p:grpSpPr>
          <a:xfrm>
            <a:off x="4695088" y="3368833"/>
            <a:ext cx="52958" cy="470840"/>
            <a:chOff x="5365648" y="3024816"/>
            <a:chExt cx="52958" cy="470840"/>
          </a:xfrm>
        </p:grpSpPr>
        <p:sp>
          <p:nvSpPr>
            <p:cNvPr id="2479" name="شكل حر: شكل 297">
              <a:extLst>
                <a:ext uri="{FF2B5EF4-FFF2-40B4-BE49-F238E27FC236}">
                  <a16:creationId xmlns:a16="http://schemas.microsoft.com/office/drawing/2014/main" id="{59F05867-94BA-48E4-D09D-E201EF1A871D}"/>
                </a:ext>
              </a:extLst>
            </p:cNvPr>
            <p:cNvSpPr/>
            <p:nvPr/>
          </p:nvSpPr>
          <p:spPr>
            <a:xfrm>
              <a:off x="5385500" y="3062916"/>
              <a:ext cx="6802" cy="432741"/>
            </a:xfrm>
            <a:custGeom>
              <a:avLst/>
              <a:gdLst>
                <a:gd name="csX0" fmla="*/ 1 w 6802"/>
                <a:gd name="csY0" fmla="*/ 432742 h 432741"/>
                <a:gd name="csX1" fmla="*/ 6803 w 6802"/>
                <a:gd name="csY1" fmla="*/ 1 h 432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6802" h="432741">
                  <a:moveTo>
                    <a:pt x="1" y="432742"/>
                  </a:moveTo>
                  <a:lnTo>
                    <a:pt x="6803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80" name="شكل حر: شكل 298">
              <a:extLst>
                <a:ext uri="{FF2B5EF4-FFF2-40B4-BE49-F238E27FC236}">
                  <a16:creationId xmlns:a16="http://schemas.microsoft.com/office/drawing/2014/main" id="{F0F641EA-4597-F57F-2342-632426281ADB}"/>
                </a:ext>
              </a:extLst>
            </p:cNvPr>
            <p:cNvSpPr/>
            <p:nvPr/>
          </p:nvSpPr>
          <p:spPr>
            <a:xfrm>
              <a:off x="5365697" y="3024816"/>
              <a:ext cx="52909" cy="51162"/>
            </a:xfrm>
            <a:custGeom>
              <a:avLst/>
              <a:gdLst>
                <a:gd name="csX0" fmla="*/ 27211 w 52909"/>
                <a:gd name="csY0" fmla="*/ 1 h 51162"/>
                <a:gd name="csX1" fmla="*/ 52910 w 52909"/>
                <a:gd name="csY1" fmla="*/ 51163 h 51162"/>
                <a:gd name="csX2" fmla="*/ 26606 w 52909"/>
                <a:gd name="csY2" fmla="*/ 38100 h 51162"/>
                <a:gd name="csX3" fmla="*/ 1 w 52909"/>
                <a:gd name="csY3" fmla="*/ 50365 h 51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1162">
                  <a:moveTo>
                    <a:pt x="27211" y="1"/>
                  </a:moveTo>
                  <a:lnTo>
                    <a:pt x="52910" y="51163"/>
                  </a:lnTo>
                  <a:lnTo>
                    <a:pt x="26606" y="38100"/>
                  </a:lnTo>
                  <a:lnTo>
                    <a:pt x="1" y="50365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81" name="شكل حر: شكل 299">
              <a:extLst>
                <a:ext uri="{FF2B5EF4-FFF2-40B4-BE49-F238E27FC236}">
                  <a16:creationId xmlns:a16="http://schemas.microsoft.com/office/drawing/2014/main" id="{CF07AA2A-9901-41B3-5ADB-82D8C35D4322}"/>
                </a:ext>
              </a:extLst>
            </p:cNvPr>
            <p:cNvSpPr/>
            <p:nvPr/>
          </p:nvSpPr>
          <p:spPr>
            <a:xfrm>
              <a:off x="5385500" y="3062916"/>
              <a:ext cx="7317" cy="432741"/>
            </a:xfrm>
            <a:custGeom>
              <a:avLst/>
              <a:gdLst>
                <a:gd name="csX0" fmla="*/ 1 w 7317"/>
                <a:gd name="csY0" fmla="*/ 432742 h 432741"/>
                <a:gd name="csX1" fmla="*/ 6803 w 7317"/>
                <a:gd name="csY1" fmla="*/ 1 h 432741"/>
                <a:gd name="csX2" fmla="*/ 1 w 7317"/>
                <a:gd name="csY2" fmla="*/ 432742 h 432741"/>
                <a:gd name="csX3" fmla="*/ 6803 w 7317"/>
                <a:gd name="csY3" fmla="*/ 1 h 43274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317" h="432741">
                  <a:moveTo>
                    <a:pt x="1" y="432742"/>
                  </a:moveTo>
                  <a:cubicBezTo>
                    <a:pt x="12245" y="306468"/>
                    <a:pt x="-2947" y="154214"/>
                    <a:pt x="6803" y="1"/>
                  </a:cubicBezTo>
                  <a:moveTo>
                    <a:pt x="1" y="432742"/>
                  </a:moveTo>
                  <a:cubicBezTo>
                    <a:pt x="605" y="332811"/>
                    <a:pt x="9524" y="214448"/>
                    <a:pt x="6803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82" name="شكل حر: شكل 300">
              <a:extLst>
                <a:ext uri="{FF2B5EF4-FFF2-40B4-BE49-F238E27FC236}">
                  <a16:creationId xmlns:a16="http://schemas.microsoft.com/office/drawing/2014/main" id="{8F8808EA-F829-F9E0-254A-1A8F2919D3B4}"/>
                </a:ext>
              </a:extLst>
            </p:cNvPr>
            <p:cNvSpPr/>
            <p:nvPr/>
          </p:nvSpPr>
          <p:spPr>
            <a:xfrm>
              <a:off x="5365648" y="3024816"/>
              <a:ext cx="52958" cy="51162"/>
            </a:xfrm>
            <a:custGeom>
              <a:avLst/>
              <a:gdLst>
                <a:gd name="csX0" fmla="*/ 27260 w 52958"/>
                <a:gd name="csY0" fmla="*/ 1 h 51162"/>
                <a:gd name="csX1" fmla="*/ 52959 w 52958"/>
                <a:gd name="csY1" fmla="*/ 51163 h 51162"/>
                <a:gd name="csX2" fmla="*/ 26655 w 52958"/>
                <a:gd name="csY2" fmla="*/ 38100 h 51162"/>
                <a:gd name="csX3" fmla="*/ 50 w 52958"/>
                <a:gd name="csY3" fmla="*/ 50365 h 51162"/>
                <a:gd name="csX4" fmla="*/ 27260 w 52958"/>
                <a:gd name="csY4" fmla="*/ 1 h 51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58" h="51162">
                  <a:moveTo>
                    <a:pt x="27260" y="1"/>
                  </a:moveTo>
                  <a:cubicBezTo>
                    <a:pt x="45022" y="24239"/>
                    <a:pt x="49633" y="38971"/>
                    <a:pt x="52959" y="51163"/>
                  </a:cubicBezTo>
                  <a:cubicBezTo>
                    <a:pt x="41999" y="42019"/>
                    <a:pt x="38825" y="39915"/>
                    <a:pt x="26655" y="38100"/>
                  </a:cubicBezTo>
                  <a:cubicBezTo>
                    <a:pt x="20684" y="40785"/>
                    <a:pt x="10631" y="48768"/>
                    <a:pt x="50" y="50365"/>
                  </a:cubicBezTo>
                  <a:cubicBezTo>
                    <a:pt x="-706" y="46519"/>
                    <a:pt x="7230" y="36867"/>
                    <a:pt x="27260" y="1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83" name="شكل حر: شكل 301">
              <a:extLst>
                <a:ext uri="{FF2B5EF4-FFF2-40B4-BE49-F238E27FC236}">
                  <a16:creationId xmlns:a16="http://schemas.microsoft.com/office/drawing/2014/main" id="{83F09737-E41B-5AE9-A5F4-94127E0843E6}"/>
                </a:ext>
              </a:extLst>
            </p:cNvPr>
            <p:cNvSpPr/>
            <p:nvPr/>
          </p:nvSpPr>
          <p:spPr>
            <a:xfrm>
              <a:off x="5365697" y="3024816"/>
              <a:ext cx="52909" cy="51162"/>
            </a:xfrm>
            <a:custGeom>
              <a:avLst/>
              <a:gdLst>
                <a:gd name="csX0" fmla="*/ 27211 w 52909"/>
                <a:gd name="csY0" fmla="*/ 1 h 51162"/>
                <a:gd name="csX1" fmla="*/ 52910 w 52909"/>
                <a:gd name="csY1" fmla="*/ 51163 h 51162"/>
                <a:gd name="csX2" fmla="*/ 27211 w 52909"/>
                <a:gd name="csY2" fmla="*/ 1 h 51162"/>
                <a:gd name="csX3" fmla="*/ 52910 w 52909"/>
                <a:gd name="csY3" fmla="*/ 51163 h 51162"/>
                <a:gd name="csX4" fmla="*/ 52910 w 52909"/>
                <a:gd name="csY4" fmla="*/ 51163 h 51162"/>
                <a:gd name="csX5" fmla="*/ 26606 w 52909"/>
                <a:gd name="csY5" fmla="*/ 38100 h 51162"/>
                <a:gd name="csX6" fmla="*/ 52910 w 52909"/>
                <a:gd name="csY6" fmla="*/ 51163 h 51162"/>
                <a:gd name="csX7" fmla="*/ 26606 w 52909"/>
                <a:gd name="csY7" fmla="*/ 38100 h 51162"/>
                <a:gd name="csX8" fmla="*/ 26606 w 52909"/>
                <a:gd name="csY8" fmla="*/ 38100 h 51162"/>
                <a:gd name="csX9" fmla="*/ 1 w 52909"/>
                <a:gd name="csY9" fmla="*/ 50365 h 51162"/>
                <a:gd name="csX10" fmla="*/ 26606 w 52909"/>
                <a:gd name="csY10" fmla="*/ 38100 h 51162"/>
                <a:gd name="csX11" fmla="*/ 1 w 52909"/>
                <a:gd name="csY11" fmla="*/ 50365 h 51162"/>
                <a:gd name="csX12" fmla="*/ 1 w 52909"/>
                <a:gd name="csY12" fmla="*/ 50365 h 51162"/>
                <a:gd name="csX13" fmla="*/ 27211 w 52909"/>
                <a:gd name="csY13" fmla="*/ 1 h 51162"/>
                <a:gd name="csX14" fmla="*/ 1 w 52909"/>
                <a:gd name="csY14" fmla="*/ 50365 h 51162"/>
                <a:gd name="csX15" fmla="*/ 27211 w 52909"/>
                <a:gd name="csY15" fmla="*/ 1 h 511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1162">
                  <a:moveTo>
                    <a:pt x="27211" y="1"/>
                  </a:moveTo>
                  <a:cubicBezTo>
                    <a:pt x="37793" y="21336"/>
                    <a:pt x="39229" y="32585"/>
                    <a:pt x="52910" y="51163"/>
                  </a:cubicBezTo>
                  <a:moveTo>
                    <a:pt x="27211" y="1"/>
                  </a:moveTo>
                  <a:cubicBezTo>
                    <a:pt x="32804" y="14878"/>
                    <a:pt x="41950" y="22715"/>
                    <a:pt x="52910" y="51163"/>
                  </a:cubicBezTo>
                  <a:moveTo>
                    <a:pt x="52910" y="51163"/>
                  </a:moveTo>
                  <a:cubicBezTo>
                    <a:pt x="47090" y="49567"/>
                    <a:pt x="41194" y="45648"/>
                    <a:pt x="26606" y="38100"/>
                  </a:cubicBezTo>
                  <a:moveTo>
                    <a:pt x="52910" y="51163"/>
                  </a:moveTo>
                  <a:cubicBezTo>
                    <a:pt x="45125" y="48551"/>
                    <a:pt x="39683" y="44632"/>
                    <a:pt x="26606" y="38100"/>
                  </a:cubicBezTo>
                  <a:moveTo>
                    <a:pt x="26606" y="38100"/>
                  </a:moveTo>
                  <a:cubicBezTo>
                    <a:pt x="16629" y="43833"/>
                    <a:pt x="13984" y="41729"/>
                    <a:pt x="1" y="50365"/>
                  </a:cubicBezTo>
                  <a:moveTo>
                    <a:pt x="26606" y="38100"/>
                  </a:moveTo>
                  <a:cubicBezTo>
                    <a:pt x="16931" y="42817"/>
                    <a:pt x="6425" y="47607"/>
                    <a:pt x="1" y="50365"/>
                  </a:cubicBezTo>
                  <a:moveTo>
                    <a:pt x="1" y="50365"/>
                  </a:moveTo>
                  <a:cubicBezTo>
                    <a:pt x="8390" y="35778"/>
                    <a:pt x="25926" y="9943"/>
                    <a:pt x="27211" y="1"/>
                  </a:cubicBezTo>
                  <a:moveTo>
                    <a:pt x="1" y="50365"/>
                  </a:moveTo>
                  <a:cubicBezTo>
                    <a:pt x="8466" y="29610"/>
                    <a:pt x="21920" y="12265"/>
                    <a:pt x="27211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84" name="!!رسم 9">
            <a:extLst>
              <a:ext uri="{FF2B5EF4-FFF2-40B4-BE49-F238E27FC236}">
                <a16:creationId xmlns:a16="http://schemas.microsoft.com/office/drawing/2014/main" id="{84605BAD-BFC1-3C9A-AB51-FA3289C728B0}"/>
              </a:ext>
            </a:extLst>
          </p:cNvPr>
          <p:cNvGrpSpPr/>
          <p:nvPr/>
        </p:nvGrpSpPr>
        <p:grpSpPr>
          <a:xfrm>
            <a:off x="4714940" y="3331677"/>
            <a:ext cx="453509" cy="145142"/>
            <a:chOff x="5385500" y="2987660"/>
            <a:chExt cx="453509" cy="145142"/>
          </a:xfrm>
          <a:noFill/>
        </p:grpSpPr>
        <p:sp>
          <p:nvSpPr>
            <p:cNvPr id="2485" name="مستطيل 303">
              <a:extLst>
                <a:ext uri="{FF2B5EF4-FFF2-40B4-BE49-F238E27FC236}">
                  <a16:creationId xmlns:a16="http://schemas.microsoft.com/office/drawing/2014/main" id="{ACA79925-4355-AB6D-4C9E-D981606830E7}"/>
                </a:ext>
              </a:extLst>
            </p:cNvPr>
            <p:cNvSpPr/>
            <p:nvPr/>
          </p:nvSpPr>
          <p:spPr>
            <a:xfrm>
              <a:off x="5385500" y="298766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86" name="صورة 304">
              <a:extLst>
                <a:ext uri="{FF2B5EF4-FFF2-40B4-BE49-F238E27FC236}">
                  <a16:creationId xmlns:a16="http://schemas.microsoft.com/office/drawing/2014/main" id="{1428785E-2077-66C8-0DB3-EE9DC60A81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1"/>
            <a:stretch>
              <a:fillRect/>
            </a:stretch>
          </p:blipFill>
          <p:spPr>
            <a:xfrm>
              <a:off x="5389280" y="3023946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487" name="!!رسم 9">
            <a:extLst>
              <a:ext uri="{FF2B5EF4-FFF2-40B4-BE49-F238E27FC236}">
                <a16:creationId xmlns:a16="http://schemas.microsoft.com/office/drawing/2014/main" id="{F99F864F-FECE-CCE7-81F1-5CEF348F75AB}"/>
              </a:ext>
            </a:extLst>
          </p:cNvPr>
          <p:cNvGrpSpPr/>
          <p:nvPr/>
        </p:nvGrpSpPr>
        <p:grpSpPr>
          <a:xfrm>
            <a:off x="4442835" y="4275100"/>
            <a:ext cx="650030" cy="156027"/>
            <a:chOff x="5113395" y="3931083"/>
            <a:chExt cx="650030" cy="156027"/>
          </a:xfrm>
          <a:noFill/>
        </p:grpSpPr>
        <p:sp>
          <p:nvSpPr>
            <p:cNvPr id="2488" name="مستطيل 306">
              <a:extLst>
                <a:ext uri="{FF2B5EF4-FFF2-40B4-BE49-F238E27FC236}">
                  <a16:creationId xmlns:a16="http://schemas.microsoft.com/office/drawing/2014/main" id="{10E576B1-FBE7-EE5B-DADD-0ACCD405537E}"/>
                </a:ext>
              </a:extLst>
            </p:cNvPr>
            <p:cNvSpPr/>
            <p:nvPr/>
          </p:nvSpPr>
          <p:spPr>
            <a:xfrm>
              <a:off x="5113395" y="3931083"/>
              <a:ext cx="650030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489" name="صورة 307">
              <a:extLst>
                <a:ext uri="{FF2B5EF4-FFF2-40B4-BE49-F238E27FC236}">
                  <a16:creationId xmlns:a16="http://schemas.microsoft.com/office/drawing/2014/main" id="{87AB5695-500A-BFFD-E056-A285F822B5A2}"/>
                </a:ext>
              </a:extLst>
            </p:cNvPr>
            <p:cNvPicPr>
              <a:picLocks noChangeAspect="1"/>
            </p:cNvPicPr>
            <p:nvPr/>
          </p:nvPicPr>
          <p:blipFill>
            <a:blip r:embed="rId42"/>
            <a:stretch>
              <a:fillRect/>
            </a:stretch>
          </p:blipFill>
          <p:spPr>
            <a:xfrm>
              <a:off x="5124732" y="3934712"/>
              <a:ext cx="634913" cy="152399"/>
            </a:xfrm>
            <a:custGeom>
              <a:avLst/>
              <a:gdLst>
                <a:gd name="csX0" fmla="*/ 0 w 634913"/>
                <a:gd name="csY0" fmla="*/ 0 h 152399"/>
                <a:gd name="csX1" fmla="*/ 634914 w 634913"/>
                <a:gd name="csY1" fmla="*/ 0 h 152399"/>
                <a:gd name="csX2" fmla="*/ 634914 w 634913"/>
                <a:gd name="csY2" fmla="*/ 152399 h 152399"/>
                <a:gd name="csX3" fmla="*/ 0 w 634913"/>
                <a:gd name="csY3" fmla="*/ 152399 h 1523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4913" h="152399">
                  <a:moveTo>
                    <a:pt x="0" y="0"/>
                  </a:moveTo>
                  <a:lnTo>
                    <a:pt x="634914" y="0"/>
                  </a:lnTo>
                  <a:lnTo>
                    <a:pt x="634914" y="152399"/>
                  </a:lnTo>
                  <a:lnTo>
                    <a:pt x="0" y="152399"/>
                  </a:lnTo>
                  <a:close/>
                </a:path>
              </a:pathLst>
            </a:custGeom>
          </p:spPr>
        </p:pic>
      </p:grpSp>
      <p:grpSp>
        <p:nvGrpSpPr>
          <p:cNvPr id="2490" name="!!رسم 9">
            <a:extLst>
              <a:ext uri="{FF2B5EF4-FFF2-40B4-BE49-F238E27FC236}">
                <a16:creationId xmlns:a16="http://schemas.microsoft.com/office/drawing/2014/main" id="{D5DD0884-222B-DE99-B545-DECD2861F7B1}"/>
              </a:ext>
            </a:extLst>
          </p:cNvPr>
          <p:cNvGrpSpPr/>
          <p:nvPr/>
        </p:nvGrpSpPr>
        <p:grpSpPr>
          <a:xfrm>
            <a:off x="4310561" y="3839674"/>
            <a:ext cx="410256" cy="2023861"/>
            <a:chOff x="4981121" y="3495657"/>
            <a:chExt cx="410256" cy="2023861"/>
          </a:xfrm>
        </p:grpSpPr>
        <p:sp>
          <p:nvSpPr>
            <p:cNvPr id="2491" name="شكل حر: شكل 309">
              <a:extLst>
                <a:ext uri="{FF2B5EF4-FFF2-40B4-BE49-F238E27FC236}">
                  <a16:creationId xmlns:a16="http://schemas.microsoft.com/office/drawing/2014/main" id="{2BEF41FA-BF66-348B-EFC3-27E4C370E920}"/>
                </a:ext>
              </a:extLst>
            </p:cNvPr>
            <p:cNvSpPr/>
            <p:nvPr/>
          </p:nvSpPr>
          <p:spPr>
            <a:xfrm>
              <a:off x="5007576" y="3495657"/>
              <a:ext cx="377924" cy="1985761"/>
            </a:xfrm>
            <a:custGeom>
              <a:avLst/>
              <a:gdLst>
                <a:gd name="csX0" fmla="*/ 1 w 377924"/>
                <a:gd name="csY0" fmla="*/ 1985762 h 1985761"/>
                <a:gd name="csX1" fmla="*/ 1 w 377924"/>
                <a:gd name="csY1" fmla="*/ 145143 h 1985761"/>
                <a:gd name="csX2" fmla="*/ 377925 w 377924"/>
                <a:gd name="csY2" fmla="*/ 145143 h 1985761"/>
                <a:gd name="csX3" fmla="*/ 377925 w 377924"/>
                <a:gd name="csY3" fmla="*/ 1 h 198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377924" h="1985761">
                  <a:moveTo>
                    <a:pt x="1" y="1985762"/>
                  </a:moveTo>
                  <a:lnTo>
                    <a:pt x="1" y="145143"/>
                  </a:lnTo>
                  <a:lnTo>
                    <a:pt x="377925" y="145143"/>
                  </a:lnTo>
                  <a:lnTo>
                    <a:pt x="377925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2" name="شكل حر: شكل 310">
              <a:extLst>
                <a:ext uri="{FF2B5EF4-FFF2-40B4-BE49-F238E27FC236}">
                  <a16:creationId xmlns:a16="http://schemas.microsoft.com/office/drawing/2014/main" id="{B56DF6AA-E310-B8C9-69FD-D682416C34DF}"/>
                </a:ext>
              </a:extLst>
            </p:cNvPr>
            <p:cNvSpPr/>
            <p:nvPr/>
          </p:nvSpPr>
          <p:spPr>
            <a:xfrm>
              <a:off x="4981121" y="5468719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lnTo>
                    <a:pt x="1" y="1"/>
                  </a:lnTo>
                  <a:lnTo>
                    <a:pt x="26455" y="12700"/>
                  </a:lnTo>
                  <a:lnTo>
                    <a:pt x="52910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3" name="شكل حر: شكل 311">
              <a:extLst>
                <a:ext uri="{FF2B5EF4-FFF2-40B4-BE49-F238E27FC236}">
                  <a16:creationId xmlns:a16="http://schemas.microsoft.com/office/drawing/2014/main" id="{F99291B1-5FE4-8229-E3B1-5B8366580444}"/>
                </a:ext>
              </a:extLst>
            </p:cNvPr>
            <p:cNvSpPr/>
            <p:nvPr/>
          </p:nvSpPr>
          <p:spPr>
            <a:xfrm>
              <a:off x="5007576" y="3495657"/>
              <a:ext cx="383801" cy="1985761"/>
            </a:xfrm>
            <a:custGeom>
              <a:avLst/>
              <a:gdLst>
                <a:gd name="csX0" fmla="*/ 1 w 383801"/>
                <a:gd name="csY0" fmla="*/ 1985762 h 1985761"/>
                <a:gd name="csX1" fmla="*/ 1 w 383801"/>
                <a:gd name="csY1" fmla="*/ 145143 h 1985761"/>
                <a:gd name="csX2" fmla="*/ 1 w 383801"/>
                <a:gd name="csY2" fmla="*/ 1985762 h 1985761"/>
                <a:gd name="csX3" fmla="*/ 1 w 383801"/>
                <a:gd name="csY3" fmla="*/ 145143 h 1985761"/>
                <a:gd name="csX4" fmla="*/ 1 w 383801"/>
                <a:gd name="csY4" fmla="*/ 145143 h 1985761"/>
                <a:gd name="csX5" fmla="*/ 377925 w 383801"/>
                <a:gd name="csY5" fmla="*/ 145143 h 1985761"/>
                <a:gd name="csX6" fmla="*/ 1 w 383801"/>
                <a:gd name="csY6" fmla="*/ 145143 h 1985761"/>
                <a:gd name="csX7" fmla="*/ 377925 w 383801"/>
                <a:gd name="csY7" fmla="*/ 145143 h 1985761"/>
                <a:gd name="csX8" fmla="*/ 377925 w 383801"/>
                <a:gd name="csY8" fmla="*/ 145143 h 1985761"/>
                <a:gd name="csX9" fmla="*/ 377925 w 383801"/>
                <a:gd name="csY9" fmla="*/ 1 h 1985761"/>
                <a:gd name="csX10" fmla="*/ 377925 w 383801"/>
                <a:gd name="csY10" fmla="*/ 145143 h 1985761"/>
                <a:gd name="csX11" fmla="*/ 377925 w 383801"/>
                <a:gd name="csY11" fmla="*/ 1 h 1985761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383801" h="1985761">
                  <a:moveTo>
                    <a:pt x="1" y="1985762"/>
                  </a:moveTo>
                  <a:cubicBezTo>
                    <a:pt x="18670" y="1399896"/>
                    <a:pt x="3100" y="802564"/>
                    <a:pt x="1" y="145143"/>
                  </a:cubicBezTo>
                  <a:moveTo>
                    <a:pt x="1" y="1985762"/>
                  </a:moveTo>
                  <a:cubicBezTo>
                    <a:pt x="16856" y="1298804"/>
                    <a:pt x="9298" y="609380"/>
                    <a:pt x="1" y="145143"/>
                  </a:cubicBezTo>
                  <a:moveTo>
                    <a:pt x="1" y="145143"/>
                  </a:moveTo>
                  <a:cubicBezTo>
                    <a:pt x="82539" y="152617"/>
                    <a:pt x="176189" y="145723"/>
                    <a:pt x="377925" y="145143"/>
                  </a:cubicBezTo>
                  <a:moveTo>
                    <a:pt x="1" y="145143"/>
                  </a:moveTo>
                  <a:cubicBezTo>
                    <a:pt x="98563" y="151456"/>
                    <a:pt x="194481" y="153343"/>
                    <a:pt x="377925" y="145143"/>
                  </a:cubicBezTo>
                  <a:moveTo>
                    <a:pt x="377925" y="145143"/>
                  </a:moveTo>
                  <a:cubicBezTo>
                    <a:pt x="374448" y="102543"/>
                    <a:pt x="392740" y="54574"/>
                    <a:pt x="377925" y="1"/>
                  </a:cubicBezTo>
                  <a:moveTo>
                    <a:pt x="377925" y="145143"/>
                  </a:moveTo>
                  <a:cubicBezTo>
                    <a:pt x="380042" y="86505"/>
                    <a:pt x="383141" y="42745"/>
                    <a:pt x="377925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4" name="شكل حر: شكل 312">
              <a:extLst>
                <a:ext uri="{FF2B5EF4-FFF2-40B4-BE49-F238E27FC236}">
                  <a16:creationId xmlns:a16="http://schemas.microsoft.com/office/drawing/2014/main" id="{3229DB4D-C4BA-A711-D227-F212750CA2C2}"/>
                </a:ext>
              </a:extLst>
            </p:cNvPr>
            <p:cNvSpPr/>
            <p:nvPr/>
          </p:nvSpPr>
          <p:spPr>
            <a:xfrm>
              <a:off x="4981121" y="5468719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  <a:gd name="csX4" fmla="*/ 26455 w 52909"/>
                <a:gd name="csY4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9222" y="35851"/>
                    <a:pt x="13606" y="5008"/>
                    <a:pt x="1" y="1"/>
                  </a:cubicBezTo>
                  <a:cubicBezTo>
                    <a:pt x="9222" y="5806"/>
                    <a:pt x="19879" y="10959"/>
                    <a:pt x="26455" y="12700"/>
                  </a:cubicBezTo>
                  <a:cubicBezTo>
                    <a:pt x="37113" y="9217"/>
                    <a:pt x="45956" y="7040"/>
                    <a:pt x="52910" y="1"/>
                  </a:cubicBezTo>
                  <a:cubicBezTo>
                    <a:pt x="51474" y="23078"/>
                    <a:pt x="25322" y="44269"/>
                    <a:pt x="26455" y="508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5" name="شكل حر: شكل 313">
              <a:extLst>
                <a:ext uri="{FF2B5EF4-FFF2-40B4-BE49-F238E27FC236}">
                  <a16:creationId xmlns:a16="http://schemas.microsoft.com/office/drawing/2014/main" id="{53EA7036-BBA6-654E-B953-928E019D1ADC}"/>
                </a:ext>
              </a:extLst>
            </p:cNvPr>
            <p:cNvSpPr/>
            <p:nvPr/>
          </p:nvSpPr>
          <p:spPr>
            <a:xfrm>
              <a:off x="4981121" y="5468719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50800 h 50799"/>
                <a:gd name="csX3" fmla="*/ 1 w 52909"/>
                <a:gd name="csY3" fmla="*/ 1 h 50799"/>
                <a:gd name="csX4" fmla="*/ 1 w 52909"/>
                <a:gd name="csY4" fmla="*/ 1 h 50799"/>
                <a:gd name="csX5" fmla="*/ 26455 w 52909"/>
                <a:gd name="csY5" fmla="*/ 12700 h 50799"/>
                <a:gd name="csX6" fmla="*/ 1 w 52909"/>
                <a:gd name="csY6" fmla="*/ 1 h 50799"/>
                <a:gd name="csX7" fmla="*/ 26455 w 52909"/>
                <a:gd name="csY7" fmla="*/ 12700 h 50799"/>
                <a:gd name="csX8" fmla="*/ 26455 w 52909"/>
                <a:gd name="csY8" fmla="*/ 12700 h 50799"/>
                <a:gd name="csX9" fmla="*/ 52910 w 52909"/>
                <a:gd name="csY9" fmla="*/ 1 h 50799"/>
                <a:gd name="csX10" fmla="*/ 26455 w 52909"/>
                <a:gd name="csY10" fmla="*/ 12700 h 50799"/>
                <a:gd name="csX11" fmla="*/ 52910 w 52909"/>
                <a:gd name="csY11" fmla="*/ 1 h 50799"/>
                <a:gd name="csX12" fmla="*/ 52910 w 52909"/>
                <a:gd name="csY12" fmla="*/ 1 h 50799"/>
                <a:gd name="csX13" fmla="*/ 26455 w 52909"/>
                <a:gd name="csY13" fmla="*/ 50800 h 50799"/>
                <a:gd name="csX14" fmla="*/ 52910 w 52909"/>
                <a:gd name="csY14" fmla="*/ 1 h 50799"/>
                <a:gd name="csX15" fmla="*/ 26455 w 52909"/>
                <a:gd name="csY15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22676" y="37229"/>
                    <a:pt x="6652" y="17925"/>
                    <a:pt x="1" y="1"/>
                  </a:cubicBezTo>
                  <a:moveTo>
                    <a:pt x="26455" y="50800"/>
                  </a:moveTo>
                  <a:cubicBezTo>
                    <a:pt x="18519" y="32004"/>
                    <a:pt x="4989" y="11757"/>
                    <a:pt x="1" y="1"/>
                  </a:cubicBezTo>
                  <a:moveTo>
                    <a:pt x="1" y="1"/>
                  </a:moveTo>
                  <a:cubicBezTo>
                    <a:pt x="4687" y="4500"/>
                    <a:pt x="11414" y="6242"/>
                    <a:pt x="26455" y="12700"/>
                  </a:cubicBezTo>
                  <a:moveTo>
                    <a:pt x="1" y="1"/>
                  </a:moveTo>
                  <a:cubicBezTo>
                    <a:pt x="7483" y="4210"/>
                    <a:pt x="14362" y="7766"/>
                    <a:pt x="26455" y="12700"/>
                  </a:cubicBezTo>
                  <a:moveTo>
                    <a:pt x="26455" y="12700"/>
                  </a:moveTo>
                  <a:cubicBezTo>
                    <a:pt x="34618" y="9653"/>
                    <a:pt x="47241" y="5589"/>
                    <a:pt x="52910" y="1"/>
                  </a:cubicBezTo>
                  <a:moveTo>
                    <a:pt x="26455" y="12700"/>
                  </a:moveTo>
                  <a:cubicBezTo>
                    <a:pt x="36584" y="7258"/>
                    <a:pt x="46863" y="4427"/>
                    <a:pt x="52910" y="1"/>
                  </a:cubicBezTo>
                  <a:moveTo>
                    <a:pt x="52910" y="1"/>
                  </a:moveTo>
                  <a:cubicBezTo>
                    <a:pt x="42328" y="23296"/>
                    <a:pt x="29479" y="34835"/>
                    <a:pt x="26455" y="50800"/>
                  </a:cubicBezTo>
                  <a:moveTo>
                    <a:pt x="52910" y="1"/>
                  </a:moveTo>
                  <a:cubicBezTo>
                    <a:pt x="44293" y="17925"/>
                    <a:pt x="31520" y="39407"/>
                    <a:pt x="26455" y="508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96" name="!!رسم 9">
            <a:extLst>
              <a:ext uri="{FF2B5EF4-FFF2-40B4-BE49-F238E27FC236}">
                <a16:creationId xmlns:a16="http://schemas.microsoft.com/office/drawing/2014/main" id="{36A0A294-1920-D38F-75D3-5B7465730D0D}"/>
              </a:ext>
            </a:extLst>
          </p:cNvPr>
          <p:cNvGrpSpPr/>
          <p:nvPr/>
        </p:nvGrpSpPr>
        <p:grpSpPr>
          <a:xfrm>
            <a:off x="4337016" y="4195780"/>
            <a:ext cx="445044" cy="50799"/>
            <a:chOff x="5007576" y="3851763"/>
            <a:chExt cx="445044" cy="50799"/>
          </a:xfrm>
        </p:grpSpPr>
        <p:sp>
          <p:nvSpPr>
            <p:cNvPr id="2497" name="شكل حر: شكل 315">
              <a:extLst>
                <a:ext uri="{FF2B5EF4-FFF2-40B4-BE49-F238E27FC236}">
                  <a16:creationId xmlns:a16="http://schemas.microsoft.com/office/drawing/2014/main" id="{84E3CA4A-7E02-A5A2-B301-A3779DC4C5E7}"/>
                </a:ext>
              </a:extLst>
            </p:cNvPr>
            <p:cNvSpPr/>
            <p:nvPr/>
          </p:nvSpPr>
          <p:spPr>
            <a:xfrm>
              <a:off x="5007576" y="3877018"/>
              <a:ext cx="405362" cy="3265"/>
            </a:xfrm>
            <a:custGeom>
              <a:avLst/>
              <a:gdLst>
                <a:gd name="csX0" fmla="*/ 405363 w 405362"/>
                <a:gd name="csY0" fmla="*/ 1 h 3265"/>
                <a:gd name="csX1" fmla="*/ 1 w 405362"/>
                <a:gd name="csY1" fmla="*/ 3266 h 326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405362" h="3265">
                  <a:moveTo>
                    <a:pt x="405363" y="1"/>
                  </a:moveTo>
                  <a:lnTo>
                    <a:pt x="1" y="3266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8" name="شكل حر: شكل 316">
              <a:extLst>
                <a:ext uri="{FF2B5EF4-FFF2-40B4-BE49-F238E27FC236}">
                  <a16:creationId xmlns:a16="http://schemas.microsoft.com/office/drawing/2014/main" id="{19588C3A-7A85-FE0E-9021-9DECEB0950B9}"/>
                </a:ext>
              </a:extLst>
            </p:cNvPr>
            <p:cNvSpPr/>
            <p:nvPr/>
          </p:nvSpPr>
          <p:spPr>
            <a:xfrm>
              <a:off x="5399484" y="3851763"/>
              <a:ext cx="53136" cy="50799"/>
            </a:xfrm>
            <a:custGeom>
              <a:avLst/>
              <a:gdLst>
                <a:gd name="csX0" fmla="*/ 53137 w 53136"/>
                <a:gd name="csY0" fmla="*/ 24965 h 50799"/>
                <a:gd name="csX1" fmla="*/ 454 w 53136"/>
                <a:gd name="csY1" fmla="*/ 50800 h 50799"/>
                <a:gd name="csX2" fmla="*/ 13455 w 53136"/>
                <a:gd name="csY2" fmla="*/ 25255 h 50799"/>
                <a:gd name="csX3" fmla="*/ 1 w 53136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3136" h="50799">
                  <a:moveTo>
                    <a:pt x="53137" y="24965"/>
                  </a:moveTo>
                  <a:lnTo>
                    <a:pt x="454" y="50800"/>
                  </a:lnTo>
                  <a:lnTo>
                    <a:pt x="13455" y="25255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99" name="شكل حر: شكل 317">
              <a:extLst>
                <a:ext uri="{FF2B5EF4-FFF2-40B4-BE49-F238E27FC236}">
                  <a16:creationId xmlns:a16="http://schemas.microsoft.com/office/drawing/2014/main" id="{A77338A0-062E-508F-7AF1-12E1FFA09F3D}"/>
                </a:ext>
              </a:extLst>
            </p:cNvPr>
            <p:cNvSpPr/>
            <p:nvPr/>
          </p:nvSpPr>
          <p:spPr>
            <a:xfrm>
              <a:off x="5007576" y="3875726"/>
              <a:ext cx="405362" cy="5375"/>
            </a:xfrm>
            <a:custGeom>
              <a:avLst/>
              <a:gdLst>
                <a:gd name="csX0" fmla="*/ 405363 w 405362"/>
                <a:gd name="csY0" fmla="*/ 1292 h 5375"/>
                <a:gd name="csX1" fmla="*/ 1 w 405362"/>
                <a:gd name="csY1" fmla="*/ 4558 h 5375"/>
                <a:gd name="csX2" fmla="*/ 405363 w 405362"/>
                <a:gd name="csY2" fmla="*/ 1292 h 5375"/>
                <a:gd name="csX3" fmla="*/ 1 w 405362"/>
                <a:gd name="csY3" fmla="*/ 4558 h 537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05362" h="5375">
                  <a:moveTo>
                    <a:pt x="405363" y="1292"/>
                  </a:moveTo>
                  <a:cubicBezTo>
                    <a:pt x="277775" y="1655"/>
                    <a:pt x="149659" y="-3497"/>
                    <a:pt x="1" y="4558"/>
                  </a:cubicBezTo>
                  <a:moveTo>
                    <a:pt x="405363" y="1292"/>
                  </a:moveTo>
                  <a:cubicBezTo>
                    <a:pt x="303625" y="1147"/>
                    <a:pt x="206877" y="7606"/>
                    <a:pt x="1" y="4558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0" name="شكل حر: شكل 318">
              <a:extLst>
                <a:ext uri="{FF2B5EF4-FFF2-40B4-BE49-F238E27FC236}">
                  <a16:creationId xmlns:a16="http://schemas.microsoft.com/office/drawing/2014/main" id="{E927370D-2AF6-494E-590E-B30F18A076BA}"/>
                </a:ext>
              </a:extLst>
            </p:cNvPr>
            <p:cNvSpPr/>
            <p:nvPr/>
          </p:nvSpPr>
          <p:spPr>
            <a:xfrm>
              <a:off x="5399484" y="3851763"/>
              <a:ext cx="53136" cy="50799"/>
            </a:xfrm>
            <a:custGeom>
              <a:avLst/>
              <a:gdLst>
                <a:gd name="csX0" fmla="*/ 53137 w 53136"/>
                <a:gd name="csY0" fmla="*/ 24965 h 50799"/>
                <a:gd name="csX1" fmla="*/ 454 w 53136"/>
                <a:gd name="csY1" fmla="*/ 50800 h 50799"/>
                <a:gd name="csX2" fmla="*/ 13455 w 53136"/>
                <a:gd name="csY2" fmla="*/ 25255 h 50799"/>
                <a:gd name="csX3" fmla="*/ 1 w 53136"/>
                <a:gd name="csY3" fmla="*/ 1 h 50799"/>
                <a:gd name="csX4" fmla="*/ 53137 w 53136"/>
                <a:gd name="csY4" fmla="*/ 24965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3136" h="50799">
                  <a:moveTo>
                    <a:pt x="53137" y="24965"/>
                  </a:moveTo>
                  <a:cubicBezTo>
                    <a:pt x="41421" y="24747"/>
                    <a:pt x="25322" y="29101"/>
                    <a:pt x="454" y="50800"/>
                  </a:cubicBezTo>
                  <a:cubicBezTo>
                    <a:pt x="832" y="41947"/>
                    <a:pt x="9297" y="28085"/>
                    <a:pt x="13455" y="25255"/>
                  </a:cubicBezTo>
                  <a:cubicBezTo>
                    <a:pt x="3931" y="11684"/>
                    <a:pt x="2117" y="10015"/>
                    <a:pt x="1" y="1"/>
                  </a:cubicBezTo>
                  <a:cubicBezTo>
                    <a:pt x="14437" y="13716"/>
                    <a:pt x="23734" y="8491"/>
                    <a:pt x="53137" y="24965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1" name="شكل حر: شكل 319">
              <a:extLst>
                <a:ext uri="{FF2B5EF4-FFF2-40B4-BE49-F238E27FC236}">
                  <a16:creationId xmlns:a16="http://schemas.microsoft.com/office/drawing/2014/main" id="{317B1255-A059-90B6-B7AD-410A9A21C3DF}"/>
                </a:ext>
              </a:extLst>
            </p:cNvPr>
            <p:cNvSpPr/>
            <p:nvPr/>
          </p:nvSpPr>
          <p:spPr>
            <a:xfrm>
              <a:off x="5399484" y="3851763"/>
              <a:ext cx="53136" cy="50799"/>
            </a:xfrm>
            <a:custGeom>
              <a:avLst/>
              <a:gdLst>
                <a:gd name="csX0" fmla="*/ 53137 w 53136"/>
                <a:gd name="csY0" fmla="*/ 24965 h 50799"/>
                <a:gd name="csX1" fmla="*/ 454 w 53136"/>
                <a:gd name="csY1" fmla="*/ 50800 h 50799"/>
                <a:gd name="csX2" fmla="*/ 53137 w 53136"/>
                <a:gd name="csY2" fmla="*/ 24965 h 50799"/>
                <a:gd name="csX3" fmla="*/ 454 w 53136"/>
                <a:gd name="csY3" fmla="*/ 50800 h 50799"/>
                <a:gd name="csX4" fmla="*/ 454 w 53136"/>
                <a:gd name="csY4" fmla="*/ 50800 h 50799"/>
                <a:gd name="csX5" fmla="*/ 13455 w 53136"/>
                <a:gd name="csY5" fmla="*/ 25255 h 50799"/>
                <a:gd name="csX6" fmla="*/ 454 w 53136"/>
                <a:gd name="csY6" fmla="*/ 50800 h 50799"/>
                <a:gd name="csX7" fmla="*/ 13455 w 53136"/>
                <a:gd name="csY7" fmla="*/ 25255 h 50799"/>
                <a:gd name="csX8" fmla="*/ 13455 w 53136"/>
                <a:gd name="csY8" fmla="*/ 25255 h 50799"/>
                <a:gd name="csX9" fmla="*/ 1 w 53136"/>
                <a:gd name="csY9" fmla="*/ 1 h 50799"/>
                <a:gd name="csX10" fmla="*/ 13455 w 53136"/>
                <a:gd name="csY10" fmla="*/ 25255 h 50799"/>
                <a:gd name="csX11" fmla="*/ 1 w 53136"/>
                <a:gd name="csY11" fmla="*/ 1 h 50799"/>
                <a:gd name="csX12" fmla="*/ 1 w 53136"/>
                <a:gd name="csY12" fmla="*/ 1 h 50799"/>
                <a:gd name="csX13" fmla="*/ 53137 w 53136"/>
                <a:gd name="csY13" fmla="*/ 24965 h 50799"/>
                <a:gd name="csX14" fmla="*/ 1 w 53136"/>
                <a:gd name="csY14" fmla="*/ 1 h 50799"/>
                <a:gd name="csX15" fmla="*/ 53137 w 53136"/>
                <a:gd name="csY15" fmla="*/ 24965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3136" h="50799">
                  <a:moveTo>
                    <a:pt x="53137" y="24965"/>
                  </a:moveTo>
                  <a:cubicBezTo>
                    <a:pt x="37113" y="32875"/>
                    <a:pt x="21013" y="38753"/>
                    <a:pt x="454" y="50800"/>
                  </a:cubicBezTo>
                  <a:moveTo>
                    <a:pt x="53137" y="24965"/>
                  </a:moveTo>
                  <a:cubicBezTo>
                    <a:pt x="39078" y="31569"/>
                    <a:pt x="27211" y="40060"/>
                    <a:pt x="454" y="50800"/>
                  </a:cubicBezTo>
                  <a:moveTo>
                    <a:pt x="454" y="50800"/>
                  </a:moveTo>
                  <a:cubicBezTo>
                    <a:pt x="1663" y="42527"/>
                    <a:pt x="9826" y="37883"/>
                    <a:pt x="13455" y="25255"/>
                  </a:cubicBezTo>
                  <a:moveTo>
                    <a:pt x="454" y="50800"/>
                  </a:moveTo>
                  <a:cubicBezTo>
                    <a:pt x="2873" y="45648"/>
                    <a:pt x="7483" y="39987"/>
                    <a:pt x="13455" y="25255"/>
                  </a:cubicBezTo>
                  <a:moveTo>
                    <a:pt x="13455" y="25255"/>
                  </a:moveTo>
                  <a:cubicBezTo>
                    <a:pt x="7786" y="14950"/>
                    <a:pt x="4384" y="9725"/>
                    <a:pt x="1" y="1"/>
                  </a:cubicBezTo>
                  <a:moveTo>
                    <a:pt x="13455" y="25255"/>
                  </a:moveTo>
                  <a:cubicBezTo>
                    <a:pt x="9600" y="19087"/>
                    <a:pt x="8844" y="14079"/>
                    <a:pt x="1" y="1"/>
                  </a:cubicBezTo>
                  <a:moveTo>
                    <a:pt x="1" y="1"/>
                  </a:moveTo>
                  <a:cubicBezTo>
                    <a:pt x="12245" y="11757"/>
                    <a:pt x="39456" y="17272"/>
                    <a:pt x="53137" y="24965"/>
                  </a:cubicBezTo>
                  <a:moveTo>
                    <a:pt x="1" y="1"/>
                  </a:moveTo>
                  <a:cubicBezTo>
                    <a:pt x="16629" y="5879"/>
                    <a:pt x="39305" y="15386"/>
                    <a:pt x="53137" y="24965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02" name="!!رسم 9">
            <a:extLst>
              <a:ext uri="{FF2B5EF4-FFF2-40B4-BE49-F238E27FC236}">
                <a16:creationId xmlns:a16="http://schemas.microsoft.com/office/drawing/2014/main" id="{A5658281-BD49-D188-3DAD-EF04A395B1D2}"/>
              </a:ext>
            </a:extLst>
          </p:cNvPr>
          <p:cNvGrpSpPr/>
          <p:nvPr/>
        </p:nvGrpSpPr>
        <p:grpSpPr>
          <a:xfrm>
            <a:off x="4337016" y="4685127"/>
            <a:ext cx="293874" cy="50824"/>
            <a:chOff x="5007576" y="4341110"/>
            <a:chExt cx="293874" cy="50824"/>
          </a:xfrm>
        </p:grpSpPr>
        <p:sp>
          <p:nvSpPr>
            <p:cNvPr id="2503" name="شكل حر: شكل 321">
              <a:extLst>
                <a:ext uri="{FF2B5EF4-FFF2-40B4-BE49-F238E27FC236}">
                  <a16:creationId xmlns:a16="http://schemas.microsoft.com/office/drawing/2014/main" id="{5346B637-E829-72B9-86B6-BA2DF22AF4B6}"/>
                </a:ext>
              </a:extLst>
            </p:cNvPr>
            <p:cNvSpPr/>
            <p:nvPr/>
          </p:nvSpPr>
          <p:spPr>
            <a:xfrm>
              <a:off x="5007576" y="4366510"/>
              <a:ext cx="254192" cy="7257"/>
            </a:xfrm>
            <a:custGeom>
              <a:avLst/>
              <a:gdLst>
                <a:gd name="csX0" fmla="*/ 254193 w 254192"/>
                <a:gd name="csY0" fmla="*/ 1 h 7257"/>
                <a:gd name="csX1" fmla="*/ 1 w 254192"/>
                <a:gd name="csY1" fmla="*/ 1 h 7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4192" h="7257">
                  <a:moveTo>
                    <a:pt x="254193" y="1"/>
                  </a:moveTo>
                  <a:lnTo>
                    <a:pt x="1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4" name="شكل حر: شكل 322">
              <a:extLst>
                <a:ext uri="{FF2B5EF4-FFF2-40B4-BE49-F238E27FC236}">
                  <a16:creationId xmlns:a16="http://schemas.microsoft.com/office/drawing/2014/main" id="{BB7CE746-724C-4B84-F803-3E4B001030B0}"/>
                </a:ext>
              </a:extLst>
            </p:cNvPr>
            <p:cNvSpPr/>
            <p:nvPr/>
          </p:nvSpPr>
          <p:spPr>
            <a:xfrm>
              <a:off x="5248540" y="4341110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13228 w 52909"/>
                <a:gd name="csY2" fmla="*/ 25400 h 50799"/>
                <a:gd name="csX3" fmla="*/ 1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lnTo>
                    <a:pt x="1" y="50800"/>
                  </a:lnTo>
                  <a:lnTo>
                    <a:pt x="13228" y="2540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5" name="شكل حر: شكل 323">
              <a:extLst>
                <a:ext uri="{FF2B5EF4-FFF2-40B4-BE49-F238E27FC236}">
                  <a16:creationId xmlns:a16="http://schemas.microsoft.com/office/drawing/2014/main" id="{1775D520-3969-D035-CFDE-60F983BC6328}"/>
                </a:ext>
              </a:extLst>
            </p:cNvPr>
            <p:cNvSpPr/>
            <p:nvPr/>
          </p:nvSpPr>
          <p:spPr>
            <a:xfrm>
              <a:off x="5007576" y="4356902"/>
              <a:ext cx="254192" cy="11812"/>
            </a:xfrm>
            <a:custGeom>
              <a:avLst/>
              <a:gdLst>
                <a:gd name="csX0" fmla="*/ 254193 w 254192"/>
                <a:gd name="csY0" fmla="*/ 9609 h 11812"/>
                <a:gd name="csX1" fmla="*/ 1 w 254192"/>
                <a:gd name="csY1" fmla="*/ 9609 h 11812"/>
                <a:gd name="csX2" fmla="*/ 254193 w 254192"/>
                <a:gd name="csY2" fmla="*/ 9609 h 11812"/>
                <a:gd name="csX3" fmla="*/ 1 w 254192"/>
                <a:gd name="csY3" fmla="*/ 9609 h 1181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192" h="11812">
                  <a:moveTo>
                    <a:pt x="254193" y="9609"/>
                  </a:moveTo>
                  <a:cubicBezTo>
                    <a:pt x="166514" y="-697"/>
                    <a:pt x="78080" y="-5486"/>
                    <a:pt x="1" y="9609"/>
                  </a:cubicBezTo>
                  <a:moveTo>
                    <a:pt x="254193" y="9609"/>
                  </a:moveTo>
                  <a:cubicBezTo>
                    <a:pt x="180271" y="12584"/>
                    <a:pt x="99092" y="12511"/>
                    <a:pt x="1" y="9609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6" name="شكل حر: شكل 324">
              <a:extLst>
                <a:ext uri="{FF2B5EF4-FFF2-40B4-BE49-F238E27FC236}">
                  <a16:creationId xmlns:a16="http://schemas.microsoft.com/office/drawing/2014/main" id="{5172EFC9-6812-4CCD-CCCD-8D6743BA6D74}"/>
                </a:ext>
              </a:extLst>
            </p:cNvPr>
            <p:cNvSpPr/>
            <p:nvPr/>
          </p:nvSpPr>
          <p:spPr>
            <a:xfrm>
              <a:off x="5248540" y="4341110"/>
              <a:ext cx="52909" cy="50824"/>
            </a:xfrm>
            <a:custGeom>
              <a:avLst/>
              <a:gdLst>
                <a:gd name="csX0" fmla="*/ 52910 w 52909"/>
                <a:gd name="csY0" fmla="*/ 25400 h 50824"/>
                <a:gd name="csX1" fmla="*/ 1 w 52909"/>
                <a:gd name="csY1" fmla="*/ 50800 h 50824"/>
                <a:gd name="csX2" fmla="*/ 13228 w 52909"/>
                <a:gd name="csY2" fmla="*/ 25400 h 50824"/>
                <a:gd name="csX3" fmla="*/ 1 w 52909"/>
                <a:gd name="csY3" fmla="*/ 1 h 50824"/>
                <a:gd name="csX4" fmla="*/ 52910 w 52909"/>
                <a:gd name="csY4" fmla="*/ 25400 h 5082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824">
                  <a:moveTo>
                    <a:pt x="52910" y="25400"/>
                  </a:moveTo>
                  <a:cubicBezTo>
                    <a:pt x="24490" y="36359"/>
                    <a:pt x="8617" y="51526"/>
                    <a:pt x="1" y="50800"/>
                  </a:cubicBezTo>
                  <a:cubicBezTo>
                    <a:pt x="3780" y="42963"/>
                    <a:pt x="11414" y="36286"/>
                    <a:pt x="13228" y="25400"/>
                  </a:cubicBezTo>
                  <a:cubicBezTo>
                    <a:pt x="9600" y="19812"/>
                    <a:pt x="1512" y="7258"/>
                    <a:pt x="1" y="1"/>
                  </a:cubicBezTo>
                  <a:cubicBezTo>
                    <a:pt x="3931" y="12555"/>
                    <a:pt x="21996" y="10160"/>
                    <a:pt x="52910" y="254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07" name="شكل حر: شكل 325">
              <a:extLst>
                <a:ext uri="{FF2B5EF4-FFF2-40B4-BE49-F238E27FC236}">
                  <a16:creationId xmlns:a16="http://schemas.microsoft.com/office/drawing/2014/main" id="{C2185EC5-FD17-7A84-14B0-3B1861CE2423}"/>
                </a:ext>
              </a:extLst>
            </p:cNvPr>
            <p:cNvSpPr/>
            <p:nvPr/>
          </p:nvSpPr>
          <p:spPr>
            <a:xfrm>
              <a:off x="5248540" y="4341110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52910 w 52909"/>
                <a:gd name="csY2" fmla="*/ 25400 h 50799"/>
                <a:gd name="csX3" fmla="*/ 1 w 52909"/>
                <a:gd name="csY3" fmla="*/ 50800 h 50799"/>
                <a:gd name="csX4" fmla="*/ 1 w 52909"/>
                <a:gd name="csY4" fmla="*/ 50800 h 50799"/>
                <a:gd name="csX5" fmla="*/ 13228 w 52909"/>
                <a:gd name="csY5" fmla="*/ 25400 h 50799"/>
                <a:gd name="csX6" fmla="*/ 1 w 52909"/>
                <a:gd name="csY6" fmla="*/ 50800 h 50799"/>
                <a:gd name="csX7" fmla="*/ 13228 w 52909"/>
                <a:gd name="csY7" fmla="*/ 25400 h 50799"/>
                <a:gd name="csX8" fmla="*/ 13228 w 52909"/>
                <a:gd name="csY8" fmla="*/ 25400 h 50799"/>
                <a:gd name="csX9" fmla="*/ 1 w 52909"/>
                <a:gd name="csY9" fmla="*/ 1 h 50799"/>
                <a:gd name="csX10" fmla="*/ 13228 w 52909"/>
                <a:gd name="csY10" fmla="*/ 25400 h 50799"/>
                <a:gd name="csX11" fmla="*/ 1 w 52909"/>
                <a:gd name="csY11" fmla="*/ 1 h 50799"/>
                <a:gd name="csX12" fmla="*/ 1 w 52909"/>
                <a:gd name="csY12" fmla="*/ 1 h 50799"/>
                <a:gd name="csX13" fmla="*/ 52910 w 52909"/>
                <a:gd name="csY13" fmla="*/ 25400 h 50799"/>
                <a:gd name="csX14" fmla="*/ 1 w 52909"/>
                <a:gd name="csY14" fmla="*/ 1 h 50799"/>
                <a:gd name="csX15" fmla="*/ 52910 w 52909"/>
                <a:gd name="csY15" fmla="*/ 254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cubicBezTo>
                    <a:pt x="33485" y="29827"/>
                    <a:pt x="13832" y="36141"/>
                    <a:pt x="1" y="50800"/>
                  </a:cubicBezTo>
                  <a:moveTo>
                    <a:pt x="52910" y="25400"/>
                  </a:moveTo>
                  <a:cubicBezTo>
                    <a:pt x="38549" y="34617"/>
                    <a:pt x="21542" y="42672"/>
                    <a:pt x="1" y="50800"/>
                  </a:cubicBezTo>
                  <a:moveTo>
                    <a:pt x="1" y="50800"/>
                  </a:moveTo>
                  <a:cubicBezTo>
                    <a:pt x="7332" y="44632"/>
                    <a:pt x="8390" y="37157"/>
                    <a:pt x="13228" y="25400"/>
                  </a:cubicBezTo>
                  <a:moveTo>
                    <a:pt x="1" y="50800"/>
                  </a:moveTo>
                  <a:cubicBezTo>
                    <a:pt x="983" y="45938"/>
                    <a:pt x="6576" y="40568"/>
                    <a:pt x="13228" y="25400"/>
                  </a:cubicBezTo>
                  <a:moveTo>
                    <a:pt x="13228" y="25400"/>
                  </a:moveTo>
                  <a:cubicBezTo>
                    <a:pt x="7332" y="17635"/>
                    <a:pt x="7332" y="9798"/>
                    <a:pt x="1" y="1"/>
                  </a:cubicBezTo>
                  <a:moveTo>
                    <a:pt x="13228" y="25400"/>
                  </a:moveTo>
                  <a:cubicBezTo>
                    <a:pt x="10885" y="18361"/>
                    <a:pt x="5291" y="13571"/>
                    <a:pt x="1" y="1"/>
                  </a:cubicBezTo>
                  <a:moveTo>
                    <a:pt x="1" y="1"/>
                  </a:moveTo>
                  <a:cubicBezTo>
                    <a:pt x="16327" y="10233"/>
                    <a:pt x="30083" y="8201"/>
                    <a:pt x="52910" y="25400"/>
                  </a:cubicBezTo>
                  <a:moveTo>
                    <a:pt x="1" y="1"/>
                  </a:moveTo>
                  <a:cubicBezTo>
                    <a:pt x="15571" y="4500"/>
                    <a:pt x="30234" y="12483"/>
                    <a:pt x="52910" y="254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08" name="!!رسم 9">
            <a:extLst>
              <a:ext uri="{FF2B5EF4-FFF2-40B4-BE49-F238E27FC236}">
                <a16:creationId xmlns:a16="http://schemas.microsoft.com/office/drawing/2014/main" id="{576CAAA2-6A4F-57C7-4291-F17F1A130DDF}"/>
              </a:ext>
            </a:extLst>
          </p:cNvPr>
          <p:cNvGrpSpPr/>
          <p:nvPr/>
        </p:nvGrpSpPr>
        <p:grpSpPr>
          <a:xfrm>
            <a:off x="4442835" y="4710527"/>
            <a:ext cx="453509" cy="145142"/>
            <a:chOff x="5113395" y="4366510"/>
            <a:chExt cx="453509" cy="145142"/>
          </a:xfrm>
          <a:noFill/>
        </p:grpSpPr>
        <p:sp>
          <p:nvSpPr>
            <p:cNvPr id="2509" name="مستطيل 327">
              <a:extLst>
                <a:ext uri="{FF2B5EF4-FFF2-40B4-BE49-F238E27FC236}">
                  <a16:creationId xmlns:a16="http://schemas.microsoft.com/office/drawing/2014/main" id="{73D30EED-C959-680B-F50A-1FBC783E600D}"/>
                </a:ext>
              </a:extLst>
            </p:cNvPr>
            <p:cNvSpPr/>
            <p:nvPr/>
          </p:nvSpPr>
          <p:spPr>
            <a:xfrm>
              <a:off x="5113395" y="436651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10" name="صورة 328">
              <a:extLst>
                <a:ext uri="{FF2B5EF4-FFF2-40B4-BE49-F238E27FC236}">
                  <a16:creationId xmlns:a16="http://schemas.microsoft.com/office/drawing/2014/main" id="{97BD45FB-9AF0-1AC5-99A3-E41C35F0C77B}"/>
                </a:ext>
              </a:extLst>
            </p:cNvPr>
            <p:cNvPicPr>
              <a:picLocks noChangeAspect="1"/>
            </p:cNvPicPr>
            <p:nvPr/>
          </p:nvPicPr>
          <p:blipFill>
            <a:blip r:embed="rId43"/>
            <a:stretch>
              <a:fillRect/>
            </a:stretch>
          </p:blipFill>
          <p:spPr>
            <a:xfrm>
              <a:off x="5117174" y="4402795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511" name="!!رسم 9">
            <a:extLst>
              <a:ext uri="{FF2B5EF4-FFF2-40B4-BE49-F238E27FC236}">
                <a16:creationId xmlns:a16="http://schemas.microsoft.com/office/drawing/2014/main" id="{1B1994E5-76CF-BBC6-4428-DD4ECF53F1D6}"/>
              </a:ext>
            </a:extLst>
          </p:cNvPr>
          <p:cNvGrpSpPr/>
          <p:nvPr/>
        </p:nvGrpSpPr>
        <p:grpSpPr>
          <a:xfrm>
            <a:off x="4382367" y="5762807"/>
            <a:ext cx="453509" cy="145142"/>
            <a:chOff x="5052927" y="5418790"/>
            <a:chExt cx="453509" cy="145142"/>
          </a:xfrm>
          <a:noFill/>
        </p:grpSpPr>
        <p:sp>
          <p:nvSpPr>
            <p:cNvPr id="2512" name="مستطيل 330">
              <a:extLst>
                <a:ext uri="{FF2B5EF4-FFF2-40B4-BE49-F238E27FC236}">
                  <a16:creationId xmlns:a16="http://schemas.microsoft.com/office/drawing/2014/main" id="{172A3A65-D429-80AD-36D7-A9C90039BD7F}"/>
                </a:ext>
              </a:extLst>
            </p:cNvPr>
            <p:cNvSpPr/>
            <p:nvPr/>
          </p:nvSpPr>
          <p:spPr>
            <a:xfrm>
              <a:off x="5052927" y="541879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13" name="صورة 331">
              <a:extLst>
                <a:ext uri="{FF2B5EF4-FFF2-40B4-BE49-F238E27FC236}">
                  <a16:creationId xmlns:a16="http://schemas.microsoft.com/office/drawing/2014/main" id="{A41AB965-729A-8E47-582A-24DC9AAED217}"/>
                </a:ext>
              </a:extLst>
            </p:cNvPr>
            <p:cNvPicPr>
              <a:picLocks noChangeAspect="1"/>
            </p:cNvPicPr>
            <p:nvPr/>
          </p:nvPicPr>
          <p:blipFill>
            <a:blip r:embed="rId44"/>
            <a:stretch>
              <a:fillRect/>
            </a:stretch>
          </p:blipFill>
          <p:spPr>
            <a:xfrm>
              <a:off x="5056706" y="5455075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514" name="!!رسم 9">
            <a:extLst>
              <a:ext uri="{FF2B5EF4-FFF2-40B4-BE49-F238E27FC236}">
                <a16:creationId xmlns:a16="http://schemas.microsoft.com/office/drawing/2014/main" id="{BFC16658-386A-49BE-A60B-6067BEA1CBCD}"/>
              </a:ext>
            </a:extLst>
          </p:cNvPr>
          <p:cNvGrpSpPr/>
          <p:nvPr/>
        </p:nvGrpSpPr>
        <p:grpSpPr>
          <a:xfrm>
            <a:off x="4442835" y="5414466"/>
            <a:ext cx="453509" cy="145142"/>
            <a:chOff x="5113395" y="5070449"/>
            <a:chExt cx="453509" cy="145142"/>
          </a:xfrm>
          <a:noFill/>
        </p:grpSpPr>
        <p:sp>
          <p:nvSpPr>
            <p:cNvPr id="2515" name="مستطيل 333">
              <a:extLst>
                <a:ext uri="{FF2B5EF4-FFF2-40B4-BE49-F238E27FC236}">
                  <a16:creationId xmlns:a16="http://schemas.microsoft.com/office/drawing/2014/main" id="{B0100B54-6F8D-B9E9-ECC0-4D6423C4C503}"/>
                </a:ext>
              </a:extLst>
            </p:cNvPr>
            <p:cNvSpPr/>
            <p:nvPr/>
          </p:nvSpPr>
          <p:spPr>
            <a:xfrm>
              <a:off x="5113395" y="5070449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16" name="صورة 334">
              <a:extLst>
                <a:ext uri="{FF2B5EF4-FFF2-40B4-BE49-F238E27FC236}">
                  <a16:creationId xmlns:a16="http://schemas.microsoft.com/office/drawing/2014/main" id="{873DF11A-5ED2-6E46-E840-465E7A0A1B96}"/>
                </a:ext>
              </a:extLst>
            </p:cNvPr>
            <p:cNvPicPr>
              <a:picLocks noChangeAspect="1"/>
            </p:cNvPicPr>
            <p:nvPr/>
          </p:nvPicPr>
          <p:blipFill>
            <a:blip r:embed="rId45"/>
            <a:stretch>
              <a:fillRect/>
            </a:stretch>
          </p:blipFill>
          <p:spPr>
            <a:xfrm>
              <a:off x="5117174" y="5106734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517" name="!!رسم 9">
            <a:extLst>
              <a:ext uri="{FF2B5EF4-FFF2-40B4-BE49-F238E27FC236}">
                <a16:creationId xmlns:a16="http://schemas.microsoft.com/office/drawing/2014/main" id="{994B1BE4-09A1-9426-13C4-0C0E0911F023}"/>
              </a:ext>
            </a:extLst>
          </p:cNvPr>
          <p:cNvGrpSpPr/>
          <p:nvPr/>
        </p:nvGrpSpPr>
        <p:grpSpPr>
          <a:xfrm>
            <a:off x="4337016" y="5396323"/>
            <a:ext cx="293874" cy="50799"/>
            <a:chOff x="5007576" y="5052306"/>
            <a:chExt cx="293874" cy="50799"/>
          </a:xfrm>
        </p:grpSpPr>
        <p:sp>
          <p:nvSpPr>
            <p:cNvPr id="2518" name="شكل حر: شكل 336">
              <a:extLst>
                <a:ext uri="{FF2B5EF4-FFF2-40B4-BE49-F238E27FC236}">
                  <a16:creationId xmlns:a16="http://schemas.microsoft.com/office/drawing/2014/main" id="{ECA32433-A2E3-505C-448D-0029FE841A7C}"/>
                </a:ext>
              </a:extLst>
            </p:cNvPr>
            <p:cNvSpPr/>
            <p:nvPr/>
          </p:nvSpPr>
          <p:spPr>
            <a:xfrm>
              <a:off x="5007576" y="5077706"/>
              <a:ext cx="254192" cy="7257"/>
            </a:xfrm>
            <a:custGeom>
              <a:avLst/>
              <a:gdLst>
                <a:gd name="csX0" fmla="*/ 254193 w 254192"/>
                <a:gd name="csY0" fmla="*/ 1 h 7257"/>
                <a:gd name="csX1" fmla="*/ 1 w 254192"/>
                <a:gd name="csY1" fmla="*/ 1 h 725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</a:cxnLst>
              <a:rect l="l" t="t" r="r" b="b"/>
              <a:pathLst>
                <a:path w="254192" h="7257">
                  <a:moveTo>
                    <a:pt x="254193" y="1"/>
                  </a:moveTo>
                  <a:lnTo>
                    <a:pt x="1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19" name="شكل حر: شكل 337">
              <a:extLst>
                <a:ext uri="{FF2B5EF4-FFF2-40B4-BE49-F238E27FC236}">
                  <a16:creationId xmlns:a16="http://schemas.microsoft.com/office/drawing/2014/main" id="{6A9AA5F0-ADA6-B14D-B0E4-0D0230BEF02F}"/>
                </a:ext>
              </a:extLst>
            </p:cNvPr>
            <p:cNvSpPr/>
            <p:nvPr/>
          </p:nvSpPr>
          <p:spPr>
            <a:xfrm>
              <a:off x="5248540" y="5052306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13228 w 52909"/>
                <a:gd name="csY2" fmla="*/ 25400 h 50799"/>
                <a:gd name="csX3" fmla="*/ 1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lnTo>
                    <a:pt x="1" y="50800"/>
                  </a:lnTo>
                  <a:lnTo>
                    <a:pt x="13228" y="25400"/>
                  </a:lnTo>
                  <a:lnTo>
                    <a:pt x="1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0" name="شكل حر: شكل 338">
              <a:extLst>
                <a:ext uri="{FF2B5EF4-FFF2-40B4-BE49-F238E27FC236}">
                  <a16:creationId xmlns:a16="http://schemas.microsoft.com/office/drawing/2014/main" id="{FFD28720-4B3C-A0D4-92A5-C71DC9A4AF1F}"/>
                </a:ext>
              </a:extLst>
            </p:cNvPr>
            <p:cNvSpPr/>
            <p:nvPr/>
          </p:nvSpPr>
          <p:spPr>
            <a:xfrm>
              <a:off x="5007576" y="5071060"/>
              <a:ext cx="254192" cy="7034"/>
            </a:xfrm>
            <a:custGeom>
              <a:avLst/>
              <a:gdLst>
                <a:gd name="csX0" fmla="*/ 254193 w 254192"/>
                <a:gd name="csY0" fmla="*/ 6646 h 7034"/>
                <a:gd name="csX1" fmla="*/ 1 w 254192"/>
                <a:gd name="csY1" fmla="*/ 6646 h 7034"/>
                <a:gd name="csX2" fmla="*/ 254193 w 254192"/>
                <a:gd name="csY2" fmla="*/ 6646 h 7034"/>
                <a:gd name="csX3" fmla="*/ 1 w 254192"/>
                <a:gd name="csY3" fmla="*/ 6646 h 703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254192" h="7034">
                  <a:moveTo>
                    <a:pt x="254193" y="6646"/>
                  </a:moveTo>
                  <a:cubicBezTo>
                    <a:pt x="162206" y="-2715"/>
                    <a:pt x="98639" y="-1700"/>
                    <a:pt x="1" y="6646"/>
                  </a:cubicBezTo>
                  <a:moveTo>
                    <a:pt x="254193" y="6646"/>
                  </a:moveTo>
                  <a:cubicBezTo>
                    <a:pt x="199545" y="2292"/>
                    <a:pt x="149130" y="8606"/>
                    <a:pt x="1" y="6646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1" name="شكل حر: شكل 339">
              <a:extLst>
                <a:ext uri="{FF2B5EF4-FFF2-40B4-BE49-F238E27FC236}">
                  <a16:creationId xmlns:a16="http://schemas.microsoft.com/office/drawing/2014/main" id="{A9FEC27F-4FF3-DA27-085F-5D8A97D144C8}"/>
                </a:ext>
              </a:extLst>
            </p:cNvPr>
            <p:cNvSpPr/>
            <p:nvPr/>
          </p:nvSpPr>
          <p:spPr>
            <a:xfrm>
              <a:off x="5248540" y="5052306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13228 w 52909"/>
                <a:gd name="csY2" fmla="*/ 25400 h 50799"/>
                <a:gd name="csX3" fmla="*/ 1 w 52909"/>
                <a:gd name="csY3" fmla="*/ 1 h 50799"/>
                <a:gd name="csX4" fmla="*/ 52910 w 52909"/>
                <a:gd name="csY4" fmla="*/ 254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cubicBezTo>
                    <a:pt x="44898" y="30553"/>
                    <a:pt x="30083" y="38608"/>
                    <a:pt x="1" y="50800"/>
                  </a:cubicBezTo>
                  <a:cubicBezTo>
                    <a:pt x="1059" y="47607"/>
                    <a:pt x="10129" y="39261"/>
                    <a:pt x="13228" y="25400"/>
                  </a:cubicBezTo>
                  <a:cubicBezTo>
                    <a:pt x="5065" y="23296"/>
                    <a:pt x="8995" y="18433"/>
                    <a:pt x="1" y="1"/>
                  </a:cubicBezTo>
                  <a:cubicBezTo>
                    <a:pt x="16327" y="12700"/>
                    <a:pt x="37566" y="5443"/>
                    <a:pt x="52910" y="254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22" name="شكل حر: شكل 340">
              <a:extLst>
                <a:ext uri="{FF2B5EF4-FFF2-40B4-BE49-F238E27FC236}">
                  <a16:creationId xmlns:a16="http://schemas.microsoft.com/office/drawing/2014/main" id="{A03D851D-A6EA-4322-3A08-192153838570}"/>
                </a:ext>
              </a:extLst>
            </p:cNvPr>
            <p:cNvSpPr/>
            <p:nvPr/>
          </p:nvSpPr>
          <p:spPr>
            <a:xfrm>
              <a:off x="5248540" y="5052306"/>
              <a:ext cx="52909" cy="50799"/>
            </a:xfrm>
            <a:custGeom>
              <a:avLst/>
              <a:gdLst>
                <a:gd name="csX0" fmla="*/ 52910 w 52909"/>
                <a:gd name="csY0" fmla="*/ 25400 h 50799"/>
                <a:gd name="csX1" fmla="*/ 1 w 52909"/>
                <a:gd name="csY1" fmla="*/ 50800 h 50799"/>
                <a:gd name="csX2" fmla="*/ 52910 w 52909"/>
                <a:gd name="csY2" fmla="*/ 25400 h 50799"/>
                <a:gd name="csX3" fmla="*/ 1 w 52909"/>
                <a:gd name="csY3" fmla="*/ 50800 h 50799"/>
                <a:gd name="csX4" fmla="*/ 1 w 52909"/>
                <a:gd name="csY4" fmla="*/ 50800 h 50799"/>
                <a:gd name="csX5" fmla="*/ 13228 w 52909"/>
                <a:gd name="csY5" fmla="*/ 25400 h 50799"/>
                <a:gd name="csX6" fmla="*/ 1 w 52909"/>
                <a:gd name="csY6" fmla="*/ 50800 h 50799"/>
                <a:gd name="csX7" fmla="*/ 13228 w 52909"/>
                <a:gd name="csY7" fmla="*/ 25400 h 50799"/>
                <a:gd name="csX8" fmla="*/ 13228 w 52909"/>
                <a:gd name="csY8" fmla="*/ 25400 h 50799"/>
                <a:gd name="csX9" fmla="*/ 1 w 52909"/>
                <a:gd name="csY9" fmla="*/ 1 h 50799"/>
                <a:gd name="csX10" fmla="*/ 13228 w 52909"/>
                <a:gd name="csY10" fmla="*/ 25400 h 50799"/>
                <a:gd name="csX11" fmla="*/ 1 w 52909"/>
                <a:gd name="csY11" fmla="*/ 1 h 50799"/>
                <a:gd name="csX12" fmla="*/ 1 w 52909"/>
                <a:gd name="csY12" fmla="*/ 1 h 50799"/>
                <a:gd name="csX13" fmla="*/ 52910 w 52909"/>
                <a:gd name="csY13" fmla="*/ 25400 h 50799"/>
                <a:gd name="csX14" fmla="*/ 1 w 52909"/>
                <a:gd name="csY14" fmla="*/ 1 h 50799"/>
                <a:gd name="csX15" fmla="*/ 52910 w 52909"/>
                <a:gd name="csY15" fmla="*/ 254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52910" y="25400"/>
                  </a:moveTo>
                  <a:cubicBezTo>
                    <a:pt x="31973" y="29827"/>
                    <a:pt x="22071" y="38390"/>
                    <a:pt x="1" y="50800"/>
                  </a:cubicBezTo>
                  <a:moveTo>
                    <a:pt x="52910" y="25400"/>
                  </a:moveTo>
                  <a:cubicBezTo>
                    <a:pt x="41043" y="28739"/>
                    <a:pt x="30839" y="36431"/>
                    <a:pt x="1" y="50800"/>
                  </a:cubicBezTo>
                  <a:moveTo>
                    <a:pt x="1" y="50800"/>
                  </a:moveTo>
                  <a:cubicBezTo>
                    <a:pt x="4006" y="41439"/>
                    <a:pt x="9449" y="39334"/>
                    <a:pt x="13228" y="25400"/>
                  </a:cubicBezTo>
                  <a:moveTo>
                    <a:pt x="1" y="50800"/>
                  </a:moveTo>
                  <a:cubicBezTo>
                    <a:pt x="4006" y="42019"/>
                    <a:pt x="7408" y="35705"/>
                    <a:pt x="13228" y="25400"/>
                  </a:cubicBezTo>
                  <a:moveTo>
                    <a:pt x="13228" y="25400"/>
                  </a:moveTo>
                  <a:cubicBezTo>
                    <a:pt x="8542" y="17055"/>
                    <a:pt x="1966" y="10886"/>
                    <a:pt x="1" y="1"/>
                  </a:cubicBezTo>
                  <a:moveTo>
                    <a:pt x="13228" y="25400"/>
                  </a:moveTo>
                  <a:cubicBezTo>
                    <a:pt x="10053" y="20175"/>
                    <a:pt x="8012" y="15676"/>
                    <a:pt x="1" y="1"/>
                  </a:cubicBezTo>
                  <a:moveTo>
                    <a:pt x="1" y="1"/>
                  </a:moveTo>
                  <a:cubicBezTo>
                    <a:pt x="8542" y="9725"/>
                    <a:pt x="26606" y="15966"/>
                    <a:pt x="52910" y="25400"/>
                  </a:cubicBezTo>
                  <a:moveTo>
                    <a:pt x="1" y="1"/>
                  </a:moveTo>
                  <a:cubicBezTo>
                    <a:pt x="17385" y="10088"/>
                    <a:pt x="34240" y="16474"/>
                    <a:pt x="52910" y="254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23" name="!!رسم 9">
            <a:extLst>
              <a:ext uri="{FF2B5EF4-FFF2-40B4-BE49-F238E27FC236}">
                <a16:creationId xmlns:a16="http://schemas.microsoft.com/office/drawing/2014/main" id="{D07680B2-9D7D-B884-7CC2-F3621E6AA2CC}"/>
              </a:ext>
            </a:extLst>
          </p:cNvPr>
          <p:cNvGrpSpPr/>
          <p:nvPr/>
        </p:nvGrpSpPr>
        <p:grpSpPr>
          <a:xfrm>
            <a:off x="4337016" y="1927428"/>
            <a:ext cx="4306564" cy="4530643"/>
            <a:chOff x="5007576" y="1583411"/>
            <a:chExt cx="4306564" cy="4530643"/>
          </a:xfrm>
        </p:grpSpPr>
        <p:grpSp>
          <p:nvGrpSpPr>
            <p:cNvPr id="2524" name="رسم 9">
              <a:extLst>
                <a:ext uri="{FF2B5EF4-FFF2-40B4-BE49-F238E27FC236}">
                  <a16:creationId xmlns:a16="http://schemas.microsoft.com/office/drawing/2014/main" id="{94EC804E-BA08-A8D9-1BAB-B30D557D1E4E}"/>
                </a:ext>
              </a:extLst>
            </p:cNvPr>
            <p:cNvGrpSpPr/>
            <p:nvPr/>
          </p:nvGrpSpPr>
          <p:grpSpPr>
            <a:xfrm>
              <a:off x="5007576" y="1583411"/>
              <a:ext cx="4232757" cy="4530643"/>
              <a:chOff x="5007576" y="1583411"/>
              <a:chExt cx="4232757" cy="4530643"/>
            </a:xfrm>
          </p:grpSpPr>
          <p:sp>
            <p:nvSpPr>
              <p:cNvPr id="2526" name="شكل حر: شكل 343">
                <a:extLst>
                  <a:ext uri="{FF2B5EF4-FFF2-40B4-BE49-F238E27FC236}">
                    <a16:creationId xmlns:a16="http://schemas.microsoft.com/office/drawing/2014/main" id="{AF5F2CAE-6D45-3B92-43C2-4C86523F13B5}"/>
                  </a:ext>
                </a:extLst>
              </p:cNvPr>
              <p:cNvSpPr/>
              <p:nvPr/>
            </p:nvSpPr>
            <p:spPr>
              <a:xfrm>
                <a:off x="5007576" y="1608810"/>
                <a:ext cx="4232757" cy="4499404"/>
              </a:xfrm>
              <a:custGeom>
                <a:avLst/>
                <a:gdLst>
                  <a:gd name="csX0" fmla="*/ 1257507 w 4232757"/>
                  <a:gd name="csY0" fmla="*/ 1 h 4499404"/>
                  <a:gd name="csX1" fmla="*/ 4232758 w 4232757"/>
                  <a:gd name="csY1" fmla="*/ 1 h 4499404"/>
                  <a:gd name="csX2" fmla="*/ 4232758 w 4232757"/>
                  <a:gd name="csY2" fmla="*/ 4499405 h 4499404"/>
                  <a:gd name="csX3" fmla="*/ 831435 w 4232757"/>
                  <a:gd name="csY3" fmla="*/ 4499405 h 4499404"/>
                  <a:gd name="csX4" fmla="*/ 831435 w 4232757"/>
                  <a:gd name="csY4" fmla="*/ 3701123 h 4499404"/>
                  <a:gd name="csX5" fmla="*/ 1 w 4232757"/>
                  <a:gd name="csY5" fmla="*/ 3701123 h 44994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</a:cxnLst>
                <a:rect l="l" t="t" r="r" b="b"/>
                <a:pathLst>
                  <a:path w="4232757" h="4499404">
                    <a:moveTo>
                      <a:pt x="1257507" y="1"/>
                    </a:moveTo>
                    <a:lnTo>
                      <a:pt x="4232758" y="1"/>
                    </a:lnTo>
                    <a:lnTo>
                      <a:pt x="4232758" y="4499405"/>
                    </a:lnTo>
                    <a:lnTo>
                      <a:pt x="831435" y="4499405"/>
                    </a:lnTo>
                    <a:lnTo>
                      <a:pt x="831435" y="3701123"/>
                    </a:lnTo>
                    <a:lnTo>
                      <a:pt x="1" y="3701123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7" name="شكل حر: شكل 344">
                <a:extLst>
                  <a:ext uri="{FF2B5EF4-FFF2-40B4-BE49-F238E27FC236}">
                    <a16:creationId xmlns:a16="http://schemas.microsoft.com/office/drawing/2014/main" id="{316215DB-90BE-3FC2-CC5B-CD9103A12FD6}"/>
                  </a:ext>
                </a:extLst>
              </p:cNvPr>
              <p:cNvSpPr/>
              <p:nvPr/>
            </p:nvSpPr>
            <p:spPr>
              <a:xfrm>
                <a:off x="6225400" y="1583411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lnTo>
                      <a:pt x="52910" y="1"/>
                    </a:lnTo>
                    <a:lnTo>
                      <a:pt x="39683" y="25400"/>
                    </a:lnTo>
                    <a:lnTo>
                      <a:pt x="52910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8" name="شكل حر: شكل 345">
                <a:extLst>
                  <a:ext uri="{FF2B5EF4-FFF2-40B4-BE49-F238E27FC236}">
                    <a16:creationId xmlns:a16="http://schemas.microsoft.com/office/drawing/2014/main" id="{93CD5E26-4BC2-A0DE-DC23-012A270862E9}"/>
                  </a:ext>
                </a:extLst>
              </p:cNvPr>
              <p:cNvSpPr/>
              <p:nvPr/>
            </p:nvSpPr>
            <p:spPr>
              <a:xfrm>
                <a:off x="5007576" y="1608810"/>
                <a:ext cx="4232757" cy="4505243"/>
              </a:xfrm>
              <a:custGeom>
                <a:avLst/>
                <a:gdLst>
                  <a:gd name="csX0" fmla="*/ 1257507 w 4232757"/>
                  <a:gd name="csY0" fmla="*/ 1 h 4505243"/>
                  <a:gd name="csX1" fmla="*/ 4232758 w 4232757"/>
                  <a:gd name="csY1" fmla="*/ 1 h 4505243"/>
                  <a:gd name="csX2" fmla="*/ 1257507 w 4232757"/>
                  <a:gd name="csY2" fmla="*/ 1 h 4505243"/>
                  <a:gd name="csX3" fmla="*/ 4232758 w 4232757"/>
                  <a:gd name="csY3" fmla="*/ 1 h 4505243"/>
                  <a:gd name="csX4" fmla="*/ 4232758 w 4232757"/>
                  <a:gd name="csY4" fmla="*/ 1 h 4505243"/>
                  <a:gd name="csX5" fmla="*/ 4232758 w 4232757"/>
                  <a:gd name="csY5" fmla="*/ 4499405 h 4505243"/>
                  <a:gd name="csX6" fmla="*/ 4232758 w 4232757"/>
                  <a:gd name="csY6" fmla="*/ 1 h 4505243"/>
                  <a:gd name="csX7" fmla="*/ 4232758 w 4232757"/>
                  <a:gd name="csY7" fmla="*/ 4499405 h 4505243"/>
                  <a:gd name="csX8" fmla="*/ 4232758 w 4232757"/>
                  <a:gd name="csY8" fmla="*/ 4499405 h 4505243"/>
                  <a:gd name="csX9" fmla="*/ 831435 w 4232757"/>
                  <a:gd name="csY9" fmla="*/ 4499405 h 4505243"/>
                  <a:gd name="csX10" fmla="*/ 4232758 w 4232757"/>
                  <a:gd name="csY10" fmla="*/ 4499405 h 4505243"/>
                  <a:gd name="csX11" fmla="*/ 831435 w 4232757"/>
                  <a:gd name="csY11" fmla="*/ 4499405 h 4505243"/>
                  <a:gd name="csX12" fmla="*/ 831435 w 4232757"/>
                  <a:gd name="csY12" fmla="*/ 4499405 h 4505243"/>
                  <a:gd name="csX13" fmla="*/ 831435 w 4232757"/>
                  <a:gd name="csY13" fmla="*/ 3701123 h 4505243"/>
                  <a:gd name="csX14" fmla="*/ 831435 w 4232757"/>
                  <a:gd name="csY14" fmla="*/ 4499405 h 4505243"/>
                  <a:gd name="csX15" fmla="*/ 831435 w 4232757"/>
                  <a:gd name="csY15" fmla="*/ 3701123 h 4505243"/>
                  <a:gd name="csX16" fmla="*/ 831435 w 4232757"/>
                  <a:gd name="csY16" fmla="*/ 3701123 h 4505243"/>
                  <a:gd name="csX17" fmla="*/ 1 w 4232757"/>
                  <a:gd name="csY17" fmla="*/ 3701123 h 4505243"/>
                  <a:gd name="csX18" fmla="*/ 831435 w 4232757"/>
                  <a:gd name="csY18" fmla="*/ 3701123 h 4505243"/>
                  <a:gd name="csX19" fmla="*/ 1 w 4232757"/>
                  <a:gd name="csY19" fmla="*/ 3701123 h 450524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</a:cxnLst>
                <a:rect l="l" t="t" r="r" b="b"/>
                <a:pathLst>
                  <a:path w="4232757" h="4505243">
                    <a:moveTo>
                      <a:pt x="1257507" y="1"/>
                    </a:moveTo>
                    <a:cubicBezTo>
                      <a:pt x="2219477" y="17708"/>
                      <a:pt x="3162853" y="19087"/>
                      <a:pt x="4232758" y="1"/>
                    </a:cubicBezTo>
                    <a:moveTo>
                      <a:pt x="1257507" y="1"/>
                    </a:moveTo>
                    <a:cubicBezTo>
                      <a:pt x="2085692" y="13862"/>
                      <a:pt x="2909266" y="14224"/>
                      <a:pt x="4232758" y="1"/>
                    </a:cubicBezTo>
                    <a:moveTo>
                      <a:pt x="4232758" y="1"/>
                    </a:moveTo>
                    <a:cubicBezTo>
                      <a:pt x="4223915" y="1304029"/>
                      <a:pt x="4224595" y="2612558"/>
                      <a:pt x="4232758" y="4499405"/>
                    </a:cubicBezTo>
                    <a:moveTo>
                      <a:pt x="4232758" y="1"/>
                    </a:moveTo>
                    <a:cubicBezTo>
                      <a:pt x="4222555" y="1242852"/>
                      <a:pt x="4223991" y="2490566"/>
                      <a:pt x="4232758" y="4499405"/>
                    </a:cubicBezTo>
                    <a:moveTo>
                      <a:pt x="4232758" y="4499405"/>
                    </a:moveTo>
                    <a:cubicBezTo>
                      <a:pt x="3309639" y="4494833"/>
                      <a:pt x="2390677" y="4490188"/>
                      <a:pt x="831435" y="4499405"/>
                    </a:cubicBezTo>
                    <a:moveTo>
                      <a:pt x="4232758" y="4499405"/>
                    </a:moveTo>
                    <a:cubicBezTo>
                      <a:pt x="3369654" y="4507968"/>
                      <a:pt x="2501636" y="4506372"/>
                      <a:pt x="831435" y="4499405"/>
                    </a:cubicBezTo>
                    <a:moveTo>
                      <a:pt x="831435" y="4499405"/>
                    </a:moveTo>
                    <a:cubicBezTo>
                      <a:pt x="835819" y="4221748"/>
                      <a:pt x="826144" y="3920143"/>
                      <a:pt x="831435" y="3701123"/>
                    </a:cubicBezTo>
                    <a:moveTo>
                      <a:pt x="831435" y="4499405"/>
                    </a:moveTo>
                    <a:cubicBezTo>
                      <a:pt x="825086" y="4298310"/>
                      <a:pt x="828109" y="4088072"/>
                      <a:pt x="831435" y="3701123"/>
                    </a:cubicBezTo>
                    <a:moveTo>
                      <a:pt x="831435" y="3701123"/>
                    </a:moveTo>
                    <a:cubicBezTo>
                      <a:pt x="556910" y="3709324"/>
                      <a:pt x="296294" y="3695898"/>
                      <a:pt x="1" y="3701123"/>
                    </a:cubicBezTo>
                    <a:moveTo>
                      <a:pt x="831435" y="3701123"/>
                    </a:moveTo>
                    <a:cubicBezTo>
                      <a:pt x="516170" y="3703591"/>
                      <a:pt x="191155" y="3694156"/>
                      <a:pt x="1" y="3701123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29" name="شكل حر: شكل 346">
                <a:extLst>
                  <a:ext uri="{FF2B5EF4-FFF2-40B4-BE49-F238E27FC236}">
                    <a16:creationId xmlns:a16="http://schemas.microsoft.com/office/drawing/2014/main" id="{21AA1FB5-BA49-A20E-46B5-8E3E701779A6}"/>
                  </a:ext>
                </a:extLst>
              </p:cNvPr>
              <p:cNvSpPr/>
              <p:nvPr/>
            </p:nvSpPr>
            <p:spPr>
              <a:xfrm>
                <a:off x="6225400" y="1583411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39683 w 52909"/>
                  <a:gd name="csY2" fmla="*/ 25400 h 50799"/>
                  <a:gd name="csX3" fmla="*/ 52910 w 52909"/>
                  <a:gd name="csY3" fmla="*/ 50800 h 50799"/>
                  <a:gd name="csX4" fmla="*/ 1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9524" y="26779"/>
                      <a:pt x="28647" y="9217"/>
                      <a:pt x="52910" y="1"/>
                    </a:cubicBezTo>
                    <a:cubicBezTo>
                      <a:pt x="49736" y="12410"/>
                      <a:pt x="39683" y="15458"/>
                      <a:pt x="39683" y="25400"/>
                    </a:cubicBezTo>
                    <a:cubicBezTo>
                      <a:pt x="42933" y="32222"/>
                      <a:pt x="46258" y="37520"/>
                      <a:pt x="52910" y="50800"/>
                    </a:cubicBezTo>
                    <a:cubicBezTo>
                      <a:pt x="29025" y="48478"/>
                      <a:pt x="29328" y="29537"/>
                      <a:pt x="1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30" name="شكل حر: شكل 347">
                <a:extLst>
                  <a:ext uri="{FF2B5EF4-FFF2-40B4-BE49-F238E27FC236}">
                    <a16:creationId xmlns:a16="http://schemas.microsoft.com/office/drawing/2014/main" id="{C70E7233-8B3B-CA27-9871-AD9D161142D1}"/>
                  </a:ext>
                </a:extLst>
              </p:cNvPr>
              <p:cNvSpPr/>
              <p:nvPr/>
            </p:nvSpPr>
            <p:spPr>
              <a:xfrm>
                <a:off x="6225400" y="1583411"/>
                <a:ext cx="52909" cy="50799"/>
              </a:xfrm>
              <a:custGeom>
                <a:avLst/>
                <a:gdLst>
                  <a:gd name="csX0" fmla="*/ 1 w 52909"/>
                  <a:gd name="csY0" fmla="*/ 25400 h 50799"/>
                  <a:gd name="csX1" fmla="*/ 52910 w 52909"/>
                  <a:gd name="csY1" fmla="*/ 1 h 50799"/>
                  <a:gd name="csX2" fmla="*/ 1 w 52909"/>
                  <a:gd name="csY2" fmla="*/ 25400 h 50799"/>
                  <a:gd name="csX3" fmla="*/ 52910 w 52909"/>
                  <a:gd name="csY3" fmla="*/ 1 h 50799"/>
                  <a:gd name="csX4" fmla="*/ 52910 w 52909"/>
                  <a:gd name="csY4" fmla="*/ 1 h 50799"/>
                  <a:gd name="csX5" fmla="*/ 39683 w 52909"/>
                  <a:gd name="csY5" fmla="*/ 25400 h 50799"/>
                  <a:gd name="csX6" fmla="*/ 52910 w 52909"/>
                  <a:gd name="csY6" fmla="*/ 1 h 50799"/>
                  <a:gd name="csX7" fmla="*/ 39683 w 52909"/>
                  <a:gd name="csY7" fmla="*/ 25400 h 50799"/>
                  <a:gd name="csX8" fmla="*/ 39683 w 52909"/>
                  <a:gd name="csY8" fmla="*/ 25400 h 50799"/>
                  <a:gd name="csX9" fmla="*/ 52910 w 52909"/>
                  <a:gd name="csY9" fmla="*/ 50800 h 50799"/>
                  <a:gd name="csX10" fmla="*/ 39683 w 52909"/>
                  <a:gd name="csY10" fmla="*/ 25400 h 50799"/>
                  <a:gd name="csX11" fmla="*/ 52910 w 52909"/>
                  <a:gd name="csY11" fmla="*/ 50800 h 50799"/>
                  <a:gd name="csX12" fmla="*/ 52910 w 52909"/>
                  <a:gd name="csY12" fmla="*/ 50800 h 50799"/>
                  <a:gd name="csX13" fmla="*/ 1 w 52909"/>
                  <a:gd name="csY13" fmla="*/ 25400 h 50799"/>
                  <a:gd name="csX14" fmla="*/ 52910 w 52909"/>
                  <a:gd name="csY14" fmla="*/ 50800 h 50799"/>
                  <a:gd name="csX15" fmla="*/ 1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1" y="25400"/>
                    </a:moveTo>
                    <a:cubicBezTo>
                      <a:pt x="21240" y="22207"/>
                      <a:pt x="30008" y="15023"/>
                      <a:pt x="52910" y="1"/>
                    </a:cubicBezTo>
                    <a:moveTo>
                      <a:pt x="1" y="25400"/>
                    </a:moveTo>
                    <a:cubicBezTo>
                      <a:pt x="17234" y="17345"/>
                      <a:pt x="31293" y="10596"/>
                      <a:pt x="52910" y="1"/>
                    </a:cubicBezTo>
                    <a:moveTo>
                      <a:pt x="52910" y="1"/>
                    </a:moveTo>
                    <a:cubicBezTo>
                      <a:pt x="49131" y="7620"/>
                      <a:pt x="45654" y="17418"/>
                      <a:pt x="39683" y="25400"/>
                    </a:cubicBezTo>
                    <a:moveTo>
                      <a:pt x="52910" y="1"/>
                    </a:moveTo>
                    <a:cubicBezTo>
                      <a:pt x="47846" y="5661"/>
                      <a:pt x="44898" y="13716"/>
                      <a:pt x="39683" y="25400"/>
                    </a:cubicBezTo>
                    <a:moveTo>
                      <a:pt x="39683" y="25400"/>
                    </a:moveTo>
                    <a:cubicBezTo>
                      <a:pt x="42101" y="33528"/>
                      <a:pt x="46032" y="38536"/>
                      <a:pt x="52910" y="50800"/>
                    </a:cubicBezTo>
                    <a:moveTo>
                      <a:pt x="39683" y="25400"/>
                    </a:moveTo>
                    <a:cubicBezTo>
                      <a:pt x="44520" y="32222"/>
                      <a:pt x="47317" y="38028"/>
                      <a:pt x="52910" y="50800"/>
                    </a:cubicBezTo>
                    <a:moveTo>
                      <a:pt x="52910" y="50800"/>
                    </a:moveTo>
                    <a:cubicBezTo>
                      <a:pt x="38171" y="45067"/>
                      <a:pt x="15344" y="30335"/>
                      <a:pt x="1" y="25400"/>
                    </a:cubicBezTo>
                    <a:moveTo>
                      <a:pt x="52910" y="50800"/>
                    </a:moveTo>
                    <a:cubicBezTo>
                      <a:pt x="36659" y="45720"/>
                      <a:pt x="24263" y="37302"/>
                      <a:pt x="1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525" name="صورة 348">
              <a:extLst>
                <a:ext uri="{FF2B5EF4-FFF2-40B4-BE49-F238E27FC236}">
                  <a16:creationId xmlns:a16="http://schemas.microsoft.com/office/drawing/2014/main" id="{E3BB0599-FB07-D50A-5528-D354A7A1C25F}"/>
                </a:ext>
              </a:extLst>
            </p:cNvPr>
            <p:cNvPicPr>
              <a:picLocks noChangeAspect="1"/>
            </p:cNvPicPr>
            <p:nvPr/>
          </p:nvPicPr>
          <p:blipFill>
            <a:blip r:embed="rId46"/>
            <a:stretch>
              <a:fillRect/>
            </a:stretch>
          </p:blipFill>
          <p:spPr>
            <a:xfrm rot="-5400000">
              <a:off x="8860630" y="5522097"/>
              <a:ext cx="778525" cy="123370"/>
            </a:xfrm>
            <a:custGeom>
              <a:avLst/>
              <a:gdLst>
                <a:gd name="csX0" fmla="*/ 2 w 778525"/>
                <a:gd name="csY0" fmla="*/ -2 h 123370"/>
                <a:gd name="csX1" fmla="*/ 778527 w 778525"/>
                <a:gd name="csY1" fmla="*/ -2 h 123370"/>
                <a:gd name="csX2" fmla="*/ 778527 w 778525"/>
                <a:gd name="csY2" fmla="*/ 123369 h 123370"/>
                <a:gd name="csX3" fmla="*/ 2 w 778525"/>
                <a:gd name="csY3" fmla="*/ 123369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78525" h="123370">
                  <a:moveTo>
                    <a:pt x="2" y="-2"/>
                  </a:moveTo>
                  <a:lnTo>
                    <a:pt x="778527" y="-2"/>
                  </a:lnTo>
                  <a:lnTo>
                    <a:pt x="778527" y="123369"/>
                  </a:lnTo>
                  <a:lnTo>
                    <a:pt x="2" y="123369"/>
                  </a:lnTo>
                  <a:close/>
                </a:path>
              </a:pathLst>
            </a:custGeom>
          </p:spPr>
        </p:pic>
      </p:grpSp>
      <p:grpSp>
        <p:nvGrpSpPr>
          <p:cNvPr id="2531" name="!!رسم 9">
            <a:extLst>
              <a:ext uri="{FF2B5EF4-FFF2-40B4-BE49-F238E27FC236}">
                <a16:creationId xmlns:a16="http://schemas.microsoft.com/office/drawing/2014/main" id="{1425A219-80A9-82C5-B272-173EA28C7680}"/>
              </a:ext>
            </a:extLst>
          </p:cNvPr>
          <p:cNvGrpSpPr/>
          <p:nvPr/>
        </p:nvGrpSpPr>
        <p:grpSpPr>
          <a:xfrm>
            <a:off x="7934860" y="6314347"/>
            <a:ext cx="453509" cy="145142"/>
            <a:chOff x="8605420" y="5970330"/>
            <a:chExt cx="453509" cy="145142"/>
          </a:xfrm>
          <a:noFill/>
        </p:grpSpPr>
        <p:sp>
          <p:nvSpPr>
            <p:cNvPr id="2532" name="مستطيل 350">
              <a:extLst>
                <a:ext uri="{FF2B5EF4-FFF2-40B4-BE49-F238E27FC236}">
                  <a16:creationId xmlns:a16="http://schemas.microsoft.com/office/drawing/2014/main" id="{A0066A62-7056-2CD4-CEFB-C9A5C6E6DD26}"/>
                </a:ext>
              </a:extLst>
            </p:cNvPr>
            <p:cNvSpPr/>
            <p:nvPr/>
          </p:nvSpPr>
          <p:spPr>
            <a:xfrm>
              <a:off x="8605420" y="5970330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33" name="صورة 351">
              <a:extLst>
                <a:ext uri="{FF2B5EF4-FFF2-40B4-BE49-F238E27FC236}">
                  <a16:creationId xmlns:a16="http://schemas.microsoft.com/office/drawing/2014/main" id="{745651A9-07DF-439F-A8CB-EF97134E3064}"/>
                </a:ext>
              </a:extLst>
            </p:cNvPr>
            <p:cNvPicPr>
              <a:picLocks noChangeAspect="1"/>
            </p:cNvPicPr>
            <p:nvPr/>
          </p:nvPicPr>
          <p:blipFill>
            <a:blip r:embed="rId47"/>
            <a:stretch>
              <a:fillRect/>
            </a:stretch>
          </p:blipFill>
          <p:spPr>
            <a:xfrm>
              <a:off x="8609199" y="6006615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534" name="!!رسم 9">
            <a:extLst>
              <a:ext uri="{FF2B5EF4-FFF2-40B4-BE49-F238E27FC236}">
                <a16:creationId xmlns:a16="http://schemas.microsoft.com/office/drawing/2014/main" id="{94A3E9D6-3AFC-319D-98E5-0BC4C28AD307}"/>
              </a:ext>
            </a:extLst>
          </p:cNvPr>
          <p:cNvGrpSpPr/>
          <p:nvPr/>
        </p:nvGrpSpPr>
        <p:grpSpPr>
          <a:xfrm>
            <a:off x="7934860" y="6227261"/>
            <a:ext cx="453509" cy="145142"/>
            <a:chOff x="8605420" y="5883244"/>
            <a:chExt cx="453509" cy="145142"/>
          </a:xfrm>
          <a:noFill/>
        </p:grpSpPr>
        <p:sp>
          <p:nvSpPr>
            <p:cNvPr id="2535" name="مستطيل 353">
              <a:extLst>
                <a:ext uri="{FF2B5EF4-FFF2-40B4-BE49-F238E27FC236}">
                  <a16:creationId xmlns:a16="http://schemas.microsoft.com/office/drawing/2014/main" id="{964D152D-20EA-9289-558B-B91D10AA5F28}"/>
                </a:ext>
              </a:extLst>
            </p:cNvPr>
            <p:cNvSpPr/>
            <p:nvPr/>
          </p:nvSpPr>
          <p:spPr>
            <a:xfrm>
              <a:off x="8605420" y="5883244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36" name="صورة 354">
              <a:extLst>
                <a:ext uri="{FF2B5EF4-FFF2-40B4-BE49-F238E27FC236}">
                  <a16:creationId xmlns:a16="http://schemas.microsoft.com/office/drawing/2014/main" id="{552DD8A4-0900-CE68-5D1C-64038A969CBE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/>
            <a:stretch>
              <a:fillRect/>
            </a:stretch>
          </p:blipFill>
          <p:spPr>
            <a:xfrm>
              <a:off x="8609199" y="5919530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537" name="!!رسم 9">
            <a:extLst>
              <a:ext uri="{FF2B5EF4-FFF2-40B4-BE49-F238E27FC236}">
                <a16:creationId xmlns:a16="http://schemas.microsoft.com/office/drawing/2014/main" id="{E79FA9C1-8AB6-F78B-6056-872653977375}"/>
              </a:ext>
            </a:extLst>
          </p:cNvPr>
          <p:cNvGrpSpPr/>
          <p:nvPr/>
        </p:nvGrpSpPr>
        <p:grpSpPr>
          <a:xfrm>
            <a:off x="7058074" y="5952362"/>
            <a:ext cx="857889" cy="499869"/>
            <a:chOff x="7728634" y="5608345"/>
            <a:chExt cx="857889" cy="499869"/>
          </a:xfrm>
        </p:grpSpPr>
        <p:grpSp>
          <p:nvGrpSpPr>
            <p:cNvPr id="2538" name="رسم 9">
              <a:extLst>
                <a:ext uri="{FF2B5EF4-FFF2-40B4-BE49-F238E27FC236}">
                  <a16:creationId xmlns:a16="http://schemas.microsoft.com/office/drawing/2014/main" id="{4E63170D-2BBF-ECCA-A239-75BCFA216886}"/>
                </a:ext>
              </a:extLst>
            </p:cNvPr>
            <p:cNvGrpSpPr/>
            <p:nvPr/>
          </p:nvGrpSpPr>
          <p:grpSpPr>
            <a:xfrm>
              <a:off x="7728634" y="5608345"/>
              <a:ext cx="857889" cy="499869"/>
              <a:chOff x="7728634" y="5608345"/>
              <a:chExt cx="857889" cy="499869"/>
            </a:xfrm>
          </p:grpSpPr>
          <p:sp>
            <p:nvSpPr>
              <p:cNvPr id="2540" name="شكل حر: شكل 357">
                <a:extLst>
                  <a:ext uri="{FF2B5EF4-FFF2-40B4-BE49-F238E27FC236}">
                    <a16:creationId xmlns:a16="http://schemas.microsoft.com/office/drawing/2014/main" id="{F589D3D2-1734-546E-5E2E-0FD709E718DF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1 w 831434"/>
                  <a:gd name="csY2" fmla="*/ 171486 h 461769"/>
                  <a:gd name="csX3" fmla="*/ 1 w 831434"/>
                  <a:gd name="csY3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lnTo>
                      <a:pt x="831435" y="171486"/>
                    </a:lnTo>
                    <a:lnTo>
                      <a:pt x="1" y="171486"/>
                    </a:lnTo>
                    <a:lnTo>
                      <a:pt x="1" y="461770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1" name="شكل حر: شكل 358">
                <a:extLst>
                  <a:ext uri="{FF2B5EF4-FFF2-40B4-BE49-F238E27FC236}">
                    <a16:creationId xmlns:a16="http://schemas.microsoft.com/office/drawing/2014/main" id="{8216D6EC-C4A5-E3F9-66D5-8F251C469D2E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2" name="شكل حر: شكل 359">
                <a:extLst>
                  <a:ext uri="{FF2B5EF4-FFF2-40B4-BE49-F238E27FC236}">
                    <a16:creationId xmlns:a16="http://schemas.microsoft.com/office/drawing/2014/main" id="{F534F6B1-F560-CA10-9869-0C35DD781AFF}"/>
                  </a:ext>
                </a:extLst>
              </p:cNvPr>
              <p:cNvSpPr/>
              <p:nvPr/>
            </p:nvSpPr>
            <p:spPr>
              <a:xfrm>
                <a:off x="7728634" y="5646445"/>
                <a:ext cx="831434" cy="461769"/>
              </a:xfrm>
              <a:custGeom>
                <a:avLst/>
                <a:gdLst>
                  <a:gd name="csX0" fmla="*/ 831435 w 831434"/>
                  <a:gd name="csY0" fmla="*/ 1 h 461769"/>
                  <a:gd name="csX1" fmla="*/ 831435 w 831434"/>
                  <a:gd name="csY1" fmla="*/ 171486 h 461769"/>
                  <a:gd name="csX2" fmla="*/ 831435 w 831434"/>
                  <a:gd name="csY2" fmla="*/ 1 h 461769"/>
                  <a:gd name="csX3" fmla="*/ 831435 w 831434"/>
                  <a:gd name="csY3" fmla="*/ 171486 h 461769"/>
                  <a:gd name="csX4" fmla="*/ 831435 w 831434"/>
                  <a:gd name="csY4" fmla="*/ 171486 h 461769"/>
                  <a:gd name="csX5" fmla="*/ 1 w 831434"/>
                  <a:gd name="csY5" fmla="*/ 171486 h 461769"/>
                  <a:gd name="csX6" fmla="*/ 831435 w 831434"/>
                  <a:gd name="csY6" fmla="*/ 171486 h 461769"/>
                  <a:gd name="csX7" fmla="*/ 1 w 831434"/>
                  <a:gd name="csY7" fmla="*/ 171486 h 461769"/>
                  <a:gd name="csX8" fmla="*/ 1 w 831434"/>
                  <a:gd name="csY8" fmla="*/ 171486 h 461769"/>
                  <a:gd name="csX9" fmla="*/ 1 w 831434"/>
                  <a:gd name="csY9" fmla="*/ 461770 h 461769"/>
                  <a:gd name="csX10" fmla="*/ 1 w 831434"/>
                  <a:gd name="csY10" fmla="*/ 171486 h 461769"/>
                  <a:gd name="csX11" fmla="*/ 1 w 831434"/>
                  <a:gd name="csY11" fmla="*/ 461770 h 46176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461769">
                    <a:moveTo>
                      <a:pt x="831435" y="1"/>
                    </a:moveTo>
                    <a:cubicBezTo>
                      <a:pt x="817906" y="60597"/>
                      <a:pt x="825237" y="123807"/>
                      <a:pt x="831435" y="171486"/>
                    </a:cubicBezTo>
                    <a:moveTo>
                      <a:pt x="831435" y="1"/>
                    </a:moveTo>
                    <a:cubicBezTo>
                      <a:pt x="826975" y="39479"/>
                      <a:pt x="824028" y="69741"/>
                      <a:pt x="831435" y="171486"/>
                    </a:cubicBezTo>
                    <a:moveTo>
                      <a:pt x="831435" y="171486"/>
                    </a:moveTo>
                    <a:cubicBezTo>
                      <a:pt x="548445" y="178162"/>
                      <a:pt x="278380" y="161616"/>
                      <a:pt x="1" y="171486"/>
                    </a:cubicBezTo>
                    <a:moveTo>
                      <a:pt x="831435" y="171486"/>
                    </a:moveTo>
                    <a:cubicBezTo>
                      <a:pt x="600296" y="170542"/>
                      <a:pt x="364622" y="181283"/>
                      <a:pt x="1" y="171486"/>
                    </a:cubicBezTo>
                    <a:moveTo>
                      <a:pt x="1" y="171486"/>
                    </a:moveTo>
                    <a:cubicBezTo>
                      <a:pt x="3628" y="271997"/>
                      <a:pt x="1512" y="362856"/>
                      <a:pt x="1" y="461770"/>
                    </a:cubicBezTo>
                    <a:moveTo>
                      <a:pt x="1" y="171486"/>
                    </a:moveTo>
                    <a:cubicBezTo>
                      <a:pt x="4762" y="237453"/>
                      <a:pt x="5821" y="312201"/>
                      <a:pt x="1" y="46177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3" name="شكل حر: شكل 360">
                <a:extLst>
                  <a:ext uri="{FF2B5EF4-FFF2-40B4-BE49-F238E27FC236}">
                    <a16:creationId xmlns:a16="http://schemas.microsoft.com/office/drawing/2014/main" id="{A1695B48-3530-B188-50A0-A1EB99A29245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867"/>
              </a:xfrm>
              <a:custGeom>
                <a:avLst/>
                <a:gdLst>
                  <a:gd name="csX0" fmla="*/ 26455 w 52909"/>
                  <a:gd name="csY0" fmla="*/ 1 h 50867"/>
                  <a:gd name="csX1" fmla="*/ 52910 w 52909"/>
                  <a:gd name="csY1" fmla="*/ 50800 h 50867"/>
                  <a:gd name="csX2" fmla="*/ 26455 w 52909"/>
                  <a:gd name="csY2" fmla="*/ 38100 h 50867"/>
                  <a:gd name="csX3" fmla="*/ 1 w 52909"/>
                  <a:gd name="csY3" fmla="*/ 50800 h 50867"/>
                  <a:gd name="csX4" fmla="*/ 26455 w 52909"/>
                  <a:gd name="csY4" fmla="*/ 1 h 508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867">
                    <a:moveTo>
                      <a:pt x="26455" y="1"/>
                    </a:moveTo>
                    <a:cubicBezTo>
                      <a:pt x="34089" y="25110"/>
                      <a:pt x="43235" y="25255"/>
                      <a:pt x="52910" y="50800"/>
                    </a:cubicBezTo>
                    <a:cubicBezTo>
                      <a:pt x="38851" y="46373"/>
                      <a:pt x="33107" y="44922"/>
                      <a:pt x="26455" y="38100"/>
                    </a:cubicBezTo>
                    <a:cubicBezTo>
                      <a:pt x="17234" y="42672"/>
                      <a:pt x="10583" y="51744"/>
                      <a:pt x="1" y="50800"/>
                    </a:cubicBezTo>
                    <a:cubicBezTo>
                      <a:pt x="8995" y="45503"/>
                      <a:pt x="10053" y="26489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44" name="شكل حر: شكل 361">
                <a:extLst>
                  <a:ext uri="{FF2B5EF4-FFF2-40B4-BE49-F238E27FC236}">
                    <a16:creationId xmlns:a16="http://schemas.microsoft.com/office/drawing/2014/main" id="{E5231D1C-DB58-D163-EF70-92736ED0946A}"/>
                  </a:ext>
                </a:extLst>
              </p:cNvPr>
              <p:cNvSpPr/>
              <p:nvPr/>
            </p:nvSpPr>
            <p:spPr>
              <a:xfrm>
                <a:off x="8533614" y="5608345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29554" y="18433"/>
                      <a:pt x="40892" y="37955"/>
                      <a:pt x="52910" y="50800"/>
                    </a:cubicBezTo>
                    <a:moveTo>
                      <a:pt x="26455" y="1"/>
                    </a:moveTo>
                    <a:cubicBezTo>
                      <a:pt x="30234" y="12265"/>
                      <a:pt x="34543" y="20756"/>
                      <a:pt x="52910" y="50800"/>
                    </a:cubicBezTo>
                    <a:moveTo>
                      <a:pt x="52910" y="50800"/>
                    </a:moveTo>
                    <a:cubicBezTo>
                      <a:pt x="42933" y="47172"/>
                      <a:pt x="35374" y="39697"/>
                      <a:pt x="26455" y="38100"/>
                    </a:cubicBezTo>
                    <a:moveTo>
                      <a:pt x="52910" y="50800"/>
                    </a:moveTo>
                    <a:cubicBezTo>
                      <a:pt x="46334" y="46591"/>
                      <a:pt x="38851" y="45067"/>
                      <a:pt x="26455" y="38100"/>
                    </a:cubicBezTo>
                    <a:moveTo>
                      <a:pt x="26455" y="38100"/>
                    </a:moveTo>
                    <a:cubicBezTo>
                      <a:pt x="17990" y="42454"/>
                      <a:pt x="8390" y="44922"/>
                      <a:pt x="1" y="50800"/>
                    </a:cubicBezTo>
                    <a:moveTo>
                      <a:pt x="26455" y="38100"/>
                    </a:moveTo>
                    <a:cubicBezTo>
                      <a:pt x="21240" y="40423"/>
                      <a:pt x="15193" y="44632"/>
                      <a:pt x="1" y="50800"/>
                    </a:cubicBezTo>
                    <a:moveTo>
                      <a:pt x="1" y="50800"/>
                    </a:moveTo>
                    <a:cubicBezTo>
                      <a:pt x="3553" y="36213"/>
                      <a:pt x="22676" y="11757"/>
                      <a:pt x="26455" y="1"/>
                    </a:cubicBezTo>
                    <a:moveTo>
                      <a:pt x="1" y="50800"/>
                    </a:moveTo>
                    <a:cubicBezTo>
                      <a:pt x="8768" y="37883"/>
                      <a:pt x="17763" y="21627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539" name="صورة 362">
              <a:extLst>
                <a:ext uri="{FF2B5EF4-FFF2-40B4-BE49-F238E27FC236}">
                  <a16:creationId xmlns:a16="http://schemas.microsoft.com/office/drawing/2014/main" id="{C0CEA477-DC08-72C1-7244-2A9F0FE9F4C6}"/>
                </a:ext>
              </a:extLst>
            </p:cNvPr>
            <p:cNvPicPr>
              <a:picLocks noChangeAspect="1"/>
            </p:cNvPicPr>
            <p:nvPr/>
          </p:nvPicPr>
          <p:blipFill>
            <a:blip r:embed="rId49"/>
            <a:stretch>
              <a:fillRect/>
            </a:stretch>
          </p:blipFill>
          <p:spPr>
            <a:xfrm>
              <a:off x="7849570" y="5767131"/>
              <a:ext cx="582004" cy="123370"/>
            </a:xfrm>
            <a:custGeom>
              <a:avLst/>
              <a:gdLst>
                <a:gd name="csX0" fmla="*/ 0 w 582004"/>
                <a:gd name="csY0" fmla="*/ 0 h 123370"/>
                <a:gd name="csX1" fmla="*/ 582004 w 582004"/>
                <a:gd name="csY1" fmla="*/ 0 h 123370"/>
                <a:gd name="csX2" fmla="*/ 582004 w 582004"/>
                <a:gd name="csY2" fmla="*/ 123371 h 123370"/>
                <a:gd name="csX3" fmla="*/ 0 w 582004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82004" h="123370">
                  <a:moveTo>
                    <a:pt x="0" y="0"/>
                  </a:moveTo>
                  <a:lnTo>
                    <a:pt x="582004" y="0"/>
                  </a:lnTo>
                  <a:lnTo>
                    <a:pt x="582004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545" name="!!رسم 9">
            <a:extLst>
              <a:ext uri="{FF2B5EF4-FFF2-40B4-BE49-F238E27FC236}">
                <a16:creationId xmlns:a16="http://schemas.microsoft.com/office/drawing/2014/main" id="{AAB8C2F1-F761-9183-DA0D-B6ECCB111EF3}"/>
              </a:ext>
            </a:extLst>
          </p:cNvPr>
          <p:cNvGrpSpPr/>
          <p:nvPr/>
        </p:nvGrpSpPr>
        <p:grpSpPr>
          <a:xfrm>
            <a:off x="7088308" y="6256290"/>
            <a:ext cx="453509" cy="145142"/>
            <a:chOff x="7758868" y="5912273"/>
            <a:chExt cx="453509" cy="145142"/>
          </a:xfrm>
          <a:noFill/>
        </p:grpSpPr>
        <p:sp>
          <p:nvSpPr>
            <p:cNvPr id="2546" name="مستطيل 364">
              <a:extLst>
                <a:ext uri="{FF2B5EF4-FFF2-40B4-BE49-F238E27FC236}">
                  <a16:creationId xmlns:a16="http://schemas.microsoft.com/office/drawing/2014/main" id="{5D929A75-6F78-0C5E-6B94-F08C137FAE85}"/>
                </a:ext>
              </a:extLst>
            </p:cNvPr>
            <p:cNvSpPr/>
            <p:nvPr/>
          </p:nvSpPr>
          <p:spPr>
            <a:xfrm>
              <a:off x="7758868" y="5912273"/>
              <a:ext cx="453509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47" name="صورة 365">
              <a:extLst>
                <a:ext uri="{FF2B5EF4-FFF2-40B4-BE49-F238E27FC236}">
                  <a16:creationId xmlns:a16="http://schemas.microsoft.com/office/drawing/2014/main" id="{0B900874-2102-55BE-10B8-A207ACBA643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/>
            <a:stretch>
              <a:fillRect/>
            </a:stretch>
          </p:blipFill>
          <p:spPr>
            <a:xfrm>
              <a:off x="7762647" y="5948558"/>
              <a:ext cx="438392" cy="87085"/>
            </a:xfrm>
            <a:custGeom>
              <a:avLst/>
              <a:gdLst>
                <a:gd name="csX0" fmla="*/ 0 w 438392"/>
                <a:gd name="csY0" fmla="*/ 0 h 87085"/>
                <a:gd name="csX1" fmla="*/ 438393 w 438392"/>
                <a:gd name="csY1" fmla="*/ 0 h 87085"/>
                <a:gd name="csX2" fmla="*/ 438393 w 438392"/>
                <a:gd name="csY2" fmla="*/ 87085 h 87085"/>
                <a:gd name="csX3" fmla="*/ 0 w 438392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87085">
                  <a:moveTo>
                    <a:pt x="0" y="0"/>
                  </a:moveTo>
                  <a:lnTo>
                    <a:pt x="438393" y="0"/>
                  </a:lnTo>
                  <a:lnTo>
                    <a:pt x="438393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548" name="!!رسم 9">
            <a:extLst>
              <a:ext uri="{FF2B5EF4-FFF2-40B4-BE49-F238E27FC236}">
                <a16:creationId xmlns:a16="http://schemas.microsoft.com/office/drawing/2014/main" id="{75B562C0-EB99-3BB5-8F32-DA5351FC4BC6}"/>
              </a:ext>
            </a:extLst>
          </p:cNvPr>
          <p:cNvGrpSpPr/>
          <p:nvPr/>
        </p:nvGrpSpPr>
        <p:grpSpPr>
          <a:xfrm>
            <a:off x="3388414" y="3354247"/>
            <a:ext cx="471131" cy="450956"/>
            <a:chOff x="4058974" y="3010230"/>
            <a:chExt cx="471131" cy="450956"/>
          </a:xfrm>
        </p:grpSpPr>
        <p:grpSp>
          <p:nvGrpSpPr>
            <p:cNvPr id="2549" name="رسم 9">
              <a:extLst>
                <a:ext uri="{FF2B5EF4-FFF2-40B4-BE49-F238E27FC236}">
                  <a16:creationId xmlns:a16="http://schemas.microsoft.com/office/drawing/2014/main" id="{47A71BA3-B205-FC43-6306-790A25D52F8D}"/>
                </a:ext>
              </a:extLst>
            </p:cNvPr>
            <p:cNvGrpSpPr/>
            <p:nvPr/>
          </p:nvGrpSpPr>
          <p:grpSpPr>
            <a:xfrm>
              <a:off x="4058974" y="3010230"/>
              <a:ext cx="471131" cy="450956"/>
              <a:chOff x="4058974" y="3010230"/>
              <a:chExt cx="471131" cy="450956"/>
            </a:xfrm>
          </p:grpSpPr>
          <p:sp>
            <p:nvSpPr>
              <p:cNvPr id="2551" name="مستطيل 368">
                <a:extLst>
                  <a:ext uri="{FF2B5EF4-FFF2-40B4-BE49-F238E27FC236}">
                    <a16:creationId xmlns:a16="http://schemas.microsoft.com/office/drawing/2014/main" id="{4DC47008-0636-D84C-3204-03CBEFDB7626}"/>
                  </a:ext>
                </a:extLst>
              </p:cNvPr>
              <p:cNvSpPr/>
              <p:nvPr/>
            </p:nvSpPr>
            <p:spPr>
              <a:xfrm>
                <a:off x="4062764" y="3016688"/>
                <a:ext cx="453509" cy="435426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2" name="شكل حر: شكل 369">
                <a:extLst>
                  <a:ext uri="{FF2B5EF4-FFF2-40B4-BE49-F238E27FC236}">
                    <a16:creationId xmlns:a16="http://schemas.microsoft.com/office/drawing/2014/main" id="{9888D01B-0734-6BBC-553D-A6950029C81B}"/>
                  </a:ext>
                </a:extLst>
              </p:cNvPr>
              <p:cNvSpPr/>
              <p:nvPr/>
            </p:nvSpPr>
            <p:spPr>
              <a:xfrm>
                <a:off x="4062915" y="3010230"/>
                <a:ext cx="467190" cy="450956"/>
              </a:xfrm>
              <a:custGeom>
                <a:avLst/>
                <a:gdLst>
                  <a:gd name="csX0" fmla="*/ 1 w 467190"/>
                  <a:gd name="csY0" fmla="*/ 11394 h 450956"/>
                  <a:gd name="csX1" fmla="*/ 467191 w 467190"/>
                  <a:gd name="csY1" fmla="*/ 1 h 450956"/>
                  <a:gd name="csX2" fmla="*/ 462278 w 467190"/>
                  <a:gd name="csY2" fmla="*/ 447183 h 450956"/>
                  <a:gd name="csX3" fmla="*/ 9524 w 467190"/>
                  <a:gd name="csY3" fmla="*/ 450957 h 45095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467190" h="450956">
                    <a:moveTo>
                      <a:pt x="1" y="11394"/>
                    </a:moveTo>
                    <a:lnTo>
                      <a:pt x="467191" y="1"/>
                    </a:lnTo>
                    <a:lnTo>
                      <a:pt x="462278" y="447183"/>
                    </a:lnTo>
                    <a:lnTo>
                      <a:pt x="9524" y="450957"/>
                    </a:lnTo>
                  </a:path>
                </a:pathLst>
              </a:custGeom>
              <a:solidFill>
                <a:srgbClr val="FFFFFF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3" name="شكل حر: شكل 370">
                <a:extLst>
                  <a:ext uri="{FF2B5EF4-FFF2-40B4-BE49-F238E27FC236}">
                    <a16:creationId xmlns:a16="http://schemas.microsoft.com/office/drawing/2014/main" id="{71475237-8C96-7D29-E2F4-2C38223E287B}"/>
                  </a:ext>
                </a:extLst>
              </p:cNvPr>
              <p:cNvSpPr/>
              <p:nvPr/>
            </p:nvSpPr>
            <p:spPr>
              <a:xfrm>
                <a:off x="4058974" y="3011002"/>
                <a:ext cx="460023" cy="441882"/>
              </a:xfrm>
              <a:custGeom>
                <a:avLst/>
                <a:gdLst>
                  <a:gd name="csX0" fmla="*/ 3790 w 460023"/>
                  <a:gd name="csY0" fmla="*/ 5687 h 441882"/>
                  <a:gd name="csX1" fmla="*/ 457300 w 460023"/>
                  <a:gd name="csY1" fmla="*/ 5687 h 441882"/>
                  <a:gd name="csX2" fmla="*/ 3790 w 460023"/>
                  <a:gd name="csY2" fmla="*/ 5687 h 441882"/>
                  <a:gd name="csX3" fmla="*/ 457300 w 460023"/>
                  <a:gd name="csY3" fmla="*/ 5687 h 441882"/>
                  <a:gd name="csX4" fmla="*/ 457300 w 460023"/>
                  <a:gd name="csY4" fmla="*/ 5687 h 441882"/>
                  <a:gd name="csX5" fmla="*/ 457300 w 460023"/>
                  <a:gd name="csY5" fmla="*/ 441113 h 441882"/>
                  <a:gd name="csX6" fmla="*/ 457300 w 460023"/>
                  <a:gd name="csY6" fmla="*/ 5687 h 441882"/>
                  <a:gd name="csX7" fmla="*/ 457300 w 460023"/>
                  <a:gd name="csY7" fmla="*/ 441113 h 441882"/>
                  <a:gd name="csX8" fmla="*/ 457300 w 460023"/>
                  <a:gd name="csY8" fmla="*/ 441113 h 441882"/>
                  <a:gd name="csX9" fmla="*/ 3790 w 460023"/>
                  <a:gd name="csY9" fmla="*/ 441113 h 441882"/>
                  <a:gd name="csX10" fmla="*/ 457300 w 460023"/>
                  <a:gd name="csY10" fmla="*/ 441113 h 441882"/>
                  <a:gd name="csX11" fmla="*/ 3790 w 460023"/>
                  <a:gd name="csY11" fmla="*/ 441113 h 441882"/>
                  <a:gd name="csX12" fmla="*/ 3790 w 460023"/>
                  <a:gd name="csY12" fmla="*/ 441113 h 441882"/>
                  <a:gd name="csX13" fmla="*/ 3790 w 460023"/>
                  <a:gd name="csY13" fmla="*/ 5687 h 441882"/>
                  <a:gd name="csX14" fmla="*/ 3790 w 460023"/>
                  <a:gd name="csY14" fmla="*/ 441113 h 441882"/>
                  <a:gd name="csX15" fmla="*/ 3790 w 460023"/>
                  <a:gd name="csY15" fmla="*/ 5687 h 441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60023" h="441882">
                    <a:moveTo>
                      <a:pt x="3790" y="5687"/>
                    </a:moveTo>
                    <a:cubicBezTo>
                      <a:pt x="147780" y="-6505"/>
                      <a:pt x="283001" y="4525"/>
                      <a:pt x="457300" y="5687"/>
                    </a:cubicBezTo>
                    <a:moveTo>
                      <a:pt x="3790" y="5687"/>
                    </a:moveTo>
                    <a:cubicBezTo>
                      <a:pt x="161763" y="-4473"/>
                      <a:pt x="325782" y="8299"/>
                      <a:pt x="457300" y="5687"/>
                    </a:cubicBezTo>
                    <a:moveTo>
                      <a:pt x="457300" y="5687"/>
                    </a:moveTo>
                    <a:cubicBezTo>
                      <a:pt x="447247" y="99158"/>
                      <a:pt x="466899" y="180655"/>
                      <a:pt x="457300" y="441113"/>
                    </a:cubicBezTo>
                    <a:moveTo>
                      <a:pt x="457300" y="5687"/>
                    </a:moveTo>
                    <a:cubicBezTo>
                      <a:pt x="450951" y="100755"/>
                      <a:pt x="464556" y="210192"/>
                      <a:pt x="457300" y="441113"/>
                    </a:cubicBezTo>
                    <a:moveTo>
                      <a:pt x="457300" y="441113"/>
                    </a:moveTo>
                    <a:cubicBezTo>
                      <a:pt x="329410" y="429211"/>
                      <a:pt x="204620" y="441113"/>
                      <a:pt x="3790" y="441113"/>
                    </a:cubicBezTo>
                    <a:moveTo>
                      <a:pt x="457300" y="441113"/>
                    </a:moveTo>
                    <a:cubicBezTo>
                      <a:pt x="306735" y="439153"/>
                      <a:pt x="163804" y="443580"/>
                      <a:pt x="3790" y="441113"/>
                    </a:cubicBezTo>
                    <a:moveTo>
                      <a:pt x="3790" y="441113"/>
                    </a:moveTo>
                    <a:cubicBezTo>
                      <a:pt x="-3012" y="351850"/>
                      <a:pt x="842" y="264547"/>
                      <a:pt x="3790" y="5687"/>
                    </a:cubicBezTo>
                    <a:moveTo>
                      <a:pt x="3790" y="441113"/>
                    </a:moveTo>
                    <a:cubicBezTo>
                      <a:pt x="2808" y="271732"/>
                      <a:pt x="8325" y="93135"/>
                      <a:pt x="3790" y="5687"/>
                    </a:cubicBezTo>
                  </a:path>
                </a:pathLst>
              </a:custGeom>
              <a:noFill/>
              <a:ln w="7550" cap="rnd">
                <a:solidFill>
                  <a:srgbClr val="82B366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550" name="صورة 371">
              <a:extLst>
                <a:ext uri="{FF2B5EF4-FFF2-40B4-BE49-F238E27FC236}">
                  <a16:creationId xmlns:a16="http://schemas.microsoft.com/office/drawing/2014/main" id="{D3E271E0-435C-DF05-4DA2-E447FF63C2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1"/>
            <a:stretch>
              <a:fillRect/>
            </a:stretch>
          </p:blipFill>
          <p:spPr>
            <a:xfrm>
              <a:off x="4066543" y="3183602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554" name="!!رسم 9">
            <a:extLst>
              <a:ext uri="{FF2B5EF4-FFF2-40B4-BE49-F238E27FC236}">
                <a16:creationId xmlns:a16="http://schemas.microsoft.com/office/drawing/2014/main" id="{516DEF37-0E37-C301-31DD-960FF388E453}"/>
              </a:ext>
            </a:extLst>
          </p:cNvPr>
          <p:cNvGrpSpPr/>
          <p:nvPr/>
        </p:nvGrpSpPr>
        <p:grpSpPr>
          <a:xfrm>
            <a:off x="4714940" y="3545591"/>
            <a:ext cx="838993" cy="433782"/>
            <a:chOff x="5385500" y="3201574"/>
            <a:chExt cx="838993" cy="433782"/>
          </a:xfrm>
          <a:noFill/>
        </p:grpSpPr>
        <p:grpSp>
          <p:nvGrpSpPr>
            <p:cNvPr id="2555" name="رسم 9">
              <a:extLst>
                <a:ext uri="{FF2B5EF4-FFF2-40B4-BE49-F238E27FC236}">
                  <a16:creationId xmlns:a16="http://schemas.microsoft.com/office/drawing/2014/main" id="{D58B6585-23E4-177F-3892-EFBE7D4B5A49}"/>
                </a:ext>
              </a:extLst>
            </p:cNvPr>
            <p:cNvGrpSpPr/>
            <p:nvPr/>
          </p:nvGrpSpPr>
          <p:grpSpPr>
            <a:xfrm>
              <a:off x="5385500" y="3201574"/>
              <a:ext cx="831434" cy="294083"/>
              <a:chOff x="5385500" y="3201574"/>
              <a:chExt cx="831434" cy="294083"/>
            </a:xfrm>
            <a:noFill/>
          </p:grpSpPr>
          <p:sp>
            <p:nvSpPr>
              <p:cNvPr id="2557" name="شكل حر: شكل 374">
                <a:extLst>
                  <a:ext uri="{FF2B5EF4-FFF2-40B4-BE49-F238E27FC236}">
                    <a16:creationId xmlns:a16="http://schemas.microsoft.com/office/drawing/2014/main" id="{37DCA549-5E62-19CF-0A5F-114A676264EC}"/>
                  </a:ext>
                </a:extLst>
              </p:cNvPr>
              <p:cNvSpPr/>
              <p:nvPr/>
            </p:nvSpPr>
            <p:spPr>
              <a:xfrm>
                <a:off x="5385500" y="3205373"/>
                <a:ext cx="831434" cy="290284"/>
              </a:xfrm>
              <a:custGeom>
                <a:avLst/>
                <a:gdLst>
                  <a:gd name="csX0" fmla="*/ 831435 w 831434"/>
                  <a:gd name="csY0" fmla="*/ 1 h 290284"/>
                  <a:gd name="csX1" fmla="*/ 453510 w 831434"/>
                  <a:gd name="csY1" fmla="*/ 1 h 290284"/>
                  <a:gd name="csX2" fmla="*/ 453510 w 831434"/>
                  <a:gd name="csY2" fmla="*/ 290285 h 290284"/>
                  <a:gd name="csX3" fmla="*/ 1 w 831434"/>
                  <a:gd name="csY3" fmla="*/ 290285 h 2902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831434" h="290284">
                    <a:moveTo>
                      <a:pt x="831435" y="1"/>
                    </a:moveTo>
                    <a:lnTo>
                      <a:pt x="453510" y="1"/>
                    </a:lnTo>
                    <a:lnTo>
                      <a:pt x="453510" y="290285"/>
                    </a:lnTo>
                    <a:lnTo>
                      <a:pt x="1" y="290285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58" name="شكل حر: شكل 375">
                <a:extLst>
                  <a:ext uri="{FF2B5EF4-FFF2-40B4-BE49-F238E27FC236}">
                    <a16:creationId xmlns:a16="http://schemas.microsoft.com/office/drawing/2014/main" id="{CC12A8F7-8D4C-1BB9-2997-42D7B50B5EBC}"/>
                  </a:ext>
                </a:extLst>
              </p:cNvPr>
              <p:cNvSpPr/>
              <p:nvPr/>
            </p:nvSpPr>
            <p:spPr>
              <a:xfrm>
                <a:off x="5385500" y="3201574"/>
                <a:ext cx="831434" cy="294083"/>
              </a:xfrm>
              <a:custGeom>
                <a:avLst/>
                <a:gdLst>
                  <a:gd name="csX0" fmla="*/ 831435 w 831434"/>
                  <a:gd name="csY0" fmla="*/ 3800 h 294083"/>
                  <a:gd name="csX1" fmla="*/ 453510 w 831434"/>
                  <a:gd name="csY1" fmla="*/ 3800 h 294083"/>
                  <a:gd name="csX2" fmla="*/ 831435 w 831434"/>
                  <a:gd name="csY2" fmla="*/ 3800 h 294083"/>
                  <a:gd name="csX3" fmla="*/ 453510 w 831434"/>
                  <a:gd name="csY3" fmla="*/ 3800 h 294083"/>
                  <a:gd name="csX4" fmla="*/ 453510 w 831434"/>
                  <a:gd name="csY4" fmla="*/ 3800 h 294083"/>
                  <a:gd name="csX5" fmla="*/ 453510 w 831434"/>
                  <a:gd name="csY5" fmla="*/ 294084 h 294083"/>
                  <a:gd name="csX6" fmla="*/ 453510 w 831434"/>
                  <a:gd name="csY6" fmla="*/ 3800 h 294083"/>
                  <a:gd name="csX7" fmla="*/ 453510 w 831434"/>
                  <a:gd name="csY7" fmla="*/ 294084 h 294083"/>
                  <a:gd name="csX8" fmla="*/ 453510 w 831434"/>
                  <a:gd name="csY8" fmla="*/ 294084 h 294083"/>
                  <a:gd name="csX9" fmla="*/ 1 w 831434"/>
                  <a:gd name="csY9" fmla="*/ 294084 h 294083"/>
                  <a:gd name="csX10" fmla="*/ 453510 w 831434"/>
                  <a:gd name="csY10" fmla="*/ 294084 h 294083"/>
                  <a:gd name="csX11" fmla="*/ 1 w 831434"/>
                  <a:gd name="csY11" fmla="*/ 294084 h 29408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831434" h="294083">
                    <a:moveTo>
                      <a:pt x="831435" y="3800"/>
                    </a:moveTo>
                    <a:cubicBezTo>
                      <a:pt x="699691" y="15121"/>
                      <a:pt x="589110" y="-1498"/>
                      <a:pt x="453510" y="3800"/>
                    </a:cubicBezTo>
                    <a:moveTo>
                      <a:pt x="831435" y="3800"/>
                    </a:moveTo>
                    <a:cubicBezTo>
                      <a:pt x="741564" y="-4256"/>
                      <a:pt x="660689" y="2856"/>
                      <a:pt x="453510" y="3800"/>
                    </a:cubicBezTo>
                    <a:moveTo>
                      <a:pt x="453510" y="3800"/>
                    </a:moveTo>
                    <a:cubicBezTo>
                      <a:pt x="437789" y="64687"/>
                      <a:pt x="448900" y="146329"/>
                      <a:pt x="453510" y="294084"/>
                    </a:cubicBezTo>
                    <a:moveTo>
                      <a:pt x="453510" y="3800"/>
                    </a:moveTo>
                    <a:cubicBezTo>
                      <a:pt x="456760" y="70492"/>
                      <a:pt x="446934" y="122744"/>
                      <a:pt x="453510" y="294084"/>
                    </a:cubicBezTo>
                    <a:moveTo>
                      <a:pt x="453510" y="294084"/>
                    </a:moveTo>
                    <a:cubicBezTo>
                      <a:pt x="338470" y="291108"/>
                      <a:pt x="246105" y="284940"/>
                      <a:pt x="1" y="294084"/>
                    </a:cubicBezTo>
                    <a:moveTo>
                      <a:pt x="453510" y="294084"/>
                    </a:moveTo>
                    <a:cubicBezTo>
                      <a:pt x="293799" y="294011"/>
                      <a:pt x="124867" y="290383"/>
                      <a:pt x="1" y="294084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556" name="صورة 376">
              <a:extLst>
                <a:ext uri="{FF2B5EF4-FFF2-40B4-BE49-F238E27FC236}">
                  <a16:creationId xmlns:a16="http://schemas.microsoft.com/office/drawing/2014/main" id="{F36ECE01-242D-81DE-B31E-9CBBF5B4B8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2"/>
            <a:stretch>
              <a:fillRect/>
            </a:stretch>
          </p:blipFill>
          <p:spPr>
            <a:xfrm>
              <a:off x="5430851" y="3521057"/>
              <a:ext cx="793642" cy="114299"/>
            </a:xfrm>
            <a:custGeom>
              <a:avLst/>
              <a:gdLst>
                <a:gd name="csX0" fmla="*/ 0 w 793642"/>
                <a:gd name="csY0" fmla="*/ 0 h 114299"/>
                <a:gd name="csX1" fmla="*/ 793642 w 793642"/>
                <a:gd name="csY1" fmla="*/ 0 h 114299"/>
                <a:gd name="csX2" fmla="*/ 793642 w 793642"/>
                <a:gd name="csY2" fmla="*/ 114299 h 114299"/>
                <a:gd name="csX3" fmla="*/ 0 w 793642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93642" h="114299">
                  <a:moveTo>
                    <a:pt x="0" y="0"/>
                  </a:moveTo>
                  <a:lnTo>
                    <a:pt x="793642" y="0"/>
                  </a:lnTo>
                  <a:lnTo>
                    <a:pt x="79364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559" name="!!رسم 9">
            <a:extLst>
              <a:ext uri="{FF2B5EF4-FFF2-40B4-BE49-F238E27FC236}">
                <a16:creationId xmlns:a16="http://schemas.microsoft.com/office/drawing/2014/main" id="{CCEB6BB7-A6F1-6721-A38C-27CEA4A93178}"/>
              </a:ext>
            </a:extLst>
          </p:cNvPr>
          <p:cNvGrpSpPr/>
          <p:nvPr/>
        </p:nvGrpSpPr>
        <p:grpSpPr>
          <a:xfrm>
            <a:off x="7681650" y="2831808"/>
            <a:ext cx="710498" cy="718984"/>
            <a:chOff x="8352210" y="2487791"/>
            <a:chExt cx="710498" cy="718984"/>
          </a:xfrm>
        </p:grpSpPr>
        <p:grpSp>
          <p:nvGrpSpPr>
            <p:cNvPr id="2560" name="رسم 9">
              <a:extLst>
                <a:ext uri="{FF2B5EF4-FFF2-40B4-BE49-F238E27FC236}">
                  <a16:creationId xmlns:a16="http://schemas.microsoft.com/office/drawing/2014/main" id="{74200DAF-8270-4084-6BBC-F1BB28525AC8}"/>
                </a:ext>
              </a:extLst>
            </p:cNvPr>
            <p:cNvGrpSpPr/>
            <p:nvPr/>
          </p:nvGrpSpPr>
          <p:grpSpPr>
            <a:xfrm>
              <a:off x="8684783" y="2487791"/>
              <a:ext cx="254920" cy="718984"/>
              <a:chOff x="8684783" y="2487791"/>
              <a:chExt cx="254920" cy="718984"/>
            </a:xfrm>
          </p:grpSpPr>
          <p:sp>
            <p:nvSpPr>
              <p:cNvPr id="2562" name="شكل حر: شكل 379">
                <a:extLst>
                  <a:ext uri="{FF2B5EF4-FFF2-40B4-BE49-F238E27FC236}">
                    <a16:creationId xmlns:a16="http://schemas.microsoft.com/office/drawing/2014/main" id="{E7CE849E-8902-E80F-936C-04BFE1074F12}"/>
                  </a:ext>
                </a:extLst>
              </p:cNvPr>
              <p:cNvSpPr/>
              <p:nvPr/>
            </p:nvSpPr>
            <p:spPr>
              <a:xfrm>
                <a:off x="8711239" y="2525891"/>
                <a:ext cx="226754" cy="679482"/>
              </a:xfrm>
              <a:custGeom>
                <a:avLst/>
                <a:gdLst>
                  <a:gd name="csX0" fmla="*/ 75585 w 226754"/>
                  <a:gd name="csY0" fmla="*/ 679483 h 679482"/>
                  <a:gd name="csX1" fmla="*/ 226755 w 226754"/>
                  <a:gd name="csY1" fmla="*/ 679483 h 679482"/>
                  <a:gd name="csX2" fmla="*/ 226755 w 226754"/>
                  <a:gd name="csY2" fmla="*/ 244057 h 679482"/>
                  <a:gd name="csX3" fmla="*/ 1 w 226754"/>
                  <a:gd name="csY3" fmla="*/ 244057 h 679482"/>
                  <a:gd name="csX4" fmla="*/ 1 w 226754"/>
                  <a:gd name="csY4" fmla="*/ 1 h 6794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226754" h="679482">
                    <a:moveTo>
                      <a:pt x="75585" y="679483"/>
                    </a:moveTo>
                    <a:lnTo>
                      <a:pt x="226755" y="679483"/>
                    </a:lnTo>
                    <a:lnTo>
                      <a:pt x="226755" y="244057"/>
                    </a:lnTo>
                    <a:lnTo>
                      <a:pt x="1" y="244057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" name="شكل حر: شكل 380">
                <a:extLst>
                  <a:ext uri="{FF2B5EF4-FFF2-40B4-BE49-F238E27FC236}">
                    <a16:creationId xmlns:a16="http://schemas.microsoft.com/office/drawing/2014/main" id="{2A877292-3B1B-17C0-EB35-26469170CC3E}"/>
                  </a:ext>
                </a:extLst>
              </p:cNvPr>
              <p:cNvSpPr/>
              <p:nvPr/>
            </p:nvSpPr>
            <p:spPr>
              <a:xfrm>
                <a:off x="8684784" y="248779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4" name="شكل حر: شكل 381">
                <a:extLst>
                  <a:ext uri="{FF2B5EF4-FFF2-40B4-BE49-F238E27FC236}">
                    <a16:creationId xmlns:a16="http://schemas.microsoft.com/office/drawing/2014/main" id="{FE1D187C-AA1A-C58E-2FE4-55A05F9AC613}"/>
                  </a:ext>
                </a:extLst>
              </p:cNvPr>
              <p:cNvSpPr/>
              <p:nvPr/>
            </p:nvSpPr>
            <p:spPr>
              <a:xfrm>
                <a:off x="8711210" y="2525891"/>
                <a:ext cx="228493" cy="680884"/>
              </a:xfrm>
              <a:custGeom>
                <a:avLst/>
                <a:gdLst>
                  <a:gd name="csX0" fmla="*/ 75614 w 228493"/>
                  <a:gd name="csY0" fmla="*/ 679483 h 680884"/>
                  <a:gd name="csX1" fmla="*/ 226784 w 228493"/>
                  <a:gd name="csY1" fmla="*/ 679483 h 680884"/>
                  <a:gd name="csX2" fmla="*/ 75614 w 228493"/>
                  <a:gd name="csY2" fmla="*/ 679483 h 680884"/>
                  <a:gd name="csX3" fmla="*/ 226784 w 228493"/>
                  <a:gd name="csY3" fmla="*/ 679483 h 680884"/>
                  <a:gd name="csX4" fmla="*/ 226784 w 228493"/>
                  <a:gd name="csY4" fmla="*/ 679483 h 680884"/>
                  <a:gd name="csX5" fmla="*/ 226784 w 228493"/>
                  <a:gd name="csY5" fmla="*/ 244057 h 680884"/>
                  <a:gd name="csX6" fmla="*/ 226784 w 228493"/>
                  <a:gd name="csY6" fmla="*/ 679483 h 680884"/>
                  <a:gd name="csX7" fmla="*/ 226784 w 228493"/>
                  <a:gd name="csY7" fmla="*/ 244057 h 680884"/>
                  <a:gd name="csX8" fmla="*/ 226784 w 228493"/>
                  <a:gd name="csY8" fmla="*/ 244057 h 680884"/>
                  <a:gd name="csX9" fmla="*/ 29 w 228493"/>
                  <a:gd name="csY9" fmla="*/ 244057 h 680884"/>
                  <a:gd name="csX10" fmla="*/ 226784 w 228493"/>
                  <a:gd name="csY10" fmla="*/ 244057 h 680884"/>
                  <a:gd name="csX11" fmla="*/ 29 w 228493"/>
                  <a:gd name="csY11" fmla="*/ 244057 h 680884"/>
                  <a:gd name="csX12" fmla="*/ 29 w 228493"/>
                  <a:gd name="csY12" fmla="*/ 244057 h 680884"/>
                  <a:gd name="csX13" fmla="*/ 29 w 228493"/>
                  <a:gd name="csY13" fmla="*/ 1 h 680884"/>
                  <a:gd name="csX14" fmla="*/ 29 w 228493"/>
                  <a:gd name="csY14" fmla="*/ 244057 h 680884"/>
                  <a:gd name="csX15" fmla="*/ 29 w 228493"/>
                  <a:gd name="csY15" fmla="*/ 1 h 68088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228493" h="680884">
                    <a:moveTo>
                      <a:pt x="75614" y="679483"/>
                    </a:moveTo>
                    <a:cubicBezTo>
                      <a:pt x="135401" y="685361"/>
                      <a:pt x="185968" y="670267"/>
                      <a:pt x="226784" y="679483"/>
                    </a:cubicBezTo>
                    <a:moveTo>
                      <a:pt x="75614" y="679483"/>
                    </a:moveTo>
                    <a:cubicBezTo>
                      <a:pt x="122628" y="675637"/>
                      <a:pt x="166240" y="677088"/>
                      <a:pt x="226784" y="679483"/>
                    </a:cubicBezTo>
                    <a:moveTo>
                      <a:pt x="226784" y="679483"/>
                    </a:moveTo>
                    <a:cubicBezTo>
                      <a:pt x="235401" y="567942"/>
                      <a:pt x="207661" y="451610"/>
                      <a:pt x="226784" y="244057"/>
                    </a:cubicBezTo>
                    <a:moveTo>
                      <a:pt x="226784" y="679483"/>
                    </a:moveTo>
                    <a:cubicBezTo>
                      <a:pt x="220964" y="516198"/>
                      <a:pt x="217941" y="338544"/>
                      <a:pt x="226784" y="244057"/>
                    </a:cubicBezTo>
                    <a:moveTo>
                      <a:pt x="226784" y="244057"/>
                    </a:moveTo>
                    <a:cubicBezTo>
                      <a:pt x="123006" y="248919"/>
                      <a:pt x="61328" y="253564"/>
                      <a:pt x="29" y="244057"/>
                    </a:cubicBezTo>
                    <a:moveTo>
                      <a:pt x="226784" y="244057"/>
                    </a:moveTo>
                    <a:cubicBezTo>
                      <a:pt x="178863" y="245653"/>
                      <a:pt x="135251" y="248484"/>
                      <a:pt x="29" y="244057"/>
                    </a:cubicBezTo>
                    <a:moveTo>
                      <a:pt x="29" y="244057"/>
                    </a:moveTo>
                    <a:cubicBezTo>
                      <a:pt x="-652" y="176276"/>
                      <a:pt x="11215" y="107986"/>
                      <a:pt x="29" y="1"/>
                    </a:cubicBezTo>
                    <a:moveTo>
                      <a:pt x="29" y="244057"/>
                    </a:moveTo>
                    <a:cubicBezTo>
                      <a:pt x="8041" y="173082"/>
                      <a:pt x="936" y="91875"/>
                      <a:pt x="29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5" name="شكل حر: شكل 382">
                <a:extLst>
                  <a:ext uri="{FF2B5EF4-FFF2-40B4-BE49-F238E27FC236}">
                    <a16:creationId xmlns:a16="http://schemas.microsoft.com/office/drawing/2014/main" id="{FF0383F4-EAED-088F-D4CA-1F9D397AE87D}"/>
                  </a:ext>
                </a:extLst>
              </p:cNvPr>
              <p:cNvSpPr/>
              <p:nvPr/>
            </p:nvSpPr>
            <p:spPr>
              <a:xfrm>
                <a:off x="8684783" y="2487791"/>
                <a:ext cx="52910" cy="50804"/>
              </a:xfrm>
              <a:custGeom>
                <a:avLst/>
                <a:gdLst>
                  <a:gd name="csX0" fmla="*/ 26456 w 52910"/>
                  <a:gd name="csY0" fmla="*/ 1 h 50804"/>
                  <a:gd name="csX1" fmla="*/ 52911 w 52910"/>
                  <a:gd name="csY1" fmla="*/ 50800 h 50804"/>
                  <a:gd name="csX2" fmla="*/ 26456 w 52910"/>
                  <a:gd name="csY2" fmla="*/ 38100 h 50804"/>
                  <a:gd name="csX3" fmla="*/ 1 w 52910"/>
                  <a:gd name="csY3" fmla="*/ 50800 h 50804"/>
                  <a:gd name="csX4" fmla="*/ 26456 w 52910"/>
                  <a:gd name="csY4" fmla="*/ 1 h 5080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10" h="50804">
                    <a:moveTo>
                      <a:pt x="26456" y="1"/>
                    </a:moveTo>
                    <a:cubicBezTo>
                      <a:pt x="25851" y="17563"/>
                      <a:pt x="49887" y="28594"/>
                      <a:pt x="52911" y="50800"/>
                    </a:cubicBezTo>
                    <a:cubicBezTo>
                      <a:pt x="46864" y="51091"/>
                      <a:pt x="31974" y="37738"/>
                      <a:pt x="26456" y="38100"/>
                    </a:cubicBezTo>
                    <a:cubicBezTo>
                      <a:pt x="13833" y="43325"/>
                      <a:pt x="9298" y="47752"/>
                      <a:pt x="1" y="50800"/>
                    </a:cubicBezTo>
                    <a:cubicBezTo>
                      <a:pt x="-150" y="42019"/>
                      <a:pt x="23962" y="14007"/>
                      <a:pt x="26456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6" name="شكل حر: شكل 383">
                <a:extLst>
                  <a:ext uri="{FF2B5EF4-FFF2-40B4-BE49-F238E27FC236}">
                    <a16:creationId xmlns:a16="http://schemas.microsoft.com/office/drawing/2014/main" id="{9EABBCDB-AD19-52DB-6781-7ACEF6D70777}"/>
                  </a:ext>
                </a:extLst>
              </p:cNvPr>
              <p:cNvSpPr/>
              <p:nvPr/>
            </p:nvSpPr>
            <p:spPr>
              <a:xfrm>
                <a:off x="8684784" y="2487791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9002" y="18288"/>
                      <a:pt x="48224" y="28739"/>
                      <a:pt x="52910" y="50800"/>
                    </a:cubicBezTo>
                    <a:moveTo>
                      <a:pt x="26455" y="1"/>
                    </a:moveTo>
                    <a:cubicBezTo>
                      <a:pt x="35148" y="13354"/>
                      <a:pt x="42706" y="28811"/>
                      <a:pt x="52910" y="50800"/>
                    </a:cubicBezTo>
                    <a:moveTo>
                      <a:pt x="52910" y="50800"/>
                    </a:moveTo>
                    <a:cubicBezTo>
                      <a:pt x="48072" y="48841"/>
                      <a:pt x="35374" y="45938"/>
                      <a:pt x="26455" y="38100"/>
                    </a:cubicBezTo>
                    <a:moveTo>
                      <a:pt x="52910" y="50800"/>
                    </a:moveTo>
                    <a:cubicBezTo>
                      <a:pt x="41950" y="46881"/>
                      <a:pt x="31217" y="39987"/>
                      <a:pt x="26455" y="38100"/>
                    </a:cubicBezTo>
                    <a:moveTo>
                      <a:pt x="26455" y="38100"/>
                    </a:moveTo>
                    <a:cubicBezTo>
                      <a:pt x="13152" y="43906"/>
                      <a:pt x="8088" y="49857"/>
                      <a:pt x="1" y="50800"/>
                    </a:cubicBezTo>
                    <a:moveTo>
                      <a:pt x="26455" y="38100"/>
                    </a:moveTo>
                    <a:cubicBezTo>
                      <a:pt x="20559" y="40931"/>
                      <a:pt x="15571" y="44051"/>
                      <a:pt x="1" y="50800"/>
                    </a:cubicBezTo>
                    <a:moveTo>
                      <a:pt x="1" y="50800"/>
                    </a:moveTo>
                    <a:cubicBezTo>
                      <a:pt x="8012" y="37665"/>
                      <a:pt x="20559" y="24312"/>
                      <a:pt x="26455" y="1"/>
                    </a:cubicBezTo>
                    <a:moveTo>
                      <a:pt x="1" y="50800"/>
                    </a:moveTo>
                    <a:cubicBezTo>
                      <a:pt x="10733" y="36504"/>
                      <a:pt x="15873" y="18071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561" name="صورة 384">
              <a:extLst>
                <a:ext uri="{FF2B5EF4-FFF2-40B4-BE49-F238E27FC236}">
                  <a16:creationId xmlns:a16="http://schemas.microsoft.com/office/drawing/2014/main" id="{F9B7548E-5328-FAB5-7A75-6CC6BA0D9515}"/>
                </a:ext>
              </a:extLst>
            </p:cNvPr>
            <p:cNvPicPr>
              <a:picLocks noChangeAspect="1"/>
            </p:cNvPicPr>
            <p:nvPr/>
          </p:nvPicPr>
          <p:blipFill>
            <a:blip r:embed="rId53"/>
            <a:stretch>
              <a:fillRect/>
            </a:stretch>
          </p:blipFill>
          <p:spPr>
            <a:xfrm>
              <a:off x="8352210" y="2650205"/>
              <a:ext cx="710498" cy="114299"/>
            </a:xfrm>
            <a:custGeom>
              <a:avLst/>
              <a:gdLst>
                <a:gd name="csX0" fmla="*/ 0 w 710498"/>
                <a:gd name="csY0" fmla="*/ 0 h 114299"/>
                <a:gd name="csX1" fmla="*/ 710499 w 710498"/>
                <a:gd name="csY1" fmla="*/ 0 h 114299"/>
                <a:gd name="csX2" fmla="*/ 710499 w 710498"/>
                <a:gd name="csY2" fmla="*/ 114299 h 114299"/>
                <a:gd name="csX3" fmla="*/ 0 w 71049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710498" h="114299">
                  <a:moveTo>
                    <a:pt x="0" y="0"/>
                  </a:moveTo>
                  <a:lnTo>
                    <a:pt x="710499" y="0"/>
                  </a:lnTo>
                  <a:lnTo>
                    <a:pt x="710499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567" name="!!رسم 9">
            <a:extLst>
              <a:ext uri="{FF2B5EF4-FFF2-40B4-BE49-F238E27FC236}">
                <a16:creationId xmlns:a16="http://schemas.microsoft.com/office/drawing/2014/main" id="{84A9D31F-E0D7-2A77-AE9C-F9B872208432}"/>
              </a:ext>
            </a:extLst>
          </p:cNvPr>
          <p:cNvGrpSpPr/>
          <p:nvPr/>
        </p:nvGrpSpPr>
        <p:grpSpPr>
          <a:xfrm>
            <a:off x="6880449" y="3702660"/>
            <a:ext cx="695457" cy="645011"/>
            <a:chOff x="7551009" y="3358643"/>
            <a:chExt cx="695457" cy="645011"/>
          </a:xfrm>
        </p:grpSpPr>
        <p:grpSp>
          <p:nvGrpSpPr>
            <p:cNvPr id="2568" name="رسم 9">
              <a:extLst>
                <a:ext uri="{FF2B5EF4-FFF2-40B4-BE49-F238E27FC236}">
                  <a16:creationId xmlns:a16="http://schemas.microsoft.com/office/drawing/2014/main" id="{74AE967E-C0A1-7AAE-C93B-77BA48F22A02}"/>
                </a:ext>
              </a:extLst>
            </p:cNvPr>
            <p:cNvGrpSpPr/>
            <p:nvPr/>
          </p:nvGrpSpPr>
          <p:grpSpPr>
            <a:xfrm>
              <a:off x="7593609" y="3358643"/>
              <a:ext cx="652857" cy="645011"/>
              <a:chOff x="7593609" y="3358643"/>
              <a:chExt cx="652857" cy="645011"/>
            </a:xfrm>
          </p:grpSpPr>
          <p:sp>
            <p:nvSpPr>
              <p:cNvPr id="2570" name="شكل حر: شكل 387">
                <a:extLst>
                  <a:ext uri="{FF2B5EF4-FFF2-40B4-BE49-F238E27FC236}">
                    <a16:creationId xmlns:a16="http://schemas.microsoft.com/office/drawing/2014/main" id="{9EF91C63-ABF0-EDA0-F91A-DD6BFFD14703}"/>
                  </a:ext>
                </a:extLst>
              </p:cNvPr>
              <p:cNvSpPr/>
              <p:nvPr/>
            </p:nvSpPr>
            <p:spPr>
              <a:xfrm>
                <a:off x="7596133" y="3396743"/>
                <a:ext cx="624256" cy="606911"/>
              </a:xfrm>
              <a:custGeom>
                <a:avLst/>
                <a:gdLst>
                  <a:gd name="csX0" fmla="*/ 623879 w 624256"/>
                  <a:gd name="csY0" fmla="*/ 1 h 606911"/>
                  <a:gd name="csX1" fmla="*/ 624257 w 624256"/>
                  <a:gd name="csY1" fmla="*/ 244057 h 606911"/>
                  <a:gd name="csX2" fmla="*/ 1 w 624256"/>
                  <a:gd name="csY2" fmla="*/ 244057 h 606911"/>
                  <a:gd name="csX3" fmla="*/ 227 w 624256"/>
                  <a:gd name="csY3" fmla="*/ 606912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24256" h="606911">
                    <a:moveTo>
                      <a:pt x="623879" y="1"/>
                    </a:moveTo>
                    <a:lnTo>
                      <a:pt x="624257" y="244057"/>
                    </a:lnTo>
                    <a:lnTo>
                      <a:pt x="1" y="244057"/>
                    </a:lnTo>
                    <a:lnTo>
                      <a:pt x="227" y="606912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1" name="شكل حر: شكل 388">
                <a:extLst>
                  <a:ext uri="{FF2B5EF4-FFF2-40B4-BE49-F238E27FC236}">
                    <a16:creationId xmlns:a16="http://schemas.microsoft.com/office/drawing/2014/main" id="{1C305316-B44A-2700-0BEC-8FBDDB6920C8}"/>
                  </a:ext>
                </a:extLst>
              </p:cNvPr>
              <p:cNvSpPr/>
              <p:nvPr/>
            </p:nvSpPr>
            <p:spPr>
              <a:xfrm>
                <a:off x="8193557" y="3358643"/>
                <a:ext cx="52909" cy="50799"/>
              </a:xfrm>
              <a:custGeom>
                <a:avLst/>
                <a:gdLst>
                  <a:gd name="csX0" fmla="*/ 26380 w 52909"/>
                  <a:gd name="csY0" fmla="*/ 1 h 50799"/>
                  <a:gd name="csX1" fmla="*/ 52910 w 52909"/>
                  <a:gd name="csY1" fmla="*/ 50728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380" y="1"/>
                    </a:moveTo>
                    <a:lnTo>
                      <a:pt x="52910" y="50728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2" name="شكل حر: شكل 389">
                <a:extLst>
                  <a:ext uri="{FF2B5EF4-FFF2-40B4-BE49-F238E27FC236}">
                    <a16:creationId xmlns:a16="http://schemas.microsoft.com/office/drawing/2014/main" id="{80ABF821-17BA-E364-1F5D-F3784427E198}"/>
                  </a:ext>
                </a:extLst>
              </p:cNvPr>
              <p:cNvSpPr/>
              <p:nvPr/>
            </p:nvSpPr>
            <p:spPr>
              <a:xfrm>
                <a:off x="7593609" y="3396743"/>
                <a:ext cx="626780" cy="606911"/>
              </a:xfrm>
              <a:custGeom>
                <a:avLst/>
                <a:gdLst>
                  <a:gd name="csX0" fmla="*/ 626403 w 626780"/>
                  <a:gd name="csY0" fmla="*/ 1 h 606911"/>
                  <a:gd name="csX1" fmla="*/ 626781 w 626780"/>
                  <a:gd name="csY1" fmla="*/ 244057 h 606911"/>
                  <a:gd name="csX2" fmla="*/ 626403 w 626780"/>
                  <a:gd name="csY2" fmla="*/ 1 h 606911"/>
                  <a:gd name="csX3" fmla="*/ 626781 w 626780"/>
                  <a:gd name="csY3" fmla="*/ 244057 h 606911"/>
                  <a:gd name="csX4" fmla="*/ 626781 w 626780"/>
                  <a:gd name="csY4" fmla="*/ 244057 h 606911"/>
                  <a:gd name="csX5" fmla="*/ 2525 w 626780"/>
                  <a:gd name="csY5" fmla="*/ 244057 h 606911"/>
                  <a:gd name="csX6" fmla="*/ 626781 w 626780"/>
                  <a:gd name="csY6" fmla="*/ 244057 h 606911"/>
                  <a:gd name="csX7" fmla="*/ 2525 w 626780"/>
                  <a:gd name="csY7" fmla="*/ 244057 h 606911"/>
                  <a:gd name="csX8" fmla="*/ 2525 w 626780"/>
                  <a:gd name="csY8" fmla="*/ 244057 h 606911"/>
                  <a:gd name="csX9" fmla="*/ 2752 w 626780"/>
                  <a:gd name="csY9" fmla="*/ 606912 h 606911"/>
                  <a:gd name="csX10" fmla="*/ 2525 w 626780"/>
                  <a:gd name="csY10" fmla="*/ 244057 h 606911"/>
                  <a:gd name="csX11" fmla="*/ 2752 w 626780"/>
                  <a:gd name="csY11" fmla="*/ 606912 h 606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626780" h="606911">
                    <a:moveTo>
                      <a:pt x="626403" y="1"/>
                    </a:moveTo>
                    <a:cubicBezTo>
                      <a:pt x="627915" y="75329"/>
                      <a:pt x="621037" y="169091"/>
                      <a:pt x="626781" y="244057"/>
                    </a:cubicBezTo>
                    <a:moveTo>
                      <a:pt x="626403" y="1"/>
                    </a:moveTo>
                    <a:cubicBezTo>
                      <a:pt x="623078" y="86650"/>
                      <a:pt x="619374" y="171413"/>
                      <a:pt x="626781" y="244057"/>
                    </a:cubicBezTo>
                    <a:moveTo>
                      <a:pt x="626781" y="244057"/>
                    </a:moveTo>
                    <a:cubicBezTo>
                      <a:pt x="444093" y="236655"/>
                      <a:pt x="245379" y="229688"/>
                      <a:pt x="2525" y="244057"/>
                    </a:cubicBezTo>
                    <a:moveTo>
                      <a:pt x="626781" y="244057"/>
                    </a:moveTo>
                    <a:cubicBezTo>
                      <a:pt x="407736" y="240719"/>
                      <a:pt x="171684" y="243549"/>
                      <a:pt x="2525" y="244057"/>
                    </a:cubicBezTo>
                    <a:moveTo>
                      <a:pt x="2525" y="244057"/>
                    </a:moveTo>
                    <a:cubicBezTo>
                      <a:pt x="11444" y="384482"/>
                      <a:pt x="-6545" y="499579"/>
                      <a:pt x="2752" y="606912"/>
                    </a:cubicBezTo>
                    <a:moveTo>
                      <a:pt x="2525" y="244057"/>
                    </a:moveTo>
                    <a:cubicBezTo>
                      <a:pt x="10613" y="333900"/>
                      <a:pt x="5095" y="416123"/>
                      <a:pt x="2752" y="606912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" name="شكل حر: شكل 390">
                <a:extLst>
                  <a:ext uri="{FF2B5EF4-FFF2-40B4-BE49-F238E27FC236}">
                    <a16:creationId xmlns:a16="http://schemas.microsoft.com/office/drawing/2014/main" id="{0A9A1F57-FA67-CF94-966B-DE5069D94141}"/>
                  </a:ext>
                </a:extLst>
              </p:cNvPr>
              <p:cNvSpPr/>
              <p:nvPr/>
            </p:nvSpPr>
            <p:spPr>
              <a:xfrm>
                <a:off x="8193557" y="3358643"/>
                <a:ext cx="52909" cy="50799"/>
              </a:xfrm>
              <a:custGeom>
                <a:avLst/>
                <a:gdLst>
                  <a:gd name="csX0" fmla="*/ 26380 w 52909"/>
                  <a:gd name="csY0" fmla="*/ 1 h 50799"/>
                  <a:gd name="csX1" fmla="*/ 52910 w 52909"/>
                  <a:gd name="csY1" fmla="*/ 50728 h 50799"/>
                  <a:gd name="csX2" fmla="*/ 26455 w 52909"/>
                  <a:gd name="csY2" fmla="*/ 38100 h 50799"/>
                  <a:gd name="csX3" fmla="*/ 1 w 52909"/>
                  <a:gd name="csY3" fmla="*/ 50800 h 50799"/>
                  <a:gd name="csX4" fmla="*/ 26380 w 52909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26380" y="1"/>
                    </a:moveTo>
                    <a:cubicBezTo>
                      <a:pt x="36130" y="10233"/>
                      <a:pt x="45200" y="34181"/>
                      <a:pt x="52910" y="50728"/>
                    </a:cubicBezTo>
                    <a:cubicBezTo>
                      <a:pt x="43538" y="50437"/>
                      <a:pt x="42328" y="43108"/>
                      <a:pt x="26455" y="38100"/>
                    </a:cubicBezTo>
                    <a:cubicBezTo>
                      <a:pt x="20862" y="37302"/>
                      <a:pt x="11490" y="47027"/>
                      <a:pt x="1" y="50800"/>
                    </a:cubicBezTo>
                    <a:cubicBezTo>
                      <a:pt x="10356" y="43688"/>
                      <a:pt x="1587" y="21119"/>
                      <a:pt x="26380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" name="شكل حر: شكل 391">
                <a:extLst>
                  <a:ext uri="{FF2B5EF4-FFF2-40B4-BE49-F238E27FC236}">
                    <a16:creationId xmlns:a16="http://schemas.microsoft.com/office/drawing/2014/main" id="{B6675739-078D-CEA4-1D7F-128AEAE2B95C}"/>
                  </a:ext>
                </a:extLst>
              </p:cNvPr>
              <p:cNvSpPr/>
              <p:nvPr/>
            </p:nvSpPr>
            <p:spPr>
              <a:xfrm>
                <a:off x="8193557" y="3358643"/>
                <a:ext cx="52909" cy="50799"/>
              </a:xfrm>
              <a:custGeom>
                <a:avLst/>
                <a:gdLst>
                  <a:gd name="csX0" fmla="*/ 26380 w 52909"/>
                  <a:gd name="csY0" fmla="*/ 1 h 50799"/>
                  <a:gd name="csX1" fmla="*/ 52910 w 52909"/>
                  <a:gd name="csY1" fmla="*/ 50728 h 50799"/>
                  <a:gd name="csX2" fmla="*/ 26380 w 52909"/>
                  <a:gd name="csY2" fmla="*/ 1 h 50799"/>
                  <a:gd name="csX3" fmla="*/ 52910 w 52909"/>
                  <a:gd name="csY3" fmla="*/ 50728 h 50799"/>
                  <a:gd name="csX4" fmla="*/ 52910 w 52909"/>
                  <a:gd name="csY4" fmla="*/ 50728 h 50799"/>
                  <a:gd name="csX5" fmla="*/ 26455 w 52909"/>
                  <a:gd name="csY5" fmla="*/ 38100 h 50799"/>
                  <a:gd name="csX6" fmla="*/ 52910 w 52909"/>
                  <a:gd name="csY6" fmla="*/ 50728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380 w 52909"/>
                  <a:gd name="csY13" fmla="*/ 1 h 50799"/>
                  <a:gd name="csX14" fmla="*/ 1 w 52909"/>
                  <a:gd name="csY14" fmla="*/ 50800 h 50799"/>
                  <a:gd name="csX15" fmla="*/ 26380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380" y="1"/>
                    </a:moveTo>
                    <a:cubicBezTo>
                      <a:pt x="35676" y="15023"/>
                      <a:pt x="41497" y="37375"/>
                      <a:pt x="52910" y="50728"/>
                    </a:cubicBezTo>
                    <a:moveTo>
                      <a:pt x="26380" y="1"/>
                    </a:moveTo>
                    <a:cubicBezTo>
                      <a:pt x="34694" y="17418"/>
                      <a:pt x="42933" y="34254"/>
                      <a:pt x="52910" y="50728"/>
                    </a:cubicBezTo>
                    <a:moveTo>
                      <a:pt x="52910" y="50728"/>
                    </a:moveTo>
                    <a:cubicBezTo>
                      <a:pt x="46636" y="45648"/>
                      <a:pt x="37339" y="40350"/>
                      <a:pt x="26455" y="38100"/>
                    </a:cubicBezTo>
                    <a:moveTo>
                      <a:pt x="52910" y="50728"/>
                    </a:moveTo>
                    <a:cubicBezTo>
                      <a:pt x="44444" y="46446"/>
                      <a:pt x="32653" y="42455"/>
                      <a:pt x="26455" y="38100"/>
                    </a:cubicBezTo>
                    <a:moveTo>
                      <a:pt x="26455" y="38100"/>
                    </a:moveTo>
                    <a:cubicBezTo>
                      <a:pt x="19123" y="45140"/>
                      <a:pt x="6199" y="46954"/>
                      <a:pt x="1" y="50800"/>
                    </a:cubicBezTo>
                    <a:moveTo>
                      <a:pt x="26455" y="38100"/>
                    </a:moveTo>
                    <a:cubicBezTo>
                      <a:pt x="21466" y="41729"/>
                      <a:pt x="13984" y="43761"/>
                      <a:pt x="1" y="50800"/>
                    </a:cubicBezTo>
                    <a:moveTo>
                      <a:pt x="1" y="50800"/>
                    </a:moveTo>
                    <a:cubicBezTo>
                      <a:pt x="2344" y="40640"/>
                      <a:pt x="14891" y="24021"/>
                      <a:pt x="26380" y="1"/>
                    </a:cubicBezTo>
                    <a:moveTo>
                      <a:pt x="1" y="50800"/>
                    </a:moveTo>
                    <a:cubicBezTo>
                      <a:pt x="4913" y="38681"/>
                      <a:pt x="15193" y="27940"/>
                      <a:pt x="26380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569" name="صورة 392">
              <a:extLst>
                <a:ext uri="{FF2B5EF4-FFF2-40B4-BE49-F238E27FC236}">
                  <a16:creationId xmlns:a16="http://schemas.microsoft.com/office/drawing/2014/main" id="{0322877F-D038-36C6-BBEB-BBEFAB9214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4"/>
            <a:stretch>
              <a:fillRect/>
            </a:stretch>
          </p:blipFill>
          <p:spPr>
            <a:xfrm>
              <a:off x="7551009" y="3593628"/>
              <a:ext cx="634913" cy="114299"/>
            </a:xfrm>
            <a:custGeom>
              <a:avLst/>
              <a:gdLst>
                <a:gd name="csX0" fmla="*/ 0 w 634913"/>
                <a:gd name="csY0" fmla="*/ 0 h 114299"/>
                <a:gd name="csX1" fmla="*/ 634914 w 634913"/>
                <a:gd name="csY1" fmla="*/ 0 h 114299"/>
                <a:gd name="csX2" fmla="*/ 634914 w 634913"/>
                <a:gd name="csY2" fmla="*/ 114299 h 114299"/>
                <a:gd name="csX3" fmla="*/ 0 w 63491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4913" h="114299">
                  <a:moveTo>
                    <a:pt x="0" y="0"/>
                  </a:moveTo>
                  <a:lnTo>
                    <a:pt x="634914" y="0"/>
                  </a:lnTo>
                  <a:lnTo>
                    <a:pt x="634914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581" name="!!رسم 9">
            <a:extLst>
              <a:ext uri="{FF2B5EF4-FFF2-40B4-BE49-F238E27FC236}">
                <a16:creationId xmlns:a16="http://schemas.microsoft.com/office/drawing/2014/main" id="{5896C61E-CF0E-0A4B-8EE3-06D7CF3ABA06}"/>
              </a:ext>
            </a:extLst>
          </p:cNvPr>
          <p:cNvGrpSpPr/>
          <p:nvPr/>
        </p:nvGrpSpPr>
        <p:grpSpPr>
          <a:xfrm>
            <a:off x="5470790" y="3186535"/>
            <a:ext cx="982604" cy="148770"/>
            <a:chOff x="6141350" y="2842518"/>
            <a:chExt cx="982604" cy="148770"/>
          </a:xfrm>
          <a:noFill/>
        </p:grpSpPr>
        <p:sp>
          <p:nvSpPr>
            <p:cNvPr id="2582" name="مستطيل 400">
              <a:extLst>
                <a:ext uri="{FF2B5EF4-FFF2-40B4-BE49-F238E27FC236}">
                  <a16:creationId xmlns:a16="http://schemas.microsoft.com/office/drawing/2014/main" id="{00A36CC2-9116-92B4-800A-6668AE7DDA66}"/>
                </a:ext>
              </a:extLst>
            </p:cNvPr>
            <p:cNvSpPr/>
            <p:nvPr/>
          </p:nvSpPr>
          <p:spPr>
            <a:xfrm>
              <a:off x="6141350" y="2842518"/>
              <a:ext cx="982604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583" name="صورة 401">
              <a:extLst>
                <a:ext uri="{FF2B5EF4-FFF2-40B4-BE49-F238E27FC236}">
                  <a16:creationId xmlns:a16="http://schemas.microsoft.com/office/drawing/2014/main" id="{27EE87DB-3ABB-30B5-71FA-F98F9A9ADC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5"/>
            <a:stretch>
              <a:fillRect/>
            </a:stretch>
          </p:blipFill>
          <p:spPr>
            <a:xfrm>
              <a:off x="6201818" y="2860661"/>
              <a:ext cx="854110" cy="130627"/>
            </a:xfrm>
            <a:custGeom>
              <a:avLst/>
              <a:gdLst>
                <a:gd name="csX0" fmla="*/ 0 w 854110"/>
                <a:gd name="csY0" fmla="*/ 0 h 130627"/>
                <a:gd name="csX1" fmla="*/ 854110 w 854110"/>
                <a:gd name="csY1" fmla="*/ 0 h 130627"/>
                <a:gd name="csX2" fmla="*/ 854110 w 854110"/>
                <a:gd name="csY2" fmla="*/ 130628 h 130627"/>
                <a:gd name="csX3" fmla="*/ 0 w 854110"/>
                <a:gd name="csY3" fmla="*/ 130628 h 130627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854110" h="130627">
                  <a:moveTo>
                    <a:pt x="0" y="0"/>
                  </a:moveTo>
                  <a:lnTo>
                    <a:pt x="854110" y="0"/>
                  </a:lnTo>
                  <a:lnTo>
                    <a:pt x="854110" y="130628"/>
                  </a:lnTo>
                  <a:lnTo>
                    <a:pt x="0" y="130628"/>
                  </a:lnTo>
                  <a:close/>
                </a:path>
              </a:pathLst>
            </a:custGeom>
          </p:spPr>
        </p:pic>
      </p:grpSp>
      <p:grpSp>
        <p:nvGrpSpPr>
          <p:cNvPr id="2584" name="!!رسم 9">
            <a:extLst>
              <a:ext uri="{FF2B5EF4-FFF2-40B4-BE49-F238E27FC236}">
                <a16:creationId xmlns:a16="http://schemas.microsoft.com/office/drawing/2014/main" id="{A394E0CA-1D13-AAFE-CBFD-722A6BA01B9E}"/>
              </a:ext>
            </a:extLst>
          </p:cNvPr>
          <p:cNvGrpSpPr/>
          <p:nvPr/>
        </p:nvGrpSpPr>
        <p:grpSpPr>
          <a:xfrm>
            <a:off x="5293165" y="3147887"/>
            <a:ext cx="668926" cy="175661"/>
            <a:chOff x="5963725" y="2803870"/>
            <a:chExt cx="668926" cy="175661"/>
          </a:xfrm>
        </p:grpSpPr>
        <p:sp>
          <p:nvSpPr>
            <p:cNvPr id="2585" name="شكل حر: شكل 403">
              <a:extLst>
                <a:ext uri="{FF2B5EF4-FFF2-40B4-BE49-F238E27FC236}">
                  <a16:creationId xmlns:a16="http://schemas.microsoft.com/office/drawing/2014/main" id="{F765A3C8-2EAB-2B23-5C81-B04A6C9B1321}"/>
                </a:ext>
              </a:extLst>
            </p:cNvPr>
            <p:cNvSpPr/>
            <p:nvPr/>
          </p:nvSpPr>
          <p:spPr>
            <a:xfrm>
              <a:off x="5990180" y="2806232"/>
              <a:ext cx="642472" cy="135199"/>
            </a:xfrm>
            <a:custGeom>
              <a:avLst/>
              <a:gdLst>
                <a:gd name="csX0" fmla="*/ 642473 w 642472"/>
                <a:gd name="csY0" fmla="*/ 1 h 135199"/>
                <a:gd name="csX1" fmla="*/ 1 w 642472"/>
                <a:gd name="csY1" fmla="*/ 436 h 135199"/>
                <a:gd name="csX2" fmla="*/ 1 w 642472"/>
                <a:gd name="csY2" fmla="*/ 135200 h 1351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642472" h="135199">
                  <a:moveTo>
                    <a:pt x="642473" y="1"/>
                  </a:moveTo>
                  <a:lnTo>
                    <a:pt x="1" y="436"/>
                  </a:lnTo>
                  <a:lnTo>
                    <a:pt x="1" y="135200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6" name="شكل حر: شكل 404">
              <a:extLst>
                <a:ext uri="{FF2B5EF4-FFF2-40B4-BE49-F238E27FC236}">
                  <a16:creationId xmlns:a16="http://schemas.microsoft.com/office/drawing/2014/main" id="{B8E58300-FFA4-83CF-B360-7AFAFA8124D0}"/>
                </a:ext>
              </a:extLst>
            </p:cNvPr>
            <p:cNvSpPr/>
            <p:nvPr/>
          </p:nvSpPr>
          <p:spPr>
            <a:xfrm>
              <a:off x="5963725" y="2928732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lnTo>
                    <a:pt x="1" y="1"/>
                  </a:lnTo>
                  <a:lnTo>
                    <a:pt x="26455" y="12700"/>
                  </a:lnTo>
                  <a:lnTo>
                    <a:pt x="52910" y="1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7" name="شكل حر: شكل 405">
              <a:extLst>
                <a:ext uri="{FF2B5EF4-FFF2-40B4-BE49-F238E27FC236}">
                  <a16:creationId xmlns:a16="http://schemas.microsoft.com/office/drawing/2014/main" id="{394DE5B4-787B-F62D-6309-5DC2CD066C2F}"/>
                </a:ext>
              </a:extLst>
            </p:cNvPr>
            <p:cNvSpPr/>
            <p:nvPr/>
          </p:nvSpPr>
          <p:spPr>
            <a:xfrm>
              <a:off x="5988861" y="2803870"/>
              <a:ext cx="643791" cy="137562"/>
            </a:xfrm>
            <a:custGeom>
              <a:avLst/>
              <a:gdLst>
                <a:gd name="csX0" fmla="*/ 643792 w 643791"/>
                <a:gd name="csY0" fmla="*/ 2363 h 137562"/>
                <a:gd name="csX1" fmla="*/ 1320 w 643791"/>
                <a:gd name="csY1" fmla="*/ 2798 h 137562"/>
                <a:gd name="csX2" fmla="*/ 643792 w 643791"/>
                <a:gd name="csY2" fmla="*/ 2363 h 137562"/>
                <a:gd name="csX3" fmla="*/ 1320 w 643791"/>
                <a:gd name="csY3" fmla="*/ 2798 h 137562"/>
                <a:gd name="csX4" fmla="*/ 1320 w 643791"/>
                <a:gd name="csY4" fmla="*/ 2798 h 137562"/>
                <a:gd name="csX5" fmla="*/ 1320 w 643791"/>
                <a:gd name="csY5" fmla="*/ 137563 h 137562"/>
                <a:gd name="csX6" fmla="*/ 1320 w 643791"/>
                <a:gd name="csY6" fmla="*/ 2798 h 137562"/>
                <a:gd name="csX7" fmla="*/ 1320 w 643791"/>
                <a:gd name="csY7" fmla="*/ 137563 h 13756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43791" h="137562">
                  <a:moveTo>
                    <a:pt x="643792" y="2363"/>
                  </a:moveTo>
                  <a:cubicBezTo>
                    <a:pt x="444323" y="4830"/>
                    <a:pt x="234499" y="-4386"/>
                    <a:pt x="1320" y="2798"/>
                  </a:cubicBezTo>
                  <a:moveTo>
                    <a:pt x="643792" y="2363"/>
                  </a:moveTo>
                  <a:cubicBezTo>
                    <a:pt x="392623" y="6789"/>
                    <a:pt x="149542" y="186"/>
                    <a:pt x="1320" y="2798"/>
                  </a:cubicBezTo>
                  <a:moveTo>
                    <a:pt x="1320" y="2798"/>
                  </a:moveTo>
                  <a:cubicBezTo>
                    <a:pt x="2680" y="43220"/>
                    <a:pt x="1093" y="65645"/>
                    <a:pt x="1320" y="137563"/>
                  </a:cubicBezTo>
                  <a:moveTo>
                    <a:pt x="1320" y="2798"/>
                  </a:moveTo>
                  <a:cubicBezTo>
                    <a:pt x="3285" y="39011"/>
                    <a:pt x="-2459" y="75659"/>
                    <a:pt x="1320" y="137563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8" name="شكل حر: شكل 406">
              <a:extLst>
                <a:ext uri="{FF2B5EF4-FFF2-40B4-BE49-F238E27FC236}">
                  <a16:creationId xmlns:a16="http://schemas.microsoft.com/office/drawing/2014/main" id="{579E5375-008A-DEDF-AB47-FA3EED37B87B}"/>
                </a:ext>
              </a:extLst>
            </p:cNvPr>
            <p:cNvSpPr/>
            <p:nvPr/>
          </p:nvSpPr>
          <p:spPr>
            <a:xfrm>
              <a:off x="5963725" y="2928732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12700 h 50799"/>
                <a:gd name="csX3" fmla="*/ 52910 w 52909"/>
                <a:gd name="csY3" fmla="*/ 1 h 50799"/>
                <a:gd name="csX4" fmla="*/ 26455 w 52909"/>
                <a:gd name="csY4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25246" y="32875"/>
                    <a:pt x="7861" y="8056"/>
                    <a:pt x="1" y="1"/>
                  </a:cubicBezTo>
                  <a:cubicBezTo>
                    <a:pt x="10205" y="3702"/>
                    <a:pt x="15798" y="7983"/>
                    <a:pt x="26455" y="12700"/>
                  </a:cubicBezTo>
                  <a:cubicBezTo>
                    <a:pt x="34845" y="12845"/>
                    <a:pt x="35677" y="5951"/>
                    <a:pt x="52910" y="1"/>
                  </a:cubicBezTo>
                  <a:cubicBezTo>
                    <a:pt x="45503" y="21119"/>
                    <a:pt x="33031" y="37229"/>
                    <a:pt x="26455" y="50800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89" name="شكل حر: شكل 407">
              <a:extLst>
                <a:ext uri="{FF2B5EF4-FFF2-40B4-BE49-F238E27FC236}">
                  <a16:creationId xmlns:a16="http://schemas.microsoft.com/office/drawing/2014/main" id="{5C9D095F-65D4-4AF2-5920-4675E1BA751E}"/>
                </a:ext>
              </a:extLst>
            </p:cNvPr>
            <p:cNvSpPr/>
            <p:nvPr/>
          </p:nvSpPr>
          <p:spPr>
            <a:xfrm>
              <a:off x="5963725" y="2928732"/>
              <a:ext cx="52909" cy="50799"/>
            </a:xfrm>
            <a:custGeom>
              <a:avLst/>
              <a:gdLst>
                <a:gd name="csX0" fmla="*/ 26455 w 52909"/>
                <a:gd name="csY0" fmla="*/ 50800 h 50799"/>
                <a:gd name="csX1" fmla="*/ 1 w 52909"/>
                <a:gd name="csY1" fmla="*/ 1 h 50799"/>
                <a:gd name="csX2" fmla="*/ 26455 w 52909"/>
                <a:gd name="csY2" fmla="*/ 50800 h 50799"/>
                <a:gd name="csX3" fmla="*/ 1 w 52909"/>
                <a:gd name="csY3" fmla="*/ 1 h 50799"/>
                <a:gd name="csX4" fmla="*/ 1 w 52909"/>
                <a:gd name="csY4" fmla="*/ 1 h 50799"/>
                <a:gd name="csX5" fmla="*/ 26455 w 52909"/>
                <a:gd name="csY5" fmla="*/ 12700 h 50799"/>
                <a:gd name="csX6" fmla="*/ 1 w 52909"/>
                <a:gd name="csY6" fmla="*/ 1 h 50799"/>
                <a:gd name="csX7" fmla="*/ 26455 w 52909"/>
                <a:gd name="csY7" fmla="*/ 12700 h 50799"/>
                <a:gd name="csX8" fmla="*/ 26455 w 52909"/>
                <a:gd name="csY8" fmla="*/ 12700 h 50799"/>
                <a:gd name="csX9" fmla="*/ 52910 w 52909"/>
                <a:gd name="csY9" fmla="*/ 1 h 50799"/>
                <a:gd name="csX10" fmla="*/ 26455 w 52909"/>
                <a:gd name="csY10" fmla="*/ 12700 h 50799"/>
                <a:gd name="csX11" fmla="*/ 52910 w 52909"/>
                <a:gd name="csY11" fmla="*/ 1 h 50799"/>
                <a:gd name="csX12" fmla="*/ 52910 w 52909"/>
                <a:gd name="csY12" fmla="*/ 1 h 50799"/>
                <a:gd name="csX13" fmla="*/ 26455 w 52909"/>
                <a:gd name="csY13" fmla="*/ 50800 h 50799"/>
                <a:gd name="csX14" fmla="*/ 52910 w 52909"/>
                <a:gd name="csY14" fmla="*/ 1 h 50799"/>
                <a:gd name="csX15" fmla="*/ 26455 w 52909"/>
                <a:gd name="csY15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26455" y="50800"/>
                  </a:moveTo>
                  <a:cubicBezTo>
                    <a:pt x="20635" y="35778"/>
                    <a:pt x="10809" y="15821"/>
                    <a:pt x="1" y="1"/>
                  </a:cubicBezTo>
                  <a:moveTo>
                    <a:pt x="26455" y="50800"/>
                  </a:moveTo>
                  <a:cubicBezTo>
                    <a:pt x="13681" y="32440"/>
                    <a:pt x="4233" y="10378"/>
                    <a:pt x="1" y="1"/>
                  </a:cubicBezTo>
                  <a:moveTo>
                    <a:pt x="1" y="1"/>
                  </a:moveTo>
                  <a:cubicBezTo>
                    <a:pt x="5972" y="5153"/>
                    <a:pt x="11263" y="6532"/>
                    <a:pt x="26455" y="12700"/>
                  </a:cubicBezTo>
                  <a:moveTo>
                    <a:pt x="1" y="1"/>
                  </a:moveTo>
                  <a:cubicBezTo>
                    <a:pt x="8088" y="2976"/>
                    <a:pt x="14437" y="6242"/>
                    <a:pt x="26455" y="12700"/>
                  </a:cubicBezTo>
                  <a:moveTo>
                    <a:pt x="26455" y="12700"/>
                  </a:moveTo>
                  <a:cubicBezTo>
                    <a:pt x="32351" y="11322"/>
                    <a:pt x="37944" y="6314"/>
                    <a:pt x="52910" y="1"/>
                  </a:cubicBezTo>
                  <a:moveTo>
                    <a:pt x="26455" y="12700"/>
                  </a:moveTo>
                  <a:cubicBezTo>
                    <a:pt x="36962" y="8927"/>
                    <a:pt x="47090" y="4210"/>
                    <a:pt x="52910" y="1"/>
                  </a:cubicBezTo>
                  <a:moveTo>
                    <a:pt x="52910" y="1"/>
                  </a:moveTo>
                  <a:cubicBezTo>
                    <a:pt x="40892" y="15168"/>
                    <a:pt x="44898" y="28158"/>
                    <a:pt x="26455" y="50800"/>
                  </a:cubicBezTo>
                  <a:moveTo>
                    <a:pt x="52910" y="1"/>
                  </a:moveTo>
                  <a:cubicBezTo>
                    <a:pt x="43311" y="15676"/>
                    <a:pt x="34392" y="31932"/>
                    <a:pt x="26455" y="50800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90" name="!!رسم 9">
            <a:extLst>
              <a:ext uri="{FF2B5EF4-FFF2-40B4-BE49-F238E27FC236}">
                <a16:creationId xmlns:a16="http://schemas.microsoft.com/office/drawing/2014/main" id="{BE0E9DC8-56FC-667C-8D64-9DBB0841F0F5}"/>
              </a:ext>
            </a:extLst>
          </p:cNvPr>
          <p:cNvGrpSpPr/>
          <p:nvPr/>
        </p:nvGrpSpPr>
        <p:grpSpPr>
          <a:xfrm>
            <a:off x="3618958" y="2631367"/>
            <a:ext cx="1541026" cy="729338"/>
            <a:chOff x="4289518" y="2287350"/>
            <a:chExt cx="1541026" cy="729338"/>
          </a:xfrm>
        </p:grpSpPr>
        <p:grpSp>
          <p:nvGrpSpPr>
            <p:cNvPr id="2591" name="رسم 9">
              <a:extLst>
                <a:ext uri="{FF2B5EF4-FFF2-40B4-BE49-F238E27FC236}">
                  <a16:creationId xmlns:a16="http://schemas.microsoft.com/office/drawing/2014/main" id="{B34FDA11-2B15-626D-9E7C-97483E45AF17}"/>
                </a:ext>
              </a:extLst>
            </p:cNvPr>
            <p:cNvGrpSpPr/>
            <p:nvPr/>
          </p:nvGrpSpPr>
          <p:grpSpPr>
            <a:xfrm>
              <a:off x="4289518" y="2309121"/>
              <a:ext cx="1541026" cy="707567"/>
              <a:chOff x="4289518" y="2309121"/>
              <a:chExt cx="1541026" cy="707567"/>
            </a:xfrm>
          </p:grpSpPr>
          <p:sp>
            <p:nvSpPr>
              <p:cNvPr id="2593" name="شكل حر: شكل 410">
                <a:extLst>
                  <a:ext uri="{FF2B5EF4-FFF2-40B4-BE49-F238E27FC236}">
                    <a16:creationId xmlns:a16="http://schemas.microsoft.com/office/drawing/2014/main" id="{CFD8E9AA-E256-8D75-581F-0E5B2DBB8795}"/>
                  </a:ext>
                </a:extLst>
              </p:cNvPr>
              <p:cNvSpPr/>
              <p:nvPr/>
            </p:nvSpPr>
            <p:spPr>
              <a:xfrm>
                <a:off x="4289518" y="2334521"/>
                <a:ext cx="1501344" cy="682167"/>
              </a:xfrm>
              <a:custGeom>
                <a:avLst/>
                <a:gdLst>
                  <a:gd name="csX0" fmla="*/ 1 w 1501344"/>
                  <a:gd name="csY0" fmla="*/ 682168 h 682167"/>
                  <a:gd name="csX1" fmla="*/ 454 w 1501344"/>
                  <a:gd name="csY1" fmla="*/ 1 h 682167"/>
                  <a:gd name="csX2" fmla="*/ 1501345 w 1501344"/>
                  <a:gd name="csY2" fmla="*/ 1 h 6821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1501344" h="682167">
                    <a:moveTo>
                      <a:pt x="1" y="682168"/>
                    </a:moveTo>
                    <a:lnTo>
                      <a:pt x="454" y="1"/>
                    </a:lnTo>
                    <a:lnTo>
                      <a:pt x="1501345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4" name="شكل حر: شكل 411">
                <a:extLst>
                  <a:ext uri="{FF2B5EF4-FFF2-40B4-BE49-F238E27FC236}">
                    <a16:creationId xmlns:a16="http://schemas.microsoft.com/office/drawing/2014/main" id="{38DD3710-8160-ADA1-ED3E-6C23E46FB6D1}"/>
                  </a:ext>
                </a:extLst>
              </p:cNvPr>
              <p:cNvSpPr/>
              <p:nvPr/>
            </p:nvSpPr>
            <p:spPr>
              <a:xfrm>
                <a:off x="5777635" y="2309121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5" name="شكل حر: شكل 412">
                <a:extLst>
                  <a:ext uri="{FF2B5EF4-FFF2-40B4-BE49-F238E27FC236}">
                    <a16:creationId xmlns:a16="http://schemas.microsoft.com/office/drawing/2014/main" id="{29360F84-4ACA-7A8C-A282-DE70AB3677DC}"/>
                  </a:ext>
                </a:extLst>
              </p:cNvPr>
              <p:cNvSpPr/>
              <p:nvPr/>
            </p:nvSpPr>
            <p:spPr>
              <a:xfrm>
                <a:off x="4289518" y="2329054"/>
                <a:ext cx="1501344" cy="687634"/>
              </a:xfrm>
              <a:custGeom>
                <a:avLst/>
                <a:gdLst>
                  <a:gd name="csX0" fmla="*/ 1 w 1501344"/>
                  <a:gd name="csY0" fmla="*/ 687635 h 687634"/>
                  <a:gd name="csX1" fmla="*/ 454 w 1501344"/>
                  <a:gd name="csY1" fmla="*/ 5467 h 687634"/>
                  <a:gd name="csX2" fmla="*/ 1 w 1501344"/>
                  <a:gd name="csY2" fmla="*/ 687635 h 687634"/>
                  <a:gd name="csX3" fmla="*/ 454 w 1501344"/>
                  <a:gd name="csY3" fmla="*/ 5467 h 687634"/>
                  <a:gd name="csX4" fmla="*/ 454 w 1501344"/>
                  <a:gd name="csY4" fmla="*/ 5467 h 687634"/>
                  <a:gd name="csX5" fmla="*/ 1501345 w 1501344"/>
                  <a:gd name="csY5" fmla="*/ 5467 h 687634"/>
                  <a:gd name="csX6" fmla="*/ 454 w 1501344"/>
                  <a:gd name="csY6" fmla="*/ 5467 h 687634"/>
                  <a:gd name="csX7" fmla="*/ 1501345 w 1501344"/>
                  <a:gd name="csY7" fmla="*/ 5467 h 68763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1501344" h="687634">
                    <a:moveTo>
                      <a:pt x="1" y="687635"/>
                    </a:moveTo>
                    <a:cubicBezTo>
                      <a:pt x="227" y="480517"/>
                      <a:pt x="12850" y="254749"/>
                      <a:pt x="454" y="5467"/>
                    </a:cubicBezTo>
                    <a:moveTo>
                      <a:pt x="1" y="687635"/>
                    </a:moveTo>
                    <a:cubicBezTo>
                      <a:pt x="756" y="431604"/>
                      <a:pt x="7559" y="196329"/>
                      <a:pt x="454" y="5467"/>
                    </a:cubicBezTo>
                    <a:moveTo>
                      <a:pt x="454" y="5467"/>
                    </a:moveTo>
                    <a:cubicBezTo>
                      <a:pt x="581173" y="20635"/>
                      <a:pt x="1152067" y="4016"/>
                      <a:pt x="1501345" y="5467"/>
                    </a:cubicBezTo>
                    <a:moveTo>
                      <a:pt x="454" y="5467"/>
                    </a:moveTo>
                    <a:cubicBezTo>
                      <a:pt x="509745" y="2637"/>
                      <a:pt x="1030072" y="-5273"/>
                      <a:pt x="1501345" y="5467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6" name="شكل حر: شكل 413">
                <a:extLst>
                  <a:ext uri="{FF2B5EF4-FFF2-40B4-BE49-F238E27FC236}">
                    <a16:creationId xmlns:a16="http://schemas.microsoft.com/office/drawing/2014/main" id="{3F6F504A-DB74-5701-AA45-30E69219720F}"/>
                  </a:ext>
                </a:extLst>
              </p:cNvPr>
              <p:cNvSpPr/>
              <p:nvPr/>
            </p:nvSpPr>
            <p:spPr>
              <a:xfrm>
                <a:off x="5777635" y="2309121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5147" y="33166"/>
                      <a:pt x="24943" y="47317"/>
                      <a:pt x="1" y="50800"/>
                    </a:cubicBezTo>
                    <a:cubicBezTo>
                      <a:pt x="152" y="40713"/>
                      <a:pt x="8995" y="32367"/>
                      <a:pt x="13228" y="25400"/>
                    </a:cubicBezTo>
                    <a:cubicBezTo>
                      <a:pt x="3704" y="19595"/>
                      <a:pt x="1966" y="10959"/>
                      <a:pt x="1" y="1"/>
                    </a:cubicBezTo>
                    <a:cubicBezTo>
                      <a:pt x="26682" y="11902"/>
                      <a:pt x="41345" y="16329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7" name="شكل حر: شكل 414">
                <a:extLst>
                  <a:ext uri="{FF2B5EF4-FFF2-40B4-BE49-F238E27FC236}">
                    <a16:creationId xmlns:a16="http://schemas.microsoft.com/office/drawing/2014/main" id="{6A33B9AB-0A3D-A4BF-3399-58916B43D6F8}"/>
                  </a:ext>
                </a:extLst>
              </p:cNvPr>
              <p:cNvSpPr/>
              <p:nvPr/>
            </p:nvSpPr>
            <p:spPr>
              <a:xfrm>
                <a:off x="5777635" y="2309121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5147" y="38463"/>
                      <a:pt x="23054" y="44051"/>
                      <a:pt x="1" y="50800"/>
                    </a:cubicBezTo>
                    <a:moveTo>
                      <a:pt x="52910" y="25400"/>
                    </a:moveTo>
                    <a:cubicBezTo>
                      <a:pt x="31822" y="31641"/>
                      <a:pt x="15117" y="46228"/>
                      <a:pt x="1" y="50800"/>
                    </a:cubicBezTo>
                    <a:moveTo>
                      <a:pt x="1" y="50800"/>
                    </a:moveTo>
                    <a:cubicBezTo>
                      <a:pt x="5140" y="43180"/>
                      <a:pt x="8390" y="30117"/>
                      <a:pt x="13228" y="25400"/>
                    </a:cubicBezTo>
                    <a:moveTo>
                      <a:pt x="1" y="50800"/>
                    </a:moveTo>
                    <a:cubicBezTo>
                      <a:pt x="4006" y="42817"/>
                      <a:pt x="9902" y="32585"/>
                      <a:pt x="13228" y="25400"/>
                    </a:cubicBezTo>
                    <a:moveTo>
                      <a:pt x="13228" y="25400"/>
                    </a:moveTo>
                    <a:cubicBezTo>
                      <a:pt x="5140" y="18071"/>
                      <a:pt x="4460" y="7548"/>
                      <a:pt x="1" y="1"/>
                    </a:cubicBezTo>
                    <a:moveTo>
                      <a:pt x="13228" y="25400"/>
                    </a:moveTo>
                    <a:cubicBezTo>
                      <a:pt x="9449" y="18361"/>
                      <a:pt x="7257" y="10886"/>
                      <a:pt x="1" y="1"/>
                    </a:cubicBezTo>
                    <a:moveTo>
                      <a:pt x="1" y="1"/>
                    </a:moveTo>
                    <a:cubicBezTo>
                      <a:pt x="23961" y="9580"/>
                      <a:pt x="41043" y="17708"/>
                      <a:pt x="52910" y="25400"/>
                    </a:cubicBezTo>
                    <a:moveTo>
                      <a:pt x="1" y="1"/>
                    </a:moveTo>
                    <a:cubicBezTo>
                      <a:pt x="10582" y="6604"/>
                      <a:pt x="27438" y="14878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592" name="صورة 415">
              <a:extLst>
                <a:ext uri="{FF2B5EF4-FFF2-40B4-BE49-F238E27FC236}">
                  <a16:creationId xmlns:a16="http://schemas.microsoft.com/office/drawing/2014/main" id="{22983B67-5C76-48DD-C632-4090BC6B6A1C}"/>
                </a:ext>
              </a:extLst>
            </p:cNvPr>
            <p:cNvPicPr>
              <a:picLocks noChangeAspect="1"/>
            </p:cNvPicPr>
            <p:nvPr/>
          </p:nvPicPr>
          <p:blipFill>
            <a:blip r:embed="rId56"/>
            <a:stretch>
              <a:fillRect/>
            </a:stretch>
          </p:blipFill>
          <p:spPr>
            <a:xfrm>
              <a:off x="4671223" y="2287350"/>
              <a:ext cx="513977" cy="114299"/>
            </a:xfrm>
            <a:custGeom>
              <a:avLst/>
              <a:gdLst>
                <a:gd name="csX0" fmla="*/ 0 w 513977"/>
                <a:gd name="csY0" fmla="*/ 0 h 114299"/>
                <a:gd name="csX1" fmla="*/ 513978 w 513977"/>
                <a:gd name="csY1" fmla="*/ 0 h 114299"/>
                <a:gd name="csX2" fmla="*/ 513978 w 513977"/>
                <a:gd name="csY2" fmla="*/ 114299 h 114299"/>
                <a:gd name="csX3" fmla="*/ 0 w 513977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13977" h="114299">
                  <a:moveTo>
                    <a:pt x="0" y="0"/>
                  </a:moveTo>
                  <a:lnTo>
                    <a:pt x="513978" y="0"/>
                  </a:lnTo>
                  <a:lnTo>
                    <a:pt x="51397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598" name="!!رسم 9">
            <a:extLst>
              <a:ext uri="{FF2B5EF4-FFF2-40B4-BE49-F238E27FC236}">
                <a16:creationId xmlns:a16="http://schemas.microsoft.com/office/drawing/2014/main" id="{6ED0BF5B-8BCF-097A-67B7-AFBC8AF41740}"/>
              </a:ext>
            </a:extLst>
          </p:cNvPr>
          <p:cNvGrpSpPr/>
          <p:nvPr/>
        </p:nvGrpSpPr>
        <p:grpSpPr>
          <a:xfrm>
            <a:off x="3726059" y="3008736"/>
            <a:ext cx="753661" cy="351969"/>
            <a:chOff x="4396619" y="2664719"/>
            <a:chExt cx="753661" cy="351969"/>
          </a:xfrm>
        </p:grpSpPr>
        <p:grpSp>
          <p:nvGrpSpPr>
            <p:cNvPr id="2599" name="رسم 9">
              <a:extLst>
                <a:ext uri="{FF2B5EF4-FFF2-40B4-BE49-F238E27FC236}">
                  <a16:creationId xmlns:a16="http://schemas.microsoft.com/office/drawing/2014/main" id="{53062FC8-1A81-3624-AEEA-322AD2416E56}"/>
                </a:ext>
              </a:extLst>
            </p:cNvPr>
            <p:cNvGrpSpPr/>
            <p:nvPr/>
          </p:nvGrpSpPr>
          <p:grpSpPr>
            <a:xfrm>
              <a:off x="4396619" y="2686490"/>
              <a:ext cx="753661" cy="330198"/>
              <a:chOff x="4396619" y="2686490"/>
              <a:chExt cx="753661" cy="330198"/>
            </a:xfrm>
          </p:grpSpPr>
          <p:sp>
            <p:nvSpPr>
              <p:cNvPr id="2601" name="شكل حر: شكل 418">
                <a:extLst>
                  <a:ext uri="{FF2B5EF4-FFF2-40B4-BE49-F238E27FC236}">
                    <a16:creationId xmlns:a16="http://schemas.microsoft.com/office/drawing/2014/main" id="{99473765-51CB-4853-6876-7FF8089B6679}"/>
                  </a:ext>
                </a:extLst>
              </p:cNvPr>
              <p:cNvSpPr/>
              <p:nvPr/>
            </p:nvSpPr>
            <p:spPr>
              <a:xfrm>
                <a:off x="4402896" y="2711890"/>
                <a:ext cx="707702" cy="304798"/>
              </a:xfrm>
              <a:custGeom>
                <a:avLst/>
                <a:gdLst>
                  <a:gd name="csX0" fmla="*/ 1 w 707702"/>
                  <a:gd name="csY0" fmla="*/ 304799 h 304798"/>
                  <a:gd name="csX1" fmla="*/ 1 w 707702"/>
                  <a:gd name="csY1" fmla="*/ 1 h 304798"/>
                  <a:gd name="csX2" fmla="*/ 707703 w 707702"/>
                  <a:gd name="csY2" fmla="*/ 1 h 30479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707702" h="304798">
                    <a:moveTo>
                      <a:pt x="1" y="304799"/>
                    </a:moveTo>
                    <a:lnTo>
                      <a:pt x="1" y="1"/>
                    </a:lnTo>
                    <a:lnTo>
                      <a:pt x="707703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2" name="شكل حر: شكل 419">
                <a:extLst>
                  <a:ext uri="{FF2B5EF4-FFF2-40B4-BE49-F238E27FC236}">
                    <a16:creationId xmlns:a16="http://schemas.microsoft.com/office/drawing/2014/main" id="{9FCDFFFF-7E58-F7FB-6756-7EE5631433D5}"/>
                  </a:ext>
                </a:extLst>
              </p:cNvPr>
              <p:cNvSpPr/>
              <p:nvPr/>
            </p:nvSpPr>
            <p:spPr>
              <a:xfrm>
                <a:off x="5097371" y="2686490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lnTo>
                      <a:pt x="1" y="50800"/>
                    </a:lnTo>
                    <a:lnTo>
                      <a:pt x="13228" y="25400"/>
                    </a:lnTo>
                    <a:lnTo>
                      <a:pt x="1" y="1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3" name="شكل حر: شكل 420">
                <a:extLst>
                  <a:ext uri="{FF2B5EF4-FFF2-40B4-BE49-F238E27FC236}">
                    <a16:creationId xmlns:a16="http://schemas.microsoft.com/office/drawing/2014/main" id="{E5632070-F8C6-DB2D-C5C5-E8E7A514F246}"/>
                  </a:ext>
                </a:extLst>
              </p:cNvPr>
              <p:cNvSpPr/>
              <p:nvPr/>
            </p:nvSpPr>
            <p:spPr>
              <a:xfrm>
                <a:off x="4396619" y="2711876"/>
                <a:ext cx="713979" cy="304812"/>
              </a:xfrm>
              <a:custGeom>
                <a:avLst/>
                <a:gdLst>
                  <a:gd name="csX0" fmla="*/ 6278 w 713979"/>
                  <a:gd name="csY0" fmla="*/ 304813 h 304812"/>
                  <a:gd name="csX1" fmla="*/ 6278 w 713979"/>
                  <a:gd name="csY1" fmla="*/ 15 h 304812"/>
                  <a:gd name="csX2" fmla="*/ 6278 w 713979"/>
                  <a:gd name="csY2" fmla="*/ 304813 h 304812"/>
                  <a:gd name="csX3" fmla="*/ 6278 w 713979"/>
                  <a:gd name="csY3" fmla="*/ 15 h 304812"/>
                  <a:gd name="csX4" fmla="*/ 6278 w 713979"/>
                  <a:gd name="csY4" fmla="*/ 15 h 304812"/>
                  <a:gd name="csX5" fmla="*/ 713980 w 713979"/>
                  <a:gd name="csY5" fmla="*/ 15 h 304812"/>
                  <a:gd name="csX6" fmla="*/ 6278 w 713979"/>
                  <a:gd name="csY6" fmla="*/ 15 h 304812"/>
                  <a:gd name="csX7" fmla="*/ 713980 w 713979"/>
                  <a:gd name="csY7" fmla="*/ 15 h 3048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713979" h="304812">
                    <a:moveTo>
                      <a:pt x="6278" y="304813"/>
                    </a:moveTo>
                    <a:cubicBezTo>
                      <a:pt x="-3775" y="211487"/>
                      <a:pt x="-222" y="108436"/>
                      <a:pt x="6278" y="15"/>
                    </a:cubicBezTo>
                    <a:moveTo>
                      <a:pt x="6278" y="304813"/>
                    </a:moveTo>
                    <a:cubicBezTo>
                      <a:pt x="12854" y="226945"/>
                      <a:pt x="1214" y="162719"/>
                      <a:pt x="6278" y="15"/>
                    </a:cubicBezTo>
                    <a:moveTo>
                      <a:pt x="6278" y="15"/>
                    </a:moveTo>
                    <a:cubicBezTo>
                      <a:pt x="160622" y="3571"/>
                      <a:pt x="329555" y="6256"/>
                      <a:pt x="713980" y="15"/>
                    </a:cubicBezTo>
                    <a:moveTo>
                      <a:pt x="6278" y="15"/>
                    </a:moveTo>
                    <a:cubicBezTo>
                      <a:pt x="236056" y="9086"/>
                      <a:pt x="459258" y="-420"/>
                      <a:pt x="713980" y="15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4" name="شكل حر: شكل 421">
                <a:extLst>
                  <a:ext uri="{FF2B5EF4-FFF2-40B4-BE49-F238E27FC236}">
                    <a16:creationId xmlns:a16="http://schemas.microsoft.com/office/drawing/2014/main" id="{CC589E6B-BF5A-087C-0AF4-6D070A6DCE7D}"/>
                  </a:ext>
                </a:extLst>
              </p:cNvPr>
              <p:cNvSpPr/>
              <p:nvPr/>
            </p:nvSpPr>
            <p:spPr>
              <a:xfrm>
                <a:off x="5097371" y="2686490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13228 w 52909"/>
                  <a:gd name="csY2" fmla="*/ 25400 h 50799"/>
                  <a:gd name="csX3" fmla="*/ 1 w 52909"/>
                  <a:gd name="csY3" fmla="*/ 1 h 50799"/>
                  <a:gd name="csX4" fmla="*/ 52910 w 52909"/>
                  <a:gd name="csY4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40741" y="24021"/>
                      <a:pt x="9600" y="49204"/>
                      <a:pt x="1" y="50800"/>
                    </a:cubicBezTo>
                    <a:cubicBezTo>
                      <a:pt x="3477" y="42092"/>
                      <a:pt x="11338" y="40931"/>
                      <a:pt x="13228" y="25400"/>
                    </a:cubicBezTo>
                    <a:cubicBezTo>
                      <a:pt x="9449" y="17853"/>
                      <a:pt x="12094" y="8636"/>
                      <a:pt x="1" y="1"/>
                    </a:cubicBezTo>
                    <a:cubicBezTo>
                      <a:pt x="17234" y="12483"/>
                      <a:pt x="40665" y="19595"/>
                      <a:pt x="52910" y="25400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05" name="شكل حر: شكل 422">
                <a:extLst>
                  <a:ext uri="{FF2B5EF4-FFF2-40B4-BE49-F238E27FC236}">
                    <a16:creationId xmlns:a16="http://schemas.microsoft.com/office/drawing/2014/main" id="{A28BE258-C5CE-5CB9-4160-7182F2C0F048}"/>
                  </a:ext>
                </a:extLst>
              </p:cNvPr>
              <p:cNvSpPr/>
              <p:nvPr/>
            </p:nvSpPr>
            <p:spPr>
              <a:xfrm>
                <a:off x="5097371" y="2686490"/>
                <a:ext cx="52909" cy="50799"/>
              </a:xfrm>
              <a:custGeom>
                <a:avLst/>
                <a:gdLst>
                  <a:gd name="csX0" fmla="*/ 52910 w 52909"/>
                  <a:gd name="csY0" fmla="*/ 25400 h 50799"/>
                  <a:gd name="csX1" fmla="*/ 1 w 52909"/>
                  <a:gd name="csY1" fmla="*/ 50800 h 50799"/>
                  <a:gd name="csX2" fmla="*/ 52910 w 52909"/>
                  <a:gd name="csY2" fmla="*/ 25400 h 50799"/>
                  <a:gd name="csX3" fmla="*/ 1 w 52909"/>
                  <a:gd name="csY3" fmla="*/ 50800 h 50799"/>
                  <a:gd name="csX4" fmla="*/ 1 w 52909"/>
                  <a:gd name="csY4" fmla="*/ 50800 h 50799"/>
                  <a:gd name="csX5" fmla="*/ 13228 w 52909"/>
                  <a:gd name="csY5" fmla="*/ 25400 h 50799"/>
                  <a:gd name="csX6" fmla="*/ 1 w 52909"/>
                  <a:gd name="csY6" fmla="*/ 50800 h 50799"/>
                  <a:gd name="csX7" fmla="*/ 13228 w 52909"/>
                  <a:gd name="csY7" fmla="*/ 25400 h 50799"/>
                  <a:gd name="csX8" fmla="*/ 13228 w 52909"/>
                  <a:gd name="csY8" fmla="*/ 25400 h 50799"/>
                  <a:gd name="csX9" fmla="*/ 1 w 52909"/>
                  <a:gd name="csY9" fmla="*/ 1 h 50799"/>
                  <a:gd name="csX10" fmla="*/ 13228 w 52909"/>
                  <a:gd name="csY10" fmla="*/ 25400 h 50799"/>
                  <a:gd name="csX11" fmla="*/ 1 w 52909"/>
                  <a:gd name="csY11" fmla="*/ 1 h 50799"/>
                  <a:gd name="csX12" fmla="*/ 1 w 52909"/>
                  <a:gd name="csY12" fmla="*/ 1 h 50799"/>
                  <a:gd name="csX13" fmla="*/ 52910 w 52909"/>
                  <a:gd name="csY13" fmla="*/ 25400 h 50799"/>
                  <a:gd name="csX14" fmla="*/ 1 w 52909"/>
                  <a:gd name="csY14" fmla="*/ 1 h 50799"/>
                  <a:gd name="csX15" fmla="*/ 52910 w 52909"/>
                  <a:gd name="csY15" fmla="*/ 254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52910" y="25400"/>
                    </a:moveTo>
                    <a:cubicBezTo>
                      <a:pt x="31822" y="35125"/>
                      <a:pt x="16251" y="41293"/>
                      <a:pt x="1" y="50800"/>
                    </a:cubicBezTo>
                    <a:moveTo>
                      <a:pt x="52910" y="25400"/>
                    </a:moveTo>
                    <a:cubicBezTo>
                      <a:pt x="42177" y="29319"/>
                      <a:pt x="25095" y="38391"/>
                      <a:pt x="1" y="50800"/>
                    </a:cubicBezTo>
                    <a:moveTo>
                      <a:pt x="1" y="50800"/>
                    </a:moveTo>
                    <a:cubicBezTo>
                      <a:pt x="2646" y="44849"/>
                      <a:pt x="7861" y="39697"/>
                      <a:pt x="13228" y="25400"/>
                    </a:cubicBezTo>
                    <a:moveTo>
                      <a:pt x="1" y="50800"/>
                    </a:moveTo>
                    <a:cubicBezTo>
                      <a:pt x="5443" y="43325"/>
                      <a:pt x="9373" y="33383"/>
                      <a:pt x="13228" y="25400"/>
                    </a:cubicBezTo>
                    <a:moveTo>
                      <a:pt x="13228" y="25400"/>
                    </a:moveTo>
                    <a:cubicBezTo>
                      <a:pt x="10733" y="14950"/>
                      <a:pt x="1663" y="7548"/>
                      <a:pt x="1" y="1"/>
                    </a:cubicBezTo>
                    <a:moveTo>
                      <a:pt x="13228" y="25400"/>
                    </a:moveTo>
                    <a:cubicBezTo>
                      <a:pt x="8012" y="17563"/>
                      <a:pt x="3780" y="10306"/>
                      <a:pt x="1" y="1"/>
                    </a:cubicBezTo>
                    <a:moveTo>
                      <a:pt x="1" y="1"/>
                    </a:moveTo>
                    <a:cubicBezTo>
                      <a:pt x="16327" y="7911"/>
                      <a:pt x="31746" y="19667"/>
                      <a:pt x="52910" y="25400"/>
                    </a:cubicBezTo>
                    <a:moveTo>
                      <a:pt x="1" y="1"/>
                    </a:moveTo>
                    <a:cubicBezTo>
                      <a:pt x="20182" y="10160"/>
                      <a:pt x="39607" y="21772"/>
                      <a:pt x="52910" y="25400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600" name="صورة 423">
              <a:extLst>
                <a:ext uri="{FF2B5EF4-FFF2-40B4-BE49-F238E27FC236}">
                  <a16:creationId xmlns:a16="http://schemas.microsoft.com/office/drawing/2014/main" id="{8F5D370C-AC08-2A47-D825-22C6ADC37E85}"/>
                </a:ext>
              </a:extLst>
            </p:cNvPr>
            <p:cNvPicPr>
              <a:picLocks noChangeAspect="1"/>
            </p:cNvPicPr>
            <p:nvPr/>
          </p:nvPicPr>
          <p:blipFill>
            <a:blip r:embed="rId57"/>
            <a:stretch>
              <a:fillRect/>
            </a:stretch>
          </p:blipFill>
          <p:spPr>
            <a:xfrm>
              <a:off x="4421792" y="2664719"/>
              <a:ext cx="634913" cy="114299"/>
            </a:xfrm>
            <a:custGeom>
              <a:avLst/>
              <a:gdLst>
                <a:gd name="csX0" fmla="*/ 0 w 634913"/>
                <a:gd name="csY0" fmla="*/ 0 h 114299"/>
                <a:gd name="csX1" fmla="*/ 634914 w 634913"/>
                <a:gd name="csY1" fmla="*/ 0 h 114299"/>
                <a:gd name="csX2" fmla="*/ 634914 w 634913"/>
                <a:gd name="csY2" fmla="*/ 114299 h 114299"/>
                <a:gd name="csX3" fmla="*/ 0 w 634913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634913" h="114299">
                  <a:moveTo>
                    <a:pt x="0" y="0"/>
                  </a:moveTo>
                  <a:lnTo>
                    <a:pt x="634914" y="0"/>
                  </a:lnTo>
                  <a:lnTo>
                    <a:pt x="634914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606" name="!!رسم 9">
            <a:extLst>
              <a:ext uri="{FF2B5EF4-FFF2-40B4-BE49-F238E27FC236}">
                <a16:creationId xmlns:a16="http://schemas.microsoft.com/office/drawing/2014/main" id="{AF5CF7E4-398B-9052-41AB-7E7A0EB1840B}"/>
              </a:ext>
            </a:extLst>
          </p:cNvPr>
          <p:cNvGrpSpPr/>
          <p:nvPr/>
        </p:nvGrpSpPr>
        <p:grpSpPr>
          <a:xfrm>
            <a:off x="3705828" y="3804260"/>
            <a:ext cx="2219137" cy="2424815"/>
            <a:chOff x="4376388" y="3460243"/>
            <a:chExt cx="2219137" cy="2424815"/>
          </a:xfrm>
        </p:grpSpPr>
        <p:grpSp>
          <p:nvGrpSpPr>
            <p:cNvPr id="2607" name="رسم 9">
              <a:extLst>
                <a:ext uri="{FF2B5EF4-FFF2-40B4-BE49-F238E27FC236}">
                  <a16:creationId xmlns:a16="http://schemas.microsoft.com/office/drawing/2014/main" id="{31AC8EF4-3E18-BAAC-6013-7684E8D3F446}"/>
                </a:ext>
              </a:extLst>
            </p:cNvPr>
            <p:cNvGrpSpPr/>
            <p:nvPr/>
          </p:nvGrpSpPr>
          <p:grpSpPr>
            <a:xfrm>
              <a:off x="4376388" y="3460243"/>
              <a:ext cx="2219137" cy="2370444"/>
              <a:chOff x="4376388" y="3460243"/>
              <a:chExt cx="2219137" cy="2370444"/>
            </a:xfrm>
          </p:grpSpPr>
          <p:sp>
            <p:nvSpPr>
              <p:cNvPr id="2609" name="شكل حر: شكل 426">
                <a:extLst>
                  <a:ext uri="{FF2B5EF4-FFF2-40B4-BE49-F238E27FC236}">
                    <a16:creationId xmlns:a16="http://schemas.microsoft.com/office/drawing/2014/main" id="{517BCD46-4CD8-BC0A-EDBA-49F2177505CD}"/>
                  </a:ext>
                </a:extLst>
              </p:cNvPr>
              <p:cNvSpPr/>
              <p:nvPr/>
            </p:nvSpPr>
            <p:spPr>
              <a:xfrm>
                <a:off x="4402896" y="3498342"/>
                <a:ext cx="2191963" cy="2319587"/>
              </a:xfrm>
              <a:custGeom>
                <a:avLst/>
                <a:gdLst>
                  <a:gd name="csX0" fmla="*/ 2191964 w 2191963"/>
                  <a:gd name="csY0" fmla="*/ 2305074 h 2319587"/>
                  <a:gd name="csX1" fmla="*/ 2191964 w 2191963"/>
                  <a:gd name="csY1" fmla="*/ 2319589 h 2319587"/>
                  <a:gd name="csX2" fmla="*/ 1 w 2191963"/>
                  <a:gd name="csY2" fmla="*/ 2319589 h 2319587"/>
                  <a:gd name="csX3" fmla="*/ 1 w 2191963"/>
                  <a:gd name="csY3" fmla="*/ 1 h 231958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91963" h="2319587">
                    <a:moveTo>
                      <a:pt x="2191964" y="2305074"/>
                    </a:moveTo>
                    <a:lnTo>
                      <a:pt x="2191964" y="2319589"/>
                    </a:lnTo>
                    <a:lnTo>
                      <a:pt x="1" y="2319589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0" name="شكل حر: شكل 427">
                <a:extLst>
                  <a:ext uri="{FF2B5EF4-FFF2-40B4-BE49-F238E27FC236}">
                    <a16:creationId xmlns:a16="http://schemas.microsoft.com/office/drawing/2014/main" id="{FB8270C4-D0BF-4CE7-6679-D0873A8A19E2}"/>
                  </a:ext>
                </a:extLst>
              </p:cNvPr>
              <p:cNvSpPr/>
              <p:nvPr/>
            </p:nvSpPr>
            <p:spPr>
              <a:xfrm>
                <a:off x="4376441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1" name="شكل حر: شكل 428">
                <a:extLst>
                  <a:ext uri="{FF2B5EF4-FFF2-40B4-BE49-F238E27FC236}">
                    <a16:creationId xmlns:a16="http://schemas.microsoft.com/office/drawing/2014/main" id="{78A7C65A-A269-F297-E93C-CA4DD2B89A63}"/>
                  </a:ext>
                </a:extLst>
              </p:cNvPr>
              <p:cNvSpPr/>
              <p:nvPr/>
            </p:nvSpPr>
            <p:spPr>
              <a:xfrm>
                <a:off x="4396786" y="3498342"/>
                <a:ext cx="2198739" cy="2332344"/>
              </a:xfrm>
              <a:custGeom>
                <a:avLst/>
                <a:gdLst>
                  <a:gd name="csX0" fmla="*/ 2198074 w 2198739"/>
                  <a:gd name="csY0" fmla="*/ 2305074 h 2332344"/>
                  <a:gd name="csX1" fmla="*/ 2198074 w 2198739"/>
                  <a:gd name="csY1" fmla="*/ 2319589 h 2332344"/>
                  <a:gd name="csX2" fmla="*/ 2198074 w 2198739"/>
                  <a:gd name="csY2" fmla="*/ 2305074 h 2332344"/>
                  <a:gd name="csX3" fmla="*/ 2198074 w 2198739"/>
                  <a:gd name="csY3" fmla="*/ 2319589 h 2332344"/>
                  <a:gd name="csX4" fmla="*/ 2198074 w 2198739"/>
                  <a:gd name="csY4" fmla="*/ 2319589 h 2332344"/>
                  <a:gd name="csX5" fmla="*/ 6110 w 2198739"/>
                  <a:gd name="csY5" fmla="*/ 2319589 h 2332344"/>
                  <a:gd name="csX6" fmla="*/ 2198074 w 2198739"/>
                  <a:gd name="csY6" fmla="*/ 2319589 h 2332344"/>
                  <a:gd name="csX7" fmla="*/ 6110 w 2198739"/>
                  <a:gd name="csY7" fmla="*/ 2319589 h 2332344"/>
                  <a:gd name="csX8" fmla="*/ 6110 w 2198739"/>
                  <a:gd name="csY8" fmla="*/ 2319589 h 2332344"/>
                  <a:gd name="csX9" fmla="*/ 6110 w 2198739"/>
                  <a:gd name="csY9" fmla="*/ 1 h 2332344"/>
                  <a:gd name="csX10" fmla="*/ 6110 w 2198739"/>
                  <a:gd name="csY10" fmla="*/ 2319589 h 2332344"/>
                  <a:gd name="csX11" fmla="*/ 6110 w 2198739"/>
                  <a:gd name="csY11" fmla="*/ 1 h 233234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</a:cxnLst>
                <a:rect l="l" t="t" r="r" b="b"/>
                <a:pathLst>
                  <a:path w="2198739" h="2332344">
                    <a:moveTo>
                      <a:pt x="2198074" y="2305074"/>
                    </a:moveTo>
                    <a:cubicBezTo>
                      <a:pt x="2199208" y="2309428"/>
                      <a:pt x="2198678" y="2313783"/>
                      <a:pt x="2198074" y="2319589"/>
                    </a:cubicBezTo>
                    <a:moveTo>
                      <a:pt x="2198074" y="2305074"/>
                    </a:moveTo>
                    <a:cubicBezTo>
                      <a:pt x="2197923" y="2309138"/>
                      <a:pt x="2197923" y="2313856"/>
                      <a:pt x="2198074" y="2319589"/>
                    </a:cubicBezTo>
                    <a:moveTo>
                      <a:pt x="2198074" y="2319589"/>
                    </a:moveTo>
                    <a:cubicBezTo>
                      <a:pt x="1630128" y="2339110"/>
                      <a:pt x="1068835" y="2333885"/>
                      <a:pt x="6110" y="2319589"/>
                    </a:cubicBezTo>
                    <a:moveTo>
                      <a:pt x="2198074" y="2319589"/>
                    </a:moveTo>
                    <a:cubicBezTo>
                      <a:pt x="1556206" y="2313130"/>
                      <a:pt x="918949" y="2315670"/>
                      <a:pt x="6110" y="2319589"/>
                    </a:cubicBezTo>
                    <a:moveTo>
                      <a:pt x="6110" y="2319589"/>
                    </a:moveTo>
                    <a:cubicBezTo>
                      <a:pt x="819" y="1589306"/>
                      <a:pt x="-4472" y="851186"/>
                      <a:pt x="6110" y="1"/>
                    </a:cubicBezTo>
                    <a:moveTo>
                      <a:pt x="6110" y="2319589"/>
                    </a:moveTo>
                    <a:cubicBezTo>
                      <a:pt x="19489" y="1518404"/>
                      <a:pt x="13668" y="712721"/>
                      <a:pt x="6110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2" name="شكل حر: شكل 429">
                <a:extLst>
                  <a:ext uri="{FF2B5EF4-FFF2-40B4-BE49-F238E27FC236}">
                    <a16:creationId xmlns:a16="http://schemas.microsoft.com/office/drawing/2014/main" id="{749BA459-211B-5906-C908-CF387B57DD96}"/>
                  </a:ext>
                </a:extLst>
              </p:cNvPr>
              <p:cNvSpPr/>
              <p:nvPr/>
            </p:nvSpPr>
            <p:spPr>
              <a:xfrm>
                <a:off x="4376388" y="3460243"/>
                <a:ext cx="52962" cy="50799"/>
              </a:xfrm>
              <a:custGeom>
                <a:avLst/>
                <a:gdLst>
                  <a:gd name="csX0" fmla="*/ 26508 w 52962"/>
                  <a:gd name="csY0" fmla="*/ 1 h 50799"/>
                  <a:gd name="csX1" fmla="*/ 52963 w 52962"/>
                  <a:gd name="csY1" fmla="*/ 50800 h 50799"/>
                  <a:gd name="csX2" fmla="*/ 26508 w 52962"/>
                  <a:gd name="csY2" fmla="*/ 38100 h 50799"/>
                  <a:gd name="csX3" fmla="*/ 54 w 52962"/>
                  <a:gd name="csY3" fmla="*/ 50800 h 50799"/>
                  <a:gd name="csX4" fmla="*/ 26508 w 52962"/>
                  <a:gd name="csY4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62" h="50799">
                    <a:moveTo>
                      <a:pt x="26508" y="1"/>
                    </a:moveTo>
                    <a:cubicBezTo>
                      <a:pt x="28549" y="19014"/>
                      <a:pt x="49864" y="44559"/>
                      <a:pt x="52963" y="50800"/>
                    </a:cubicBezTo>
                    <a:cubicBezTo>
                      <a:pt x="49033" y="42382"/>
                      <a:pt x="34445" y="37447"/>
                      <a:pt x="26508" y="38100"/>
                    </a:cubicBezTo>
                    <a:cubicBezTo>
                      <a:pt x="21066" y="46301"/>
                      <a:pt x="10484" y="43688"/>
                      <a:pt x="54" y="50800"/>
                    </a:cubicBezTo>
                    <a:cubicBezTo>
                      <a:pt x="-551" y="42600"/>
                      <a:pt x="3757" y="33166"/>
                      <a:pt x="26508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3" name="شكل حر: شكل 430">
                <a:extLst>
                  <a:ext uri="{FF2B5EF4-FFF2-40B4-BE49-F238E27FC236}">
                    <a16:creationId xmlns:a16="http://schemas.microsoft.com/office/drawing/2014/main" id="{3F41A55B-662E-392B-45DF-EA800F6BF725}"/>
                  </a:ext>
                </a:extLst>
              </p:cNvPr>
              <p:cNvSpPr/>
              <p:nvPr/>
            </p:nvSpPr>
            <p:spPr>
              <a:xfrm>
                <a:off x="4376441" y="3460243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9456" y="15023"/>
                      <a:pt x="45881" y="29900"/>
                      <a:pt x="52910" y="50800"/>
                    </a:cubicBezTo>
                    <a:moveTo>
                      <a:pt x="26455" y="1"/>
                    </a:moveTo>
                    <a:cubicBezTo>
                      <a:pt x="33938" y="13862"/>
                      <a:pt x="42252" y="30408"/>
                      <a:pt x="52910" y="50800"/>
                    </a:cubicBezTo>
                    <a:moveTo>
                      <a:pt x="52910" y="50800"/>
                    </a:moveTo>
                    <a:cubicBezTo>
                      <a:pt x="44974" y="50365"/>
                      <a:pt x="38776" y="45720"/>
                      <a:pt x="26455" y="38100"/>
                    </a:cubicBezTo>
                    <a:moveTo>
                      <a:pt x="52910" y="50800"/>
                    </a:moveTo>
                    <a:cubicBezTo>
                      <a:pt x="45125" y="47099"/>
                      <a:pt x="38473" y="44051"/>
                      <a:pt x="26455" y="38100"/>
                    </a:cubicBezTo>
                    <a:moveTo>
                      <a:pt x="26455" y="38100"/>
                    </a:moveTo>
                    <a:cubicBezTo>
                      <a:pt x="19653" y="42237"/>
                      <a:pt x="9827" y="44269"/>
                      <a:pt x="1" y="50800"/>
                    </a:cubicBezTo>
                    <a:moveTo>
                      <a:pt x="26455" y="38100"/>
                    </a:moveTo>
                    <a:cubicBezTo>
                      <a:pt x="17914" y="42600"/>
                      <a:pt x="7106" y="45865"/>
                      <a:pt x="1" y="50800"/>
                    </a:cubicBezTo>
                    <a:moveTo>
                      <a:pt x="1" y="50800"/>
                    </a:moveTo>
                    <a:cubicBezTo>
                      <a:pt x="2419" y="38971"/>
                      <a:pt x="9978" y="24820"/>
                      <a:pt x="26455" y="1"/>
                    </a:cubicBezTo>
                    <a:moveTo>
                      <a:pt x="1" y="50800"/>
                    </a:moveTo>
                    <a:cubicBezTo>
                      <a:pt x="10205" y="33383"/>
                      <a:pt x="18519" y="17200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608" name="صورة 431">
              <a:extLst>
                <a:ext uri="{FF2B5EF4-FFF2-40B4-BE49-F238E27FC236}">
                  <a16:creationId xmlns:a16="http://schemas.microsoft.com/office/drawing/2014/main" id="{38AD237B-8BDA-9DF8-4BBD-A618D4567D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8"/>
            <a:stretch>
              <a:fillRect/>
            </a:stretch>
          </p:blipFill>
          <p:spPr>
            <a:xfrm>
              <a:off x="4943328" y="5770759"/>
              <a:ext cx="544211" cy="114299"/>
            </a:xfrm>
            <a:custGeom>
              <a:avLst/>
              <a:gdLst>
                <a:gd name="csX0" fmla="*/ 0 w 544211"/>
                <a:gd name="csY0" fmla="*/ 0 h 114299"/>
                <a:gd name="csX1" fmla="*/ 544212 w 544211"/>
                <a:gd name="csY1" fmla="*/ 0 h 114299"/>
                <a:gd name="csX2" fmla="*/ 544212 w 544211"/>
                <a:gd name="csY2" fmla="*/ 114299 h 114299"/>
                <a:gd name="csX3" fmla="*/ 0 w 544211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44211" h="114299">
                  <a:moveTo>
                    <a:pt x="0" y="0"/>
                  </a:moveTo>
                  <a:lnTo>
                    <a:pt x="544212" y="0"/>
                  </a:lnTo>
                  <a:lnTo>
                    <a:pt x="544212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614" name="!!رسم 9">
            <a:extLst>
              <a:ext uri="{FF2B5EF4-FFF2-40B4-BE49-F238E27FC236}">
                <a16:creationId xmlns:a16="http://schemas.microsoft.com/office/drawing/2014/main" id="{AEFE6D58-836A-D12D-9C50-B26A4257F6BA}"/>
              </a:ext>
            </a:extLst>
          </p:cNvPr>
          <p:cNvGrpSpPr/>
          <p:nvPr/>
        </p:nvGrpSpPr>
        <p:grpSpPr>
          <a:xfrm>
            <a:off x="2817758" y="3158377"/>
            <a:ext cx="574445" cy="311620"/>
            <a:chOff x="3488318" y="2814360"/>
            <a:chExt cx="574445" cy="311620"/>
          </a:xfrm>
        </p:grpSpPr>
        <p:grpSp>
          <p:nvGrpSpPr>
            <p:cNvPr id="2615" name="رسم 9">
              <a:extLst>
                <a:ext uri="{FF2B5EF4-FFF2-40B4-BE49-F238E27FC236}">
                  <a16:creationId xmlns:a16="http://schemas.microsoft.com/office/drawing/2014/main" id="{EB179C7E-644B-10C3-1B78-98208F4EC3FE}"/>
                </a:ext>
              </a:extLst>
            </p:cNvPr>
            <p:cNvGrpSpPr/>
            <p:nvPr/>
          </p:nvGrpSpPr>
          <p:grpSpPr>
            <a:xfrm>
              <a:off x="3696177" y="2814360"/>
              <a:ext cx="366587" cy="311620"/>
              <a:chOff x="3696177" y="2814360"/>
              <a:chExt cx="366587" cy="311620"/>
            </a:xfrm>
          </p:grpSpPr>
          <p:sp>
            <p:nvSpPr>
              <p:cNvPr id="2617" name="شكل حر: شكل 434">
                <a:extLst>
                  <a:ext uri="{FF2B5EF4-FFF2-40B4-BE49-F238E27FC236}">
                    <a16:creationId xmlns:a16="http://schemas.microsoft.com/office/drawing/2014/main" id="{D435CE54-9282-BA13-D082-166928FDC73D}"/>
                  </a:ext>
                </a:extLst>
              </p:cNvPr>
              <p:cNvSpPr/>
              <p:nvPr/>
            </p:nvSpPr>
            <p:spPr>
              <a:xfrm>
                <a:off x="3722631" y="2852460"/>
                <a:ext cx="340132" cy="273520"/>
              </a:xfrm>
              <a:custGeom>
                <a:avLst/>
                <a:gdLst>
                  <a:gd name="csX0" fmla="*/ 340133 w 340132"/>
                  <a:gd name="csY0" fmla="*/ 273085 h 273520"/>
                  <a:gd name="csX1" fmla="*/ 1 w 340132"/>
                  <a:gd name="csY1" fmla="*/ 273521 h 273520"/>
                  <a:gd name="csX2" fmla="*/ 1 w 340132"/>
                  <a:gd name="csY2" fmla="*/ 1 h 273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</a:cxnLst>
                <a:rect l="l" t="t" r="r" b="b"/>
                <a:pathLst>
                  <a:path w="340132" h="273520">
                    <a:moveTo>
                      <a:pt x="340133" y="273085"/>
                    </a:moveTo>
                    <a:lnTo>
                      <a:pt x="1" y="273521"/>
                    </a:lnTo>
                    <a:lnTo>
                      <a:pt x="1" y="1"/>
                    </a:lnTo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8" name="شكل حر: شكل 435">
                <a:extLst>
                  <a:ext uri="{FF2B5EF4-FFF2-40B4-BE49-F238E27FC236}">
                    <a16:creationId xmlns:a16="http://schemas.microsoft.com/office/drawing/2014/main" id="{0F38541C-BCCF-793B-4687-CDB8E8344E40}"/>
                  </a:ext>
                </a:extLst>
              </p:cNvPr>
              <p:cNvSpPr/>
              <p:nvPr/>
            </p:nvSpPr>
            <p:spPr>
              <a:xfrm>
                <a:off x="3696177" y="2814360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38100 h 50799"/>
                  <a:gd name="csX3" fmla="*/ 1 w 52909"/>
                  <a:gd name="csY3" fmla="*/ 50800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lnTo>
                      <a:pt x="52910" y="50800"/>
                    </a:lnTo>
                    <a:lnTo>
                      <a:pt x="26455" y="38100"/>
                    </a:lnTo>
                    <a:lnTo>
                      <a:pt x="1" y="50800"/>
                    </a:lnTo>
                    <a:close/>
                  </a:path>
                </a:pathLst>
              </a:cu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19" name="شكل حر: شكل 436">
                <a:extLst>
                  <a:ext uri="{FF2B5EF4-FFF2-40B4-BE49-F238E27FC236}">
                    <a16:creationId xmlns:a16="http://schemas.microsoft.com/office/drawing/2014/main" id="{76F440FE-263D-91EC-AB93-A4E2348BCFF2}"/>
                  </a:ext>
                </a:extLst>
              </p:cNvPr>
              <p:cNvSpPr/>
              <p:nvPr/>
            </p:nvSpPr>
            <p:spPr>
              <a:xfrm>
                <a:off x="3715014" y="2852460"/>
                <a:ext cx="347749" cy="273520"/>
              </a:xfrm>
              <a:custGeom>
                <a:avLst/>
                <a:gdLst>
                  <a:gd name="csX0" fmla="*/ 347750 w 347749"/>
                  <a:gd name="csY0" fmla="*/ 273085 h 273520"/>
                  <a:gd name="csX1" fmla="*/ 7618 w 347749"/>
                  <a:gd name="csY1" fmla="*/ 273521 h 273520"/>
                  <a:gd name="csX2" fmla="*/ 347750 w 347749"/>
                  <a:gd name="csY2" fmla="*/ 273085 h 273520"/>
                  <a:gd name="csX3" fmla="*/ 7618 w 347749"/>
                  <a:gd name="csY3" fmla="*/ 273521 h 273520"/>
                  <a:gd name="csX4" fmla="*/ 7618 w 347749"/>
                  <a:gd name="csY4" fmla="*/ 273521 h 273520"/>
                  <a:gd name="csX5" fmla="*/ 7618 w 347749"/>
                  <a:gd name="csY5" fmla="*/ 1 h 273520"/>
                  <a:gd name="csX6" fmla="*/ 7618 w 347749"/>
                  <a:gd name="csY6" fmla="*/ 273521 h 273520"/>
                  <a:gd name="csX7" fmla="*/ 7618 w 347749"/>
                  <a:gd name="csY7" fmla="*/ 1 h 27352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</a:cxnLst>
                <a:rect l="l" t="t" r="r" b="b"/>
                <a:pathLst>
                  <a:path w="347749" h="273520">
                    <a:moveTo>
                      <a:pt x="347750" y="273085"/>
                    </a:moveTo>
                    <a:cubicBezTo>
                      <a:pt x="241100" y="262490"/>
                      <a:pt x="117518" y="260385"/>
                      <a:pt x="7618" y="273521"/>
                    </a:cubicBezTo>
                    <a:moveTo>
                      <a:pt x="347750" y="273085"/>
                    </a:moveTo>
                    <a:cubicBezTo>
                      <a:pt x="211017" y="268731"/>
                      <a:pt x="93633" y="265465"/>
                      <a:pt x="7618" y="273521"/>
                    </a:cubicBezTo>
                    <a:moveTo>
                      <a:pt x="7618" y="273521"/>
                    </a:moveTo>
                    <a:cubicBezTo>
                      <a:pt x="362" y="193910"/>
                      <a:pt x="-5081" y="126274"/>
                      <a:pt x="7618" y="1"/>
                    </a:cubicBezTo>
                    <a:moveTo>
                      <a:pt x="7618" y="273521"/>
                    </a:moveTo>
                    <a:cubicBezTo>
                      <a:pt x="2402" y="199281"/>
                      <a:pt x="14572" y="127871"/>
                      <a:pt x="7618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0" name="شكل حر: شكل 437">
                <a:extLst>
                  <a:ext uri="{FF2B5EF4-FFF2-40B4-BE49-F238E27FC236}">
                    <a16:creationId xmlns:a16="http://schemas.microsoft.com/office/drawing/2014/main" id="{11228ECA-0DD3-3B33-F35F-C8FEC78679AC}"/>
                  </a:ext>
                </a:extLst>
              </p:cNvPr>
              <p:cNvSpPr/>
              <p:nvPr/>
            </p:nvSpPr>
            <p:spPr>
              <a:xfrm>
                <a:off x="3696177" y="2814360"/>
                <a:ext cx="52909" cy="50912"/>
              </a:xfrm>
              <a:custGeom>
                <a:avLst/>
                <a:gdLst>
                  <a:gd name="csX0" fmla="*/ 26455 w 52909"/>
                  <a:gd name="csY0" fmla="*/ 1 h 50912"/>
                  <a:gd name="csX1" fmla="*/ 52910 w 52909"/>
                  <a:gd name="csY1" fmla="*/ 50800 h 50912"/>
                  <a:gd name="csX2" fmla="*/ 26455 w 52909"/>
                  <a:gd name="csY2" fmla="*/ 38100 h 50912"/>
                  <a:gd name="csX3" fmla="*/ 1 w 52909"/>
                  <a:gd name="csY3" fmla="*/ 50800 h 50912"/>
                  <a:gd name="csX4" fmla="*/ 26455 w 52909"/>
                  <a:gd name="csY4" fmla="*/ 1 h 5091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52909" h="50912">
                    <a:moveTo>
                      <a:pt x="26455" y="1"/>
                    </a:moveTo>
                    <a:cubicBezTo>
                      <a:pt x="35374" y="22062"/>
                      <a:pt x="36508" y="29900"/>
                      <a:pt x="52910" y="50800"/>
                    </a:cubicBezTo>
                    <a:cubicBezTo>
                      <a:pt x="45654" y="52034"/>
                      <a:pt x="44747" y="42817"/>
                      <a:pt x="26455" y="38100"/>
                    </a:cubicBezTo>
                    <a:cubicBezTo>
                      <a:pt x="17385" y="40278"/>
                      <a:pt x="12623" y="42890"/>
                      <a:pt x="1" y="50800"/>
                    </a:cubicBezTo>
                    <a:cubicBezTo>
                      <a:pt x="11792" y="44342"/>
                      <a:pt x="4536" y="19812"/>
                      <a:pt x="26455" y="1"/>
                    </a:cubicBezTo>
                  </a:path>
                </a:pathLst>
              </a:custGeom>
              <a:solidFill>
                <a:srgbClr val="000000"/>
              </a:solidFill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21" name="شكل حر: شكل 438">
                <a:extLst>
                  <a:ext uri="{FF2B5EF4-FFF2-40B4-BE49-F238E27FC236}">
                    <a16:creationId xmlns:a16="http://schemas.microsoft.com/office/drawing/2014/main" id="{D855FCC5-D0BE-6DDF-B787-9DBD8130AE5D}"/>
                  </a:ext>
                </a:extLst>
              </p:cNvPr>
              <p:cNvSpPr/>
              <p:nvPr/>
            </p:nvSpPr>
            <p:spPr>
              <a:xfrm>
                <a:off x="3696177" y="2814360"/>
                <a:ext cx="52909" cy="50799"/>
              </a:xfrm>
              <a:custGeom>
                <a:avLst/>
                <a:gdLst>
                  <a:gd name="csX0" fmla="*/ 26455 w 52909"/>
                  <a:gd name="csY0" fmla="*/ 1 h 50799"/>
                  <a:gd name="csX1" fmla="*/ 52910 w 52909"/>
                  <a:gd name="csY1" fmla="*/ 50800 h 50799"/>
                  <a:gd name="csX2" fmla="*/ 26455 w 52909"/>
                  <a:gd name="csY2" fmla="*/ 1 h 50799"/>
                  <a:gd name="csX3" fmla="*/ 52910 w 52909"/>
                  <a:gd name="csY3" fmla="*/ 50800 h 50799"/>
                  <a:gd name="csX4" fmla="*/ 52910 w 52909"/>
                  <a:gd name="csY4" fmla="*/ 50800 h 50799"/>
                  <a:gd name="csX5" fmla="*/ 26455 w 52909"/>
                  <a:gd name="csY5" fmla="*/ 38100 h 50799"/>
                  <a:gd name="csX6" fmla="*/ 52910 w 52909"/>
                  <a:gd name="csY6" fmla="*/ 50800 h 50799"/>
                  <a:gd name="csX7" fmla="*/ 26455 w 52909"/>
                  <a:gd name="csY7" fmla="*/ 38100 h 50799"/>
                  <a:gd name="csX8" fmla="*/ 26455 w 52909"/>
                  <a:gd name="csY8" fmla="*/ 38100 h 50799"/>
                  <a:gd name="csX9" fmla="*/ 1 w 52909"/>
                  <a:gd name="csY9" fmla="*/ 50800 h 50799"/>
                  <a:gd name="csX10" fmla="*/ 26455 w 52909"/>
                  <a:gd name="csY10" fmla="*/ 38100 h 50799"/>
                  <a:gd name="csX11" fmla="*/ 1 w 52909"/>
                  <a:gd name="csY11" fmla="*/ 50800 h 50799"/>
                  <a:gd name="csX12" fmla="*/ 1 w 52909"/>
                  <a:gd name="csY12" fmla="*/ 50800 h 50799"/>
                  <a:gd name="csX13" fmla="*/ 26455 w 52909"/>
                  <a:gd name="csY13" fmla="*/ 1 h 50799"/>
                  <a:gd name="csX14" fmla="*/ 1 w 52909"/>
                  <a:gd name="csY14" fmla="*/ 50800 h 50799"/>
                  <a:gd name="csX15" fmla="*/ 26455 w 52909"/>
                  <a:gd name="csY15" fmla="*/ 1 h 507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52909" h="50799">
                    <a:moveTo>
                      <a:pt x="26455" y="1"/>
                    </a:moveTo>
                    <a:cubicBezTo>
                      <a:pt x="36130" y="12265"/>
                      <a:pt x="39078" y="27723"/>
                      <a:pt x="52910" y="50800"/>
                    </a:cubicBezTo>
                    <a:moveTo>
                      <a:pt x="26455" y="1"/>
                    </a:moveTo>
                    <a:cubicBezTo>
                      <a:pt x="33560" y="18506"/>
                      <a:pt x="48375" y="36504"/>
                      <a:pt x="52910" y="50800"/>
                    </a:cubicBezTo>
                    <a:moveTo>
                      <a:pt x="52910" y="50800"/>
                    </a:moveTo>
                    <a:cubicBezTo>
                      <a:pt x="43613" y="47172"/>
                      <a:pt x="34770" y="45865"/>
                      <a:pt x="26455" y="38100"/>
                    </a:cubicBezTo>
                    <a:moveTo>
                      <a:pt x="52910" y="50800"/>
                    </a:moveTo>
                    <a:cubicBezTo>
                      <a:pt x="44596" y="47244"/>
                      <a:pt x="39909" y="44196"/>
                      <a:pt x="26455" y="38100"/>
                    </a:cubicBezTo>
                    <a:moveTo>
                      <a:pt x="26455" y="38100"/>
                    </a:moveTo>
                    <a:cubicBezTo>
                      <a:pt x="19728" y="43398"/>
                      <a:pt x="13908" y="47027"/>
                      <a:pt x="1" y="50800"/>
                    </a:cubicBezTo>
                    <a:moveTo>
                      <a:pt x="26455" y="38100"/>
                    </a:moveTo>
                    <a:cubicBezTo>
                      <a:pt x="15873" y="43325"/>
                      <a:pt x="5518" y="48405"/>
                      <a:pt x="1" y="50800"/>
                    </a:cubicBezTo>
                    <a:moveTo>
                      <a:pt x="1" y="50800"/>
                    </a:moveTo>
                    <a:cubicBezTo>
                      <a:pt x="13908" y="31714"/>
                      <a:pt x="14966" y="15531"/>
                      <a:pt x="26455" y="1"/>
                    </a:cubicBezTo>
                    <a:moveTo>
                      <a:pt x="1" y="50800"/>
                    </a:moveTo>
                    <a:cubicBezTo>
                      <a:pt x="5518" y="35560"/>
                      <a:pt x="12926" y="21409"/>
                      <a:pt x="26455" y="1"/>
                    </a:cubicBezTo>
                  </a:path>
                </a:pathLst>
              </a:custGeom>
              <a:noFill/>
              <a:ln w="7550" cap="rnd">
                <a:solidFill>
                  <a:srgbClr val="000000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616" name="صورة 439">
              <a:extLst>
                <a:ext uri="{FF2B5EF4-FFF2-40B4-BE49-F238E27FC236}">
                  <a16:creationId xmlns:a16="http://schemas.microsoft.com/office/drawing/2014/main" id="{AC0118C6-22B2-4B7C-6BF4-E886CB438DB5}"/>
                </a:ext>
              </a:extLst>
            </p:cNvPr>
            <p:cNvPicPr>
              <a:picLocks noChangeAspect="1"/>
            </p:cNvPicPr>
            <p:nvPr/>
          </p:nvPicPr>
          <p:blipFill>
            <a:blip r:embed="rId59"/>
            <a:stretch>
              <a:fillRect/>
            </a:stretch>
          </p:blipFill>
          <p:spPr>
            <a:xfrm>
              <a:off x="3488318" y="2947746"/>
              <a:ext cx="461068" cy="114299"/>
            </a:xfrm>
            <a:custGeom>
              <a:avLst/>
              <a:gdLst>
                <a:gd name="csX0" fmla="*/ 0 w 461068"/>
                <a:gd name="csY0" fmla="*/ 0 h 114299"/>
                <a:gd name="csX1" fmla="*/ 461068 w 461068"/>
                <a:gd name="csY1" fmla="*/ 0 h 114299"/>
                <a:gd name="csX2" fmla="*/ 461068 w 461068"/>
                <a:gd name="csY2" fmla="*/ 114299 h 114299"/>
                <a:gd name="csX3" fmla="*/ 0 w 461068"/>
                <a:gd name="csY3" fmla="*/ 114299 h 1142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61068" h="114299">
                  <a:moveTo>
                    <a:pt x="0" y="0"/>
                  </a:moveTo>
                  <a:lnTo>
                    <a:pt x="461068" y="0"/>
                  </a:lnTo>
                  <a:lnTo>
                    <a:pt x="461068" y="114299"/>
                  </a:lnTo>
                  <a:lnTo>
                    <a:pt x="0" y="114299"/>
                  </a:lnTo>
                  <a:close/>
                </a:path>
              </a:pathLst>
            </a:custGeom>
          </p:spPr>
        </p:pic>
      </p:grpSp>
      <p:grpSp>
        <p:nvGrpSpPr>
          <p:cNvPr id="2659" name="!!رسم 9">
            <a:extLst>
              <a:ext uri="{FF2B5EF4-FFF2-40B4-BE49-F238E27FC236}">
                <a16:creationId xmlns:a16="http://schemas.microsoft.com/office/drawing/2014/main" id="{6612D368-7CFF-ACD3-D510-D2EA123E8B61}"/>
              </a:ext>
            </a:extLst>
          </p:cNvPr>
          <p:cNvGrpSpPr/>
          <p:nvPr/>
        </p:nvGrpSpPr>
        <p:grpSpPr>
          <a:xfrm>
            <a:off x="4461731" y="3702660"/>
            <a:ext cx="253209" cy="140083"/>
            <a:chOff x="5132291" y="3358643"/>
            <a:chExt cx="253209" cy="140083"/>
          </a:xfrm>
        </p:grpSpPr>
        <p:sp>
          <p:nvSpPr>
            <p:cNvPr id="2660" name="شكل حر: شكل 478">
              <a:extLst>
                <a:ext uri="{FF2B5EF4-FFF2-40B4-BE49-F238E27FC236}">
                  <a16:creationId xmlns:a16="http://schemas.microsoft.com/office/drawing/2014/main" id="{2B392F94-E713-197E-F51F-118DF8E48892}"/>
                </a:ext>
              </a:extLst>
            </p:cNvPr>
            <p:cNvSpPr/>
            <p:nvPr/>
          </p:nvSpPr>
          <p:spPr>
            <a:xfrm>
              <a:off x="5158746" y="3396743"/>
              <a:ext cx="226754" cy="98914"/>
            </a:xfrm>
            <a:custGeom>
              <a:avLst/>
              <a:gdLst>
                <a:gd name="csX0" fmla="*/ 226755 w 226754"/>
                <a:gd name="csY0" fmla="*/ 98915 h 98914"/>
                <a:gd name="csX1" fmla="*/ 1 w 226754"/>
                <a:gd name="csY1" fmla="*/ 98915 h 98914"/>
                <a:gd name="csX2" fmla="*/ 1 w 226754"/>
                <a:gd name="csY2" fmla="*/ 1 h 98914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</a:cxnLst>
              <a:rect l="l" t="t" r="r" b="b"/>
              <a:pathLst>
                <a:path w="226754" h="98914">
                  <a:moveTo>
                    <a:pt x="226755" y="98915"/>
                  </a:moveTo>
                  <a:lnTo>
                    <a:pt x="1" y="98915"/>
                  </a:lnTo>
                  <a:lnTo>
                    <a:pt x="1" y="1"/>
                  </a:lnTo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1" name="شكل حر: شكل 479">
              <a:extLst>
                <a:ext uri="{FF2B5EF4-FFF2-40B4-BE49-F238E27FC236}">
                  <a16:creationId xmlns:a16="http://schemas.microsoft.com/office/drawing/2014/main" id="{0E9A4E7D-3E76-F350-2C7F-9BC146DD577C}"/>
                </a:ext>
              </a:extLst>
            </p:cNvPr>
            <p:cNvSpPr/>
            <p:nvPr/>
          </p:nvSpPr>
          <p:spPr>
            <a:xfrm>
              <a:off x="5132291" y="3358643"/>
              <a:ext cx="52909" cy="50799"/>
            </a:xfrm>
            <a:custGeom>
              <a:avLst/>
              <a:gdLst>
                <a:gd name="csX0" fmla="*/ 26455 w 52909"/>
                <a:gd name="csY0" fmla="*/ 1 h 50799"/>
                <a:gd name="csX1" fmla="*/ 52910 w 52909"/>
                <a:gd name="csY1" fmla="*/ 50800 h 50799"/>
                <a:gd name="csX2" fmla="*/ 26455 w 52909"/>
                <a:gd name="csY2" fmla="*/ 38100 h 50799"/>
                <a:gd name="csX3" fmla="*/ 1 w 52909"/>
                <a:gd name="csY3" fmla="*/ 50800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2909" h="50799">
                  <a:moveTo>
                    <a:pt x="26455" y="1"/>
                  </a:moveTo>
                  <a:lnTo>
                    <a:pt x="52910" y="50800"/>
                  </a:lnTo>
                  <a:lnTo>
                    <a:pt x="26455" y="38100"/>
                  </a:lnTo>
                  <a:lnTo>
                    <a:pt x="1" y="50800"/>
                  </a:lnTo>
                  <a:close/>
                </a:path>
              </a:pathLst>
            </a:cu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2" name="شكل حر: شكل 480">
              <a:extLst>
                <a:ext uri="{FF2B5EF4-FFF2-40B4-BE49-F238E27FC236}">
                  <a16:creationId xmlns:a16="http://schemas.microsoft.com/office/drawing/2014/main" id="{DB660D52-CB73-FE38-6E9A-0BBDAF10A882}"/>
                </a:ext>
              </a:extLst>
            </p:cNvPr>
            <p:cNvSpPr/>
            <p:nvPr/>
          </p:nvSpPr>
          <p:spPr>
            <a:xfrm>
              <a:off x="5157648" y="3396743"/>
              <a:ext cx="227852" cy="101983"/>
            </a:xfrm>
            <a:custGeom>
              <a:avLst/>
              <a:gdLst>
                <a:gd name="csX0" fmla="*/ 227853 w 227852"/>
                <a:gd name="csY0" fmla="*/ 98915 h 101983"/>
                <a:gd name="csX1" fmla="*/ 1098 w 227852"/>
                <a:gd name="csY1" fmla="*/ 98915 h 101983"/>
                <a:gd name="csX2" fmla="*/ 227853 w 227852"/>
                <a:gd name="csY2" fmla="*/ 98915 h 101983"/>
                <a:gd name="csX3" fmla="*/ 1098 w 227852"/>
                <a:gd name="csY3" fmla="*/ 98915 h 101983"/>
                <a:gd name="csX4" fmla="*/ 1098 w 227852"/>
                <a:gd name="csY4" fmla="*/ 98915 h 101983"/>
                <a:gd name="csX5" fmla="*/ 1098 w 227852"/>
                <a:gd name="csY5" fmla="*/ 1 h 101983"/>
                <a:gd name="csX6" fmla="*/ 1098 w 227852"/>
                <a:gd name="csY6" fmla="*/ 98915 h 101983"/>
                <a:gd name="csX7" fmla="*/ 1098 w 227852"/>
                <a:gd name="csY7" fmla="*/ 1 h 1019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227852" h="101983">
                  <a:moveTo>
                    <a:pt x="227853" y="98915"/>
                  </a:moveTo>
                  <a:cubicBezTo>
                    <a:pt x="157634" y="109220"/>
                    <a:pt x="93538" y="89481"/>
                    <a:pt x="1098" y="98915"/>
                  </a:cubicBezTo>
                  <a:moveTo>
                    <a:pt x="227853" y="98915"/>
                  </a:moveTo>
                  <a:cubicBezTo>
                    <a:pt x="141988" y="96810"/>
                    <a:pt x="50001" y="94125"/>
                    <a:pt x="1098" y="98915"/>
                  </a:cubicBezTo>
                  <a:moveTo>
                    <a:pt x="1098" y="98915"/>
                  </a:moveTo>
                  <a:cubicBezTo>
                    <a:pt x="4424" y="75982"/>
                    <a:pt x="1249" y="50510"/>
                    <a:pt x="1098" y="1"/>
                  </a:cubicBezTo>
                  <a:moveTo>
                    <a:pt x="1098" y="98915"/>
                  </a:moveTo>
                  <a:cubicBezTo>
                    <a:pt x="-1774" y="58710"/>
                    <a:pt x="2005" y="22135"/>
                    <a:pt x="1098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3" name="شكل حر: شكل 481">
              <a:extLst>
                <a:ext uri="{FF2B5EF4-FFF2-40B4-BE49-F238E27FC236}">
                  <a16:creationId xmlns:a16="http://schemas.microsoft.com/office/drawing/2014/main" id="{CE869C38-4386-2729-CAB0-1F5F0B881677}"/>
                </a:ext>
              </a:extLst>
            </p:cNvPr>
            <p:cNvSpPr/>
            <p:nvPr/>
          </p:nvSpPr>
          <p:spPr>
            <a:xfrm>
              <a:off x="5132291" y="3358643"/>
              <a:ext cx="52909" cy="50799"/>
            </a:xfrm>
            <a:custGeom>
              <a:avLst/>
              <a:gdLst>
                <a:gd name="csX0" fmla="*/ 26455 w 52909"/>
                <a:gd name="csY0" fmla="*/ 1 h 50799"/>
                <a:gd name="csX1" fmla="*/ 52910 w 52909"/>
                <a:gd name="csY1" fmla="*/ 50800 h 50799"/>
                <a:gd name="csX2" fmla="*/ 26455 w 52909"/>
                <a:gd name="csY2" fmla="*/ 38100 h 50799"/>
                <a:gd name="csX3" fmla="*/ 1 w 52909"/>
                <a:gd name="csY3" fmla="*/ 50800 h 50799"/>
                <a:gd name="csX4" fmla="*/ 26455 w 52909"/>
                <a:gd name="csY4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</a:cxnLst>
              <a:rect l="l" t="t" r="r" b="b"/>
              <a:pathLst>
                <a:path w="52909" h="50799">
                  <a:moveTo>
                    <a:pt x="26455" y="1"/>
                  </a:moveTo>
                  <a:cubicBezTo>
                    <a:pt x="32653" y="14297"/>
                    <a:pt x="47165" y="26562"/>
                    <a:pt x="52910" y="50800"/>
                  </a:cubicBezTo>
                  <a:cubicBezTo>
                    <a:pt x="47770" y="44269"/>
                    <a:pt x="36433" y="43470"/>
                    <a:pt x="26455" y="38100"/>
                  </a:cubicBezTo>
                  <a:cubicBezTo>
                    <a:pt x="25095" y="43325"/>
                    <a:pt x="14211" y="38826"/>
                    <a:pt x="1" y="50800"/>
                  </a:cubicBezTo>
                  <a:cubicBezTo>
                    <a:pt x="13228" y="44922"/>
                    <a:pt x="7483" y="38899"/>
                    <a:pt x="26455" y="1"/>
                  </a:cubicBezTo>
                </a:path>
              </a:pathLst>
            </a:custGeom>
            <a:solidFill>
              <a:srgbClr val="000000"/>
            </a:solidFill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64" name="شكل حر: شكل 482">
              <a:extLst>
                <a:ext uri="{FF2B5EF4-FFF2-40B4-BE49-F238E27FC236}">
                  <a16:creationId xmlns:a16="http://schemas.microsoft.com/office/drawing/2014/main" id="{0B6509C9-44AF-124D-44A0-4CA0BDDE2FA4}"/>
                </a:ext>
              </a:extLst>
            </p:cNvPr>
            <p:cNvSpPr/>
            <p:nvPr/>
          </p:nvSpPr>
          <p:spPr>
            <a:xfrm>
              <a:off x="5132291" y="3358643"/>
              <a:ext cx="52909" cy="50799"/>
            </a:xfrm>
            <a:custGeom>
              <a:avLst/>
              <a:gdLst>
                <a:gd name="csX0" fmla="*/ 26455 w 52909"/>
                <a:gd name="csY0" fmla="*/ 1 h 50799"/>
                <a:gd name="csX1" fmla="*/ 52910 w 52909"/>
                <a:gd name="csY1" fmla="*/ 50800 h 50799"/>
                <a:gd name="csX2" fmla="*/ 26455 w 52909"/>
                <a:gd name="csY2" fmla="*/ 1 h 50799"/>
                <a:gd name="csX3" fmla="*/ 52910 w 52909"/>
                <a:gd name="csY3" fmla="*/ 50800 h 50799"/>
                <a:gd name="csX4" fmla="*/ 52910 w 52909"/>
                <a:gd name="csY4" fmla="*/ 50800 h 50799"/>
                <a:gd name="csX5" fmla="*/ 26455 w 52909"/>
                <a:gd name="csY5" fmla="*/ 38100 h 50799"/>
                <a:gd name="csX6" fmla="*/ 52910 w 52909"/>
                <a:gd name="csY6" fmla="*/ 50800 h 50799"/>
                <a:gd name="csX7" fmla="*/ 26455 w 52909"/>
                <a:gd name="csY7" fmla="*/ 38100 h 50799"/>
                <a:gd name="csX8" fmla="*/ 26455 w 52909"/>
                <a:gd name="csY8" fmla="*/ 38100 h 50799"/>
                <a:gd name="csX9" fmla="*/ 1 w 52909"/>
                <a:gd name="csY9" fmla="*/ 50800 h 50799"/>
                <a:gd name="csX10" fmla="*/ 26455 w 52909"/>
                <a:gd name="csY10" fmla="*/ 38100 h 50799"/>
                <a:gd name="csX11" fmla="*/ 1 w 52909"/>
                <a:gd name="csY11" fmla="*/ 50800 h 50799"/>
                <a:gd name="csX12" fmla="*/ 1 w 52909"/>
                <a:gd name="csY12" fmla="*/ 50800 h 50799"/>
                <a:gd name="csX13" fmla="*/ 26455 w 52909"/>
                <a:gd name="csY13" fmla="*/ 1 h 50799"/>
                <a:gd name="csX14" fmla="*/ 1 w 52909"/>
                <a:gd name="csY14" fmla="*/ 50800 h 50799"/>
                <a:gd name="csX15" fmla="*/ 26455 w 52909"/>
                <a:gd name="csY15" fmla="*/ 1 h 507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52909" h="50799">
                  <a:moveTo>
                    <a:pt x="26455" y="1"/>
                  </a:moveTo>
                  <a:cubicBezTo>
                    <a:pt x="35526" y="20828"/>
                    <a:pt x="47468" y="29464"/>
                    <a:pt x="52910" y="50800"/>
                  </a:cubicBezTo>
                  <a:moveTo>
                    <a:pt x="26455" y="1"/>
                  </a:moveTo>
                  <a:cubicBezTo>
                    <a:pt x="38322" y="19014"/>
                    <a:pt x="47921" y="38100"/>
                    <a:pt x="52910" y="50800"/>
                  </a:cubicBezTo>
                  <a:moveTo>
                    <a:pt x="52910" y="50800"/>
                  </a:moveTo>
                  <a:cubicBezTo>
                    <a:pt x="46410" y="48623"/>
                    <a:pt x="38171" y="45648"/>
                    <a:pt x="26455" y="38100"/>
                  </a:cubicBezTo>
                  <a:moveTo>
                    <a:pt x="52910" y="50800"/>
                  </a:moveTo>
                  <a:cubicBezTo>
                    <a:pt x="42177" y="44922"/>
                    <a:pt x="33333" y="40350"/>
                    <a:pt x="26455" y="38100"/>
                  </a:cubicBezTo>
                  <a:moveTo>
                    <a:pt x="26455" y="38100"/>
                  </a:moveTo>
                  <a:cubicBezTo>
                    <a:pt x="14815" y="44704"/>
                    <a:pt x="4762" y="47099"/>
                    <a:pt x="1" y="50800"/>
                  </a:cubicBezTo>
                  <a:moveTo>
                    <a:pt x="26455" y="38100"/>
                  </a:moveTo>
                  <a:cubicBezTo>
                    <a:pt x="18519" y="42455"/>
                    <a:pt x="7635" y="45212"/>
                    <a:pt x="1" y="50800"/>
                  </a:cubicBezTo>
                  <a:moveTo>
                    <a:pt x="1" y="50800"/>
                  </a:moveTo>
                  <a:cubicBezTo>
                    <a:pt x="8315" y="33020"/>
                    <a:pt x="16176" y="16039"/>
                    <a:pt x="26455" y="1"/>
                  </a:cubicBezTo>
                  <a:moveTo>
                    <a:pt x="1" y="50800"/>
                  </a:moveTo>
                  <a:cubicBezTo>
                    <a:pt x="10885" y="32440"/>
                    <a:pt x="15571" y="14878"/>
                    <a:pt x="26455" y="1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5" name="!!رسم 9">
            <a:extLst>
              <a:ext uri="{FF2B5EF4-FFF2-40B4-BE49-F238E27FC236}">
                <a16:creationId xmlns:a16="http://schemas.microsoft.com/office/drawing/2014/main" id="{BDD9D887-80D1-B7D5-5600-58856BB33C5A}"/>
              </a:ext>
            </a:extLst>
          </p:cNvPr>
          <p:cNvGrpSpPr/>
          <p:nvPr/>
        </p:nvGrpSpPr>
        <p:grpSpPr>
          <a:xfrm>
            <a:off x="3841934" y="3621961"/>
            <a:ext cx="616017" cy="145142"/>
            <a:chOff x="4512494" y="3277944"/>
            <a:chExt cx="616017" cy="145142"/>
          </a:xfrm>
          <a:noFill/>
        </p:grpSpPr>
        <p:sp>
          <p:nvSpPr>
            <p:cNvPr id="2666" name="مستطيل 484">
              <a:extLst>
                <a:ext uri="{FF2B5EF4-FFF2-40B4-BE49-F238E27FC236}">
                  <a16:creationId xmlns:a16="http://schemas.microsoft.com/office/drawing/2014/main" id="{27859817-DF45-68C9-59D1-3A46885C705E}"/>
                </a:ext>
              </a:extLst>
            </p:cNvPr>
            <p:cNvSpPr/>
            <p:nvPr/>
          </p:nvSpPr>
          <p:spPr>
            <a:xfrm>
              <a:off x="4516273" y="3277944"/>
              <a:ext cx="612238" cy="145142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2667" name="صورة 485">
              <a:extLst>
                <a:ext uri="{FF2B5EF4-FFF2-40B4-BE49-F238E27FC236}">
                  <a16:creationId xmlns:a16="http://schemas.microsoft.com/office/drawing/2014/main" id="{3E1876F7-6752-0E0E-381F-09DD34DF4EF3}"/>
                </a:ext>
              </a:extLst>
            </p:cNvPr>
            <p:cNvPicPr>
              <a:picLocks noChangeAspect="1"/>
            </p:cNvPicPr>
            <p:nvPr/>
          </p:nvPicPr>
          <p:blipFill>
            <a:blip r:embed="rId60"/>
            <a:stretch>
              <a:fillRect/>
            </a:stretch>
          </p:blipFill>
          <p:spPr>
            <a:xfrm>
              <a:off x="4512494" y="3314230"/>
              <a:ext cx="597121" cy="87085"/>
            </a:xfrm>
            <a:custGeom>
              <a:avLst/>
              <a:gdLst>
                <a:gd name="csX0" fmla="*/ 0 w 597121"/>
                <a:gd name="csY0" fmla="*/ 0 h 87085"/>
                <a:gd name="csX1" fmla="*/ 597121 w 597121"/>
                <a:gd name="csY1" fmla="*/ 0 h 87085"/>
                <a:gd name="csX2" fmla="*/ 597121 w 597121"/>
                <a:gd name="csY2" fmla="*/ 87085 h 87085"/>
                <a:gd name="csX3" fmla="*/ 0 w 597121"/>
                <a:gd name="csY3" fmla="*/ 87085 h 87085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597121" h="87085">
                  <a:moveTo>
                    <a:pt x="0" y="0"/>
                  </a:moveTo>
                  <a:lnTo>
                    <a:pt x="597121" y="0"/>
                  </a:lnTo>
                  <a:lnTo>
                    <a:pt x="597121" y="87085"/>
                  </a:lnTo>
                  <a:lnTo>
                    <a:pt x="0" y="87085"/>
                  </a:lnTo>
                  <a:close/>
                </a:path>
              </a:pathLst>
            </a:custGeom>
          </p:spPr>
        </p:pic>
      </p:grpSp>
      <p:grpSp>
        <p:nvGrpSpPr>
          <p:cNvPr id="2668" name="!!رسم 9">
            <a:extLst>
              <a:ext uri="{FF2B5EF4-FFF2-40B4-BE49-F238E27FC236}">
                <a16:creationId xmlns:a16="http://schemas.microsoft.com/office/drawing/2014/main" id="{843404CE-8C9D-12D4-3E78-AA7FE3EC1F0F}"/>
              </a:ext>
            </a:extLst>
          </p:cNvPr>
          <p:cNvGrpSpPr/>
          <p:nvPr/>
        </p:nvGrpSpPr>
        <p:grpSpPr>
          <a:xfrm>
            <a:off x="4693776" y="3804626"/>
            <a:ext cx="65120" cy="64342"/>
            <a:chOff x="5364336" y="3460609"/>
            <a:chExt cx="65120" cy="64342"/>
          </a:xfrm>
          <a:noFill/>
        </p:grpSpPr>
        <p:sp>
          <p:nvSpPr>
            <p:cNvPr id="2669" name="شكل بيضاوي 487">
              <a:extLst>
                <a:ext uri="{FF2B5EF4-FFF2-40B4-BE49-F238E27FC236}">
                  <a16:creationId xmlns:a16="http://schemas.microsoft.com/office/drawing/2014/main" id="{F8A9F321-652B-CF30-BF67-A5240FBC497C}"/>
                </a:ext>
              </a:extLst>
            </p:cNvPr>
            <p:cNvSpPr/>
            <p:nvPr/>
          </p:nvSpPr>
          <p:spPr>
            <a:xfrm>
              <a:off x="5370383" y="3466629"/>
              <a:ext cx="52909" cy="50799"/>
            </a:xfrm>
            <a:prstGeom prst="ellipse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70" name="شكل حر: شكل 488">
              <a:extLst>
                <a:ext uri="{FF2B5EF4-FFF2-40B4-BE49-F238E27FC236}">
                  <a16:creationId xmlns:a16="http://schemas.microsoft.com/office/drawing/2014/main" id="{0E77BEF3-E7C7-EA0C-95C5-53963A11BED8}"/>
                </a:ext>
              </a:extLst>
            </p:cNvPr>
            <p:cNvSpPr/>
            <p:nvPr/>
          </p:nvSpPr>
          <p:spPr>
            <a:xfrm>
              <a:off x="5364336" y="3460609"/>
              <a:ext cx="65120" cy="64342"/>
            </a:xfrm>
            <a:custGeom>
              <a:avLst/>
              <a:gdLst>
                <a:gd name="csX0" fmla="*/ 32125 w 65120"/>
                <a:gd name="csY0" fmla="*/ 5512 h 64342"/>
                <a:gd name="csX1" fmla="*/ 43160 w 65120"/>
                <a:gd name="csY1" fmla="*/ 17486 h 64342"/>
                <a:gd name="csX2" fmla="*/ 58428 w 65120"/>
                <a:gd name="csY2" fmla="*/ 22639 h 64342"/>
                <a:gd name="csX3" fmla="*/ 58126 w 65120"/>
                <a:gd name="csY3" fmla="*/ 44192 h 64342"/>
                <a:gd name="csX4" fmla="*/ 41270 w 65120"/>
                <a:gd name="csY4" fmla="*/ 47531 h 64342"/>
                <a:gd name="csX5" fmla="*/ 25548 w 65120"/>
                <a:gd name="csY5" fmla="*/ 59868 h 64342"/>
                <a:gd name="csX6" fmla="*/ 14362 w 65120"/>
                <a:gd name="csY6" fmla="*/ 42451 h 64342"/>
                <a:gd name="csX7" fmla="*/ 7786 w 65120"/>
                <a:gd name="csY7" fmla="*/ 36282 h 64342"/>
                <a:gd name="csX8" fmla="*/ 14664 w 65120"/>
                <a:gd name="csY8" fmla="*/ 14656 h 64342"/>
                <a:gd name="csX9" fmla="*/ 36962 w 65120"/>
                <a:gd name="csY9" fmla="*/ 10665 h 64342"/>
                <a:gd name="csX10" fmla="*/ 35677 w 65120"/>
                <a:gd name="csY10" fmla="*/ 8923 h 64342"/>
                <a:gd name="csX11" fmla="*/ 21920 w 65120"/>
                <a:gd name="csY11" fmla="*/ 214 h 64342"/>
                <a:gd name="csX12" fmla="*/ 33561 w 65120"/>
                <a:gd name="csY12" fmla="*/ 6818 h 64342"/>
                <a:gd name="csX13" fmla="*/ 64550 w 65120"/>
                <a:gd name="csY13" fmla="*/ 21332 h 64342"/>
                <a:gd name="csX14" fmla="*/ 54347 w 65120"/>
                <a:gd name="csY14" fmla="*/ 23727 h 64342"/>
                <a:gd name="csX15" fmla="*/ 63417 w 65120"/>
                <a:gd name="csY15" fmla="*/ 53699 h 64342"/>
                <a:gd name="csX16" fmla="*/ 24868 w 65120"/>
                <a:gd name="csY16" fmla="*/ 61101 h 64342"/>
                <a:gd name="csX17" fmla="*/ 14967 w 65120"/>
                <a:gd name="csY17" fmla="*/ 62190 h 64342"/>
                <a:gd name="csX18" fmla="*/ 1 w 65120"/>
                <a:gd name="csY18" fmla="*/ 32218 h 64342"/>
                <a:gd name="csX19" fmla="*/ 14286 w 65120"/>
                <a:gd name="csY19" fmla="*/ 13568 h 64342"/>
                <a:gd name="csX20" fmla="*/ 21165 w 65120"/>
                <a:gd name="csY20" fmla="*/ 3988 h 64342"/>
                <a:gd name="csX21" fmla="*/ 31444 w 65120"/>
                <a:gd name="csY21" fmla="*/ 20825 h 64342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</a:cxnLst>
              <a:rect l="l" t="t" r="r" b="b"/>
              <a:pathLst>
                <a:path w="65120" h="64342">
                  <a:moveTo>
                    <a:pt x="32125" y="5512"/>
                  </a:moveTo>
                  <a:cubicBezTo>
                    <a:pt x="36282" y="5004"/>
                    <a:pt x="38776" y="14583"/>
                    <a:pt x="43160" y="17486"/>
                  </a:cubicBezTo>
                  <a:cubicBezTo>
                    <a:pt x="47544" y="20317"/>
                    <a:pt x="55934" y="18140"/>
                    <a:pt x="58428" y="22639"/>
                  </a:cubicBezTo>
                  <a:cubicBezTo>
                    <a:pt x="60922" y="27066"/>
                    <a:pt x="60922" y="40056"/>
                    <a:pt x="58126" y="44192"/>
                  </a:cubicBezTo>
                  <a:cubicBezTo>
                    <a:pt x="55253" y="48402"/>
                    <a:pt x="46712" y="44918"/>
                    <a:pt x="41270" y="47531"/>
                  </a:cubicBezTo>
                  <a:cubicBezTo>
                    <a:pt x="35828" y="50143"/>
                    <a:pt x="30008" y="60739"/>
                    <a:pt x="25548" y="59868"/>
                  </a:cubicBezTo>
                  <a:cubicBezTo>
                    <a:pt x="21089" y="58997"/>
                    <a:pt x="17310" y="46442"/>
                    <a:pt x="14362" y="42451"/>
                  </a:cubicBezTo>
                  <a:cubicBezTo>
                    <a:pt x="11339" y="38532"/>
                    <a:pt x="7710" y="40854"/>
                    <a:pt x="7786" y="36282"/>
                  </a:cubicBezTo>
                  <a:cubicBezTo>
                    <a:pt x="7862" y="31638"/>
                    <a:pt x="9751" y="18938"/>
                    <a:pt x="14664" y="14656"/>
                  </a:cubicBezTo>
                  <a:cubicBezTo>
                    <a:pt x="19502" y="10447"/>
                    <a:pt x="33485" y="11608"/>
                    <a:pt x="36962" y="10665"/>
                  </a:cubicBezTo>
                  <a:cubicBezTo>
                    <a:pt x="40514" y="9721"/>
                    <a:pt x="37567" y="10229"/>
                    <a:pt x="35677" y="8923"/>
                  </a:cubicBezTo>
                  <a:moveTo>
                    <a:pt x="21920" y="214"/>
                  </a:moveTo>
                  <a:cubicBezTo>
                    <a:pt x="26531" y="-1019"/>
                    <a:pt x="26456" y="3335"/>
                    <a:pt x="33561" y="6818"/>
                  </a:cubicBezTo>
                  <a:cubicBezTo>
                    <a:pt x="40665" y="10374"/>
                    <a:pt x="61073" y="18502"/>
                    <a:pt x="64550" y="21332"/>
                  </a:cubicBezTo>
                  <a:cubicBezTo>
                    <a:pt x="68027" y="24090"/>
                    <a:pt x="54498" y="18357"/>
                    <a:pt x="54347" y="23727"/>
                  </a:cubicBezTo>
                  <a:cubicBezTo>
                    <a:pt x="54195" y="29170"/>
                    <a:pt x="68330" y="47458"/>
                    <a:pt x="63417" y="53699"/>
                  </a:cubicBezTo>
                  <a:cubicBezTo>
                    <a:pt x="58579" y="59940"/>
                    <a:pt x="32956" y="59723"/>
                    <a:pt x="24868" y="61101"/>
                  </a:cubicBezTo>
                  <a:cubicBezTo>
                    <a:pt x="16781" y="62480"/>
                    <a:pt x="19048" y="66980"/>
                    <a:pt x="14967" y="62190"/>
                  </a:cubicBezTo>
                  <a:cubicBezTo>
                    <a:pt x="10809" y="57328"/>
                    <a:pt x="152" y="40274"/>
                    <a:pt x="1" y="32218"/>
                  </a:cubicBezTo>
                  <a:cubicBezTo>
                    <a:pt x="-75" y="24090"/>
                    <a:pt x="10734" y="18212"/>
                    <a:pt x="14286" y="13568"/>
                  </a:cubicBezTo>
                  <a:cubicBezTo>
                    <a:pt x="17839" y="8850"/>
                    <a:pt x="18292" y="2754"/>
                    <a:pt x="21165" y="3988"/>
                  </a:cubicBezTo>
                  <a:cubicBezTo>
                    <a:pt x="23961" y="5222"/>
                    <a:pt x="30386" y="18938"/>
                    <a:pt x="31444" y="20825"/>
                  </a:cubicBezTo>
                </a:path>
              </a:pathLst>
            </a:custGeom>
            <a:noFill/>
            <a:ln w="75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71" name="!!رسم 9">
            <a:extLst>
              <a:ext uri="{FF2B5EF4-FFF2-40B4-BE49-F238E27FC236}">
                <a16:creationId xmlns:a16="http://schemas.microsoft.com/office/drawing/2014/main" id="{E19F185D-E13C-BA28-E48B-0FA51A850845}"/>
              </a:ext>
            </a:extLst>
          </p:cNvPr>
          <p:cNvGrpSpPr/>
          <p:nvPr/>
        </p:nvGrpSpPr>
        <p:grpSpPr>
          <a:xfrm>
            <a:off x="6374426" y="4345059"/>
            <a:ext cx="688466" cy="663008"/>
            <a:chOff x="7044986" y="4001042"/>
            <a:chExt cx="688466" cy="663008"/>
          </a:xfrm>
        </p:grpSpPr>
        <p:grpSp>
          <p:nvGrpSpPr>
            <p:cNvPr id="2672" name="رسم 9">
              <a:extLst>
                <a:ext uri="{FF2B5EF4-FFF2-40B4-BE49-F238E27FC236}">
                  <a16:creationId xmlns:a16="http://schemas.microsoft.com/office/drawing/2014/main" id="{79FB3125-1AC6-EBDB-B4B7-2A634A3CD688}"/>
                </a:ext>
              </a:extLst>
            </p:cNvPr>
            <p:cNvGrpSpPr/>
            <p:nvPr/>
          </p:nvGrpSpPr>
          <p:grpSpPr>
            <a:xfrm>
              <a:off x="7044986" y="4001042"/>
              <a:ext cx="688466" cy="663008"/>
              <a:chOff x="7044986" y="4001042"/>
              <a:chExt cx="688466" cy="663008"/>
            </a:xfrm>
            <a:noFill/>
          </p:grpSpPr>
          <p:grpSp>
            <p:nvGrpSpPr>
              <p:cNvPr id="2693" name="رسم 9">
                <a:extLst>
                  <a:ext uri="{FF2B5EF4-FFF2-40B4-BE49-F238E27FC236}">
                    <a16:creationId xmlns:a16="http://schemas.microsoft.com/office/drawing/2014/main" id="{E1A1408D-3932-34FC-2745-DD645D532FD9}"/>
                  </a:ext>
                </a:extLst>
              </p:cNvPr>
              <p:cNvGrpSpPr/>
              <p:nvPr/>
            </p:nvGrpSpPr>
            <p:grpSpPr>
              <a:xfrm>
                <a:off x="7044986" y="4001042"/>
                <a:ext cx="688466" cy="662210"/>
                <a:chOff x="7044986" y="4001042"/>
                <a:chExt cx="688466" cy="662210"/>
              </a:xfrm>
              <a:noFill/>
            </p:grpSpPr>
            <p:sp>
              <p:nvSpPr>
                <p:cNvPr id="2695" name="مستطيل 492">
                  <a:extLst>
                    <a:ext uri="{FF2B5EF4-FFF2-40B4-BE49-F238E27FC236}">
                      <a16:creationId xmlns:a16="http://schemas.microsoft.com/office/drawing/2014/main" id="{972AAAB7-D0D5-28EC-A40F-E68677F7EAAE}"/>
                    </a:ext>
                  </a:extLst>
                </p:cNvPr>
                <p:cNvSpPr/>
                <p:nvPr/>
              </p:nvSpPr>
              <p:spPr>
                <a:xfrm>
                  <a:off x="7048369" y="4003655"/>
                  <a:ext cx="680264" cy="653139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6" name="شكل حر: شكل 493">
                  <a:extLst>
                    <a:ext uri="{FF2B5EF4-FFF2-40B4-BE49-F238E27FC236}">
                      <a16:creationId xmlns:a16="http://schemas.microsoft.com/office/drawing/2014/main" id="{6B773105-DE46-B8FC-A265-69CA60234F5E}"/>
                    </a:ext>
                  </a:extLst>
                </p:cNvPr>
                <p:cNvSpPr/>
                <p:nvPr/>
              </p:nvSpPr>
              <p:spPr>
                <a:xfrm>
                  <a:off x="7046480" y="4001042"/>
                  <a:ext cx="684497" cy="662210"/>
                </a:xfrm>
                <a:custGeom>
                  <a:avLst/>
                  <a:gdLst>
                    <a:gd name="csX0" fmla="*/ 2948 w 684497"/>
                    <a:gd name="csY0" fmla="*/ 1452 h 662210"/>
                    <a:gd name="csX1" fmla="*/ 2948 w 684497"/>
                    <a:gd name="csY1" fmla="*/ 1452 h 662210"/>
                    <a:gd name="csX2" fmla="*/ 2948 w 684497"/>
                    <a:gd name="csY2" fmla="*/ 1452 h 662210"/>
                    <a:gd name="csX3" fmla="*/ 2948 w 684497"/>
                    <a:gd name="csY3" fmla="*/ 1452 h 662210"/>
                    <a:gd name="csX4" fmla="*/ 907 w 684497"/>
                    <a:gd name="csY4" fmla="*/ 47897 h 662210"/>
                    <a:gd name="csX5" fmla="*/ 40590 w 684497"/>
                    <a:gd name="csY5" fmla="*/ 4064 h 662210"/>
                    <a:gd name="csX6" fmla="*/ 907 w 684497"/>
                    <a:gd name="csY6" fmla="*/ 47897 h 662210"/>
                    <a:gd name="csX7" fmla="*/ 40590 w 684497"/>
                    <a:gd name="csY7" fmla="*/ 4064 h 662210"/>
                    <a:gd name="csX8" fmla="*/ 3931 w 684497"/>
                    <a:gd name="csY8" fmla="*/ 88827 h 662210"/>
                    <a:gd name="csX9" fmla="*/ 83295 w 684497"/>
                    <a:gd name="csY9" fmla="*/ 1234 h 662210"/>
                    <a:gd name="csX10" fmla="*/ 3931 w 684497"/>
                    <a:gd name="csY10" fmla="*/ 88827 h 662210"/>
                    <a:gd name="csX11" fmla="*/ 83295 w 684497"/>
                    <a:gd name="csY11" fmla="*/ 1234 h 662210"/>
                    <a:gd name="csX12" fmla="*/ 1966 w 684497"/>
                    <a:gd name="csY12" fmla="*/ 135273 h 662210"/>
                    <a:gd name="csX13" fmla="*/ 120936 w 684497"/>
                    <a:gd name="csY13" fmla="*/ 3847 h 662210"/>
                    <a:gd name="csX14" fmla="*/ 1966 w 684497"/>
                    <a:gd name="csY14" fmla="*/ 135273 h 662210"/>
                    <a:gd name="csX15" fmla="*/ 120936 w 684497"/>
                    <a:gd name="csY15" fmla="*/ 3847 h 662210"/>
                    <a:gd name="csX16" fmla="*/ 1 w 684497"/>
                    <a:gd name="csY16" fmla="*/ 181718 h 662210"/>
                    <a:gd name="csX17" fmla="*/ 163642 w 684497"/>
                    <a:gd name="csY17" fmla="*/ 944 h 662210"/>
                    <a:gd name="csX18" fmla="*/ 1 w 684497"/>
                    <a:gd name="csY18" fmla="*/ 181718 h 662210"/>
                    <a:gd name="csX19" fmla="*/ 163642 w 684497"/>
                    <a:gd name="csY19" fmla="*/ 944 h 662210"/>
                    <a:gd name="csX20" fmla="*/ 2948 w 684497"/>
                    <a:gd name="csY20" fmla="*/ 222648 h 662210"/>
                    <a:gd name="csX21" fmla="*/ 201283 w 684497"/>
                    <a:gd name="csY21" fmla="*/ 3556 h 662210"/>
                    <a:gd name="csX22" fmla="*/ 2948 w 684497"/>
                    <a:gd name="csY22" fmla="*/ 222648 h 662210"/>
                    <a:gd name="csX23" fmla="*/ 201283 w 684497"/>
                    <a:gd name="csY23" fmla="*/ 3556 h 662210"/>
                    <a:gd name="csX24" fmla="*/ 983 w 684497"/>
                    <a:gd name="csY24" fmla="*/ 269094 h 662210"/>
                    <a:gd name="csX25" fmla="*/ 243989 w 684497"/>
                    <a:gd name="csY25" fmla="*/ 726 h 662210"/>
                    <a:gd name="csX26" fmla="*/ 983 w 684497"/>
                    <a:gd name="csY26" fmla="*/ 269094 h 662210"/>
                    <a:gd name="csX27" fmla="*/ 243989 w 684497"/>
                    <a:gd name="csY27" fmla="*/ 726 h 662210"/>
                    <a:gd name="csX28" fmla="*/ 3931 w 684497"/>
                    <a:gd name="csY28" fmla="*/ 310024 h 662210"/>
                    <a:gd name="csX29" fmla="*/ 281630 w 684497"/>
                    <a:gd name="csY29" fmla="*/ 3339 h 662210"/>
                    <a:gd name="csX30" fmla="*/ 3931 w 684497"/>
                    <a:gd name="csY30" fmla="*/ 310024 h 662210"/>
                    <a:gd name="csX31" fmla="*/ 281630 w 684497"/>
                    <a:gd name="csY31" fmla="*/ 3339 h 662210"/>
                    <a:gd name="csX32" fmla="*/ 1966 w 684497"/>
                    <a:gd name="csY32" fmla="*/ 356469 h 662210"/>
                    <a:gd name="csX33" fmla="*/ 324335 w 684497"/>
                    <a:gd name="csY33" fmla="*/ 508 h 662210"/>
                    <a:gd name="csX34" fmla="*/ 1966 w 684497"/>
                    <a:gd name="csY34" fmla="*/ 356469 h 662210"/>
                    <a:gd name="csX35" fmla="*/ 324335 w 684497"/>
                    <a:gd name="csY35" fmla="*/ 508 h 662210"/>
                    <a:gd name="csX36" fmla="*/ 1 w 684497"/>
                    <a:gd name="csY36" fmla="*/ 402915 h 662210"/>
                    <a:gd name="csX37" fmla="*/ 361977 w 684497"/>
                    <a:gd name="csY37" fmla="*/ 3121 h 662210"/>
                    <a:gd name="csX38" fmla="*/ 1 w 684497"/>
                    <a:gd name="csY38" fmla="*/ 402915 h 662210"/>
                    <a:gd name="csX39" fmla="*/ 361977 w 684497"/>
                    <a:gd name="csY39" fmla="*/ 3121 h 662210"/>
                    <a:gd name="csX40" fmla="*/ 3024 w 684497"/>
                    <a:gd name="csY40" fmla="*/ 443845 h 662210"/>
                    <a:gd name="csX41" fmla="*/ 404682 w 684497"/>
                    <a:gd name="csY41" fmla="*/ 218 h 662210"/>
                    <a:gd name="csX42" fmla="*/ 3024 w 684497"/>
                    <a:gd name="csY42" fmla="*/ 443845 h 662210"/>
                    <a:gd name="csX43" fmla="*/ 404682 w 684497"/>
                    <a:gd name="csY43" fmla="*/ 218 h 662210"/>
                    <a:gd name="csX44" fmla="*/ 983 w 684497"/>
                    <a:gd name="csY44" fmla="*/ 490290 h 662210"/>
                    <a:gd name="csX45" fmla="*/ 442324 w 684497"/>
                    <a:gd name="csY45" fmla="*/ 2831 h 662210"/>
                    <a:gd name="csX46" fmla="*/ 983 w 684497"/>
                    <a:gd name="csY46" fmla="*/ 490290 h 662210"/>
                    <a:gd name="csX47" fmla="*/ 442324 w 684497"/>
                    <a:gd name="csY47" fmla="*/ 2831 h 662210"/>
                    <a:gd name="csX48" fmla="*/ 4007 w 684497"/>
                    <a:gd name="csY48" fmla="*/ 531221 h 662210"/>
                    <a:gd name="csX49" fmla="*/ 485029 w 684497"/>
                    <a:gd name="csY49" fmla="*/ 1 h 662210"/>
                    <a:gd name="csX50" fmla="*/ 4007 w 684497"/>
                    <a:gd name="csY50" fmla="*/ 531221 h 662210"/>
                    <a:gd name="csX51" fmla="*/ 485029 w 684497"/>
                    <a:gd name="csY51" fmla="*/ 1 h 662210"/>
                    <a:gd name="csX52" fmla="*/ 2041 w 684497"/>
                    <a:gd name="csY52" fmla="*/ 577666 h 662210"/>
                    <a:gd name="csX53" fmla="*/ 522671 w 684497"/>
                    <a:gd name="csY53" fmla="*/ 2613 h 662210"/>
                    <a:gd name="csX54" fmla="*/ 2041 w 684497"/>
                    <a:gd name="csY54" fmla="*/ 577666 h 662210"/>
                    <a:gd name="csX55" fmla="*/ 522671 w 684497"/>
                    <a:gd name="csY55" fmla="*/ 2613 h 662210"/>
                    <a:gd name="csX56" fmla="*/ 76 w 684497"/>
                    <a:gd name="csY56" fmla="*/ 624111 h 662210"/>
                    <a:gd name="csX57" fmla="*/ 560388 w 684497"/>
                    <a:gd name="csY57" fmla="*/ 5225 h 662210"/>
                    <a:gd name="csX58" fmla="*/ 76 w 684497"/>
                    <a:gd name="csY58" fmla="*/ 624111 h 662210"/>
                    <a:gd name="csX59" fmla="*/ 560388 w 684497"/>
                    <a:gd name="csY59" fmla="*/ 5225 h 662210"/>
                    <a:gd name="csX60" fmla="*/ 8012 w 684497"/>
                    <a:gd name="csY60" fmla="*/ 659599 h 662210"/>
                    <a:gd name="csX61" fmla="*/ 603018 w 684497"/>
                    <a:gd name="csY61" fmla="*/ 2323 h 662210"/>
                    <a:gd name="csX62" fmla="*/ 8012 w 684497"/>
                    <a:gd name="csY62" fmla="*/ 659599 h 662210"/>
                    <a:gd name="csX63" fmla="*/ 603018 w 684497"/>
                    <a:gd name="csY63" fmla="*/ 2323 h 662210"/>
                    <a:gd name="csX64" fmla="*/ 45654 w 684497"/>
                    <a:gd name="csY64" fmla="*/ 662211 h 662210"/>
                    <a:gd name="csX65" fmla="*/ 640734 w 684497"/>
                    <a:gd name="csY65" fmla="*/ 4935 h 662210"/>
                    <a:gd name="csX66" fmla="*/ 45654 w 684497"/>
                    <a:gd name="csY66" fmla="*/ 662211 h 662210"/>
                    <a:gd name="csX67" fmla="*/ 640734 w 684497"/>
                    <a:gd name="csY67" fmla="*/ 4935 h 662210"/>
                    <a:gd name="csX68" fmla="*/ 88359 w 684497"/>
                    <a:gd name="csY68" fmla="*/ 659308 h 662210"/>
                    <a:gd name="csX69" fmla="*/ 683364 w 684497"/>
                    <a:gd name="csY69" fmla="*/ 2105 h 662210"/>
                    <a:gd name="csX70" fmla="*/ 88359 w 684497"/>
                    <a:gd name="csY70" fmla="*/ 659308 h 662210"/>
                    <a:gd name="csX71" fmla="*/ 683364 w 684497"/>
                    <a:gd name="csY71" fmla="*/ 2105 h 662210"/>
                    <a:gd name="csX72" fmla="*/ 126001 w 684497"/>
                    <a:gd name="csY72" fmla="*/ 661921 h 662210"/>
                    <a:gd name="csX73" fmla="*/ 681399 w 684497"/>
                    <a:gd name="csY73" fmla="*/ 48550 h 662210"/>
                    <a:gd name="csX74" fmla="*/ 126001 w 684497"/>
                    <a:gd name="csY74" fmla="*/ 661921 h 662210"/>
                    <a:gd name="csX75" fmla="*/ 681399 w 684497"/>
                    <a:gd name="csY75" fmla="*/ 48550 h 662210"/>
                    <a:gd name="csX76" fmla="*/ 168706 w 684497"/>
                    <a:gd name="csY76" fmla="*/ 659091 h 662210"/>
                    <a:gd name="csX77" fmla="*/ 684422 w 684497"/>
                    <a:gd name="csY77" fmla="*/ 89480 h 662210"/>
                    <a:gd name="csX78" fmla="*/ 168706 w 684497"/>
                    <a:gd name="csY78" fmla="*/ 659091 h 662210"/>
                    <a:gd name="csX79" fmla="*/ 684422 w 684497"/>
                    <a:gd name="csY79" fmla="*/ 89480 h 662210"/>
                    <a:gd name="csX80" fmla="*/ 206347 w 684497"/>
                    <a:gd name="csY80" fmla="*/ 661703 h 662210"/>
                    <a:gd name="csX81" fmla="*/ 682457 w 684497"/>
                    <a:gd name="csY81" fmla="*/ 135926 h 662210"/>
                    <a:gd name="csX82" fmla="*/ 206347 w 684497"/>
                    <a:gd name="csY82" fmla="*/ 661703 h 662210"/>
                    <a:gd name="csX83" fmla="*/ 682457 w 684497"/>
                    <a:gd name="csY83" fmla="*/ 135926 h 662210"/>
                    <a:gd name="csX84" fmla="*/ 249053 w 684497"/>
                    <a:gd name="csY84" fmla="*/ 658800 h 662210"/>
                    <a:gd name="csX85" fmla="*/ 680416 w 684497"/>
                    <a:gd name="csY85" fmla="*/ 182299 h 662210"/>
                    <a:gd name="csX86" fmla="*/ 249053 w 684497"/>
                    <a:gd name="csY86" fmla="*/ 658800 h 662210"/>
                    <a:gd name="csX87" fmla="*/ 680416 w 684497"/>
                    <a:gd name="csY87" fmla="*/ 182299 h 662210"/>
                    <a:gd name="csX88" fmla="*/ 286694 w 684497"/>
                    <a:gd name="csY88" fmla="*/ 661413 h 662210"/>
                    <a:gd name="csX89" fmla="*/ 683440 w 684497"/>
                    <a:gd name="csY89" fmla="*/ 223301 h 662210"/>
                    <a:gd name="csX90" fmla="*/ 286694 w 684497"/>
                    <a:gd name="csY90" fmla="*/ 661413 h 662210"/>
                    <a:gd name="csX91" fmla="*/ 683440 w 684497"/>
                    <a:gd name="csY91" fmla="*/ 223301 h 662210"/>
                    <a:gd name="csX92" fmla="*/ 329400 w 684497"/>
                    <a:gd name="csY92" fmla="*/ 658583 h 662210"/>
                    <a:gd name="csX93" fmla="*/ 681474 w 684497"/>
                    <a:gd name="csY93" fmla="*/ 269674 h 662210"/>
                    <a:gd name="csX94" fmla="*/ 329400 w 684497"/>
                    <a:gd name="csY94" fmla="*/ 658583 h 662210"/>
                    <a:gd name="csX95" fmla="*/ 681474 w 684497"/>
                    <a:gd name="csY95" fmla="*/ 269674 h 662210"/>
                    <a:gd name="csX96" fmla="*/ 367041 w 684497"/>
                    <a:gd name="csY96" fmla="*/ 661195 h 662210"/>
                    <a:gd name="csX97" fmla="*/ 684422 w 684497"/>
                    <a:gd name="csY97" fmla="*/ 310677 h 662210"/>
                    <a:gd name="csX98" fmla="*/ 367041 w 684497"/>
                    <a:gd name="csY98" fmla="*/ 661195 h 662210"/>
                    <a:gd name="csX99" fmla="*/ 684422 w 684497"/>
                    <a:gd name="csY99" fmla="*/ 310677 h 662210"/>
                    <a:gd name="csX100" fmla="*/ 409747 w 684497"/>
                    <a:gd name="csY100" fmla="*/ 658292 h 662210"/>
                    <a:gd name="csX101" fmla="*/ 682457 w 684497"/>
                    <a:gd name="csY101" fmla="*/ 357123 h 662210"/>
                    <a:gd name="csX102" fmla="*/ 409747 w 684497"/>
                    <a:gd name="csY102" fmla="*/ 658292 h 662210"/>
                    <a:gd name="csX103" fmla="*/ 682457 w 684497"/>
                    <a:gd name="csY103" fmla="*/ 357123 h 662210"/>
                    <a:gd name="csX104" fmla="*/ 447388 w 684497"/>
                    <a:gd name="csY104" fmla="*/ 660905 h 662210"/>
                    <a:gd name="csX105" fmla="*/ 680492 w 684497"/>
                    <a:gd name="csY105" fmla="*/ 403495 h 662210"/>
                    <a:gd name="csX106" fmla="*/ 447388 w 684497"/>
                    <a:gd name="csY106" fmla="*/ 660905 h 662210"/>
                    <a:gd name="csX107" fmla="*/ 680492 w 684497"/>
                    <a:gd name="csY107" fmla="*/ 403495 h 662210"/>
                    <a:gd name="csX108" fmla="*/ 490094 w 684497"/>
                    <a:gd name="csY108" fmla="*/ 658075 h 662210"/>
                    <a:gd name="csX109" fmla="*/ 683440 w 684497"/>
                    <a:gd name="csY109" fmla="*/ 444498 h 662210"/>
                    <a:gd name="csX110" fmla="*/ 490094 w 684497"/>
                    <a:gd name="csY110" fmla="*/ 658075 h 662210"/>
                    <a:gd name="csX111" fmla="*/ 683440 w 684497"/>
                    <a:gd name="csY111" fmla="*/ 444498 h 662210"/>
                    <a:gd name="csX112" fmla="*/ 527735 w 684497"/>
                    <a:gd name="csY112" fmla="*/ 660687 h 662210"/>
                    <a:gd name="csX113" fmla="*/ 681474 w 684497"/>
                    <a:gd name="csY113" fmla="*/ 490871 h 662210"/>
                    <a:gd name="csX114" fmla="*/ 527735 w 684497"/>
                    <a:gd name="csY114" fmla="*/ 660687 h 662210"/>
                    <a:gd name="csX115" fmla="*/ 681474 w 684497"/>
                    <a:gd name="csY115" fmla="*/ 490871 h 662210"/>
                    <a:gd name="csX116" fmla="*/ 570440 w 684497"/>
                    <a:gd name="csY116" fmla="*/ 657857 h 662210"/>
                    <a:gd name="csX117" fmla="*/ 684498 w 684497"/>
                    <a:gd name="csY117" fmla="*/ 531873 h 662210"/>
                    <a:gd name="csX118" fmla="*/ 570440 w 684497"/>
                    <a:gd name="csY118" fmla="*/ 657857 h 662210"/>
                    <a:gd name="csX119" fmla="*/ 684498 w 684497"/>
                    <a:gd name="csY119" fmla="*/ 531873 h 662210"/>
                    <a:gd name="csX120" fmla="*/ 608082 w 684497"/>
                    <a:gd name="csY120" fmla="*/ 660470 h 662210"/>
                    <a:gd name="csX121" fmla="*/ 682533 w 684497"/>
                    <a:gd name="csY121" fmla="*/ 578319 h 662210"/>
                    <a:gd name="csX122" fmla="*/ 608082 w 684497"/>
                    <a:gd name="csY122" fmla="*/ 660470 h 662210"/>
                    <a:gd name="csX123" fmla="*/ 682533 w 684497"/>
                    <a:gd name="csY123" fmla="*/ 578319 h 662210"/>
                    <a:gd name="csX124" fmla="*/ 650787 w 684497"/>
                    <a:gd name="csY124" fmla="*/ 657567 h 662210"/>
                    <a:gd name="csX125" fmla="*/ 680492 w 684497"/>
                    <a:gd name="csY125" fmla="*/ 624692 h 662210"/>
                    <a:gd name="csX126" fmla="*/ 650787 w 684497"/>
                    <a:gd name="csY126" fmla="*/ 657567 h 662210"/>
                    <a:gd name="csX127" fmla="*/ 680492 w 684497"/>
                    <a:gd name="csY127" fmla="*/ 624692 h 66221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</a:cxnLst>
                  <a:rect l="l" t="t" r="r" b="b"/>
                  <a:pathLst>
                    <a:path w="684497" h="662210">
                      <a:moveTo>
                        <a:pt x="2948" y="1452"/>
                      </a:moveTo>
                      <a:cubicBezTo>
                        <a:pt x="2948" y="1452"/>
                        <a:pt x="2948" y="1452"/>
                        <a:pt x="2948" y="1452"/>
                      </a:cubicBezTo>
                      <a:moveTo>
                        <a:pt x="2948" y="1452"/>
                      </a:moveTo>
                      <a:cubicBezTo>
                        <a:pt x="2948" y="1452"/>
                        <a:pt x="2948" y="1452"/>
                        <a:pt x="2948" y="1452"/>
                      </a:cubicBezTo>
                      <a:moveTo>
                        <a:pt x="907" y="47897"/>
                      </a:moveTo>
                      <a:cubicBezTo>
                        <a:pt x="14740" y="32657"/>
                        <a:pt x="22147" y="26416"/>
                        <a:pt x="40590" y="4064"/>
                      </a:cubicBezTo>
                      <a:moveTo>
                        <a:pt x="907" y="47897"/>
                      </a:moveTo>
                      <a:cubicBezTo>
                        <a:pt x="12926" y="37447"/>
                        <a:pt x="23356" y="22933"/>
                        <a:pt x="40590" y="4064"/>
                      </a:cubicBezTo>
                      <a:moveTo>
                        <a:pt x="3931" y="88827"/>
                      </a:moveTo>
                      <a:cubicBezTo>
                        <a:pt x="19652" y="66911"/>
                        <a:pt x="67422" y="33311"/>
                        <a:pt x="83295" y="1234"/>
                      </a:cubicBezTo>
                      <a:moveTo>
                        <a:pt x="3931" y="88827"/>
                      </a:moveTo>
                      <a:cubicBezTo>
                        <a:pt x="30310" y="59799"/>
                        <a:pt x="49433" y="30698"/>
                        <a:pt x="83295" y="1234"/>
                      </a:cubicBezTo>
                      <a:moveTo>
                        <a:pt x="1966" y="135273"/>
                      </a:moveTo>
                      <a:cubicBezTo>
                        <a:pt x="30612" y="108276"/>
                        <a:pt x="78382" y="56461"/>
                        <a:pt x="120936" y="3847"/>
                      </a:cubicBezTo>
                      <a:moveTo>
                        <a:pt x="1966" y="135273"/>
                      </a:moveTo>
                      <a:cubicBezTo>
                        <a:pt x="47846" y="86650"/>
                        <a:pt x="80423" y="38826"/>
                        <a:pt x="120936" y="3847"/>
                      </a:cubicBezTo>
                      <a:moveTo>
                        <a:pt x="1" y="181718"/>
                      </a:moveTo>
                      <a:cubicBezTo>
                        <a:pt x="30008" y="151964"/>
                        <a:pt x="75132" y="91440"/>
                        <a:pt x="163642" y="944"/>
                      </a:cubicBezTo>
                      <a:moveTo>
                        <a:pt x="1" y="181718"/>
                      </a:moveTo>
                      <a:cubicBezTo>
                        <a:pt x="40363" y="130918"/>
                        <a:pt x="91836" y="81498"/>
                        <a:pt x="163642" y="944"/>
                      </a:cubicBezTo>
                      <a:moveTo>
                        <a:pt x="2948" y="222648"/>
                      </a:moveTo>
                      <a:cubicBezTo>
                        <a:pt x="45881" y="163938"/>
                        <a:pt x="113076" y="106462"/>
                        <a:pt x="201283" y="3556"/>
                      </a:cubicBezTo>
                      <a:moveTo>
                        <a:pt x="2948" y="222648"/>
                      </a:moveTo>
                      <a:cubicBezTo>
                        <a:pt x="71806" y="142748"/>
                        <a:pt x="142251" y="73805"/>
                        <a:pt x="201283" y="3556"/>
                      </a:cubicBezTo>
                      <a:moveTo>
                        <a:pt x="983" y="269094"/>
                      </a:moveTo>
                      <a:cubicBezTo>
                        <a:pt x="45881" y="212561"/>
                        <a:pt x="106197" y="153416"/>
                        <a:pt x="243989" y="726"/>
                      </a:cubicBezTo>
                      <a:moveTo>
                        <a:pt x="983" y="269094"/>
                      </a:moveTo>
                      <a:cubicBezTo>
                        <a:pt x="60317" y="205304"/>
                        <a:pt x="117838" y="140571"/>
                        <a:pt x="243989" y="726"/>
                      </a:cubicBezTo>
                      <a:moveTo>
                        <a:pt x="3931" y="310024"/>
                      </a:moveTo>
                      <a:cubicBezTo>
                        <a:pt x="67346" y="244928"/>
                        <a:pt x="127361" y="172574"/>
                        <a:pt x="281630" y="3339"/>
                      </a:cubicBezTo>
                      <a:moveTo>
                        <a:pt x="3931" y="310024"/>
                      </a:moveTo>
                      <a:cubicBezTo>
                        <a:pt x="71051" y="233244"/>
                        <a:pt x="126454" y="160165"/>
                        <a:pt x="281630" y="3339"/>
                      </a:cubicBezTo>
                      <a:moveTo>
                        <a:pt x="1966" y="356469"/>
                      </a:moveTo>
                      <a:cubicBezTo>
                        <a:pt x="93801" y="265465"/>
                        <a:pt x="162433" y="181501"/>
                        <a:pt x="324335" y="508"/>
                      </a:cubicBezTo>
                      <a:moveTo>
                        <a:pt x="1966" y="356469"/>
                      </a:moveTo>
                      <a:cubicBezTo>
                        <a:pt x="64550" y="276714"/>
                        <a:pt x="131821" y="214012"/>
                        <a:pt x="324335" y="508"/>
                      </a:cubicBezTo>
                      <a:moveTo>
                        <a:pt x="1" y="402915"/>
                      </a:moveTo>
                      <a:cubicBezTo>
                        <a:pt x="83220" y="301751"/>
                        <a:pt x="179590" y="229470"/>
                        <a:pt x="361977" y="3121"/>
                      </a:cubicBezTo>
                      <a:moveTo>
                        <a:pt x="1" y="402915"/>
                      </a:moveTo>
                      <a:cubicBezTo>
                        <a:pt x="117233" y="285495"/>
                        <a:pt x="227965" y="166478"/>
                        <a:pt x="361977" y="3121"/>
                      </a:cubicBezTo>
                      <a:moveTo>
                        <a:pt x="3024" y="443845"/>
                      </a:moveTo>
                      <a:cubicBezTo>
                        <a:pt x="143158" y="291809"/>
                        <a:pt x="293724" y="137595"/>
                        <a:pt x="404682" y="218"/>
                      </a:cubicBezTo>
                      <a:moveTo>
                        <a:pt x="3024" y="443845"/>
                      </a:moveTo>
                      <a:cubicBezTo>
                        <a:pt x="101738" y="328675"/>
                        <a:pt x="190248" y="227003"/>
                        <a:pt x="404682" y="218"/>
                      </a:cubicBezTo>
                      <a:moveTo>
                        <a:pt x="983" y="490290"/>
                      </a:moveTo>
                      <a:cubicBezTo>
                        <a:pt x="125547" y="353784"/>
                        <a:pt x="226604" y="225406"/>
                        <a:pt x="442324" y="2831"/>
                      </a:cubicBezTo>
                      <a:moveTo>
                        <a:pt x="983" y="490290"/>
                      </a:moveTo>
                      <a:cubicBezTo>
                        <a:pt x="109145" y="365686"/>
                        <a:pt x="222447" y="245291"/>
                        <a:pt x="442324" y="2831"/>
                      </a:cubicBezTo>
                      <a:moveTo>
                        <a:pt x="4007" y="531221"/>
                      </a:moveTo>
                      <a:cubicBezTo>
                        <a:pt x="167194" y="348051"/>
                        <a:pt x="342174" y="156754"/>
                        <a:pt x="485029" y="1"/>
                      </a:cubicBezTo>
                      <a:moveTo>
                        <a:pt x="4007" y="531221"/>
                      </a:moveTo>
                      <a:cubicBezTo>
                        <a:pt x="121012" y="420767"/>
                        <a:pt x="215569" y="299211"/>
                        <a:pt x="485029" y="1"/>
                      </a:cubicBezTo>
                      <a:moveTo>
                        <a:pt x="2041" y="577666"/>
                      </a:moveTo>
                      <a:cubicBezTo>
                        <a:pt x="146636" y="433685"/>
                        <a:pt x="276490" y="291591"/>
                        <a:pt x="522671" y="2613"/>
                      </a:cubicBezTo>
                      <a:moveTo>
                        <a:pt x="2041" y="577666"/>
                      </a:moveTo>
                      <a:cubicBezTo>
                        <a:pt x="119425" y="452916"/>
                        <a:pt x="254193" y="311911"/>
                        <a:pt x="522671" y="2613"/>
                      </a:cubicBezTo>
                      <a:moveTo>
                        <a:pt x="76" y="624111"/>
                      </a:moveTo>
                      <a:cubicBezTo>
                        <a:pt x="204533" y="390795"/>
                        <a:pt x="421916" y="152908"/>
                        <a:pt x="560388" y="5225"/>
                      </a:cubicBezTo>
                      <a:moveTo>
                        <a:pt x="76" y="624111"/>
                      </a:moveTo>
                      <a:cubicBezTo>
                        <a:pt x="175509" y="408793"/>
                        <a:pt x="374977" y="204723"/>
                        <a:pt x="560388" y="5225"/>
                      </a:cubicBezTo>
                      <a:moveTo>
                        <a:pt x="8012" y="659599"/>
                      </a:moveTo>
                      <a:cubicBezTo>
                        <a:pt x="172334" y="477227"/>
                        <a:pt x="315416" y="286438"/>
                        <a:pt x="603018" y="2323"/>
                      </a:cubicBezTo>
                      <a:moveTo>
                        <a:pt x="8012" y="659599"/>
                      </a:moveTo>
                      <a:cubicBezTo>
                        <a:pt x="151851" y="491742"/>
                        <a:pt x="299997" y="334045"/>
                        <a:pt x="603018" y="2323"/>
                      </a:cubicBezTo>
                      <a:moveTo>
                        <a:pt x="45654" y="662211"/>
                      </a:moveTo>
                      <a:cubicBezTo>
                        <a:pt x="184201" y="486009"/>
                        <a:pt x="346180" y="320619"/>
                        <a:pt x="640734" y="4935"/>
                      </a:cubicBezTo>
                      <a:moveTo>
                        <a:pt x="45654" y="662211"/>
                      </a:moveTo>
                      <a:cubicBezTo>
                        <a:pt x="234314" y="440071"/>
                        <a:pt x="442021" y="210021"/>
                        <a:pt x="640734" y="4935"/>
                      </a:cubicBezTo>
                      <a:moveTo>
                        <a:pt x="88359" y="659308"/>
                      </a:moveTo>
                      <a:cubicBezTo>
                        <a:pt x="253361" y="485573"/>
                        <a:pt x="392060" y="311112"/>
                        <a:pt x="683364" y="2105"/>
                      </a:cubicBezTo>
                      <a:moveTo>
                        <a:pt x="88359" y="659308"/>
                      </a:moveTo>
                      <a:cubicBezTo>
                        <a:pt x="276263" y="442829"/>
                        <a:pt x="478831" y="221487"/>
                        <a:pt x="683364" y="2105"/>
                      </a:cubicBezTo>
                      <a:moveTo>
                        <a:pt x="126001" y="661921"/>
                      </a:moveTo>
                      <a:cubicBezTo>
                        <a:pt x="261600" y="502773"/>
                        <a:pt x="418892" y="338617"/>
                        <a:pt x="681399" y="48550"/>
                      </a:cubicBezTo>
                      <a:moveTo>
                        <a:pt x="126001" y="661921"/>
                      </a:moveTo>
                      <a:cubicBezTo>
                        <a:pt x="300602" y="465544"/>
                        <a:pt x="485180" y="269529"/>
                        <a:pt x="681399" y="48550"/>
                      </a:cubicBezTo>
                      <a:moveTo>
                        <a:pt x="168706" y="659091"/>
                      </a:moveTo>
                      <a:cubicBezTo>
                        <a:pt x="284049" y="511118"/>
                        <a:pt x="431817" y="387675"/>
                        <a:pt x="684422" y="89480"/>
                      </a:cubicBezTo>
                      <a:moveTo>
                        <a:pt x="168706" y="659091"/>
                      </a:moveTo>
                      <a:cubicBezTo>
                        <a:pt x="272333" y="539421"/>
                        <a:pt x="386315" y="422872"/>
                        <a:pt x="684422" y="89480"/>
                      </a:cubicBezTo>
                      <a:moveTo>
                        <a:pt x="206347" y="661703"/>
                      </a:moveTo>
                      <a:cubicBezTo>
                        <a:pt x="359105" y="493048"/>
                        <a:pt x="477244" y="353639"/>
                        <a:pt x="682457" y="135926"/>
                      </a:cubicBezTo>
                      <a:moveTo>
                        <a:pt x="206347" y="661703"/>
                      </a:moveTo>
                      <a:cubicBezTo>
                        <a:pt x="351546" y="491814"/>
                        <a:pt x="510350" y="311620"/>
                        <a:pt x="682457" y="135926"/>
                      </a:cubicBezTo>
                      <a:moveTo>
                        <a:pt x="249053" y="658800"/>
                      </a:moveTo>
                      <a:cubicBezTo>
                        <a:pt x="346784" y="550960"/>
                        <a:pt x="440283" y="445804"/>
                        <a:pt x="680416" y="182299"/>
                      </a:cubicBezTo>
                      <a:moveTo>
                        <a:pt x="249053" y="658800"/>
                      </a:moveTo>
                      <a:cubicBezTo>
                        <a:pt x="422823" y="477373"/>
                        <a:pt x="587144" y="302694"/>
                        <a:pt x="680416" y="182299"/>
                      </a:cubicBezTo>
                      <a:moveTo>
                        <a:pt x="286694" y="661413"/>
                      </a:moveTo>
                      <a:cubicBezTo>
                        <a:pt x="386089" y="557128"/>
                        <a:pt x="474447" y="462496"/>
                        <a:pt x="683440" y="223301"/>
                      </a:cubicBezTo>
                      <a:moveTo>
                        <a:pt x="286694" y="661413"/>
                      </a:moveTo>
                      <a:cubicBezTo>
                        <a:pt x="415037" y="516851"/>
                        <a:pt x="564545" y="357123"/>
                        <a:pt x="683440" y="223301"/>
                      </a:cubicBezTo>
                      <a:moveTo>
                        <a:pt x="329400" y="658583"/>
                      </a:moveTo>
                      <a:cubicBezTo>
                        <a:pt x="456383" y="514384"/>
                        <a:pt x="595308" y="343479"/>
                        <a:pt x="681474" y="269674"/>
                      </a:cubicBezTo>
                      <a:moveTo>
                        <a:pt x="329400" y="658583"/>
                      </a:moveTo>
                      <a:cubicBezTo>
                        <a:pt x="407479" y="566490"/>
                        <a:pt x="499617" y="461552"/>
                        <a:pt x="681474" y="269674"/>
                      </a:cubicBezTo>
                      <a:moveTo>
                        <a:pt x="367041" y="661195"/>
                      </a:moveTo>
                      <a:cubicBezTo>
                        <a:pt x="477244" y="538550"/>
                        <a:pt x="579057" y="434338"/>
                        <a:pt x="684422" y="310677"/>
                      </a:cubicBezTo>
                      <a:moveTo>
                        <a:pt x="367041" y="661195"/>
                      </a:moveTo>
                      <a:cubicBezTo>
                        <a:pt x="471651" y="550089"/>
                        <a:pt x="568097" y="446022"/>
                        <a:pt x="684422" y="310677"/>
                      </a:cubicBezTo>
                      <a:moveTo>
                        <a:pt x="409747" y="658292"/>
                      </a:moveTo>
                      <a:cubicBezTo>
                        <a:pt x="510426" y="536083"/>
                        <a:pt x="607099" y="453061"/>
                        <a:pt x="682457" y="357123"/>
                      </a:cubicBezTo>
                      <a:moveTo>
                        <a:pt x="409747" y="658292"/>
                      </a:moveTo>
                      <a:cubicBezTo>
                        <a:pt x="474674" y="577158"/>
                        <a:pt x="550864" y="498346"/>
                        <a:pt x="682457" y="357123"/>
                      </a:cubicBezTo>
                      <a:moveTo>
                        <a:pt x="447388" y="660905"/>
                      </a:moveTo>
                      <a:cubicBezTo>
                        <a:pt x="529322" y="570046"/>
                        <a:pt x="594249" y="512352"/>
                        <a:pt x="680492" y="403495"/>
                      </a:cubicBezTo>
                      <a:moveTo>
                        <a:pt x="447388" y="660905"/>
                      </a:moveTo>
                      <a:cubicBezTo>
                        <a:pt x="519118" y="577738"/>
                        <a:pt x="595534" y="498926"/>
                        <a:pt x="680492" y="403495"/>
                      </a:cubicBezTo>
                      <a:moveTo>
                        <a:pt x="490094" y="658075"/>
                      </a:moveTo>
                      <a:cubicBezTo>
                        <a:pt x="558271" y="591672"/>
                        <a:pt x="630001" y="493338"/>
                        <a:pt x="683440" y="444498"/>
                      </a:cubicBezTo>
                      <a:moveTo>
                        <a:pt x="490094" y="658075"/>
                      </a:moveTo>
                      <a:cubicBezTo>
                        <a:pt x="546102" y="600889"/>
                        <a:pt x="604605" y="537026"/>
                        <a:pt x="683440" y="444498"/>
                      </a:cubicBezTo>
                      <a:moveTo>
                        <a:pt x="527735" y="660687"/>
                      </a:moveTo>
                      <a:cubicBezTo>
                        <a:pt x="566812" y="616492"/>
                        <a:pt x="604453" y="600453"/>
                        <a:pt x="681474" y="490871"/>
                      </a:cubicBezTo>
                      <a:moveTo>
                        <a:pt x="527735" y="660687"/>
                      </a:moveTo>
                      <a:cubicBezTo>
                        <a:pt x="575731" y="600889"/>
                        <a:pt x="643380" y="536010"/>
                        <a:pt x="681474" y="490871"/>
                      </a:cubicBezTo>
                      <a:moveTo>
                        <a:pt x="570440" y="657857"/>
                      </a:moveTo>
                      <a:cubicBezTo>
                        <a:pt x="611861" y="602993"/>
                        <a:pt x="648293" y="563297"/>
                        <a:pt x="684498" y="531873"/>
                      </a:cubicBezTo>
                      <a:moveTo>
                        <a:pt x="570440" y="657857"/>
                      </a:moveTo>
                      <a:cubicBezTo>
                        <a:pt x="592813" y="620918"/>
                        <a:pt x="625239" y="596317"/>
                        <a:pt x="684498" y="531873"/>
                      </a:cubicBezTo>
                      <a:moveTo>
                        <a:pt x="608082" y="660470"/>
                      </a:moveTo>
                      <a:cubicBezTo>
                        <a:pt x="631059" y="639932"/>
                        <a:pt x="672480" y="606331"/>
                        <a:pt x="682533" y="578319"/>
                      </a:cubicBezTo>
                      <a:moveTo>
                        <a:pt x="608082" y="660470"/>
                      </a:moveTo>
                      <a:cubicBezTo>
                        <a:pt x="633176" y="644068"/>
                        <a:pt x="644438" y="616782"/>
                        <a:pt x="682533" y="578319"/>
                      </a:cubicBezTo>
                      <a:moveTo>
                        <a:pt x="650787" y="657567"/>
                      </a:moveTo>
                      <a:cubicBezTo>
                        <a:pt x="661218" y="645229"/>
                        <a:pt x="671648" y="634924"/>
                        <a:pt x="680492" y="624692"/>
                      </a:cubicBezTo>
                      <a:moveTo>
                        <a:pt x="650787" y="657567"/>
                      </a:moveTo>
                      <a:cubicBezTo>
                        <a:pt x="659781" y="647044"/>
                        <a:pt x="670439" y="636811"/>
                        <a:pt x="680492" y="624692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7" name="شكل حر: شكل 494">
                  <a:extLst>
                    <a:ext uri="{FF2B5EF4-FFF2-40B4-BE49-F238E27FC236}">
                      <a16:creationId xmlns:a16="http://schemas.microsoft.com/office/drawing/2014/main" id="{11D79471-640E-E2D8-9BAF-A26F8BB094E8}"/>
                    </a:ext>
                  </a:extLst>
                </p:cNvPr>
                <p:cNvSpPr/>
                <p:nvPr/>
              </p:nvSpPr>
              <p:spPr>
                <a:xfrm>
                  <a:off x="7044986" y="4002029"/>
                  <a:ext cx="688466" cy="660591"/>
                </a:xfrm>
                <a:custGeom>
                  <a:avLst/>
                  <a:gdLst>
                    <a:gd name="csX0" fmla="*/ 3384 w 688466"/>
                    <a:gd name="csY0" fmla="*/ 1626 h 660591"/>
                    <a:gd name="csX1" fmla="*/ 683649 w 688466"/>
                    <a:gd name="csY1" fmla="*/ 1626 h 660591"/>
                    <a:gd name="csX2" fmla="*/ 3384 w 688466"/>
                    <a:gd name="csY2" fmla="*/ 1626 h 660591"/>
                    <a:gd name="csX3" fmla="*/ 683649 w 688466"/>
                    <a:gd name="csY3" fmla="*/ 1626 h 660591"/>
                    <a:gd name="csX4" fmla="*/ 683649 w 688466"/>
                    <a:gd name="csY4" fmla="*/ 1626 h 660591"/>
                    <a:gd name="csX5" fmla="*/ 683649 w 688466"/>
                    <a:gd name="csY5" fmla="*/ 654766 h 660591"/>
                    <a:gd name="csX6" fmla="*/ 683649 w 688466"/>
                    <a:gd name="csY6" fmla="*/ 1626 h 660591"/>
                    <a:gd name="csX7" fmla="*/ 683649 w 688466"/>
                    <a:gd name="csY7" fmla="*/ 654766 h 660591"/>
                    <a:gd name="csX8" fmla="*/ 683649 w 688466"/>
                    <a:gd name="csY8" fmla="*/ 654766 h 660591"/>
                    <a:gd name="csX9" fmla="*/ 3384 w 688466"/>
                    <a:gd name="csY9" fmla="*/ 654766 h 660591"/>
                    <a:gd name="csX10" fmla="*/ 683649 w 688466"/>
                    <a:gd name="csY10" fmla="*/ 654766 h 660591"/>
                    <a:gd name="csX11" fmla="*/ 3384 w 688466"/>
                    <a:gd name="csY11" fmla="*/ 654766 h 660591"/>
                    <a:gd name="csX12" fmla="*/ 3384 w 688466"/>
                    <a:gd name="csY12" fmla="*/ 654766 h 660591"/>
                    <a:gd name="csX13" fmla="*/ 3384 w 688466"/>
                    <a:gd name="csY13" fmla="*/ 1626 h 660591"/>
                    <a:gd name="csX14" fmla="*/ 3384 w 688466"/>
                    <a:gd name="csY14" fmla="*/ 654766 h 660591"/>
                    <a:gd name="csX15" fmla="*/ 3384 w 688466"/>
                    <a:gd name="csY15" fmla="*/ 1626 h 660591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88466" h="660591">
                      <a:moveTo>
                        <a:pt x="3384" y="1626"/>
                      </a:moveTo>
                      <a:cubicBezTo>
                        <a:pt x="220464" y="9391"/>
                        <a:pt x="442684" y="-4542"/>
                        <a:pt x="683649" y="1626"/>
                      </a:cubicBezTo>
                      <a:moveTo>
                        <a:pt x="3384" y="1626"/>
                      </a:moveTo>
                      <a:cubicBezTo>
                        <a:pt x="191818" y="465"/>
                        <a:pt x="385618" y="4094"/>
                        <a:pt x="683649" y="1626"/>
                      </a:cubicBezTo>
                      <a:moveTo>
                        <a:pt x="683649" y="1626"/>
                      </a:moveTo>
                      <a:cubicBezTo>
                        <a:pt x="676166" y="154461"/>
                        <a:pt x="697557" y="288935"/>
                        <a:pt x="683649" y="654766"/>
                      </a:cubicBezTo>
                      <a:moveTo>
                        <a:pt x="683649" y="1626"/>
                      </a:moveTo>
                      <a:cubicBezTo>
                        <a:pt x="681306" y="185739"/>
                        <a:pt x="683800" y="361143"/>
                        <a:pt x="683649" y="654766"/>
                      </a:cubicBezTo>
                      <a:moveTo>
                        <a:pt x="683649" y="654766"/>
                      </a:moveTo>
                      <a:cubicBezTo>
                        <a:pt x="523484" y="662241"/>
                        <a:pt x="358709" y="662821"/>
                        <a:pt x="3384" y="654766"/>
                      </a:cubicBezTo>
                      <a:moveTo>
                        <a:pt x="683649" y="654766"/>
                      </a:moveTo>
                      <a:cubicBezTo>
                        <a:pt x="478285" y="662241"/>
                        <a:pt x="282217" y="651573"/>
                        <a:pt x="3384" y="654766"/>
                      </a:cubicBezTo>
                      <a:moveTo>
                        <a:pt x="3384" y="654766"/>
                      </a:moveTo>
                      <a:cubicBezTo>
                        <a:pt x="-6291" y="466879"/>
                        <a:pt x="8373" y="275655"/>
                        <a:pt x="3384" y="1626"/>
                      </a:cubicBezTo>
                      <a:moveTo>
                        <a:pt x="3384" y="654766"/>
                      </a:moveTo>
                      <a:cubicBezTo>
                        <a:pt x="-4174" y="425949"/>
                        <a:pt x="5123" y="210703"/>
                        <a:pt x="3384" y="1626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694" name="صورة 495">
                <a:extLst>
                  <a:ext uri="{FF2B5EF4-FFF2-40B4-BE49-F238E27FC236}">
                    <a16:creationId xmlns:a16="http://schemas.microsoft.com/office/drawing/2014/main" id="{222D492D-4187-37FA-8EDD-8F19313E74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052149" y="4018169"/>
                <a:ext cx="665147" cy="645882"/>
              </a:xfrm>
              <a:custGeom>
                <a:avLst/>
                <a:gdLst>
                  <a:gd name="csX0" fmla="*/ 0 w 665147"/>
                  <a:gd name="csY0" fmla="*/ 0 h 645882"/>
                  <a:gd name="csX1" fmla="*/ 665148 w 665147"/>
                  <a:gd name="csY1" fmla="*/ 0 h 645882"/>
                  <a:gd name="csX2" fmla="*/ 665148 w 665147"/>
                  <a:gd name="csY2" fmla="*/ 645882 h 645882"/>
                  <a:gd name="csX3" fmla="*/ 0 w 665147"/>
                  <a:gd name="csY3" fmla="*/ 645882 h 645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5147" h="645882">
                    <a:moveTo>
                      <a:pt x="0" y="0"/>
                    </a:moveTo>
                    <a:lnTo>
                      <a:pt x="665148" y="0"/>
                    </a:lnTo>
                    <a:lnTo>
                      <a:pt x="665148" y="645882"/>
                    </a:lnTo>
                    <a:lnTo>
                      <a:pt x="0" y="645882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3" name="رسم 9">
              <a:extLst>
                <a:ext uri="{FF2B5EF4-FFF2-40B4-BE49-F238E27FC236}">
                  <a16:creationId xmlns:a16="http://schemas.microsoft.com/office/drawing/2014/main" id="{F94E81D5-1659-7C4A-4FFC-B3B700CC53C0}"/>
                </a:ext>
              </a:extLst>
            </p:cNvPr>
            <p:cNvGrpSpPr/>
            <p:nvPr/>
          </p:nvGrpSpPr>
          <p:grpSpPr>
            <a:xfrm>
              <a:off x="7290241" y="4156924"/>
              <a:ext cx="340132" cy="209585"/>
              <a:chOff x="7290241" y="4156924"/>
              <a:chExt cx="340132" cy="209585"/>
            </a:xfrm>
          </p:grpSpPr>
          <p:grpSp>
            <p:nvGrpSpPr>
              <p:cNvPr id="2686" name="رسم 9">
                <a:extLst>
                  <a:ext uri="{FF2B5EF4-FFF2-40B4-BE49-F238E27FC236}">
                    <a16:creationId xmlns:a16="http://schemas.microsoft.com/office/drawing/2014/main" id="{8E6F3E98-4B9E-B7A9-BE8F-42A4F6C7F90C}"/>
                  </a:ext>
                </a:extLst>
              </p:cNvPr>
              <p:cNvGrpSpPr/>
              <p:nvPr/>
            </p:nvGrpSpPr>
            <p:grpSpPr>
              <a:xfrm>
                <a:off x="7437783" y="4156924"/>
                <a:ext cx="52909" cy="209585"/>
                <a:chOff x="7437783" y="4156924"/>
                <a:chExt cx="52909" cy="209585"/>
              </a:xfrm>
            </p:grpSpPr>
            <p:sp>
              <p:nvSpPr>
                <p:cNvPr id="2688" name="شكل حر: شكل 498">
                  <a:extLst>
                    <a:ext uri="{FF2B5EF4-FFF2-40B4-BE49-F238E27FC236}">
                      <a16:creationId xmlns:a16="http://schemas.microsoft.com/office/drawing/2014/main" id="{35905B04-50E5-78A1-9E93-7DB7F827B7D7}"/>
                    </a:ext>
                  </a:extLst>
                </p:cNvPr>
                <p:cNvSpPr/>
                <p:nvPr/>
              </p:nvSpPr>
              <p:spPr>
                <a:xfrm>
                  <a:off x="7464162" y="4195024"/>
                  <a:ext cx="377" cy="171485"/>
                </a:xfrm>
                <a:custGeom>
                  <a:avLst/>
                  <a:gdLst>
                    <a:gd name="csX0" fmla="*/ 1 w 377"/>
                    <a:gd name="csY0" fmla="*/ 1 h 171485"/>
                    <a:gd name="csX1" fmla="*/ 378 w 377"/>
                    <a:gd name="csY1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" h="171485">
                      <a:moveTo>
                        <a:pt x="1" y="1"/>
                      </a:moveTo>
                      <a:lnTo>
                        <a:pt x="378" y="171486"/>
                      </a:lnTo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9" name="شكل حر: شكل 499">
                  <a:extLst>
                    <a:ext uri="{FF2B5EF4-FFF2-40B4-BE49-F238E27FC236}">
                      <a16:creationId xmlns:a16="http://schemas.microsoft.com/office/drawing/2014/main" id="{AD234B6A-81BC-FA70-AD07-AAE3FDAE3BFE}"/>
                    </a:ext>
                  </a:extLst>
                </p:cNvPr>
                <p:cNvSpPr/>
                <p:nvPr/>
              </p:nvSpPr>
              <p:spPr>
                <a:xfrm>
                  <a:off x="7437783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lnTo>
                        <a:pt x="52910" y="50728"/>
                      </a:lnTo>
                      <a:lnTo>
                        <a:pt x="26380" y="38100"/>
                      </a:lnTo>
                      <a:lnTo>
                        <a:pt x="1" y="50800"/>
                      </a:lnTo>
                      <a:close/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0" name="شكل حر: شكل 500">
                  <a:extLst>
                    <a:ext uri="{FF2B5EF4-FFF2-40B4-BE49-F238E27FC236}">
                      <a16:creationId xmlns:a16="http://schemas.microsoft.com/office/drawing/2014/main" id="{1E5378D3-FD83-37FA-9DD2-BEB45CDEF67F}"/>
                    </a:ext>
                  </a:extLst>
                </p:cNvPr>
                <p:cNvSpPr/>
                <p:nvPr/>
              </p:nvSpPr>
              <p:spPr>
                <a:xfrm>
                  <a:off x="7461561" y="4195024"/>
                  <a:ext cx="7445" cy="171485"/>
                </a:xfrm>
                <a:custGeom>
                  <a:avLst/>
                  <a:gdLst>
                    <a:gd name="csX0" fmla="*/ 2602 w 7445"/>
                    <a:gd name="csY0" fmla="*/ 1 h 171485"/>
                    <a:gd name="csX1" fmla="*/ 2980 w 7445"/>
                    <a:gd name="csY1" fmla="*/ 171486 h 171485"/>
                    <a:gd name="csX2" fmla="*/ 2602 w 7445"/>
                    <a:gd name="csY2" fmla="*/ 1 h 171485"/>
                    <a:gd name="csX3" fmla="*/ 2980 w 7445"/>
                    <a:gd name="csY3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7445" h="171485">
                      <a:moveTo>
                        <a:pt x="2602" y="1"/>
                      </a:moveTo>
                      <a:cubicBezTo>
                        <a:pt x="-7753" y="57840"/>
                        <a:pt x="17114" y="100511"/>
                        <a:pt x="2980" y="171486"/>
                      </a:cubicBezTo>
                      <a:moveTo>
                        <a:pt x="2602" y="1"/>
                      </a:moveTo>
                      <a:cubicBezTo>
                        <a:pt x="6986" y="66185"/>
                        <a:pt x="4114" y="125258"/>
                        <a:pt x="2980" y="171486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1" name="شكل حر: شكل 501">
                  <a:extLst>
                    <a:ext uri="{FF2B5EF4-FFF2-40B4-BE49-F238E27FC236}">
                      <a16:creationId xmlns:a16="http://schemas.microsoft.com/office/drawing/2014/main" id="{2F0EC714-2BCF-02AD-FCFD-D37BC0515D9E}"/>
                    </a:ext>
                  </a:extLst>
                </p:cNvPr>
                <p:cNvSpPr/>
                <p:nvPr/>
              </p:nvSpPr>
              <p:spPr>
                <a:xfrm>
                  <a:off x="7437783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  <a:gd name="csX4" fmla="*/ 26304 w 52909"/>
                    <a:gd name="csY4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9985" y="29102"/>
                        <a:pt x="38397" y="34327"/>
                        <a:pt x="52910" y="50728"/>
                      </a:cubicBezTo>
                      <a:cubicBezTo>
                        <a:pt x="47090" y="45865"/>
                        <a:pt x="35072" y="46736"/>
                        <a:pt x="26380" y="38100"/>
                      </a:cubicBezTo>
                      <a:cubicBezTo>
                        <a:pt x="23280" y="40495"/>
                        <a:pt x="15193" y="39116"/>
                        <a:pt x="1" y="50800"/>
                      </a:cubicBezTo>
                      <a:cubicBezTo>
                        <a:pt x="14588" y="43108"/>
                        <a:pt x="20257" y="33456"/>
                        <a:pt x="26304" y="1"/>
                      </a:cubicBezTo>
                    </a:path>
                  </a:pathLst>
                </a:custGeom>
                <a:solidFill>
                  <a:srgbClr val="000000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92" name="شكل حر: شكل 502">
                  <a:extLst>
                    <a:ext uri="{FF2B5EF4-FFF2-40B4-BE49-F238E27FC236}">
                      <a16:creationId xmlns:a16="http://schemas.microsoft.com/office/drawing/2014/main" id="{EA0FA483-930D-0604-A26B-3123E70F21A3}"/>
                    </a:ext>
                  </a:extLst>
                </p:cNvPr>
                <p:cNvSpPr/>
                <p:nvPr/>
              </p:nvSpPr>
              <p:spPr>
                <a:xfrm>
                  <a:off x="7437783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04 w 52909"/>
                    <a:gd name="csY2" fmla="*/ 1 h 50799"/>
                    <a:gd name="csX3" fmla="*/ 52910 w 52909"/>
                    <a:gd name="csY3" fmla="*/ 50728 h 50799"/>
                    <a:gd name="csX4" fmla="*/ 52910 w 52909"/>
                    <a:gd name="csY4" fmla="*/ 50728 h 50799"/>
                    <a:gd name="csX5" fmla="*/ 26380 w 52909"/>
                    <a:gd name="csY5" fmla="*/ 38100 h 50799"/>
                    <a:gd name="csX6" fmla="*/ 52910 w 52909"/>
                    <a:gd name="csY6" fmla="*/ 50728 h 50799"/>
                    <a:gd name="csX7" fmla="*/ 26380 w 52909"/>
                    <a:gd name="csY7" fmla="*/ 38100 h 50799"/>
                    <a:gd name="csX8" fmla="*/ 26380 w 52909"/>
                    <a:gd name="csY8" fmla="*/ 38100 h 50799"/>
                    <a:gd name="csX9" fmla="*/ 1 w 52909"/>
                    <a:gd name="csY9" fmla="*/ 50800 h 50799"/>
                    <a:gd name="csX10" fmla="*/ 26380 w 52909"/>
                    <a:gd name="csY10" fmla="*/ 38100 h 50799"/>
                    <a:gd name="csX11" fmla="*/ 1 w 52909"/>
                    <a:gd name="csY11" fmla="*/ 50800 h 50799"/>
                    <a:gd name="csX12" fmla="*/ 1 w 52909"/>
                    <a:gd name="csY12" fmla="*/ 50800 h 50799"/>
                    <a:gd name="csX13" fmla="*/ 26304 w 52909"/>
                    <a:gd name="csY13" fmla="*/ 1 h 50799"/>
                    <a:gd name="csX14" fmla="*/ 1 w 52909"/>
                    <a:gd name="csY14" fmla="*/ 50800 h 50799"/>
                    <a:gd name="csX15" fmla="*/ 26304 w 52909"/>
                    <a:gd name="csY15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0764" y="17490"/>
                        <a:pt x="49055" y="28884"/>
                        <a:pt x="52910" y="50728"/>
                      </a:cubicBezTo>
                      <a:moveTo>
                        <a:pt x="26304" y="1"/>
                      </a:moveTo>
                      <a:cubicBezTo>
                        <a:pt x="37415" y="20248"/>
                        <a:pt x="45729" y="37520"/>
                        <a:pt x="52910" y="50728"/>
                      </a:cubicBezTo>
                      <a:moveTo>
                        <a:pt x="52910" y="50728"/>
                      </a:moveTo>
                      <a:cubicBezTo>
                        <a:pt x="44218" y="47099"/>
                        <a:pt x="40060" y="46301"/>
                        <a:pt x="26380" y="38100"/>
                      </a:cubicBezTo>
                      <a:moveTo>
                        <a:pt x="52910" y="50728"/>
                      </a:moveTo>
                      <a:cubicBezTo>
                        <a:pt x="45805" y="47825"/>
                        <a:pt x="40967" y="43253"/>
                        <a:pt x="26380" y="38100"/>
                      </a:cubicBezTo>
                      <a:moveTo>
                        <a:pt x="26380" y="38100"/>
                      </a:moveTo>
                      <a:cubicBezTo>
                        <a:pt x="21164" y="38681"/>
                        <a:pt x="13152" y="43543"/>
                        <a:pt x="1" y="50800"/>
                      </a:cubicBezTo>
                      <a:moveTo>
                        <a:pt x="26380" y="38100"/>
                      </a:moveTo>
                      <a:cubicBezTo>
                        <a:pt x="18443" y="43761"/>
                        <a:pt x="9070" y="47172"/>
                        <a:pt x="1" y="50800"/>
                      </a:cubicBezTo>
                      <a:moveTo>
                        <a:pt x="1" y="50800"/>
                      </a:moveTo>
                      <a:cubicBezTo>
                        <a:pt x="7106" y="37883"/>
                        <a:pt x="8390" y="28739"/>
                        <a:pt x="26304" y="1"/>
                      </a:cubicBezTo>
                      <a:moveTo>
                        <a:pt x="1" y="50800"/>
                      </a:moveTo>
                      <a:cubicBezTo>
                        <a:pt x="8012" y="33746"/>
                        <a:pt x="13984" y="21772"/>
                        <a:pt x="26304" y="1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687" name="صورة 503">
                <a:extLst>
                  <a:ext uri="{FF2B5EF4-FFF2-40B4-BE49-F238E27FC236}">
                    <a16:creationId xmlns:a16="http://schemas.microsoft.com/office/drawing/2014/main" id="{0C74C22D-9791-D5D7-7FCB-7D0BD17712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290241" y="4210482"/>
                <a:ext cx="340132" cy="114299"/>
              </a:xfrm>
              <a:custGeom>
                <a:avLst/>
                <a:gdLst>
                  <a:gd name="csX0" fmla="*/ 0 w 340132"/>
                  <a:gd name="csY0" fmla="*/ 0 h 114299"/>
                  <a:gd name="csX1" fmla="*/ 340132 w 340132"/>
                  <a:gd name="csY1" fmla="*/ 0 h 114299"/>
                  <a:gd name="csX2" fmla="*/ 340132 w 340132"/>
                  <a:gd name="csY2" fmla="*/ 114299 h 114299"/>
                  <a:gd name="csX3" fmla="*/ 0 w 340132"/>
                  <a:gd name="csY3" fmla="*/ 114299 h 114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132" h="114299">
                    <a:moveTo>
                      <a:pt x="0" y="0"/>
                    </a:moveTo>
                    <a:lnTo>
                      <a:pt x="340132" y="0"/>
                    </a:lnTo>
                    <a:lnTo>
                      <a:pt x="340132" y="114299"/>
                    </a:lnTo>
                    <a:lnTo>
                      <a:pt x="0" y="114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4" name="رسم 9">
              <a:extLst>
                <a:ext uri="{FF2B5EF4-FFF2-40B4-BE49-F238E27FC236}">
                  <a16:creationId xmlns:a16="http://schemas.microsoft.com/office/drawing/2014/main" id="{7886B122-C2D9-36A4-6081-42E9952312A6}"/>
                </a:ext>
              </a:extLst>
            </p:cNvPr>
            <p:cNvGrpSpPr/>
            <p:nvPr/>
          </p:nvGrpSpPr>
          <p:grpSpPr>
            <a:xfrm>
              <a:off x="7191222" y="4001157"/>
              <a:ext cx="539453" cy="154388"/>
              <a:chOff x="7191222" y="4001157"/>
              <a:chExt cx="539453" cy="154388"/>
            </a:xfrm>
            <a:noFill/>
          </p:grpSpPr>
          <p:grpSp>
            <p:nvGrpSpPr>
              <p:cNvPr id="2681" name="رسم 9">
                <a:extLst>
                  <a:ext uri="{FF2B5EF4-FFF2-40B4-BE49-F238E27FC236}">
                    <a16:creationId xmlns:a16="http://schemas.microsoft.com/office/drawing/2014/main" id="{4D4C7F4B-22D6-9D83-0478-285EF27EF059}"/>
                  </a:ext>
                </a:extLst>
              </p:cNvPr>
              <p:cNvGrpSpPr/>
              <p:nvPr/>
            </p:nvGrpSpPr>
            <p:grpSpPr>
              <a:xfrm>
                <a:off x="7191222" y="4001157"/>
                <a:ext cx="539453" cy="154388"/>
                <a:chOff x="7191222" y="4001157"/>
                <a:chExt cx="539453" cy="154388"/>
              </a:xfrm>
              <a:noFill/>
            </p:grpSpPr>
            <p:sp>
              <p:nvSpPr>
                <p:cNvPr id="2683" name="مستطيل 506">
                  <a:extLst>
                    <a:ext uri="{FF2B5EF4-FFF2-40B4-BE49-F238E27FC236}">
                      <a16:creationId xmlns:a16="http://schemas.microsoft.com/office/drawing/2014/main" id="{CFBA2448-585B-D5B4-2C6D-5952EC0883F7}"/>
                    </a:ext>
                  </a:extLst>
                </p:cNvPr>
                <p:cNvSpPr/>
                <p:nvPr/>
              </p:nvSpPr>
              <p:spPr>
                <a:xfrm>
                  <a:off x="7199539" y="4003655"/>
                  <a:ext cx="52909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4" name="شكل حر: شكل 507">
                  <a:extLst>
                    <a:ext uri="{FF2B5EF4-FFF2-40B4-BE49-F238E27FC236}">
                      <a16:creationId xmlns:a16="http://schemas.microsoft.com/office/drawing/2014/main" id="{A607B7F0-1455-E641-FA5D-D7A6F0DD199B}"/>
                    </a:ext>
                  </a:extLst>
                </p:cNvPr>
                <p:cNvSpPr/>
                <p:nvPr/>
              </p:nvSpPr>
              <p:spPr>
                <a:xfrm>
                  <a:off x="7198028" y="4001695"/>
                  <a:ext cx="532647" cy="153850"/>
                </a:xfrm>
                <a:custGeom>
                  <a:avLst/>
                  <a:gdLst>
                    <a:gd name="csX0" fmla="*/ 1966 w 532647"/>
                    <a:gd name="csY0" fmla="*/ 1524 h 153850"/>
                    <a:gd name="csX1" fmla="*/ 1966 w 532647"/>
                    <a:gd name="csY1" fmla="*/ 1524 h 153850"/>
                    <a:gd name="csX2" fmla="*/ 1966 w 532647"/>
                    <a:gd name="csY2" fmla="*/ 1524 h 153850"/>
                    <a:gd name="csX3" fmla="*/ 1966 w 532647"/>
                    <a:gd name="csY3" fmla="*/ 1524 h 153850"/>
                    <a:gd name="csX4" fmla="*/ 1 w 532647"/>
                    <a:gd name="csY4" fmla="*/ 47897 h 153850"/>
                    <a:gd name="csX5" fmla="*/ 39607 w 532647"/>
                    <a:gd name="csY5" fmla="*/ 4137 h 153850"/>
                    <a:gd name="csX6" fmla="*/ 1 w 532647"/>
                    <a:gd name="csY6" fmla="*/ 47897 h 153850"/>
                    <a:gd name="csX7" fmla="*/ 39607 w 532647"/>
                    <a:gd name="csY7" fmla="*/ 4137 h 153850"/>
                    <a:gd name="csX8" fmla="*/ 2948 w 532647"/>
                    <a:gd name="csY8" fmla="*/ 88900 h 153850"/>
                    <a:gd name="csX9" fmla="*/ 82313 w 532647"/>
                    <a:gd name="csY9" fmla="*/ 1234 h 153850"/>
                    <a:gd name="csX10" fmla="*/ 2948 w 532647"/>
                    <a:gd name="csY10" fmla="*/ 88900 h 153850"/>
                    <a:gd name="csX11" fmla="*/ 82313 w 532647"/>
                    <a:gd name="csY11" fmla="*/ 1234 h 153850"/>
                    <a:gd name="csX12" fmla="*/ 983 w 532647"/>
                    <a:gd name="csY12" fmla="*/ 135273 h 153850"/>
                    <a:gd name="csX13" fmla="*/ 119954 w 532647"/>
                    <a:gd name="csY13" fmla="*/ 3847 h 153850"/>
                    <a:gd name="csX14" fmla="*/ 983 w 532647"/>
                    <a:gd name="csY14" fmla="*/ 135273 h 153850"/>
                    <a:gd name="csX15" fmla="*/ 119954 w 532647"/>
                    <a:gd name="csY15" fmla="*/ 3847 h 153850"/>
                    <a:gd name="csX16" fmla="*/ 28723 w 532647"/>
                    <a:gd name="csY16" fmla="*/ 148844 h 153850"/>
                    <a:gd name="csX17" fmla="*/ 162659 w 532647"/>
                    <a:gd name="csY17" fmla="*/ 1016 h 153850"/>
                    <a:gd name="csX18" fmla="*/ 28723 w 532647"/>
                    <a:gd name="csY18" fmla="*/ 148844 h 153850"/>
                    <a:gd name="csX19" fmla="*/ 162659 w 532647"/>
                    <a:gd name="csY19" fmla="*/ 1016 h 153850"/>
                    <a:gd name="csX20" fmla="*/ 66440 w 532647"/>
                    <a:gd name="csY20" fmla="*/ 151456 h 153850"/>
                    <a:gd name="csX21" fmla="*/ 200301 w 532647"/>
                    <a:gd name="csY21" fmla="*/ 3629 h 153850"/>
                    <a:gd name="csX22" fmla="*/ 66440 w 532647"/>
                    <a:gd name="csY22" fmla="*/ 151456 h 153850"/>
                    <a:gd name="csX23" fmla="*/ 200301 w 532647"/>
                    <a:gd name="csY23" fmla="*/ 3629 h 153850"/>
                    <a:gd name="csX24" fmla="*/ 109070 w 532647"/>
                    <a:gd name="csY24" fmla="*/ 148626 h 153850"/>
                    <a:gd name="csX25" fmla="*/ 243006 w 532647"/>
                    <a:gd name="csY25" fmla="*/ 726 h 153850"/>
                    <a:gd name="csX26" fmla="*/ 109070 w 532647"/>
                    <a:gd name="csY26" fmla="*/ 148626 h 153850"/>
                    <a:gd name="csX27" fmla="*/ 243006 w 532647"/>
                    <a:gd name="csY27" fmla="*/ 726 h 153850"/>
                    <a:gd name="csX28" fmla="*/ 146786 w 532647"/>
                    <a:gd name="csY28" fmla="*/ 151239 h 153850"/>
                    <a:gd name="csX29" fmla="*/ 280648 w 532647"/>
                    <a:gd name="csY29" fmla="*/ 3339 h 153850"/>
                    <a:gd name="csX30" fmla="*/ 146786 w 532647"/>
                    <a:gd name="csY30" fmla="*/ 151239 h 153850"/>
                    <a:gd name="csX31" fmla="*/ 280648 w 532647"/>
                    <a:gd name="csY31" fmla="*/ 3339 h 153850"/>
                    <a:gd name="csX32" fmla="*/ 184504 w 532647"/>
                    <a:gd name="csY32" fmla="*/ 153851 h 153850"/>
                    <a:gd name="csX33" fmla="*/ 323353 w 532647"/>
                    <a:gd name="csY33" fmla="*/ 508 h 153850"/>
                    <a:gd name="csX34" fmla="*/ 184504 w 532647"/>
                    <a:gd name="csY34" fmla="*/ 153851 h 153850"/>
                    <a:gd name="csX35" fmla="*/ 323353 w 532647"/>
                    <a:gd name="csY35" fmla="*/ 508 h 153850"/>
                    <a:gd name="csX36" fmla="*/ 227133 w 532647"/>
                    <a:gd name="csY36" fmla="*/ 150948 h 153850"/>
                    <a:gd name="csX37" fmla="*/ 360994 w 532647"/>
                    <a:gd name="csY37" fmla="*/ 3121 h 153850"/>
                    <a:gd name="csX38" fmla="*/ 227133 w 532647"/>
                    <a:gd name="csY38" fmla="*/ 150948 h 153850"/>
                    <a:gd name="csX39" fmla="*/ 360994 w 532647"/>
                    <a:gd name="csY39" fmla="*/ 3121 h 153850"/>
                    <a:gd name="csX40" fmla="*/ 264851 w 532647"/>
                    <a:gd name="csY40" fmla="*/ 153561 h 153850"/>
                    <a:gd name="csX41" fmla="*/ 403700 w 532647"/>
                    <a:gd name="csY41" fmla="*/ 218 h 153850"/>
                    <a:gd name="csX42" fmla="*/ 264851 w 532647"/>
                    <a:gd name="csY42" fmla="*/ 153561 h 153850"/>
                    <a:gd name="csX43" fmla="*/ 403700 w 532647"/>
                    <a:gd name="csY43" fmla="*/ 218 h 153850"/>
                    <a:gd name="csX44" fmla="*/ 307480 w 532647"/>
                    <a:gd name="csY44" fmla="*/ 150730 h 153850"/>
                    <a:gd name="csX45" fmla="*/ 441341 w 532647"/>
                    <a:gd name="csY45" fmla="*/ 2831 h 153850"/>
                    <a:gd name="csX46" fmla="*/ 307480 w 532647"/>
                    <a:gd name="csY46" fmla="*/ 150730 h 153850"/>
                    <a:gd name="csX47" fmla="*/ 441341 w 532647"/>
                    <a:gd name="csY47" fmla="*/ 2831 h 153850"/>
                    <a:gd name="csX48" fmla="*/ 345197 w 532647"/>
                    <a:gd name="csY48" fmla="*/ 153343 h 153850"/>
                    <a:gd name="csX49" fmla="*/ 484047 w 532647"/>
                    <a:gd name="csY49" fmla="*/ 1 h 153850"/>
                    <a:gd name="csX50" fmla="*/ 345197 w 532647"/>
                    <a:gd name="csY50" fmla="*/ 153343 h 153850"/>
                    <a:gd name="csX51" fmla="*/ 484047 w 532647"/>
                    <a:gd name="csY51" fmla="*/ 1 h 153850"/>
                    <a:gd name="csX52" fmla="*/ 387827 w 532647"/>
                    <a:gd name="csY52" fmla="*/ 150513 h 153850"/>
                    <a:gd name="csX53" fmla="*/ 521688 w 532647"/>
                    <a:gd name="csY53" fmla="*/ 2613 h 153850"/>
                    <a:gd name="csX54" fmla="*/ 387827 w 532647"/>
                    <a:gd name="csY54" fmla="*/ 150513 h 153850"/>
                    <a:gd name="csX55" fmla="*/ 521688 w 532647"/>
                    <a:gd name="csY55" fmla="*/ 2613 h 153850"/>
                    <a:gd name="csX56" fmla="*/ 425544 w 532647"/>
                    <a:gd name="csY56" fmla="*/ 153125 h 153850"/>
                    <a:gd name="csX57" fmla="*/ 529624 w 532647"/>
                    <a:gd name="csY57" fmla="*/ 38100 h 153850"/>
                    <a:gd name="csX58" fmla="*/ 425544 w 532647"/>
                    <a:gd name="csY58" fmla="*/ 153125 h 153850"/>
                    <a:gd name="csX59" fmla="*/ 529624 w 532647"/>
                    <a:gd name="csY59" fmla="*/ 38100 h 153850"/>
                    <a:gd name="csX60" fmla="*/ 468174 w 532647"/>
                    <a:gd name="csY60" fmla="*/ 150222 h 153850"/>
                    <a:gd name="csX61" fmla="*/ 532648 w 532647"/>
                    <a:gd name="csY61" fmla="*/ 79030 h 153850"/>
                    <a:gd name="csX62" fmla="*/ 468174 w 532647"/>
                    <a:gd name="csY62" fmla="*/ 150222 h 153850"/>
                    <a:gd name="csX63" fmla="*/ 532648 w 532647"/>
                    <a:gd name="csY63" fmla="*/ 79030 h 153850"/>
                    <a:gd name="csX64" fmla="*/ 505891 w 532647"/>
                    <a:gd name="csY64" fmla="*/ 152835 h 153850"/>
                    <a:gd name="csX65" fmla="*/ 530683 w 532647"/>
                    <a:gd name="csY65" fmla="*/ 125476 h 153850"/>
                    <a:gd name="csX66" fmla="*/ 505891 w 532647"/>
                    <a:gd name="csY66" fmla="*/ 152835 h 153850"/>
                    <a:gd name="csX67" fmla="*/ 530683 w 532647"/>
                    <a:gd name="csY67" fmla="*/ 125476 h 15385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</a:cxnLst>
                  <a:rect l="l" t="t" r="r" b="b"/>
                  <a:pathLst>
                    <a:path w="532647" h="153850">
                      <a:moveTo>
                        <a:pt x="1966" y="1524"/>
                      </a:moveTo>
                      <a:cubicBezTo>
                        <a:pt x="1966" y="1524"/>
                        <a:pt x="1966" y="1524"/>
                        <a:pt x="1966" y="1524"/>
                      </a:cubicBezTo>
                      <a:moveTo>
                        <a:pt x="1966" y="1524"/>
                      </a:moveTo>
                      <a:cubicBezTo>
                        <a:pt x="1966" y="1524"/>
                        <a:pt x="1966" y="1524"/>
                        <a:pt x="1966" y="1524"/>
                      </a:cubicBezTo>
                      <a:moveTo>
                        <a:pt x="1" y="47897"/>
                      </a:moveTo>
                      <a:cubicBezTo>
                        <a:pt x="19577" y="30771"/>
                        <a:pt x="23659" y="22933"/>
                        <a:pt x="39607" y="4137"/>
                      </a:cubicBezTo>
                      <a:moveTo>
                        <a:pt x="1" y="47897"/>
                      </a:moveTo>
                      <a:cubicBezTo>
                        <a:pt x="9449" y="41947"/>
                        <a:pt x="18972" y="27940"/>
                        <a:pt x="39607" y="4137"/>
                      </a:cubicBezTo>
                      <a:moveTo>
                        <a:pt x="2948" y="88900"/>
                      </a:moveTo>
                      <a:cubicBezTo>
                        <a:pt x="24339" y="58493"/>
                        <a:pt x="57218" y="27650"/>
                        <a:pt x="82313" y="1234"/>
                      </a:cubicBezTo>
                      <a:moveTo>
                        <a:pt x="2948" y="88900"/>
                      </a:moveTo>
                      <a:cubicBezTo>
                        <a:pt x="28269" y="59726"/>
                        <a:pt x="53666" y="25400"/>
                        <a:pt x="82313" y="1234"/>
                      </a:cubicBezTo>
                      <a:moveTo>
                        <a:pt x="983" y="135273"/>
                      </a:moveTo>
                      <a:cubicBezTo>
                        <a:pt x="53893" y="74458"/>
                        <a:pt x="95993" y="34036"/>
                        <a:pt x="119954" y="3847"/>
                      </a:cubicBezTo>
                      <a:moveTo>
                        <a:pt x="983" y="135273"/>
                      </a:moveTo>
                      <a:cubicBezTo>
                        <a:pt x="23583" y="106897"/>
                        <a:pt x="57899" y="78304"/>
                        <a:pt x="119954" y="3847"/>
                      </a:cubicBezTo>
                      <a:moveTo>
                        <a:pt x="28723" y="148844"/>
                      </a:moveTo>
                      <a:cubicBezTo>
                        <a:pt x="50794" y="127798"/>
                        <a:pt x="105139" y="68000"/>
                        <a:pt x="162659" y="1016"/>
                      </a:cubicBezTo>
                      <a:moveTo>
                        <a:pt x="28723" y="148844"/>
                      </a:moveTo>
                      <a:cubicBezTo>
                        <a:pt x="62661" y="123299"/>
                        <a:pt x="78306" y="91512"/>
                        <a:pt x="162659" y="1016"/>
                      </a:cubicBezTo>
                      <a:moveTo>
                        <a:pt x="66440" y="151456"/>
                      </a:moveTo>
                      <a:cubicBezTo>
                        <a:pt x="85865" y="110816"/>
                        <a:pt x="115721" y="85417"/>
                        <a:pt x="200301" y="3629"/>
                      </a:cubicBezTo>
                      <a:moveTo>
                        <a:pt x="66440" y="151456"/>
                      </a:moveTo>
                      <a:cubicBezTo>
                        <a:pt x="93197" y="119235"/>
                        <a:pt x="134088" y="83820"/>
                        <a:pt x="200301" y="3629"/>
                      </a:cubicBezTo>
                      <a:moveTo>
                        <a:pt x="109070" y="148626"/>
                      </a:moveTo>
                      <a:cubicBezTo>
                        <a:pt x="141269" y="97826"/>
                        <a:pt x="187829" y="57186"/>
                        <a:pt x="243006" y="726"/>
                      </a:cubicBezTo>
                      <a:moveTo>
                        <a:pt x="109070" y="148626"/>
                      </a:moveTo>
                      <a:cubicBezTo>
                        <a:pt x="143007" y="114808"/>
                        <a:pt x="178683" y="66838"/>
                        <a:pt x="243006" y="726"/>
                      </a:cubicBezTo>
                      <a:moveTo>
                        <a:pt x="146786" y="151239"/>
                      </a:moveTo>
                      <a:cubicBezTo>
                        <a:pt x="204760" y="81425"/>
                        <a:pt x="240814" y="45720"/>
                        <a:pt x="280648" y="3339"/>
                      </a:cubicBezTo>
                      <a:moveTo>
                        <a:pt x="146786" y="151239"/>
                      </a:moveTo>
                      <a:cubicBezTo>
                        <a:pt x="182538" y="109655"/>
                        <a:pt x="232500" y="56896"/>
                        <a:pt x="280648" y="3339"/>
                      </a:cubicBezTo>
                      <a:moveTo>
                        <a:pt x="184504" y="153851"/>
                      </a:moveTo>
                      <a:cubicBezTo>
                        <a:pt x="229628" y="90569"/>
                        <a:pt x="274072" y="36649"/>
                        <a:pt x="323353" y="508"/>
                      </a:cubicBezTo>
                      <a:moveTo>
                        <a:pt x="184504" y="153851"/>
                      </a:moveTo>
                      <a:cubicBezTo>
                        <a:pt x="232727" y="106462"/>
                        <a:pt x="284125" y="51889"/>
                        <a:pt x="323353" y="508"/>
                      </a:cubicBezTo>
                      <a:moveTo>
                        <a:pt x="227133" y="150948"/>
                      </a:moveTo>
                      <a:cubicBezTo>
                        <a:pt x="285939" y="102253"/>
                        <a:pt x="316021" y="47897"/>
                        <a:pt x="360994" y="3121"/>
                      </a:cubicBezTo>
                      <a:moveTo>
                        <a:pt x="227133" y="150948"/>
                      </a:moveTo>
                      <a:cubicBezTo>
                        <a:pt x="263339" y="108929"/>
                        <a:pt x="312393" y="54429"/>
                        <a:pt x="360994" y="3121"/>
                      </a:cubicBezTo>
                      <a:moveTo>
                        <a:pt x="264851" y="153561"/>
                      </a:moveTo>
                      <a:cubicBezTo>
                        <a:pt x="302870" y="119960"/>
                        <a:pt x="356081" y="82441"/>
                        <a:pt x="403700" y="218"/>
                      </a:cubicBezTo>
                      <a:moveTo>
                        <a:pt x="264851" y="153561"/>
                      </a:moveTo>
                      <a:cubicBezTo>
                        <a:pt x="302794" y="108929"/>
                        <a:pt x="351622" y="54864"/>
                        <a:pt x="403700" y="218"/>
                      </a:cubicBezTo>
                      <a:moveTo>
                        <a:pt x="307480" y="150730"/>
                      </a:moveTo>
                      <a:cubicBezTo>
                        <a:pt x="349808" y="107623"/>
                        <a:pt x="403624" y="45793"/>
                        <a:pt x="441341" y="2831"/>
                      </a:cubicBezTo>
                      <a:moveTo>
                        <a:pt x="307480" y="150730"/>
                      </a:moveTo>
                      <a:cubicBezTo>
                        <a:pt x="355552" y="101672"/>
                        <a:pt x="386844" y="61976"/>
                        <a:pt x="441341" y="2831"/>
                      </a:cubicBezTo>
                      <a:moveTo>
                        <a:pt x="345197" y="153343"/>
                      </a:moveTo>
                      <a:cubicBezTo>
                        <a:pt x="410578" y="90932"/>
                        <a:pt x="460313" y="35197"/>
                        <a:pt x="484047" y="1"/>
                      </a:cubicBezTo>
                      <a:moveTo>
                        <a:pt x="345197" y="153343"/>
                      </a:moveTo>
                      <a:cubicBezTo>
                        <a:pt x="378606" y="121049"/>
                        <a:pt x="409973" y="82078"/>
                        <a:pt x="484047" y="1"/>
                      </a:cubicBezTo>
                      <a:moveTo>
                        <a:pt x="387827" y="150513"/>
                      </a:moveTo>
                      <a:cubicBezTo>
                        <a:pt x="425242" y="117275"/>
                        <a:pt x="461220" y="79176"/>
                        <a:pt x="521688" y="2613"/>
                      </a:cubicBezTo>
                      <a:moveTo>
                        <a:pt x="387827" y="150513"/>
                      </a:moveTo>
                      <a:cubicBezTo>
                        <a:pt x="422823" y="101527"/>
                        <a:pt x="473767" y="66258"/>
                        <a:pt x="521688" y="2613"/>
                      </a:cubicBezTo>
                      <a:moveTo>
                        <a:pt x="425544" y="153125"/>
                      </a:moveTo>
                      <a:cubicBezTo>
                        <a:pt x="443533" y="125766"/>
                        <a:pt x="485558" y="113792"/>
                        <a:pt x="529624" y="38100"/>
                      </a:cubicBezTo>
                      <a:moveTo>
                        <a:pt x="425544" y="153125"/>
                      </a:moveTo>
                      <a:cubicBezTo>
                        <a:pt x="454871" y="116985"/>
                        <a:pt x="499542" y="70394"/>
                        <a:pt x="529624" y="38100"/>
                      </a:cubicBezTo>
                      <a:moveTo>
                        <a:pt x="468174" y="150222"/>
                      </a:moveTo>
                      <a:cubicBezTo>
                        <a:pt x="491227" y="139409"/>
                        <a:pt x="500902" y="111905"/>
                        <a:pt x="532648" y="79030"/>
                      </a:cubicBezTo>
                      <a:moveTo>
                        <a:pt x="468174" y="150222"/>
                      </a:moveTo>
                      <a:cubicBezTo>
                        <a:pt x="495309" y="125186"/>
                        <a:pt x="521688" y="91222"/>
                        <a:pt x="532648" y="79030"/>
                      </a:cubicBezTo>
                      <a:moveTo>
                        <a:pt x="505891" y="152835"/>
                      </a:moveTo>
                      <a:cubicBezTo>
                        <a:pt x="517909" y="142965"/>
                        <a:pt x="521310" y="132878"/>
                        <a:pt x="530683" y="125476"/>
                      </a:cubicBezTo>
                      <a:moveTo>
                        <a:pt x="505891" y="152835"/>
                      </a:moveTo>
                      <a:cubicBezTo>
                        <a:pt x="510955" y="146158"/>
                        <a:pt x="518135" y="137958"/>
                        <a:pt x="530683" y="125476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5" name="شكل حر: شكل 508">
                  <a:extLst>
                    <a:ext uri="{FF2B5EF4-FFF2-40B4-BE49-F238E27FC236}">
                      <a16:creationId xmlns:a16="http://schemas.microsoft.com/office/drawing/2014/main" id="{A10DCE73-5A6F-4F5F-3E3A-ACCC6F95375B}"/>
                    </a:ext>
                  </a:extLst>
                </p:cNvPr>
                <p:cNvSpPr/>
                <p:nvPr/>
              </p:nvSpPr>
              <p:spPr>
                <a:xfrm>
                  <a:off x="7191222" y="4001157"/>
                  <a:ext cx="538958" cy="152264"/>
                </a:xfrm>
                <a:custGeom>
                  <a:avLst/>
                  <a:gdLst>
                    <a:gd name="csX0" fmla="*/ 8318 w 538958"/>
                    <a:gd name="csY0" fmla="*/ 2498 h 152264"/>
                    <a:gd name="csX1" fmla="*/ 537413 w 538958"/>
                    <a:gd name="csY1" fmla="*/ 2498 h 152264"/>
                    <a:gd name="csX2" fmla="*/ 8318 w 538958"/>
                    <a:gd name="csY2" fmla="*/ 2498 h 152264"/>
                    <a:gd name="csX3" fmla="*/ 537413 w 538958"/>
                    <a:gd name="csY3" fmla="*/ 2498 h 152264"/>
                    <a:gd name="csX4" fmla="*/ 537413 w 538958"/>
                    <a:gd name="csY4" fmla="*/ 2498 h 152264"/>
                    <a:gd name="csX5" fmla="*/ 537413 w 538958"/>
                    <a:gd name="csY5" fmla="*/ 147640 h 152264"/>
                    <a:gd name="csX6" fmla="*/ 537413 w 538958"/>
                    <a:gd name="csY6" fmla="*/ 2498 h 152264"/>
                    <a:gd name="csX7" fmla="*/ 537413 w 538958"/>
                    <a:gd name="csY7" fmla="*/ 147640 h 152264"/>
                    <a:gd name="csX8" fmla="*/ 537413 w 538958"/>
                    <a:gd name="csY8" fmla="*/ 147640 h 152264"/>
                    <a:gd name="csX9" fmla="*/ 8318 w 538958"/>
                    <a:gd name="csY9" fmla="*/ 147640 h 152264"/>
                    <a:gd name="csX10" fmla="*/ 537413 w 538958"/>
                    <a:gd name="csY10" fmla="*/ 147640 h 152264"/>
                    <a:gd name="csX11" fmla="*/ 8318 w 538958"/>
                    <a:gd name="csY11" fmla="*/ 147640 h 152264"/>
                    <a:gd name="csX12" fmla="*/ 8318 w 538958"/>
                    <a:gd name="csY12" fmla="*/ 147640 h 152264"/>
                    <a:gd name="csX13" fmla="*/ 8318 w 538958"/>
                    <a:gd name="csY13" fmla="*/ 2498 h 152264"/>
                    <a:gd name="csX14" fmla="*/ 8318 w 538958"/>
                    <a:gd name="csY14" fmla="*/ 147640 h 152264"/>
                    <a:gd name="csX15" fmla="*/ 8318 w 538958"/>
                    <a:gd name="csY15" fmla="*/ 2498 h 152264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38958" h="152264">
                      <a:moveTo>
                        <a:pt x="8318" y="2498"/>
                      </a:moveTo>
                      <a:cubicBezTo>
                        <a:pt x="189798" y="-6283"/>
                        <a:pt x="345578" y="11642"/>
                        <a:pt x="537413" y="2498"/>
                      </a:cubicBezTo>
                      <a:moveTo>
                        <a:pt x="8318" y="2498"/>
                      </a:moveTo>
                      <a:cubicBezTo>
                        <a:pt x="127062" y="9464"/>
                        <a:pt x="256917" y="1844"/>
                        <a:pt x="537413" y="2498"/>
                      </a:cubicBezTo>
                      <a:moveTo>
                        <a:pt x="537413" y="2498"/>
                      </a:moveTo>
                      <a:cubicBezTo>
                        <a:pt x="524790" y="58014"/>
                        <a:pt x="528947" y="73327"/>
                        <a:pt x="537413" y="147640"/>
                      </a:cubicBezTo>
                      <a:moveTo>
                        <a:pt x="537413" y="2498"/>
                      </a:moveTo>
                      <a:cubicBezTo>
                        <a:pt x="543460" y="35445"/>
                        <a:pt x="529250" y="74343"/>
                        <a:pt x="537413" y="147640"/>
                      </a:cubicBezTo>
                      <a:moveTo>
                        <a:pt x="537413" y="147640"/>
                      </a:moveTo>
                      <a:cubicBezTo>
                        <a:pt x="340061" y="145027"/>
                        <a:pt x="146790" y="138351"/>
                        <a:pt x="8318" y="147640"/>
                      </a:cubicBezTo>
                      <a:moveTo>
                        <a:pt x="537413" y="147640"/>
                      </a:moveTo>
                      <a:cubicBezTo>
                        <a:pt x="337113" y="158670"/>
                        <a:pt x="142784" y="146333"/>
                        <a:pt x="8318" y="147640"/>
                      </a:cubicBezTo>
                      <a:moveTo>
                        <a:pt x="8318" y="147640"/>
                      </a:moveTo>
                      <a:cubicBezTo>
                        <a:pt x="1364" y="90381"/>
                        <a:pt x="-6270" y="56345"/>
                        <a:pt x="8318" y="2498"/>
                      </a:cubicBezTo>
                      <a:moveTo>
                        <a:pt x="8318" y="147640"/>
                      </a:moveTo>
                      <a:cubicBezTo>
                        <a:pt x="12627" y="105839"/>
                        <a:pt x="9301" y="76520"/>
                        <a:pt x="8318" y="2498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682" name="صورة 509">
                <a:extLst>
                  <a:ext uri="{FF2B5EF4-FFF2-40B4-BE49-F238E27FC236}">
                    <a16:creationId xmlns:a16="http://schemas.microsoft.com/office/drawing/2014/main" id="{BD8068D7-D090-1754-B840-D67A08F903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203319" y="4025426"/>
                <a:ext cx="513977" cy="123370"/>
              </a:xfrm>
              <a:custGeom>
                <a:avLst/>
                <a:gdLst>
                  <a:gd name="csX0" fmla="*/ 0 w 513977"/>
                  <a:gd name="csY0" fmla="*/ 0 h 123370"/>
                  <a:gd name="csX1" fmla="*/ 513978 w 513977"/>
                  <a:gd name="csY1" fmla="*/ 0 h 123370"/>
                  <a:gd name="csX2" fmla="*/ 513978 w 513977"/>
                  <a:gd name="csY2" fmla="*/ 123371 h 123370"/>
                  <a:gd name="csX3" fmla="*/ 0 w 51397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977" h="123370">
                    <a:moveTo>
                      <a:pt x="0" y="0"/>
                    </a:moveTo>
                    <a:lnTo>
                      <a:pt x="513978" y="0"/>
                    </a:lnTo>
                    <a:lnTo>
                      <a:pt x="51397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675" name="رسم 9">
              <a:extLst>
                <a:ext uri="{FF2B5EF4-FFF2-40B4-BE49-F238E27FC236}">
                  <a16:creationId xmlns:a16="http://schemas.microsoft.com/office/drawing/2014/main" id="{97273ADC-9ED4-7628-81C6-318ABFC1A6A4}"/>
                </a:ext>
              </a:extLst>
            </p:cNvPr>
            <p:cNvGrpSpPr/>
            <p:nvPr/>
          </p:nvGrpSpPr>
          <p:grpSpPr>
            <a:xfrm>
              <a:off x="7348291" y="4361275"/>
              <a:ext cx="237841" cy="156835"/>
              <a:chOff x="7348291" y="4361275"/>
              <a:chExt cx="237841" cy="156835"/>
            </a:xfrm>
            <a:noFill/>
          </p:grpSpPr>
          <p:grpSp>
            <p:nvGrpSpPr>
              <p:cNvPr id="2676" name="رسم 9">
                <a:extLst>
                  <a:ext uri="{FF2B5EF4-FFF2-40B4-BE49-F238E27FC236}">
                    <a16:creationId xmlns:a16="http://schemas.microsoft.com/office/drawing/2014/main" id="{499817C3-14FB-C88D-06DC-C0AF8BDAE29F}"/>
                  </a:ext>
                </a:extLst>
              </p:cNvPr>
              <p:cNvGrpSpPr/>
              <p:nvPr/>
            </p:nvGrpSpPr>
            <p:grpSpPr>
              <a:xfrm>
                <a:off x="7348291" y="4361275"/>
                <a:ext cx="237841" cy="156835"/>
                <a:chOff x="7348291" y="4361275"/>
                <a:chExt cx="237841" cy="156835"/>
              </a:xfrm>
              <a:noFill/>
            </p:grpSpPr>
            <p:sp>
              <p:nvSpPr>
                <p:cNvPr id="2678" name="مستطيل 512">
                  <a:extLst>
                    <a:ext uri="{FF2B5EF4-FFF2-40B4-BE49-F238E27FC236}">
                      <a16:creationId xmlns:a16="http://schemas.microsoft.com/office/drawing/2014/main" id="{2C904A03-620B-BA05-779D-51226DF66479}"/>
                    </a:ext>
                  </a:extLst>
                </p:cNvPr>
                <p:cNvSpPr/>
                <p:nvPr/>
              </p:nvSpPr>
              <p:spPr>
                <a:xfrm>
                  <a:off x="7350709" y="4366510"/>
                  <a:ext cx="22675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79" name="شكل حر: شكل 513">
                  <a:extLst>
                    <a:ext uri="{FF2B5EF4-FFF2-40B4-BE49-F238E27FC236}">
                      <a16:creationId xmlns:a16="http://schemas.microsoft.com/office/drawing/2014/main" id="{3C15A8C9-5751-2DB8-6BA4-E0AAFEF6EEB3}"/>
                    </a:ext>
                  </a:extLst>
                </p:cNvPr>
                <p:cNvSpPr/>
                <p:nvPr/>
              </p:nvSpPr>
              <p:spPr>
                <a:xfrm>
                  <a:off x="7348291" y="4364768"/>
                  <a:ext cx="233028" cy="153342"/>
                </a:xfrm>
                <a:custGeom>
                  <a:avLst/>
                  <a:gdLst>
                    <a:gd name="csX0" fmla="*/ 907 w 233028"/>
                    <a:gd name="csY0" fmla="*/ 3411 h 153342"/>
                    <a:gd name="csX1" fmla="*/ 907 w 233028"/>
                    <a:gd name="csY1" fmla="*/ 3411 h 153342"/>
                    <a:gd name="csX2" fmla="*/ 907 w 233028"/>
                    <a:gd name="csY2" fmla="*/ 3411 h 153342"/>
                    <a:gd name="csX3" fmla="*/ 907 w 233028"/>
                    <a:gd name="csY3" fmla="*/ 3411 h 153342"/>
                    <a:gd name="csX4" fmla="*/ 3931 w 233028"/>
                    <a:gd name="csY4" fmla="*/ 44341 h 153342"/>
                    <a:gd name="csX5" fmla="*/ 43613 w 233028"/>
                    <a:gd name="csY5" fmla="*/ 508 h 153342"/>
                    <a:gd name="csX6" fmla="*/ 3931 w 233028"/>
                    <a:gd name="csY6" fmla="*/ 44341 h 153342"/>
                    <a:gd name="csX7" fmla="*/ 43613 w 233028"/>
                    <a:gd name="csY7" fmla="*/ 508 h 153342"/>
                    <a:gd name="csX8" fmla="*/ 1966 w 233028"/>
                    <a:gd name="csY8" fmla="*/ 90787 h 153342"/>
                    <a:gd name="csX9" fmla="*/ 81254 w 233028"/>
                    <a:gd name="csY9" fmla="*/ 3121 h 153342"/>
                    <a:gd name="csX10" fmla="*/ 1966 w 233028"/>
                    <a:gd name="csY10" fmla="*/ 90787 h 153342"/>
                    <a:gd name="csX11" fmla="*/ 81254 w 233028"/>
                    <a:gd name="csY11" fmla="*/ 3121 h 153342"/>
                    <a:gd name="csX12" fmla="*/ 1 w 233028"/>
                    <a:gd name="csY12" fmla="*/ 137160 h 153342"/>
                    <a:gd name="csX13" fmla="*/ 123960 w 233028"/>
                    <a:gd name="csY13" fmla="*/ 291 h 153342"/>
                    <a:gd name="csX14" fmla="*/ 1 w 233028"/>
                    <a:gd name="csY14" fmla="*/ 137160 h 153342"/>
                    <a:gd name="csX15" fmla="*/ 123960 w 233028"/>
                    <a:gd name="csY15" fmla="*/ 291 h 153342"/>
                    <a:gd name="csX16" fmla="*/ 27740 w 233028"/>
                    <a:gd name="csY16" fmla="*/ 150730 h 153342"/>
                    <a:gd name="csX17" fmla="*/ 161601 w 233028"/>
                    <a:gd name="csY17" fmla="*/ 2903 h 153342"/>
                    <a:gd name="csX18" fmla="*/ 27740 w 233028"/>
                    <a:gd name="csY18" fmla="*/ 150730 h 153342"/>
                    <a:gd name="csX19" fmla="*/ 161601 w 233028"/>
                    <a:gd name="csY19" fmla="*/ 2903 h 153342"/>
                    <a:gd name="csX20" fmla="*/ 65457 w 233028"/>
                    <a:gd name="csY20" fmla="*/ 153343 h 153342"/>
                    <a:gd name="csX21" fmla="*/ 204307 w 233028"/>
                    <a:gd name="csY21" fmla="*/ 1 h 153342"/>
                    <a:gd name="csX22" fmla="*/ 65457 w 233028"/>
                    <a:gd name="csY22" fmla="*/ 153343 h 153342"/>
                    <a:gd name="csX23" fmla="*/ 204307 w 233028"/>
                    <a:gd name="csY23" fmla="*/ 1 h 153342"/>
                    <a:gd name="csX24" fmla="*/ 108087 w 233028"/>
                    <a:gd name="csY24" fmla="*/ 150513 h 153342"/>
                    <a:gd name="csX25" fmla="*/ 232046 w 233028"/>
                    <a:gd name="csY25" fmla="*/ 13571 h 153342"/>
                    <a:gd name="csX26" fmla="*/ 108087 w 233028"/>
                    <a:gd name="csY26" fmla="*/ 150513 h 153342"/>
                    <a:gd name="csX27" fmla="*/ 232046 w 233028"/>
                    <a:gd name="csY27" fmla="*/ 13571 h 153342"/>
                    <a:gd name="csX28" fmla="*/ 145804 w 233028"/>
                    <a:gd name="csY28" fmla="*/ 153125 h 153342"/>
                    <a:gd name="csX29" fmla="*/ 230081 w 233028"/>
                    <a:gd name="csY29" fmla="*/ 60017 h 153342"/>
                    <a:gd name="csX30" fmla="*/ 145804 w 233028"/>
                    <a:gd name="csY30" fmla="*/ 153125 h 153342"/>
                    <a:gd name="csX31" fmla="*/ 230081 w 233028"/>
                    <a:gd name="csY31" fmla="*/ 60017 h 153342"/>
                    <a:gd name="csX32" fmla="*/ 188434 w 233028"/>
                    <a:gd name="csY32" fmla="*/ 150295 h 153342"/>
                    <a:gd name="csX33" fmla="*/ 233029 w 233028"/>
                    <a:gd name="csY33" fmla="*/ 100947 h 153342"/>
                    <a:gd name="csX34" fmla="*/ 188434 w 233028"/>
                    <a:gd name="csY34" fmla="*/ 150295 h 153342"/>
                    <a:gd name="csX35" fmla="*/ 233029 w 233028"/>
                    <a:gd name="csY35" fmla="*/ 100947 h 153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233028" h="153342">
                      <a:moveTo>
                        <a:pt x="907" y="3411"/>
                      </a:moveTo>
                      <a:cubicBezTo>
                        <a:pt x="907" y="3411"/>
                        <a:pt x="907" y="3411"/>
                        <a:pt x="907" y="3411"/>
                      </a:cubicBezTo>
                      <a:moveTo>
                        <a:pt x="907" y="3411"/>
                      </a:moveTo>
                      <a:cubicBezTo>
                        <a:pt x="907" y="3411"/>
                        <a:pt x="907" y="3411"/>
                        <a:pt x="907" y="3411"/>
                      </a:cubicBezTo>
                      <a:moveTo>
                        <a:pt x="3931" y="44341"/>
                      </a:moveTo>
                      <a:cubicBezTo>
                        <a:pt x="16478" y="36068"/>
                        <a:pt x="26984" y="20175"/>
                        <a:pt x="43613" y="508"/>
                      </a:cubicBezTo>
                      <a:moveTo>
                        <a:pt x="3931" y="44341"/>
                      </a:moveTo>
                      <a:cubicBezTo>
                        <a:pt x="19728" y="26489"/>
                        <a:pt x="30612" y="12628"/>
                        <a:pt x="43613" y="508"/>
                      </a:cubicBezTo>
                      <a:moveTo>
                        <a:pt x="1966" y="90787"/>
                      </a:moveTo>
                      <a:cubicBezTo>
                        <a:pt x="26984" y="67782"/>
                        <a:pt x="52532" y="26707"/>
                        <a:pt x="81254" y="3121"/>
                      </a:cubicBezTo>
                      <a:moveTo>
                        <a:pt x="1966" y="90787"/>
                      </a:moveTo>
                      <a:cubicBezTo>
                        <a:pt x="18821" y="71120"/>
                        <a:pt x="45503" y="42962"/>
                        <a:pt x="81254" y="3121"/>
                      </a:cubicBezTo>
                      <a:moveTo>
                        <a:pt x="1" y="137160"/>
                      </a:moveTo>
                      <a:cubicBezTo>
                        <a:pt x="22903" y="100003"/>
                        <a:pt x="81935" y="47825"/>
                        <a:pt x="123960" y="291"/>
                      </a:cubicBezTo>
                      <a:moveTo>
                        <a:pt x="1" y="137160"/>
                      </a:moveTo>
                      <a:cubicBezTo>
                        <a:pt x="31746" y="98189"/>
                        <a:pt x="65004" y="57404"/>
                        <a:pt x="123960" y="291"/>
                      </a:cubicBezTo>
                      <a:moveTo>
                        <a:pt x="27740" y="150730"/>
                      </a:moveTo>
                      <a:cubicBezTo>
                        <a:pt x="78987" y="86723"/>
                        <a:pt x="109070" y="52615"/>
                        <a:pt x="161601" y="2903"/>
                      </a:cubicBezTo>
                      <a:moveTo>
                        <a:pt x="27740" y="150730"/>
                      </a:moveTo>
                      <a:cubicBezTo>
                        <a:pt x="72487" y="102543"/>
                        <a:pt x="123733" y="38318"/>
                        <a:pt x="161601" y="2903"/>
                      </a:cubicBezTo>
                      <a:moveTo>
                        <a:pt x="65457" y="153343"/>
                      </a:moveTo>
                      <a:cubicBezTo>
                        <a:pt x="97203" y="127363"/>
                        <a:pt x="117459" y="93399"/>
                        <a:pt x="204307" y="1"/>
                      </a:cubicBezTo>
                      <a:moveTo>
                        <a:pt x="65457" y="153343"/>
                      </a:moveTo>
                      <a:cubicBezTo>
                        <a:pt x="96825" y="107986"/>
                        <a:pt x="140815" y="68362"/>
                        <a:pt x="204307" y="1"/>
                      </a:cubicBezTo>
                      <a:moveTo>
                        <a:pt x="108087" y="150513"/>
                      </a:moveTo>
                      <a:cubicBezTo>
                        <a:pt x="146938" y="120323"/>
                        <a:pt x="167724" y="78595"/>
                        <a:pt x="232046" y="13571"/>
                      </a:cubicBezTo>
                      <a:moveTo>
                        <a:pt x="108087" y="150513"/>
                      </a:moveTo>
                      <a:cubicBezTo>
                        <a:pt x="160165" y="100294"/>
                        <a:pt x="200452" y="42454"/>
                        <a:pt x="232046" y="13571"/>
                      </a:cubicBezTo>
                      <a:moveTo>
                        <a:pt x="145804" y="153125"/>
                      </a:moveTo>
                      <a:cubicBezTo>
                        <a:pt x="167270" y="133676"/>
                        <a:pt x="184881" y="111542"/>
                        <a:pt x="230081" y="60017"/>
                      </a:cubicBezTo>
                      <a:moveTo>
                        <a:pt x="145804" y="153125"/>
                      </a:moveTo>
                      <a:cubicBezTo>
                        <a:pt x="169008" y="125621"/>
                        <a:pt x="185032" y="107188"/>
                        <a:pt x="230081" y="60017"/>
                      </a:cubicBezTo>
                      <a:moveTo>
                        <a:pt x="188434" y="150295"/>
                      </a:moveTo>
                      <a:cubicBezTo>
                        <a:pt x="192289" y="140861"/>
                        <a:pt x="214208" y="130265"/>
                        <a:pt x="233029" y="100947"/>
                      </a:cubicBezTo>
                      <a:moveTo>
                        <a:pt x="188434" y="150295"/>
                      </a:moveTo>
                      <a:cubicBezTo>
                        <a:pt x="195312" y="140571"/>
                        <a:pt x="207028" y="132950"/>
                        <a:pt x="233029" y="100947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680" name="شكل حر: شكل 514">
                  <a:extLst>
                    <a:ext uri="{FF2B5EF4-FFF2-40B4-BE49-F238E27FC236}">
                      <a16:creationId xmlns:a16="http://schemas.microsoft.com/office/drawing/2014/main" id="{3CEEC76B-94FD-3489-11BC-01A9D1ED6FAA}"/>
                    </a:ext>
                  </a:extLst>
                </p:cNvPr>
                <p:cNvSpPr/>
                <p:nvPr/>
              </p:nvSpPr>
              <p:spPr>
                <a:xfrm>
                  <a:off x="7349778" y="4361275"/>
                  <a:ext cx="236354" cy="156809"/>
                </a:xfrm>
                <a:custGeom>
                  <a:avLst/>
                  <a:gdLst>
                    <a:gd name="csX0" fmla="*/ 932 w 236354"/>
                    <a:gd name="csY0" fmla="*/ 5235 h 156809"/>
                    <a:gd name="csX1" fmla="*/ 227687 w 236354"/>
                    <a:gd name="csY1" fmla="*/ 5235 h 156809"/>
                    <a:gd name="csX2" fmla="*/ 932 w 236354"/>
                    <a:gd name="csY2" fmla="*/ 5235 h 156809"/>
                    <a:gd name="csX3" fmla="*/ 227687 w 236354"/>
                    <a:gd name="csY3" fmla="*/ 5235 h 156809"/>
                    <a:gd name="csX4" fmla="*/ 227687 w 236354"/>
                    <a:gd name="csY4" fmla="*/ 5235 h 156809"/>
                    <a:gd name="csX5" fmla="*/ 227687 w 236354"/>
                    <a:gd name="csY5" fmla="*/ 150377 h 156809"/>
                    <a:gd name="csX6" fmla="*/ 227687 w 236354"/>
                    <a:gd name="csY6" fmla="*/ 5235 h 156809"/>
                    <a:gd name="csX7" fmla="*/ 227687 w 236354"/>
                    <a:gd name="csY7" fmla="*/ 150377 h 156809"/>
                    <a:gd name="csX8" fmla="*/ 227687 w 236354"/>
                    <a:gd name="csY8" fmla="*/ 150377 h 156809"/>
                    <a:gd name="csX9" fmla="*/ 932 w 236354"/>
                    <a:gd name="csY9" fmla="*/ 150377 h 156809"/>
                    <a:gd name="csX10" fmla="*/ 227687 w 236354"/>
                    <a:gd name="csY10" fmla="*/ 150377 h 156809"/>
                    <a:gd name="csX11" fmla="*/ 932 w 236354"/>
                    <a:gd name="csY11" fmla="*/ 150377 h 156809"/>
                    <a:gd name="csX12" fmla="*/ 932 w 236354"/>
                    <a:gd name="csY12" fmla="*/ 150377 h 156809"/>
                    <a:gd name="csX13" fmla="*/ 932 w 236354"/>
                    <a:gd name="csY13" fmla="*/ 5235 h 156809"/>
                    <a:gd name="csX14" fmla="*/ 932 w 236354"/>
                    <a:gd name="csY14" fmla="*/ 150377 h 156809"/>
                    <a:gd name="csX15" fmla="*/ 932 w 236354"/>
                    <a:gd name="csY15" fmla="*/ 5235 h 15680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36354" h="156809">
                      <a:moveTo>
                        <a:pt x="932" y="5235"/>
                      </a:moveTo>
                      <a:cubicBezTo>
                        <a:pt x="76517" y="-7030"/>
                        <a:pt x="156410" y="12347"/>
                        <a:pt x="227687" y="5235"/>
                      </a:cubicBezTo>
                      <a:moveTo>
                        <a:pt x="932" y="5235"/>
                      </a:moveTo>
                      <a:cubicBezTo>
                        <a:pt x="75987" y="-2313"/>
                        <a:pt x="134641" y="-1152"/>
                        <a:pt x="227687" y="5235"/>
                      </a:cubicBezTo>
                      <a:moveTo>
                        <a:pt x="227687" y="5235"/>
                      </a:moveTo>
                      <a:cubicBezTo>
                        <a:pt x="241367" y="52624"/>
                        <a:pt x="236908" y="92320"/>
                        <a:pt x="227687" y="150377"/>
                      </a:cubicBezTo>
                      <a:moveTo>
                        <a:pt x="227687" y="5235"/>
                      </a:moveTo>
                      <a:cubicBezTo>
                        <a:pt x="228216" y="32884"/>
                        <a:pt x="220733" y="66630"/>
                        <a:pt x="227687" y="150377"/>
                      </a:cubicBezTo>
                      <a:moveTo>
                        <a:pt x="227687" y="150377"/>
                      </a:moveTo>
                      <a:cubicBezTo>
                        <a:pt x="145752" y="156763"/>
                        <a:pt x="87476" y="160900"/>
                        <a:pt x="932" y="150377"/>
                      </a:cubicBezTo>
                      <a:moveTo>
                        <a:pt x="227687" y="150377"/>
                      </a:moveTo>
                      <a:cubicBezTo>
                        <a:pt x="171829" y="146168"/>
                        <a:pt x="135473" y="154803"/>
                        <a:pt x="932" y="150377"/>
                      </a:cubicBezTo>
                      <a:moveTo>
                        <a:pt x="932" y="150377"/>
                      </a:moveTo>
                      <a:cubicBezTo>
                        <a:pt x="14008" y="101609"/>
                        <a:pt x="10455" y="60243"/>
                        <a:pt x="932" y="5235"/>
                      </a:cubicBezTo>
                      <a:moveTo>
                        <a:pt x="932" y="150377"/>
                      </a:moveTo>
                      <a:cubicBezTo>
                        <a:pt x="-3452" y="86006"/>
                        <a:pt x="9548" y="33537"/>
                        <a:pt x="932" y="5235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677" name="صورة 515">
                <a:extLst>
                  <a:ext uri="{FF2B5EF4-FFF2-40B4-BE49-F238E27FC236}">
                    <a16:creationId xmlns:a16="http://schemas.microsoft.com/office/drawing/2014/main" id="{8E9E3D9B-50BA-1423-6996-B1D2570D6DC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7354489" y="4388281"/>
                <a:ext cx="211637" cy="123370"/>
              </a:xfrm>
              <a:custGeom>
                <a:avLst/>
                <a:gdLst>
                  <a:gd name="csX0" fmla="*/ 0 w 211637"/>
                  <a:gd name="csY0" fmla="*/ 0 h 123370"/>
                  <a:gd name="csX1" fmla="*/ 211638 w 211637"/>
                  <a:gd name="csY1" fmla="*/ 0 h 123370"/>
                  <a:gd name="csX2" fmla="*/ 211638 w 211637"/>
                  <a:gd name="csY2" fmla="*/ 123371 h 123370"/>
                  <a:gd name="csX3" fmla="*/ 0 w 21163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637" h="123370">
                    <a:moveTo>
                      <a:pt x="0" y="0"/>
                    </a:moveTo>
                    <a:lnTo>
                      <a:pt x="211638" y="0"/>
                    </a:lnTo>
                    <a:lnTo>
                      <a:pt x="21163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698" name="!!رسم 9">
            <a:extLst>
              <a:ext uri="{FF2B5EF4-FFF2-40B4-BE49-F238E27FC236}">
                <a16:creationId xmlns:a16="http://schemas.microsoft.com/office/drawing/2014/main" id="{52A4501E-9E71-6001-5A1A-7BBE1198C72D}"/>
              </a:ext>
            </a:extLst>
          </p:cNvPr>
          <p:cNvGrpSpPr/>
          <p:nvPr/>
        </p:nvGrpSpPr>
        <p:grpSpPr>
          <a:xfrm>
            <a:off x="7505435" y="4344083"/>
            <a:ext cx="689788" cy="663984"/>
            <a:chOff x="8175995" y="4000066"/>
            <a:chExt cx="689788" cy="663984"/>
          </a:xfrm>
        </p:grpSpPr>
        <p:grpSp>
          <p:nvGrpSpPr>
            <p:cNvPr id="2699" name="رسم 9">
              <a:extLst>
                <a:ext uri="{FF2B5EF4-FFF2-40B4-BE49-F238E27FC236}">
                  <a16:creationId xmlns:a16="http://schemas.microsoft.com/office/drawing/2014/main" id="{7FC0AA20-BC50-3BEA-17EA-860D1EA1C374}"/>
                </a:ext>
              </a:extLst>
            </p:cNvPr>
            <p:cNvGrpSpPr/>
            <p:nvPr/>
          </p:nvGrpSpPr>
          <p:grpSpPr>
            <a:xfrm>
              <a:off x="8175995" y="4000066"/>
              <a:ext cx="689563" cy="663984"/>
              <a:chOff x="8175995" y="4000066"/>
              <a:chExt cx="689563" cy="663984"/>
            </a:xfrm>
            <a:noFill/>
          </p:grpSpPr>
          <p:grpSp>
            <p:nvGrpSpPr>
              <p:cNvPr id="2720" name="رسم 9">
                <a:extLst>
                  <a:ext uri="{FF2B5EF4-FFF2-40B4-BE49-F238E27FC236}">
                    <a16:creationId xmlns:a16="http://schemas.microsoft.com/office/drawing/2014/main" id="{50CD43F9-61B3-01A4-0EE5-BA9E88527505}"/>
                  </a:ext>
                </a:extLst>
              </p:cNvPr>
              <p:cNvGrpSpPr/>
              <p:nvPr/>
            </p:nvGrpSpPr>
            <p:grpSpPr>
              <a:xfrm>
                <a:off x="8175995" y="4000066"/>
                <a:ext cx="689563" cy="663912"/>
                <a:chOff x="8175995" y="4000066"/>
                <a:chExt cx="689563" cy="663912"/>
              </a:xfrm>
              <a:noFill/>
            </p:grpSpPr>
            <p:sp>
              <p:nvSpPr>
                <p:cNvPr id="2722" name="مستطيل 519">
                  <a:extLst>
                    <a:ext uri="{FF2B5EF4-FFF2-40B4-BE49-F238E27FC236}">
                      <a16:creationId xmlns:a16="http://schemas.microsoft.com/office/drawing/2014/main" id="{6C07F5D0-61B7-53FC-9398-30A0B17C6757}"/>
                    </a:ext>
                  </a:extLst>
                </p:cNvPr>
                <p:cNvSpPr/>
                <p:nvPr/>
              </p:nvSpPr>
              <p:spPr>
                <a:xfrm>
                  <a:off x="8182144" y="4003655"/>
                  <a:ext cx="680264" cy="653139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3" name="شكل حر: شكل 520">
                  <a:extLst>
                    <a:ext uri="{FF2B5EF4-FFF2-40B4-BE49-F238E27FC236}">
                      <a16:creationId xmlns:a16="http://schemas.microsoft.com/office/drawing/2014/main" id="{0EBA7B83-4495-58A6-0373-4FCAEC1ABD96}"/>
                    </a:ext>
                  </a:extLst>
                </p:cNvPr>
                <p:cNvSpPr/>
                <p:nvPr/>
              </p:nvSpPr>
              <p:spPr>
                <a:xfrm>
                  <a:off x="8180179" y="4001114"/>
                  <a:ext cx="684497" cy="662863"/>
                </a:xfrm>
                <a:custGeom>
                  <a:avLst/>
                  <a:gdLst>
                    <a:gd name="csX0" fmla="*/ 983 w 684497"/>
                    <a:gd name="csY0" fmla="*/ 3629 h 662863"/>
                    <a:gd name="csX1" fmla="*/ 983 w 684497"/>
                    <a:gd name="csY1" fmla="*/ 3629 h 662863"/>
                    <a:gd name="csX2" fmla="*/ 983 w 684497"/>
                    <a:gd name="csY2" fmla="*/ 3629 h 662863"/>
                    <a:gd name="csX3" fmla="*/ 983 w 684497"/>
                    <a:gd name="csY3" fmla="*/ 3629 h 662863"/>
                    <a:gd name="csX4" fmla="*/ 3931 w 684497"/>
                    <a:gd name="csY4" fmla="*/ 44632 h 662863"/>
                    <a:gd name="csX5" fmla="*/ 43613 w 684497"/>
                    <a:gd name="csY5" fmla="*/ 799 h 662863"/>
                    <a:gd name="csX6" fmla="*/ 3931 w 684497"/>
                    <a:gd name="csY6" fmla="*/ 44632 h 662863"/>
                    <a:gd name="csX7" fmla="*/ 43613 w 684497"/>
                    <a:gd name="csY7" fmla="*/ 799 h 662863"/>
                    <a:gd name="csX8" fmla="*/ 1966 w 684497"/>
                    <a:gd name="csY8" fmla="*/ 91005 h 662863"/>
                    <a:gd name="csX9" fmla="*/ 81330 w 684497"/>
                    <a:gd name="csY9" fmla="*/ 3411 h 662863"/>
                    <a:gd name="csX10" fmla="*/ 1966 w 684497"/>
                    <a:gd name="csY10" fmla="*/ 91005 h 662863"/>
                    <a:gd name="csX11" fmla="*/ 81330 w 684497"/>
                    <a:gd name="csY11" fmla="*/ 3411 h 662863"/>
                    <a:gd name="csX12" fmla="*/ 1 w 684497"/>
                    <a:gd name="csY12" fmla="*/ 137450 h 662863"/>
                    <a:gd name="csX13" fmla="*/ 123960 w 684497"/>
                    <a:gd name="csY13" fmla="*/ 509 h 662863"/>
                    <a:gd name="csX14" fmla="*/ 1 w 684497"/>
                    <a:gd name="csY14" fmla="*/ 137450 h 662863"/>
                    <a:gd name="csX15" fmla="*/ 123960 w 684497"/>
                    <a:gd name="csY15" fmla="*/ 509 h 662863"/>
                    <a:gd name="csX16" fmla="*/ 2948 w 684497"/>
                    <a:gd name="csY16" fmla="*/ 178380 h 662863"/>
                    <a:gd name="csX17" fmla="*/ 161677 w 684497"/>
                    <a:gd name="csY17" fmla="*/ 3121 h 662863"/>
                    <a:gd name="csX18" fmla="*/ 2948 w 684497"/>
                    <a:gd name="csY18" fmla="*/ 178380 h 662863"/>
                    <a:gd name="csX19" fmla="*/ 161677 w 684497"/>
                    <a:gd name="csY19" fmla="*/ 3121 h 662863"/>
                    <a:gd name="csX20" fmla="*/ 983 w 684497"/>
                    <a:gd name="csY20" fmla="*/ 224826 h 662863"/>
                    <a:gd name="csX21" fmla="*/ 204307 w 684497"/>
                    <a:gd name="csY21" fmla="*/ 291 h 662863"/>
                    <a:gd name="csX22" fmla="*/ 983 w 684497"/>
                    <a:gd name="csY22" fmla="*/ 224826 h 662863"/>
                    <a:gd name="csX23" fmla="*/ 204307 w 684497"/>
                    <a:gd name="csY23" fmla="*/ 291 h 662863"/>
                    <a:gd name="csX24" fmla="*/ 4007 w 684497"/>
                    <a:gd name="csY24" fmla="*/ 265756 h 662863"/>
                    <a:gd name="csX25" fmla="*/ 242024 w 684497"/>
                    <a:gd name="csY25" fmla="*/ 2903 h 662863"/>
                    <a:gd name="csX26" fmla="*/ 4007 w 684497"/>
                    <a:gd name="csY26" fmla="*/ 265756 h 662863"/>
                    <a:gd name="csX27" fmla="*/ 242024 w 684497"/>
                    <a:gd name="csY27" fmla="*/ 2903 h 662863"/>
                    <a:gd name="csX28" fmla="*/ 2041 w 684497"/>
                    <a:gd name="csY28" fmla="*/ 312201 h 662863"/>
                    <a:gd name="csX29" fmla="*/ 284654 w 684497"/>
                    <a:gd name="csY29" fmla="*/ 1 h 662863"/>
                    <a:gd name="csX30" fmla="*/ 2041 w 684497"/>
                    <a:gd name="csY30" fmla="*/ 312201 h 662863"/>
                    <a:gd name="csX31" fmla="*/ 284654 w 684497"/>
                    <a:gd name="csY31" fmla="*/ 1 h 662863"/>
                    <a:gd name="csX32" fmla="*/ 1 w 684497"/>
                    <a:gd name="csY32" fmla="*/ 358647 h 662863"/>
                    <a:gd name="csX33" fmla="*/ 322371 w 684497"/>
                    <a:gd name="csY33" fmla="*/ 2613 h 662863"/>
                    <a:gd name="csX34" fmla="*/ 1 w 684497"/>
                    <a:gd name="csY34" fmla="*/ 358647 h 662863"/>
                    <a:gd name="csX35" fmla="*/ 322371 w 684497"/>
                    <a:gd name="csY35" fmla="*/ 2613 h 662863"/>
                    <a:gd name="csX36" fmla="*/ 3024 w 684497"/>
                    <a:gd name="csY36" fmla="*/ 399577 h 662863"/>
                    <a:gd name="csX37" fmla="*/ 360087 w 684497"/>
                    <a:gd name="csY37" fmla="*/ 5226 h 662863"/>
                    <a:gd name="csX38" fmla="*/ 3024 w 684497"/>
                    <a:gd name="csY38" fmla="*/ 399577 h 662863"/>
                    <a:gd name="csX39" fmla="*/ 360087 w 684497"/>
                    <a:gd name="csY39" fmla="*/ 5226 h 662863"/>
                    <a:gd name="csX40" fmla="*/ 1059 w 684497"/>
                    <a:gd name="csY40" fmla="*/ 446022 h 662863"/>
                    <a:gd name="csX41" fmla="*/ 402717 w 684497"/>
                    <a:gd name="csY41" fmla="*/ 2395 h 662863"/>
                    <a:gd name="csX42" fmla="*/ 1059 w 684497"/>
                    <a:gd name="csY42" fmla="*/ 446022 h 662863"/>
                    <a:gd name="csX43" fmla="*/ 402717 w 684497"/>
                    <a:gd name="csY43" fmla="*/ 2395 h 662863"/>
                    <a:gd name="csX44" fmla="*/ 4007 w 684497"/>
                    <a:gd name="csY44" fmla="*/ 486952 h 662863"/>
                    <a:gd name="csX45" fmla="*/ 440434 w 684497"/>
                    <a:gd name="csY45" fmla="*/ 5008 h 662863"/>
                    <a:gd name="csX46" fmla="*/ 4007 w 684497"/>
                    <a:gd name="csY46" fmla="*/ 486952 h 662863"/>
                    <a:gd name="csX47" fmla="*/ 440434 w 684497"/>
                    <a:gd name="csY47" fmla="*/ 5008 h 662863"/>
                    <a:gd name="csX48" fmla="*/ 2041 w 684497"/>
                    <a:gd name="csY48" fmla="*/ 533398 h 662863"/>
                    <a:gd name="csX49" fmla="*/ 483064 w 684497"/>
                    <a:gd name="csY49" fmla="*/ 2178 h 662863"/>
                    <a:gd name="csX50" fmla="*/ 2041 w 684497"/>
                    <a:gd name="csY50" fmla="*/ 533398 h 662863"/>
                    <a:gd name="csX51" fmla="*/ 483064 w 684497"/>
                    <a:gd name="csY51" fmla="*/ 2178 h 662863"/>
                    <a:gd name="csX52" fmla="*/ 76 w 684497"/>
                    <a:gd name="csY52" fmla="*/ 579843 h 662863"/>
                    <a:gd name="csX53" fmla="*/ 520781 w 684497"/>
                    <a:gd name="csY53" fmla="*/ 4790 h 662863"/>
                    <a:gd name="csX54" fmla="*/ 76 w 684497"/>
                    <a:gd name="csY54" fmla="*/ 579843 h 662863"/>
                    <a:gd name="csX55" fmla="*/ 520781 w 684497"/>
                    <a:gd name="csY55" fmla="*/ 4790 h 662863"/>
                    <a:gd name="csX56" fmla="*/ 3024 w 684497"/>
                    <a:gd name="csY56" fmla="*/ 620773 h 662863"/>
                    <a:gd name="csX57" fmla="*/ 563411 w 684497"/>
                    <a:gd name="csY57" fmla="*/ 1887 h 662863"/>
                    <a:gd name="csX58" fmla="*/ 3024 w 684497"/>
                    <a:gd name="csY58" fmla="*/ 620773 h 662863"/>
                    <a:gd name="csX59" fmla="*/ 563411 w 684497"/>
                    <a:gd name="csY59" fmla="*/ 1887 h 662863"/>
                    <a:gd name="csX60" fmla="*/ 6047 w 684497"/>
                    <a:gd name="csY60" fmla="*/ 661776 h 662863"/>
                    <a:gd name="csX61" fmla="*/ 601128 w 684497"/>
                    <a:gd name="csY61" fmla="*/ 4500 h 662863"/>
                    <a:gd name="csX62" fmla="*/ 6047 w 684497"/>
                    <a:gd name="csY62" fmla="*/ 661776 h 662863"/>
                    <a:gd name="csX63" fmla="*/ 601128 w 684497"/>
                    <a:gd name="csY63" fmla="*/ 4500 h 662863"/>
                    <a:gd name="csX64" fmla="*/ 48677 w 684497"/>
                    <a:gd name="csY64" fmla="*/ 658873 h 662863"/>
                    <a:gd name="csX65" fmla="*/ 643757 w 684497"/>
                    <a:gd name="csY65" fmla="*/ 1670 h 662863"/>
                    <a:gd name="csX66" fmla="*/ 48677 w 684497"/>
                    <a:gd name="csY66" fmla="*/ 658873 h 662863"/>
                    <a:gd name="csX67" fmla="*/ 643757 w 684497"/>
                    <a:gd name="csY67" fmla="*/ 1670 h 662863"/>
                    <a:gd name="csX68" fmla="*/ 86394 w 684497"/>
                    <a:gd name="csY68" fmla="*/ 661485 h 662863"/>
                    <a:gd name="csX69" fmla="*/ 681475 w 684497"/>
                    <a:gd name="csY69" fmla="*/ 4282 h 662863"/>
                    <a:gd name="csX70" fmla="*/ 86394 w 684497"/>
                    <a:gd name="csY70" fmla="*/ 661485 h 662863"/>
                    <a:gd name="csX71" fmla="*/ 681475 w 684497"/>
                    <a:gd name="csY71" fmla="*/ 4282 h 662863"/>
                    <a:gd name="csX72" fmla="*/ 129024 w 684497"/>
                    <a:gd name="csY72" fmla="*/ 658655 h 662863"/>
                    <a:gd name="csX73" fmla="*/ 684422 w 684497"/>
                    <a:gd name="csY73" fmla="*/ 45212 h 662863"/>
                    <a:gd name="csX74" fmla="*/ 129024 w 684497"/>
                    <a:gd name="csY74" fmla="*/ 658655 h 662863"/>
                    <a:gd name="csX75" fmla="*/ 684422 w 684497"/>
                    <a:gd name="csY75" fmla="*/ 45212 h 662863"/>
                    <a:gd name="csX76" fmla="*/ 166741 w 684497"/>
                    <a:gd name="csY76" fmla="*/ 661268 h 662863"/>
                    <a:gd name="csX77" fmla="*/ 682457 w 684497"/>
                    <a:gd name="csY77" fmla="*/ 91658 h 662863"/>
                    <a:gd name="csX78" fmla="*/ 166741 w 684497"/>
                    <a:gd name="csY78" fmla="*/ 661268 h 662863"/>
                    <a:gd name="csX79" fmla="*/ 682457 w 684497"/>
                    <a:gd name="csY79" fmla="*/ 91658 h 662863"/>
                    <a:gd name="csX80" fmla="*/ 209371 w 684497"/>
                    <a:gd name="csY80" fmla="*/ 658365 h 662863"/>
                    <a:gd name="csX81" fmla="*/ 680492 w 684497"/>
                    <a:gd name="csY81" fmla="*/ 138031 h 662863"/>
                    <a:gd name="csX82" fmla="*/ 209371 w 684497"/>
                    <a:gd name="csY82" fmla="*/ 658365 h 662863"/>
                    <a:gd name="csX83" fmla="*/ 680492 w 684497"/>
                    <a:gd name="csY83" fmla="*/ 138031 h 662863"/>
                    <a:gd name="csX84" fmla="*/ 247088 w 684497"/>
                    <a:gd name="csY84" fmla="*/ 660977 h 662863"/>
                    <a:gd name="csX85" fmla="*/ 683440 w 684497"/>
                    <a:gd name="csY85" fmla="*/ 179033 h 662863"/>
                    <a:gd name="csX86" fmla="*/ 247088 w 684497"/>
                    <a:gd name="csY86" fmla="*/ 660977 h 662863"/>
                    <a:gd name="csX87" fmla="*/ 683440 w 684497"/>
                    <a:gd name="csY87" fmla="*/ 179033 h 662863"/>
                    <a:gd name="csX88" fmla="*/ 289718 w 684497"/>
                    <a:gd name="csY88" fmla="*/ 658147 h 662863"/>
                    <a:gd name="csX89" fmla="*/ 681475 w 684497"/>
                    <a:gd name="csY89" fmla="*/ 225479 h 662863"/>
                    <a:gd name="csX90" fmla="*/ 289718 w 684497"/>
                    <a:gd name="csY90" fmla="*/ 658147 h 662863"/>
                    <a:gd name="csX91" fmla="*/ 681475 w 684497"/>
                    <a:gd name="csY91" fmla="*/ 225479 h 662863"/>
                    <a:gd name="csX92" fmla="*/ 327435 w 684497"/>
                    <a:gd name="csY92" fmla="*/ 660760 h 662863"/>
                    <a:gd name="csX93" fmla="*/ 684422 w 684497"/>
                    <a:gd name="csY93" fmla="*/ 266409 h 662863"/>
                    <a:gd name="csX94" fmla="*/ 327435 w 684497"/>
                    <a:gd name="csY94" fmla="*/ 660760 h 662863"/>
                    <a:gd name="csX95" fmla="*/ 684422 w 684497"/>
                    <a:gd name="csY95" fmla="*/ 266409 h 662863"/>
                    <a:gd name="csX96" fmla="*/ 370065 w 684497"/>
                    <a:gd name="csY96" fmla="*/ 657857 h 662863"/>
                    <a:gd name="csX97" fmla="*/ 682457 w 684497"/>
                    <a:gd name="csY97" fmla="*/ 312854 h 662863"/>
                    <a:gd name="csX98" fmla="*/ 370065 w 684497"/>
                    <a:gd name="csY98" fmla="*/ 657857 h 662863"/>
                    <a:gd name="csX99" fmla="*/ 682457 w 684497"/>
                    <a:gd name="csY99" fmla="*/ 312854 h 662863"/>
                    <a:gd name="csX100" fmla="*/ 407781 w 684497"/>
                    <a:gd name="csY100" fmla="*/ 660469 h 662863"/>
                    <a:gd name="csX101" fmla="*/ 680492 w 684497"/>
                    <a:gd name="csY101" fmla="*/ 359227 h 662863"/>
                    <a:gd name="csX102" fmla="*/ 407781 w 684497"/>
                    <a:gd name="csY102" fmla="*/ 660469 h 662863"/>
                    <a:gd name="csX103" fmla="*/ 680492 w 684497"/>
                    <a:gd name="csY103" fmla="*/ 359227 h 662863"/>
                    <a:gd name="csX104" fmla="*/ 450411 w 684497"/>
                    <a:gd name="csY104" fmla="*/ 657639 h 662863"/>
                    <a:gd name="csX105" fmla="*/ 683515 w 684497"/>
                    <a:gd name="csY105" fmla="*/ 400230 h 662863"/>
                    <a:gd name="csX106" fmla="*/ 450411 w 684497"/>
                    <a:gd name="csY106" fmla="*/ 657639 h 662863"/>
                    <a:gd name="csX107" fmla="*/ 683515 w 684497"/>
                    <a:gd name="csY107" fmla="*/ 400230 h 662863"/>
                    <a:gd name="csX108" fmla="*/ 488128 w 684497"/>
                    <a:gd name="csY108" fmla="*/ 660252 h 662863"/>
                    <a:gd name="csX109" fmla="*/ 681550 w 684497"/>
                    <a:gd name="csY109" fmla="*/ 446675 h 662863"/>
                    <a:gd name="csX110" fmla="*/ 488128 w 684497"/>
                    <a:gd name="csY110" fmla="*/ 660252 h 662863"/>
                    <a:gd name="csX111" fmla="*/ 681550 w 684497"/>
                    <a:gd name="csY111" fmla="*/ 446675 h 662863"/>
                    <a:gd name="csX112" fmla="*/ 525845 w 684497"/>
                    <a:gd name="csY112" fmla="*/ 662864 h 662863"/>
                    <a:gd name="csX113" fmla="*/ 684498 w 684497"/>
                    <a:gd name="csY113" fmla="*/ 487605 h 662863"/>
                    <a:gd name="csX114" fmla="*/ 525845 w 684497"/>
                    <a:gd name="csY114" fmla="*/ 662864 h 662863"/>
                    <a:gd name="csX115" fmla="*/ 684498 w 684497"/>
                    <a:gd name="csY115" fmla="*/ 487605 h 662863"/>
                    <a:gd name="csX116" fmla="*/ 568475 w 684497"/>
                    <a:gd name="csY116" fmla="*/ 659962 h 662863"/>
                    <a:gd name="csX117" fmla="*/ 682533 w 684497"/>
                    <a:gd name="csY117" fmla="*/ 534051 h 662863"/>
                    <a:gd name="csX118" fmla="*/ 568475 w 684497"/>
                    <a:gd name="csY118" fmla="*/ 659962 h 662863"/>
                    <a:gd name="csX119" fmla="*/ 682533 w 684497"/>
                    <a:gd name="csY119" fmla="*/ 534051 h 662863"/>
                    <a:gd name="csX120" fmla="*/ 606192 w 684497"/>
                    <a:gd name="csY120" fmla="*/ 662574 h 662863"/>
                    <a:gd name="csX121" fmla="*/ 680568 w 684497"/>
                    <a:gd name="csY121" fmla="*/ 580424 h 662863"/>
                    <a:gd name="csX122" fmla="*/ 606192 w 684497"/>
                    <a:gd name="csY122" fmla="*/ 662574 h 662863"/>
                    <a:gd name="csX123" fmla="*/ 680568 w 684497"/>
                    <a:gd name="csY123" fmla="*/ 580424 h 662863"/>
                    <a:gd name="csX124" fmla="*/ 648822 w 684497"/>
                    <a:gd name="csY124" fmla="*/ 659744 h 662863"/>
                    <a:gd name="csX125" fmla="*/ 683515 w 684497"/>
                    <a:gd name="csY125" fmla="*/ 621427 h 662863"/>
                    <a:gd name="csX126" fmla="*/ 648822 w 684497"/>
                    <a:gd name="csY126" fmla="*/ 659744 h 662863"/>
                    <a:gd name="csX127" fmla="*/ 683515 w 684497"/>
                    <a:gd name="csY127" fmla="*/ 621427 h 662863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  <a:cxn ang="0">
                      <a:pos x="csX68" y="csY68"/>
                    </a:cxn>
                    <a:cxn ang="0">
                      <a:pos x="csX69" y="csY69"/>
                    </a:cxn>
                    <a:cxn ang="0">
                      <a:pos x="csX70" y="csY70"/>
                    </a:cxn>
                    <a:cxn ang="0">
                      <a:pos x="csX71" y="csY71"/>
                    </a:cxn>
                    <a:cxn ang="0">
                      <a:pos x="csX72" y="csY72"/>
                    </a:cxn>
                    <a:cxn ang="0">
                      <a:pos x="csX73" y="csY73"/>
                    </a:cxn>
                    <a:cxn ang="0">
                      <a:pos x="csX74" y="csY74"/>
                    </a:cxn>
                    <a:cxn ang="0">
                      <a:pos x="csX75" y="csY75"/>
                    </a:cxn>
                    <a:cxn ang="0">
                      <a:pos x="csX76" y="csY76"/>
                    </a:cxn>
                    <a:cxn ang="0">
                      <a:pos x="csX77" y="csY77"/>
                    </a:cxn>
                    <a:cxn ang="0">
                      <a:pos x="csX78" y="csY78"/>
                    </a:cxn>
                    <a:cxn ang="0">
                      <a:pos x="csX79" y="csY79"/>
                    </a:cxn>
                    <a:cxn ang="0">
                      <a:pos x="csX80" y="csY80"/>
                    </a:cxn>
                    <a:cxn ang="0">
                      <a:pos x="csX81" y="csY81"/>
                    </a:cxn>
                    <a:cxn ang="0">
                      <a:pos x="csX82" y="csY82"/>
                    </a:cxn>
                    <a:cxn ang="0">
                      <a:pos x="csX83" y="csY83"/>
                    </a:cxn>
                    <a:cxn ang="0">
                      <a:pos x="csX84" y="csY84"/>
                    </a:cxn>
                    <a:cxn ang="0">
                      <a:pos x="csX85" y="csY85"/>
                    </a:cxn>
                    <a:cxn ang="0">
                      <a:pos x="csX86" y="csY86"/>
                    </a:cxn>
                    <a:cxn ang="0">
                      <a:pos x="csX87" y="csY87"/>
                    </a:cxn>
                    <a:cxn ang="0">
                      <a:pos x="csX88" y="csY88"/>
                    </a:cxn>
                    <a:cxn ang="0">
                      <a:pos x="csX89" y="csY89"/>
                    </a:cxn>
                    <a:cxn ang="0">
                      <a:pos x="csX90" y="csY90"/>
                    </a:cxn>
                    <a:cxn ang="0">
                      <a:pos x="csX91" y="csY91"/>
                    </a:cxn>
                    <a:cxn ang="0">
                      <a:pos x="csX92" y="csY92"/>
                    </a:cxn>
                    <a:cxn ang="0">
                      <a:pos x="csX93" y="csY93"/>
                    </a:cxn>
                    <a:cxn ang="0">
                      <a:pos x="csX94" y="csY94"/>
                    </a:cxn>
                    <a:cxn ang="0">
                      <a:pos x="csX95" y="csY95"/>
                    </a:cxn>
                    <a:cxn ang="0">
                      <a:pos x="csX96" y="csY96"/>
                    </a:cxn>
                    <a:cxn ang="0">
                      <a:pos x="csX97" y="csY97"/>
                    </a:cxn>
                    <a:cxn ang="0">
                      <a:pos x="csX98" y="csY98"/>
                    </a:cxn>
                    <a:cxn ang="0">
                      <a:pos x="csX99" y="csY99"/>
                    </a:cxn>
                    <a:cxn ang="0">
                      <a:pos x="csX100" y="csY100"/>
                    </a:cxn>
                    <a:cxn ang="0">
                      <a:pos x="csX101" y="csY101"/>
                    </a:cxn>
                    <a:cxn ang="0">
                      <a:pos x="csX102" y="csY102"/>
                    </a:cxn>
                    <a:cxn ang="0">
                      <a:pos x="csX103" y="csY103"/>
                    </a:cxn>
                    <a:cxn ang="0">
                      <a:pos x="csX104" y="csY104"/>
                    </a:cxn>
                    <a:cxn ang="0">
                      <a:pos x="csX105" y="csY105"/>
                    </a:cxn>
                    <a:cxn ang="0">
                      <a:pos x="csX106" y="csY106"/>
                    </a:cxn>
                    <a:cxn ang="0">
                      <a:pos x="csX107" y="csY107"/>
                    </a:cxn>
                    <a:cxn ang="0">
                      <a:pos x="csX108" y="csY108"/>
                    </a:cxn>
                    <a:cxn ang="0">
                      <a:pos x="csX109" y="csY109"/>
                    </a:cxn>
                    <a:cxn ang="0">
                      <a:pos x="csX110" y="csY110"/>
                    </a:cxn>
                    <a:cxn ang="0">
                      <a:pos x="csX111" y="csY111"/>
                    </a:cxn>
                    <a:cxn ang="0">
                      <a:pos x="csX112" y="csY112"/>
                    </a:cxn>
                    <a:cxn ang="0">
                      <a:pos x="csX113" y="csY113"/>
                    </a:cxn>
                    <a:cxn ang="0">
                      <a:pos x="csX114" y="csY114"/>
                    </a:cxn>
                    <a:cxn ang="0">
                      <a:pos x="csX115" y="csY115"/>
                    </a:cxn>
                    <a:cxn ang="0">
                      <a:pos x="csX116" y="csY116"/>
                    </a:cxn>
                    <a:cxn ang="0">
                      <a:pos x="csX117" y="csY117"/>
                    </a:cxn>
                    <a:cxn ang="0">
                      <a:pos x="csX118" y="csY118"/>
                    </a:cxn>
                    <a:cxn ang="0">
                      <a:pos x="csX119" y="csY119"/>
                    </a:cxn>
                    <a:cxn ang="0">
                      <a:pos x="csX120" y="csY120"/>
                    </a:cxn>
                    <a:cxn ang="0">
                      <a:pos x="csX121" y="csY121"/>
                    </a:cxn>
                    <a:cxn ang="0">
                      <a:pos x="csX122" y="csY122"/>
                    </a:cxn>
                    <a:cxn ang="0">
                      <a:pos x="csX123" y="csY123"/>
                    </a:cxn>
                    <a:cxn ang="0">
                      <a:pos x="csX124" y="csY124"/>
                    </a:cxn>
                    <a:cxn ang="0">
                      <a:pos x="csX125" y="csY125"/>
                    </a:cxn>
                    <a:cxn ang="0">
                      <a:pos x="csX126" y="csY126"/>
                    </a:cxn>
                    <a:cxn ang="0">
                      <a:pos x="csX127" y="csY127"/>
                    </a:cxn>
                  </a:cxnLst>
                  <a:rect l="l" t="t" r="r" b="b"/>
                  <a:pathLst>
                    <a:path w="684497" h="662863"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983" y="3629"/>
                      </a:moveTo>
                      <a:cubicBezTo>
                        <a:pt x="983" y="3629"/>
                        <a:pt x="983" y="3629"/>
                        <a:pt x="983" y="3629"/>
                      </a:cubicBezTo>
                      <a:moveTo>
                        <a:pt x="3931" y="44632"/>
                      </a:moveTo>
                      <a:cubicBezTo>
                        <a:pt x="14437" y="31569"/>
                        <a:pt x="25700" y="22933"/>
                        <a:pt x="43613" y="799"/>
                      </a:cubicBezTo>
                      <a:moveTo>
                        <a:pt x="3931" y="44632"/>
                      </a:moveTo>
                      <a:cubicBezTo>
                        <a:pt x="16327" y="31206"/>
                        <a:pt x="26304" y="17926"/>
                        <a:pt x="43613" y="799"/>
                      </a:cubicBezTo>
                      <a:moveTo>
                        <a:pt x="1966" y="91005"/>
                      </a:moveTo>
                      <a:cubicBezTo>
                        <a:pt x="32653" y="59581"/>
                        <a:pt x="67573" y="21264"/>
                        <a:pt x="81330" y="3411"/>
                      </a:cubicBezTo>
                      <a:moveTo>
                        <a:pt x="1966" y="91005"/>
                      </a:moveTo>
                      <a:cubicBezTo>
                        <a:pt x="17838" y="72862"/>
                        <a:pt x="50794" y="39479"/>
                        <a:pt x="81330" y="3411"/>
                      </a:cubicBezTo>
                      <a:moveTo>
                        <a:pt x="1" y="137450"/>
                      </a:moveTo>
                      <a:cubicBezTo>
                        <a:pt x="47468" y="95141"/>
                        <a:pt x="70824" y="54066"/>
                        <a:pt x="123960" y="509"/>
                      </a:cubicBezTo>
                      <a:moveTo>
                        <a:pt x="1" y="137450"/>
                      </a:moveTo>
                      <a:cubicBezTo>
                        <a:pt x="47846" y="94415"/>
                        <a:pt x="91912" y="46083"/>
                        <a:pt x="123960" y="509"/>
                      </a:cubicBezTo>
                      <a:moveTo>
                        <a:pt x="2948" y="178380"/>
                      </a:moveTo>
                      <a:cubicBezTo>
                        <a:pt x="62056" y="102979"/>
                        <a:pt x="116855" y="52397"/>
                        <a:pt x="161677" y="3121"/>
                      </a:cubicBezTo>
                      <a:moveTo>
                        <a:pt x="2948" y="178380"/>
                      </a:moveTo>
                      <a:cubicBezTo>
                        <a:pt x="53363" y="124024"/>
                        <a:pt x="99395" y="74894"/>
                        <a:pt x="161677" y="3121"/>
                      </a:cubicBezTo>
                      <a:moveTo>
                        <a:pt x="983" y="224826"/>
                      </a:moveTo>
                      <a:cubicBezTo>
                        <a:pt x="74527" y="136942"/>
                        <a:pt x="156839" y="58783"/>
                        <a:pt x="204307" y="291"/>
                      </a:cubicBezTo>
                      <a:moveTo>
                        <a:pt x="983" y="224826"/>
                      </a:moveTo>
                      <a:cubicBezTo>
                        <a:pt x="81783" y="144127"/>
                        <a:pt x="153741" y="57767"/>
                        <a:pt x="204307" y="291"/>
                      </a:cubicBezTo>
                      <a:moveTo>
                        <a:pt x="4007" y="265756"/>
                      </a:moveTo>
                      <a:cubicBezTo>
                        <a:pt x="99092" y="169164"/>
                        <a:pt x="205063" y="70177"/>
                        <a:pt x="242024" y="2903"/>
                      </a:cubicBezTo>
                      <a:moveTo>
                        <a:pt x="4007" y="265756"/>
                      </a:moveTo>
                      <a:cubicBezTo>
                        <a:pt x="102494" y="167567"/>
                        <a:pt x="192364" y="62121"/>
                        <a:pt x="242024" y="2903"/>
                      </a:cubicBezTo>
                      <a:moveTo>
                        <a:pt x="2041" y="312201"/>
                      </a:moveTo>
                      <a:cubicBezTo>
                        <a:pt x="75510" y="257337"/>
                        <a:pt x="120332" y="186000"/>
                        <a:pt x="284654" y="1"/>
                      </a:cubicBezTo>
                      <a:moveTo>
                        <a:pt x="2041" y="312201"/>
                      </a:moveTo>
                      <a:cubicBezTo>
                        <a:pt x="106953" y="209295"/>
                        <a:pt x="198940" y="90061"/>
                        <a:pt x="284654" y="1"/>
                      </a:cubicBezTo>
                      <a:moveTo>
                        <a:pt x="1" y="358647"/>
                      </a:moveTo>
                      <a:cubicBezTo>
                        <a:pt x="112547" y="233244"/>
                        <a:pt x="226604" y="107478"/>
                        <a:pt x="322371" y="2613"/>
                      </a:cubicBezTo>
                      <a:moveTo>
                        <a:pt x="1" y="358647"/>
                      </a:moveTo>
                      <a:cubicBezTo>
                        <a:pt x="107936" y="236437"/>
                        <a:pt x="210127" y="124024"/>
                        <a:pt x="322371" y="2613"/>
                      </a:cubicBezTo>
                      <a:moveTo>
                        <a:pt x="3024" y="399577"/>
                      </a:moveTo>
                      <a:cubicBezTo>
                        <a:pt x="132955" y="261982"/>
                        <a:pt x="257745" y="113647"/>
                        <a:pt x="360087" y="5226"/>
                      </a:cubicBezTo>
                      <a:moveTo>
                        <a:pt x="3024" y="399577"/>
                      </a:moveTo>
                      <a:cubicBezTo>
                        <a:pt x="120105" y="279980"/>
                        <a:pt x="226302" y="153706"/>
                        <a:pt x="360087" y="5226"/>
                      </a:cubicBezTo>
                      <a:moveTo>
                        <a:pt x="1059" y="446022"/>
                      </a:moveTo>
                      <a:cubicBezTo>
                        <a:pt x="128495" y="312491"/>
                        <a:pt x="227133" y="205449"/>
                        <a:pt x="402717" y="2395"/>
                      </a:cubicBezTo>
                      <a:moveTo>
                        <a:pt x="1059" y="446022"/>
                      </a:moveTo>
                      <a:cubicBezTo>
                        <a:pt x="100151" y="331215"/>
                        <a:pt x="191382" y="217060"/>
                        <a:pt x="402717" y="2395"/>
                      </a:cubicBezTo>
                      <a:moveTo>
                        <a:pt x="4007" y="486952"/>
                      </a:moveTo>
                      <a:cubicBezTo>
                        <a:pt x="147013" y="323885"/>
                        <a:pt x="273467" y="180122"/>
                        <a:pt x="440434" y="5008"/>
                      </a:cubicBezTo>
                      <a:moveTo>
                        <a:pt x="4007" y="486952"/>
                      </a:moveTo>
                      <a:cubicBezTo>
                        <a:pt x="123582" y="365686"/>
                        <a:pt x="230610" y="229543"/>
                        <a:pt x="440434" y="5008"/>
                      </a:cubicBezTo>
                      <a:moveTo>
                        <a:pt x="2041" y="533398"/>
                      </a:moveTo>
                      <a:cubicBezTo>
                        <a:pt x="96069" y="409519"/>
                        <a:pt x="217988" y="288616"/>
                        <a:pt x="483064" y="2178"/>
                      </a:cubicBezTo>
                      <a:moveTo>
                        <a:pt x="2041" y="533398"/>
                      </a:moveTo>
                      <a:cubicBezTo>
                        <a:pt x="119122" y="408866"/>
                        <a:pt x="236279" y="270183"/>
                        <a:pt x="483064" y="2178"/>
                      </a:cubicBezTo>
                      <a:moveTo>
                        <a:pt x="76" y="579843"/>
                      </a:moveTo>
                      <a:cubicBezTo>
                        <a:pt x="142403" y="429331"/>
                        <a:pt x="295009" y="248266"/>
                        <a:pt x="520781" y="4790"/>
                      </a:cubicBezTo>
                      <a:moveTo>
                        <a:pt x="76" y="579843"/>
                      </a:moveTo>
                      <a:cubicBezTo>
                        <a:pt x="142403" y="408648"/>
                        <a:pt x="294328" y="237090"/>
                        <a:pt x="520781" y="4790"/>
                      </a:cubicBezTo>
                      <a:moveTo>
                        <a:pt x="3024" y="620773"/>
                      </a:moveTo>
                      <a:cubicBezTo>
                        <a:pt x="180800" y="438692"/>
                        <a:pt x="340889" y="236727"/>
                        <a:pt x="563411" y="1887"/>
                      </a:cubicBezTo>
                      <a:moveTo>
                        <a:pt x="3024" y="620773"/>
                      </a:moveTo>
                      <a:cubicBezTo>
                        <a:pt x="219348" y="388110"/>
                        <a:pt x="421991" y="167567"/>
                        <a:pt x="563411" y="1887"/>
                      </a:cubicBezTo>
                      <a:moveTo>
                        <a:pt x="6047" y="661776"/>
                      </a:moveTo>
                      <a:cubicBezTo>
                        <a:pt x="167497" y="449433"/>
                        <a:pt x="354116" y="270908"/>
                        <a:pt x="601128" y="4500"/>
                      </a:cubicBezTo>
                      <a:moveTo>
                        <a:pt x="6047" y="661776"/>
                      </a:moveTo>
                      <a:cubicBezTo>
                        <a:pt x="131594" y="531003"/>
                        <a:pt x="250489" y="392900"/>
                        <a:pt x="601128" y="4500"/>
                      </a:cubicBezTo>
                      <a:moveTo>
                        <a:pt x="48677" y="658873"/>
                      </a:moveTo>
                      <a:cubicBezTo>
                        <a:pt x="253361" y="445369"/>
                        <a:pt x="430835" y="218730"/>
                        <a:pt x="643757" y="1670"/>
                      </a:cubicBezTo>
                      <a:moveTo>
                        <a:pt x="48677" y="658873"/>
                      </a:moveTo>
                      <a:cubicBezTo>
                        <a:pt x="217836" y="478897"/>
                        <a:pt x="375356" y="295945"/>
                        <a:pt x="643757" y="1670"/>
                      </a:cubicBezTo>
                      <a:moveTo>
                        <a:pt x="86394" y="661485"/>
                      </a:moveTo>
                      <a:cubicBezTo>
                        <a:pt x="217005" y="518375"/>
                        <a:pt x="362355" y="374902"/>
                        <a:pt x="681475" y="4282"/>
                      </a:cubicBezTo>
                      <a:moveTo>
                        <a:pt x="86394" y="661485"/>
                      </a:moveTo>
                      <a:cubicBezTo>
                        <a:pt x="285636" y="460827"/>
                        <a:pt x="464243" y="247250"/>
                        <a:pt x="681475" y="4282"/>
                      </a:cubicBezTo>
                      <a:moveTo>
                        <a:pt x="129024" y="658655"/>
                      </a:moveTo>
                      <a:cubicBezTo>
                        <a:pt x="304306" y="461190"/>
                        <a:pt x="496442" y="258498"/>
                        <a:pt x="684422" y="45212"/>
                      </a:cubicBezTo>
                      <a:moveTo>
                        <a:pt x="129024" y="658655"/>
                      </a:moveTo>
                      <a:cubicBezTo>
                        <a:pt x="313452" y="452046"/>
                        <a:pt x="492285" y="246162"/>
                        <a:pt x="684422" y="45212"/>
                      </a:cubicBezTo>
                      <a:moveTo>
                        <a:pt x="166741" y="661268"/>
                      </a:moveTo>
                      <a:cubicBezTo>
                        <a:pt x="329324" y="460319"/>
                        <a:pt x="517304" y="278093"/>
                        <a:pt x="682457" y="91658"/>
                      </a:cubicBezTo>
                      <a:moveTo>
                        <a:pt x="166741" y="661268"/>
                      </a:moveTo>
                      <a:cubicBezTo>
                        <a:pt x="316928" y="502482"/>
                        <a:pt x="465302" y="346164"/>
                        <a:pt x="682457" y="91658"/>
                      </a:cubicBezTo>
                      <a:moveTo>
                        <a:pt x="209371" y="658365"/>
                      </a:moveTo>
                      <a:cubicBezTo>
                        <a:pt x="411334" y="436951"/>
                        <a:pt x="592587" y="247250"/>
                        <a:pt x="680492" y="138031"/>
                      </a:cubicBezTo>
                      <a:moveTo>
                        <a:pt x="209371" y="658365"/>
                      </a:moveTo>
                      <a:cubicBezTo>
                        <a:pt x="350110" y="502918"/>
                        <a:pt x="506495" y="329763"/>
                        <a:pt x="680492" y="138031"/>
                      </a:cubicBezTo>
                      <a:moveTo>
                        <a:pt x="247088" y="660977"/>
                      </a:moveTo>
                      <a:cubicBezTo>
                        <a:pt x="364396" y="523600"/>
                        <a:pt x="491076" y="388764"/>
                        <a:pt x="683440" y="179033"/>
                      </a:cubicBezTo>
                      <a:moveTo>
                        <a:pt x="247088" y="660977"/>
                      </a:moveTo>
                      <a:cubicBezTo>
                        <a:pt x="342929" y="544501"/>
                        <a:pt x="455400" y="446675"/>
                        <a:pt x="683440" y="179033"/>
                      </a:cubicBezTo>
                      <a:moveTo>
                        <a:pt x="289718" y="658147"/>
                      </a:moveTo>
                      <a:cubicBezTo>
                        <a:pt x="429399" y="513804"/>
                        <a:pt x="563713" y="360751"/>
                        <a:pt x="681475" y="225479"/>
                      </a:cubicBezTo>
                      <a:moveTo>
                        <a:pt x="289718" y="658147"/>
                      </a:moveTo>
                      <a:cubicBezTo>
                        <a:pt x="406874" y="522294"/>
                        <a:pt x="531514" y="388328"/>
                        <a:pt x="681475" y="225479"/>
                      </a:cubicBezTo>
                      <a:moveTo>
                        <a:pt x="327435" y="660760"/>
                      </a:moveTo>
                      <a:cubicBezTo>
                        <a:pt x="461296" y="510755"/>
                        <a:pt x="580418" y="378241"/>
                        <a:pt x="684422" y="266409"/>
                      </a:cubicBezTo>
                      <a:moveTo>
                        <a:pt x="327435" y="660760"/>
                      </a:moveTo>
                      <a:cubicBezTo>
                        <a:pt x="404380" y="559305"/>
                        <a:pt x="494477" y="476647"/>
                        <a:pt x="684422" y="266409"/>
                      </a:cubicBezTo>
                      <a:moveTo>
                        <a:pt x="370065" y="657857"/>
                      </a:moveTo>
                      <a:cubicBezTo>
                        <a:pt x="494099" y="532309"/>
                        <a:pt x="582987" y="431726"/>
                        <a:pt x="682457" y="312854"/>
                      </a:cubicBezTo>
                      <a:moveTo>
                        <a:pt x="370065" y="657857"/>
                      </a:moveTo>
                      <a:cubicBezTo>
                        <a:pt x="452150" y="578174"/>
                        <a:pt x="529549" y="494427"/>
                        <a:pt x="682457" y="312854"/>
                      </a:cubicBezTo>
                      <a:moveTo>
                        <a:pt x="407781" y="660469"/>
                      </a:moveTo>
                      <a:cubicBezTo>
                        <a:pt x="487448" y="592834"/>
                        <a:pt x="555399" y="513078"/>
                        <a:pt x="680492" y="359227"/>
                      </a:cubicBezTo>
                      <a:moveTo>
                        <a:pt x="407781" y="660469"/>
                      </a:moveTo>
                      <a:cubicBezTo>
                        <a:pt x="478756" y="581730"/>
                        <a:pt x="545573" y="497112"/>
                        <a:pt x="680492" y="359227"/>
                      </a:cubicBezTo>
                      <a:moveTo>
                        <a:pt x="450411" y="657639"/>
                      </a:moveTo>
                      <a:cubicBezTo>
                        <a:pt x="533933" y="584198"/>
                        <a:pt x="599011" y="492468"/>
                        <a:pt x="683515" y="400230"/>
                      </a:cubicBezTo>
                      <a:moveTo>
                        <a:pt x="450411" y="657639"/>
                      </a:moveTo>
                      <a:cubicBezTo>
                        <a:pt x="531212" y="569828"/>
                        <a:pt x="602413" y="491306"/>
                        <a:pt x="683515" y="400230"/>
                      </a:cubicBezTo>
                      <a:moveTo>
                        <a:pt x="488128" y="660252"/>
                      </a:moveTo>
                      <a:cubicBezTo>
                        <a:pt x="543154" y="577303"/>
                        <a:pt x="619949" y="526866"/>
                        <a:pt x="681550" y="446675"/>
                      </a:cubicBezTo>
                      <a:moveTo>
                        <a:pt x="488128" y="660252"/>
                      </a:moveTo>
                      <a:cubicBezTo>
                        <a:pt x="536881" y="614242"/>
                        <a:pt x="580946" y="563805"/>
                        <a:pt x="681550" y="446675"/>
                      </a:cubicBezTo>
                      <a:moveTo>
                        <a:pt x="525845" y="662864"/>
                      </a:moveTo>
                      <a:cubicBezTo>
                        <a:pt x="568097" y="621427"/>
                        <a:pt x="613070" y="583762"/>
                        <a:pt x="684498" y="487605"/>
                      </a:cubicBezTo>
                      <a:moveTo>
                        <a:pt x="525845" y="662864"/>
                      </a:moveTo>
                      <a:cubicBezTo>
                        <a:pt x="595156" y="590801"/>
                        <a:pt x="648293" y="525487"/>
                        <a:pt x="684498" y="487605"/>
                      </a:cubicBezTo>
                      <a:moveTo>
                        <a:pt x="568475" y="659962"/>
                      </a:moveTo>
                      <a:cubicBezTo>
                        <a:pt x="599389" y="629046"/>
                        <a:pt x="626524" y="605243"/>
                        <a:pt x="682533" y="534051"/>
                      </a:cubicBezTo>
                      <a:moveTo>
                        <a:pt x="568475" y="659962"/>
                      </a:moveTo>
                      <a:cubicBezTo>
                        <a:pt x="608837" y="627305"/>
                        <a:pt x="643229" y="580061"/>
                        <a:pt x="682533" y="534051"/>
                      </a:cubicBezTo>
                      <a:moveTo>
                        <a:pt x="606192" y="662574"/>
                      </a:moveTo>
                      <a:cubicBezTo>
                        <a:pt x="636350" y="638553"/>
                        <a:pt x="652677" y="607493"/>
                        <a:pt x="680568" y="580424"/>
                      </a:cubicBezTo>
                      <a:moveTo>
                        <a:pt x="606192" y="662574"/>
                      </a:moveTo>
                      <a:cubicBezTo>
                        <a:pt x="620931" y="642399"/>
                        <a:pt x="633705" y="632602"/>
                        <a:pt x="680568" y="580424"/>
                      </a:cubicBezTo>
                      <a:moveTo>
                        <a:pt x="648822" y="659744"/>
                      </a:moveTo>
                      <a:cubicBezTo>
                        <a:pt x="656910" y="645955"/>
                        <a:pt x="677317" y="630643"/>
                        <a:pt x="683515" y="621427"/>
                      </a:cubicBezTo>
                      <a:moveTo>
                        <a:pt x="648822" y="659744"/>
                      </a:moveTo>
                      <a:cubicBezTo>
                        <a:pt x="660160" y="649366"/>
                        <a:pt x="665602" y="639569"/>
                        <a:pt x="683515" y="621427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24" name="شكل حر: شكل 521">
                  <a:extLst>
                    <a:ext uri="{FF2B5EF4-FFF2-40B4-BE49-F238E27FC236}">
                      <a16:creationId xmlns:a16="http://schemas.microsoft.com/office/drawing/2014/main" id="{5EEE2707-A7B0-05E1-6CFD-2938D341B732}"/>
                    </a:ext>
                  </a:extLst>
                </p:cNvPr>
                <p:cNvSpPr/>
                <p:nvPr/>
              </p:nvSpPr>
              <p:spPr>
                <a:xfrm>
                  <a:off x="8175995" y="4000066"/>
                  <a:ext cx="689563" cy="656727"/>
                </a:xfrm>
                <a:custGeom>
                  <a:avLst/>
                  <a:gdLst>
                    <a:gd name="csX0" fmla="*/ 6150 w 689563"/>
                    <a:gd name="csY0" fmla="*/ 3589 h 656727"/>
                    <a:gd name="csX1" fmla="*/ 686414 w 689563"/>
                    <a:gd name="csY1" fmla="*/ 3589 h 656727"/>
                    <a:gd name="csX2" fmla="*/ 6150 w 689563"/>
                    <a:gd name="csY2" fmla="*/ 3589 h 656727"/>
                    <a:gd name="csX3" fmla="*/ 686414 w 689563"/>
                    <a:gd name="csY3" fmla="*/ 3589 h 656727"/>
                    <a:gd name="csX4" fmla="*/ 686414 w 689563"/>
                    <a:gd name="csY4" fmla="*/ 3589 h 656727"/>
                    <a:gd name="csX5" fmla="*/ 686414 w 689563"/>
                    <a:gd name="csY5" fmla="*/ 656728 h 656727"/>
                    <a:gd name="csX6" fmla="*/ 686414 w 689563"/>
                    <a:gd name="csY6" fmla="*/ 3589 h 656727"/>
                    <a:gd name="csX7" fmla="*/ 686414 w 689563"/>
                    <a:gd name="csY7" fmla="*/ 656728 h 656727"/>
                    <a:gd name="csX8" fmla="*/ 686414 w 689563"/>
                    <a:gd name="csY8" fmla="*/ 656728 h 656727"/>
                    <a:gd name="csX9" fmla="*/ 6150 w 689563"/>
                    <a:gd name="csY9" fmla="*/ 656728 h 656727"/>
                    <a:gd name="csX10" fmla="*/ 686414 w 689563"/>
                    <a:gd name="csY10" fmla="*/ 656728 h 656727"/>
                    <a:gd name="csX11" fmla="*/ 6150 w 689563"/>
                    <a:gd name="csY11" fmla="*/ 656728 h 656727"/>
                    <a:gd name="csX12" fmla="*/ 6150 w 689563"/>
                    <a:gd name="csY12" fmla="*/ 656728 h 656727"/>
                    <a:gd name="csX13" fmla="*/ 6150 w 689563"/>
                    <a:gd name="csY13" fmla="*/ 3589 h 656727"/>
                    <a:gd name="csX14" fmla="*/ 6150 w 689563"/>
                    <a:gd name="csY14" fmla="*/ 656728 h 656727"/>
                    <a:gd name="csX15" fmla="*/ 6150 w 689563"/>
                    <a:gd name="csY15" fmla="*/ 3589 h 656727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689563" h="656727">
                      <a:moveTo>
                        <a:pt x="6150" y="3589"/>
                      </a:moveTo>
                      <a:cubicBezTo>
                        <a:pt x="210305" y="2718"/>
                        <a:pt x="448473" y="-4031"/>
                        <a:pt x="686414" y="3589"/>
                      </a:cubicBezTo>
                      <a:moveTo>
                        <a:pt x="6150" y="3589"/>
                      </a:moveTo>
                      <a:cubicBezTo>
                        <a:pt x="167221" y="2065"/>
                        <a:pt x="332828" y="6419"/>
                        <a:pt x="686414" y="3589"/>
                      </a:cubicBezTo>
                      <a:moveTo>
                        <a:pt x="686414" y="3589"/>
                      </a:moveTo>
                      <a:cubicBezTo>
                        <a:pt x="697298" y="262958"/>
                        <a:pt x="675606" y="521819"/>
                        <a:pt x="686414" y="656728"/>
                      </a:cubicBezTo>
                      <a:moveTo>
                        <a:pt x="686414" y="3589"/>
                      </a:moveTo>
                      <a:cubicBezTo>
                        <a:pt x="691100" y="229212"/>
                        <a:pt x="682181" y="461077"/>
                        <a:pt x="686414" y="656728"/>
                      </a:cubicBezTo>
                      <a:moveTo>
                        <a:pt x="686414" y="656728"/>
                      </a:moveTo>
                      <a:cubicBezTo>
                        <a:pt x="528366" y="653027"/>
                        <a:pt x="342351" y="649907"/>
                        <a:pt x="6150" y="656728"/>
                      </a:cubicBezTo>
                      <a:moveTo>
                        <a:pt x="686414" y="656728"/>
                      </a:moveTo>
                      <a:cubicBezTo>
                        <a:pt x="479538" y="648310"/>
                        <a:pt x="273721" y="655277"/>
                        <a:pt x="6150" y="656728"/>
                      </a:cubicBezTo>
                      <a:moveTo>
                        <a:pt x="6150" y="656728"/>
                      </a:moveTo>
                      <a:cubicBezTo>
                        <a:pt x="-4130" y="400553"/>
                        <a:pt x="329" y="149312"/>
                        <a:pt x="6150" y="3589"/>
                      </a:cubicBezTo>
                      <a:moveTo>
                        <a:pt x="6150" y="656728"/>
                      </a:moveTo>
                      <a:cubicBezTo>
                        <a:pt x="3882" y="467173"/>
                        <a:pt x="4260" y="259257"/>
                        <a:pt x="6150" y="3589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721" name="صورة 522">
                <a:extLst>
                  <a:ext uri="{FF2B5EF4-FFF2-40B4-BE49-F238E27FC236}">
                    <a16:creationId xmlns:a16="http://schemas.microsoft.com/office/drawing/2014/main" id="{9E7C86DE-F729-77F3-186B-005B46815C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8185923" y="4018169"/>
                <a:ext cx="665147" cy="645882"/>
              </a:xfrm>
              <a:custGeom>
                <a:avLst/>
                <a:gdLst>
                  <a:gd name="csX0" fmla="*/ 0 w 665147"/>
                  <a:gd name="csY0" fmla="*/ 0 h 645882"/>
                  <a:gd name="csX1" fmla="*/ 665148 w 665147"/>
                  <a:gd name="csY1" fmla="*/ 0 h 645882"/>
                  <a:gd name="csX2" fmla="*/ 665148 w 665147"/>
                  <a:gd name="csY2" fmla="*/ 645882 h 645882"/>
                  <a:gd name="csX3" fmla="*/ 0 w 665147"/>
                  <a:gd name="csY3" fmla="*/ 645882 h 64588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665147" h="645882">
                    <a:moveTo>
                      <a:pt x="0" y="0"/>
                    </a:moveTo>
                    <a:lnTo>
                      <a:pt x="665148" y="0"/>
                    </a:lnTo>
                    <a:lnTo>
                      <a:pt x="665148" y="645882"/>
                    </a:lnTo>
                    <a:lnTo>
                      <a:pt x="0" y="645882"/>
                    </a:lnTo>
                    <a:close/>
                  </a:path>
                </a:pathLst>
              </a:custGeom>
            </p:spPr>
          </p:pic>
        </p:grpSp>
        <p:grpSp>
          <p:nvGrpSpPr>
            <p:cNvPr id="2700" name="رسم 9">
              <a:extLst>
                <a:ext uri="{FF2B5EF4-FFF2-40B4-BE49-F238E27FC236}">
                  <a16:creationId xmlns:a16="http://schemas.microsoft.com/office/drawing/2014/main" id="{4ECA497E-A076-B1B7-3632-252A5742F101}"/>
                </a:ext>
              </a:extLst>
            </p:cNvPr>
            <p:cNvGrpSpPr/>
            <p:nvPr/>
          </p:nvGrpSpPr>
          <p:grpSpPr>
            <a:xfrm>
              <a:off x="8424016" y="4156924"/>
              <a:ext cx="340132" cy="209585"/>
              <a:chOff x="8424016" y="4156924"/>
              <a:chExt cx="340132" cy="209585"/>
            </a:xfrm>
          </p:grpSpPr>
          <p:grpSp>
            <p:nvGrpSpPr>
              <p:cNvPr id="2713" name="رسم 9">
                <a:extLst>
                  <a:ext uri="{FF2B5EF4-FFF2-40B4-BE49-F238E27FC236}">
                    <a16:creationId xmlns:a16="http://schemas.microsoft.com/office/drawing/2014/main" id="{D682E604-A9B2-9535-2DD3-9586F03B91D9}"/>
                  </a:ext>
                </a:extLst>
              </p:cNvPr>
              <p:cNvGrpSpPr/>
              <p:nvPr/>
            </p:nvGrpSpPr>
            <p:grpSpPr>
              <a:xfrm>
                <a:off x="8571558" y="4156924"/>
                <a:ext cx="52909" cy="209585"/>
                <a:chOff x="8571558" y="4156924"/>
                <a:chExt cx="52909" cy="209585"/>
              </a:xfrm>
            </p:grpSpPr>
            <p:sp>
              <p:nvSpPr>
                <p:cNvPr id="2715" name="شكل حر: شكل 525">
                  <a:extLst>
                    <a:ext uri="{FF2B5EF4-FFF2-40B4-BE49-F238E27FC236}">
                      <a16:creationId xmlns:a16="http://schemas.microsoft.com/office/drawing/2014/main" id="{9611B4B9-E798-083D-5054-70AB97CD3EDA}"/>
                    </a:ext>
                  </a:extLst>
                </p:cNvPr>
                <p:cNvSpPr/>
                <p:nvPr/>
              </p:nvSpPr>
              <p:spPr>
                <a:xfrm>
                  <a:off x="8597937" y="4195024"/>
                  <a:ext cx="377" cy="171485"/>
                </a:xfrm>
                <a:custGeom>
                  <a:avLst/>
                  <a:gdLst>
                    <a:gd name="csX0" fmla="*/ 1 w 377"/>
                    <a:gd name="csY0" fmla="*/ 1 h 171485"/>
                    <a:gd name="csX1" fmla="*/ 378 w 377"/>
                    <a:gd name="csY1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</a:cxnLst>
                  <a:rect l="l" t="t" r="r" b="b"/>
                  <a:pathLst>
                    <a:path w="377" h="171485">
                      <a:moveTo>
                        <a:pt x="1" y="1"/>
                      </a:moveTo>
                      <a:lnTo>
                        <a:pt x="378" y="171486"/>
                      </a:lnTo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6" name="شكل حر: شكل 526">
                  <a:extLst>
                    <a:ext uri="{FF2B5EF4-FFF2-40B4-BE49-F238E27FC236}">
                      <a16:creationId xmlns:a16="http://schemas.microsoft.com/office/drawing/2014/main" id="{6B75A17E-9912-F7EF-2D85-E05376ABFFC8}"/>
                    </a:ext>
                  </a:extLst>
                </p:cNvPr>
                <p:cNvSpPr/>
                <p:nvPr/>
              </p:nvSpPr>
              <p:spPr>
                <a:xfrm>
                  <a:off x="8571558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lnTo>
                        <a:pt x="52910" y="50728"/>
                      </a:lnTo>
                      <a:lnTo>
                        <a:pt x="26380" y="38100"/>
                      </a:lnTo>
                      <a:lnTo>
                        <a:pt x="1" y="50800"/>
                      </a:lnTo>
                      <a:close/>
                    </a:path>
                  </a:pathLst>
                </a:cu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7" name="شكل حر: شكل 527">
                  <a:extLst>
                    <a:ext uri="{FF2B5EF4-FFF2-40B4-BE49-F238E27FC236}">
                      <a16:creationId xmlns:a16="http://schemas.microsoft.com/office/drawing/2014/main" id="{C54FE99C-4B5B-7927-CA91-1C0107BE1D26}"/>
                    </a:ext>
                  </a:extLst>
                </p:cNvPr>
                <p:cNvSpPr/>
                <p:nvPr/>
              </p:nvSpPr>
              <p:spPr>
                <a:xfrm>
                  <a:off x="8596676" y="4195024"/>
                  <a:ext cx="9161" cy="171485"/>
                </a:xfrm>
                <a:custGeom>
                  <a:avLst/>
                  <a:gdLst>
                    <a:gd name="csX0" fmla="*/ 1261 w 9161"/>
                    <a:gd name="csY0" fmla="*/ 1 h 171485"/>
                    <a:gd name="csX1" fmla="*/ 1639 w 9161"/>
                    <a:gd name="csY1" fmla="*/ 171486 h 171485"/>
                    <a:gd name="csX2" fmla="*/ 1261 w 9161"/>
                    <a:gd name="csY2" fmla="*/ 1 h 171485"/>
                    <a:gd name="csX3" fmla="*/ 1639 w 9161"/>
                    <a:gd name="csY3" fmla="*/ 171486 h 171485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</a:cxnLst>
                  <a:rect l="l" t="t" r="r" b="b"/>
                  <a:pathLst>
                    <a:path w="9161" h="171485">
                      <a:moveTo>
                        <a:pt x="1261" y="1"/>
                      </a:moveTo>
                      <a:cubicBezTo>
                        <a:pt x="8895" y="65605"/>
                        <a:pt x="14186" y="116767"/>
                        <a:pt x="1639" y="171486"/>
                      </a:cubicBezTo>
                      <a:moveTo>
                        <a:pt x="1261" y="1"/>
                      </a:moveTo>
                      <a:cubicBezTo>
                        <a:pt x="-2065" y="40931"/>
                        <a:pt x="2320" y="75692"/>
                        <a:pt x="1639" y="171486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8" name="شكل حر: شكل 528">
                  <a:extLst>
                    <a:ext uri="{FF2B5EF4-FFF2-40B4-BE49-F238E27FC236}">
                      <a16:creationId xmlns:a16="http://schemas.microsoft.com/office/drawing/2014/main" id="{CC2C41D5-35FC-9817-01CD-BECA5CEF1510}"/>
                    </a:ext>
                  </a:extLst>
                </p:cNvPr>
                <p:cNvSpPr/>
                <p:nvPr/>
              </p:nvSpPr>
              <p:spPr>
                <a:xfrm>
                  <a:off x="8571558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80 w 52909"/>
                    <a:gd name="csY2" fmla="*/ 38100 h 50799"/>
                    <a:gd name="csX3" fmla="*/ 1 w 52909"/>
                    <a:gd name="csY3" fmla="*/ 50800 h 50799"/>
                    <a:gd name="csX4" fmla="*/ 26304 w 52909"/>
                    <a:gd name="csY4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43235" y="25546"/>
                        <a:pt x="47619" y="40060"/>
                        <a:pt x="52910" y="50728"/>
                      </a:cubicBezTo>
                      <a:cubicBezTo>
                        <a:pt x="39909" y="51018"/>
                        <a:pt x="37944" y="40785"/>
                        <a:pt x="26380" y="38100"/>
                      </a:cubicBezTo>
                      <a:cubicBezTo>
                        <a:pt x="21316" y="42745"/>
                        <a:pt x="11414" y="41656"/>
                        <a:pt x="1" y="50800"/>
                      </a:cubicBezTo>
                      <a:cubicBezTo>
                        <a:pt x="12547" y="40350"/>
                        <a:pt x="21466" y="18071"/>
                        <a:pt x="26304" y="1"/>
                      </a:cubicBezTo>
                    </a:path>
                  </a:pathLst>
                </a:custGeom>
                <a:solidFill>
                  <a:srgbClr val="000000"/>
                </a:solidFill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9" name="شكل حر: شكل 529">
                  <a:extLst>
                    <a:ext uri="{FF2B5EF4-FFF2-40B4-BE49-F238E27FC236}">
                      <a16:creationId xmlns:a16="http://schemas.microsoft.com/office/drawing/2014/main" id="{D42DF790-19BA-1A77-1A1F-0B56F51D93E6}"/>
                    </a:ext>
                  </a:extLst>
                </p:cNvPr>
                <p:cNvSpPr/>
                <p:nvPr/>
              </p:nvSpPr>
              <p:spPr>
                <a:xfrm>
                  <a:off x="8571558" y="4156924"/>
                  <a:ext cx="52909" cy="50799"/>
                </a:xfrm>
                <a:custGeom>
                  <a:avLst/>
                  <a:gdLst>
                    <a:gd name="csX0" fmla="*/ 26304 w 52909"/>
                    <a:gd name="csY0" fmla="*/ 1 h 50799"/>
                    <a:gd name="csX1" fmla="*/ 52910 w 52909"/>
                    <a:gd name="csY1" fmla="*/ 50728 h 50799"/>
                    <a:gd name="csX2" fmla="*/ 26304 w 52909"/>
                    <a:gd name="csY2" fmla="*/ 1 h 50799"/>
                    <a:gd name="csX3" fmla="*/ 52910 w 52909"/>
                    <a:gd name="csY3" fmla="*/ 50728 h 50799"/>
                    <a:gd name="csX4" fmla="*/ 52910 w 52909"/>
                    <a:gd name="csY4" fmla="*/ 50728 h 50799"/>
                    <a:gd name="csX5" fmla="*/ 26380 w 52909"/>
                    <a:gd name="csY5" fmla="*/ 38100 h 50799"/>
                    <a:gd name="csX6" fmla="*/ 52910 w 52909"/>
                    <a:gd name="csY6" fmla="*/ 50728 h 50799"/>
                    <a:gd name="csX7" fmla="*/ 26380 w 52909"/>
                    <a:gd name="csY7" fmla="*/ 38100 h 50799"/>
                    <a:gd name="csX8" fmla="*/ 26380 w 52909"/>
                    <a:gd name="csY8" fmla="*/ 38100 h 50799"/>
                    <a:gd name="csX9" fmla="*/ 1 w 52909"/>
                    <a:gd name="csY9" fmla="*/ 50800 h 50799"/>
                    <a:gd name="csX10" fmla="*/ 26380 w 52909"/>
                    <a:gd name="csY10" fmla="*/ 38100 h 50799"/>
                    <a:gd name="csX11" fmla="*/ 1 w 52909"/>
                    <a:gd name="csY11" fmla="*/ 50800 h 50799"/>
                    <a:gd name="csX12" fmla="*/ 1 w 52909"/>
                    <a:gd name="csY12" fmla="*/ 50800 h 50799"/>
                    <a:gd name="csX13" fmla="*/ 26304 w 52909"/>
                    <a:gd name="csY13" fmla="*/ 1 h 50799"/>
                    <a:gd name="csX14" fmla="*/ 1 w 52909"/>
                    <a:gd name="csY14" fmla="*/ 50800 h 50799"/>
                    <a:gd name="csX15" fmla="*/ 26304 w 52909"/>
                    <a:gd name="csY15" fmla="*/ 1 h 50799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2909" h="50799">
                      <a:moveTo>
                        <a:pt x="26304" y="1"/>
                      </a:moveTo>
                      <a:cubicBezTo>
                        <a:pt x="37793" y="20175"/>
                        <a:pt x="48299" y="34980"/>
                        <a:pt x="52910" y="50728"/>
                      </a:cubicBezTo>
                      <a:moveTo>
                        <a:pt x="26304" y="1"/>
                      </a:moveTo>
                      <a:cubicBezTo>
                        <a:pt x="31066" y="12047"/>
                        <a:pt x="38851" y="21917"/>
                        <a:pt x="52910" y="50728"/>
                      </a:cubicBezTo>
                      <a:moveTo>
                        <a:pt x="52910" y="50728"/>
                      </a:moveTo>
                      <a:cubicBezTo>
                        <a:pt x="44520" y="46664"/>
                        <a:pt x="34921" y="40713"/>
                        <a:pt x="26380" y="38100"/>
                      </a:cubicBezTo>
                      <a:moveTo>
                        <a:pt x="52910" y="50728"/>
                      </a:moveTo>
                      <a:cubicBezTo>
                        <a:pt x="46788" y="48333"/>
                        <a:pt x="42026" y="44777"/>
                        <a:pt x="26380" y="38100"/>
                      </a:cubicBezTo>
                      <a:moveTo>
                        <a:pt x="26380" y="38100"/>
                      </a:moveTo>
                      <a:cubicBezTo>
                        <a:pt x="21618" y="40785"/>
                        <a:pt x="12699" y="44196"/>
                        <a:pt x="1" y="50800"/>
                      </a:cubicBezTo>
                      <a:moveTo>
                        <a:pt x="26380" y="38100"/>
                      </a:moveTo>
                      <a:cubicBezTo>
                        <a:pt x="22449" y="41293"/>
                        <a:pt x="14664" y="44487"/>
                        <a:pt x="1" y="50800"/>
                      </a:cubicBezTo>
                      <a:moveTo>
                        <a:pt x="1" y="50800"/>
                      </a:moveTo>
                      <a:cubicBezTo>
                        <a:pt x="1966" y="33383"/>
                        <a:pt x="10053" y="18506"/>
                        <a:pt x="26304" y="1"/>
                      </a:cubicBezTo>
                      <a:moveTo>
                        <a:pt x="1" y="50800"/>
                      </a:moveTo>
                      <a:cubicBezTo>
                        <a:pt x="6954" y="36431"/>
                        <a:pt x="12245" y="27142"/>
                        <a:pt x="26304" y="1"/>
                      </a:cubicBezTo>
                    </a:path>
                  </a:pathLst>
                </a:custGeom>
                <a:noFill/>
                <a:ln w="7550" cap="rnd">
                  <a:solidFill>
                    <a:srgbClr val="00000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714" name="صورة 530">
                <a:extLst>
                  <a:ext uri="{FF2B5EF4-FFF2-40B4-BE49-F238E27FC236}">
                    <a16:creationId xmlns:a16="http://schemas.microsoft.com/office/drawing/2014/main" id="{5E1A8CF4-6B03-558B-17B5-6C1B1B6BF9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424016" y="4210482"/>
                <a:ext cx="340132" cy="114299"/>
              </a:xfrm>
              <a:custGeom>
                <a:avLst/>
                <a:gdLst>
                  <a:gd name="csX0" fmla="*/ 0 w 340132"/>
                  <a:gd name="csY0" fmla="*/ 0 h 114299"/>
                  <a:gd name="csX1" fmla="*/ 340132 w 340132"/>
                  <a:gd name="csY1" fmla="*/ 0 h 114299"/>
                  <a:gd name="csX2" fmla="*/ 340132 w 340132"/>
                  <a:gd name="csY2" fmla="*/ 114299 h 114299"/>
                  <a:gd name="csX3" fmla="*/ 0 w 340132"/>
                  <a:gd name="csY3" fmla="*/ 114299 h 11429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340132" h="114299">
                    <a:moveTo>
                      <a:pt x="0" y="0"/>
                    </a:moveTo>
                    <a:lnTo>
                      <a:pt x="340132" y="0"/>
                    </a:lnTo>
                    <a:lnTo>
                      <a:pt x="340132" y="114299"/>
                    </a:lnTo>
                    <a:lnTo>
                      <a:pt x="0" y="114299"/>
                    </a:lnTo>
                    <a:close/>
                  </a:path>
                </a:pathLst>
              </a:custGeom>
            </p:spPr>
          </p:pic>
        </p:grpSp>
        <p:grpSp>
          <p:nvGrpSpPr>
            <p:cNvPr id="2701" name="رسم 9">
              <a:extLst>
                <a:ext uri="{FF2B5EF4-FFF2-40B4-BE49-F238E27FC236}">
                  <a16:creationId xmlns:a16="http://schemas.microsoft.com/office/drawing/2014/main" id="{DBE97352-D3BA-BA87-E33A-D4FC92F33AC8}"/>
                </a:ext>
              </a:extLst>
            </p:cNvPr>
            <p:cNvGrpSpPr/>
            <p:nvPr/>
          </p:nvGrpSpPr>
          <p:grpSpPr>
            <a:xfrm>
              <a:off x="8331412" y="4001042"/>
              <a:ext cx="534371" cy="154358"/>
              <a:chOff x="8331412" y="4001042"/>
              <a:chExt cx="534371" cy="154358"/>
            </a:xfrm>
            <a:noFill/>
          </p:grpSpPr>
          <p:grpSp>
            <p:nvGrpSpPr>
              <p:cNvPr id="2708" name="رسم 9">
                <a:extLst>
                  <a:ext uri="{FF2B5EF4-FFF2-40B4-BE49-F238E27FC236}">
                    <a16:creationId xmlns:a16="http://schemas.microsoft.com/office/drawing/2014/main" id="{7DD0E0C7-D596-0759-5131-3AB2088A7BE8}"/>
                  </a:ext>
                </a:extLst>
              </p:cNvPr>
              <p:cNvGrpSpPr/>
              <p:nvPr/>
            </p:nvGrpSpPr>
            <p:grpSpPr>
              <a:xfrm>
                <a:off x="8331412" y="4001042"/>
                <a:ext cx="534371" cy="154358"/>
                <a:chOff x="8331412" y="4001042"/>
                <a:chExt cx="534371" cy="154358"/>
              </a:xfrm>
              <a:noFill/>
            </p:grpSpPr>
            <p:sp>
              <p:nvSpPr>
                <p:cNvPr id="2710" name="مستطيل 533">
                  <a:extLst>
                    <a:ext uri="{FF2B5EF4-FFF2-40B4-BE49-F238E27FC236}">
                      <a16:creationId xmlns:a16="http://schemas.microsoft.com/office/drawing/2014/main" id="{2BAFB8DC-5359-83DC-7991-D5701DCE2E1A}"/>
                    </a:ext>
                  </a:extLst>
                </p:cNvPr>
                <p:cNvSpPr/>
                <p:nvPr/>
              </p:nvSpPr>
              <p:spPr>
                <a:xfrm>
                  <a:off x="8333314" y="4003655"/>
                  <a:ext cx="52909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1" name="شكل حر: شكل 534">
                  <a:extLst>
                    <a:ext uri="{FF2B5EF4-FFF2-40B4-BE49-F238E27FC236}">
                      <a16:creationId xmlns:a16="http://schemas.microsoft.com/office/drawing/2014/main" id="{9BDCB32D-6FC6-3AC4-96E2-9C3528F2870F}"/>
                    </a:ext>
                  </a:extLst>
                </p:cNvPr>
                <p:cNvSpPr/>
                <p:nvPr/>
              </p:nvSpPr>
              <p:spPr>
                <a:xfrm>
                  <a:off x="8331726" y="4001042"/>
                  <a:ext cx="533705" cy="154358"/>
                </a:xfrm>
                <a:custGeom>
                  <a:avLst/>
                  <a:gdLst>
                    <a:gd name="csX0" fmla="*/ 1 w 533705"/>
                    <a:gd name="csY0" fmla="*/ 4355 h 154358"/>
                    <a:gd name="csX1" fmla="*/ 1 w 533705"/>
                    <a:gd name="csY1" fmla="*/ 4355 h 154358"/>
                    <a:gd name="csX2" fmla="*/ 1 w 533705"/>
                    <a:gd name="csY2" fmla="*/ 4355 h 154358"/>
                    <a:gd name="csX3" fmla="*/ 1 w 533705"/>
                    <a:gd name="csY3" fmla="*/ 4355 h 154358"/>
                    <a:gd name="csX4" fmla="*/ 2948 w 533705"/>
                    <a:gd name="csY4" fmla="*/ 45357 h 154358"/>
                    <a:gd name="csX5" fmla="*/ 42631 w 533705"/>
                    <a:gd name="csY5" fmla="*/ 1524 h 154358"/>
                    <a:gd name="csX6" fmla="*/ 2948 w 533705"/>
                    <a:gd name="csY6" fmla="*/ 45357 h 154358"/>
                    <a:gd name="csX7" fmla="*/ 42631 w 533705"/>
                    <a:gd name="csY7" fmla="*/ 1524 h 154358"/>
                    <a:gd name="csX8" fmla="*/ 983 w 533705"/>
                    <a:gd name="csY8" fmla="*/ 91730 h 154358"/>
                    <a:gd name="csX9" fmla="*/ 80347 w 533705"/>
                    <a:gd name="csY9" fmla="*/ 4137 h 154358"/>
                    <a:gd name="csX10" fmla="*/ 983 w 533705"/>
                    <a:gd name="csY10" fmla="*/ 91730 h 154358"/>
                    <a:gd name="csX11" fmla="*/ 80347 w 533705"/>
                    <a:gd name="csY11" fmla="*/ 4137 h 154358"/>
                    <a:gd name="csX12" fmla="*/ 4007 w 533705"/>
                    <a:gd name="csY12" fmla="*/ 132733 h 154358"/>
                    <a:gd name="csX13" fmla="*/ 122977 w 533705"/>
                    <a:gd name="csY13" fmla="*/ 1234 h 154358"/>
                    <a:gd name="csX14" fmla="*/ 4007 w 533705"/>
                    <a:gd name="csY14" fmla="*/ 132733 h 154358"/>
                    <a:gd name="csX15" fmla="*/ 122977 w 533705"/>
                    <a:gd name="csY15" fmla="*/ 1234 h 154358"/>
                    <a:gd name="csX16" fmla="*/ 26758 w 533705"/>
                    <a:gd name="csY16" fmla="*/ 151746 h 154358"/>
                    <a:gd name="csX17" fmla="*/ 160694 w 533705"/>
                    <a:gd name="csY17" fmla="*/ 3847 h 154358"/>
                    <a:gd name="csX18" fmla="*/ 26758 w 533705"/>
                    <a:gd name="csY18" fmla="*/ 151746 h 154358"/>
                    <a:gd name="csX19" fmla="*/ 160694 w 533705"/>
                    <a:gd name="csY19" fmla="*/ 3847 h 154358"/>
                    <a:gd name="csX20" fmla="*/ 64475 w 533705"/>
                    <a:gd name="csY20" fmla="*/ 154359 h 154358"/>
                    <a:gd name="csX21" fmla="*/ 203324 w 533705"/>
                    <a:gd name="csY21" fmla="*/ 1016 h 154358"/>
                    <a:gd name="csX22" fmla="*/ 64475 w 533705"/>
                    <a:gd name="csY22" fmla="*/ 154359 h 154358"/>
                    <a:gd name="csX23" fmla="*/ 203324 w 533705"/>
                    <a:gd name="csY23" fmla="*/ 1016 h 154358"/>
                    <a:gd name="csX24" fmla="*/ 107105 w 533705"/>
                    <a:gd name="csY24" fmla="*/ 151529 h 154358"/>
                    <a:gd name="csX25" fmla="*/ 241041 w 533705"/>
                    <a:gd name="csY25" fmla="*/ 3629 h 154358"/>
                    <a:gd name="csX26" fmla="*/ 107105 w 533705"/>
                    <a:gd name="csY26" fmla="*/ 151529 h 154358"/>
                    <a:gd name="csX27" fmla="*/ 241041 w 533705"/>
                    <a:gd name="csY27" fmla="*/ 3629 h 154358"/>
                    <a:gd name="csX28" fmla="*/ 144822 w 533705"/>
                    <a:gd name="csY28" fmla="*/ 154141 h 154358"/>
                    <a:gd name="csX29" fmla="*/ 283671 w 533705"/>
                    <a:gd name="csY29" fmla="*/ 799 h 154358"/>
                    <a:gd name="csX30" fmla="*/ 144822 w 533705"/>
                    <a:gd name="csY30" fmla="*/ 154141 h 154358"/>
                    <a:gd name="csX31" fmla="*/ 283671 w 533705"/>
                    <a:gd name="csY31" fmla="*/ 799 h 154358"/>
                    <a:gd name="csX32" fmla="*/ 187527 w 533705"/>
                    <a:gd name="csY32" fmla="*/ 151239 h 154358"/>
                    <a:gd name="csX33" fmla="*/ 321388 w 533705"/>
                    <a:gd name="csY33" fmla="*/ 3411 h 154358"/>
                    <a:gd name="csX34" fmla="*/ 187527 w 533705"/>
                    <a:gd name="csY34" fmla="*/ 151239 h 154358"/>
                    <a:gd name="csX35" fmla="*/ 321388 w 533705"/>
                    <a:gd name="csY35" fmla="*/ 3411 h 154358"/>
                    <a:gd name="csX36" fmla="*/ 225168 w 533705"/>
                    <a:gd name="csY36" fmla="*/ 153851 h 154358"/>
                    <a:gd name="csX37" fmla="*/ 364018 w 533705"/>
                    <a:gd name="csY37" fmla="*/ 508 h 154358"/>
                    <a:gd name="csX38" fmla="*/ 225168 w 533705"/>
                    <a:gd name="csY38" fmla="*/ 153851 h 154358"/>
                    <a:gd name="csX39" fmla="*/ 364018 w 533705"/>
                    <a:gd name="csY39" fmla="*/ 508 h 154358"/>
                    <a:gd name="csX40" fmla="*/ 267874 w 533705"/>
                    <a:gd name="csY40" fmla="*/ 151021 h 154358"/>
                    <a:gd name="csX41" fmla="*/ 401735 w 533705"/>
                    <a:gd name="csY41" fmla="*/ 3121 h 154358"/>
                    <a:gd name="csX42" fmla="*/ 267874 w 533705"/>
                    <a:gd name="csY42" fmla="*/ 151021 h 154358"/>
                    <a:gd name="csX43" fmla="*/ 401735 w 533705"/>
                    <a:gd name="csY43" fmla="*/ 3121 h 154358"/>
                    <a:gd name="csX44" fmla="*/ 305515 w 533705"/>
                    <a:gd name="csY44" fmla="*/ 153633 h 154358"/>
                    <a:gd name="csX45" fmla="*/ 444365 w 533705"/>
                    <a:gd name="csY45" fmla="*/ 291 h 154358"/>
                    <a:gd name="csX46" fmla="*/ 305515 w 533705"/>
                    <a:gd name="csY46" fmla="*/ 153633 h 154358"/>
                    <a:gd name="csX47" fmla="*/ 444365 w 533705"/>
                    <a:gd name="csY47" fmla="*/ 291 h 154358"/>
                    <a:gd name="csX48" fmla="*/ 348220 w 533705"/>
                    <a:gd name="csY48" fmla="*/ 150730 h 154358"/>
                    <a:gd name="csX49" fmla="*/ 482082 w 533705"/>
                    <a:gd name="csY49" fmla="*/ 2903 h 154358"/>
                    <a:gd name="csX50" fmla="*/ 348220 w 533705"/>
                    <a:gd name="csY50" fmla="*/ 150730 h 154358"/>
                    <a:gd name="csX51" fmla="*/ 482082 w 533705"/>
                    <a:gd name="csY51" fmla="*/ 2903 h 154358"/>
                    <a:gd name="csX52" fmla="*/ 385862 w 533705"/>
                    <a:gd name="csY52" fmla="*/ 153343 h 154358"/>
                    <a:gd name="csX53" fmla="*/ 524712 w 533705"/>
                    <a:gd name="csY53" fmla="*/ 1 h 154358"/>
                    <a:gd name="csX54" fmla="*/ 385862 w 533705"/>
                    <a:gd name="csY54" fmla="*/ 153343 h 154358"/>
                    <a:gd name="csX55" fmla="*/ 524712 w 533705"/>
                    <a:gd name="csY55" fmla="*/ 1 h 154358"/>
                    <a:gd name="csX56" fmla="*/ 428567 w 533705"/>
                    <a:gd name="csY56" fmla="*/ 150513 h 154358"/>
                    <a:gd name="csX57" fmla="*/ 532648 w 533705"/>
                    <a:gd name="csY57" fmla="*/ 35488 h 154358"/>
                    <a:gd name="csX58" fmla="*/ 428567 w 533705"/>
                    <a:gd name="csY58" fmla="*/ 150513 h 154358"/>
                    <a:gd name="csX59" fmla="*/ 532648 w 533705"/>
                    <a:gd name="csY59" fmla="*/ 35488 h 154358"/>
                    <a:gd name="csX60" fmla="*/ 466208 w 533705"/>
                    <a:gd name="csY60" fmla="*/ 153125 h 154358"/>
                    <a:gd name="csX61" fmla="*/ 530683 w 533705"/>
                    <a:gd name="csY61" fmla="*/ 81933 h 154358"/>
                    <a:gd name="csX62" fmla="*/ 466208 w 533705"/>
                    <a:gd name="csY62" fmla="*/ 153125 h 154358"/>
                    <a:gd name="csX63" fmla="*/ 530683 w 533705"/>
                    <a:gd name="csY63" fmla="*/ 81933 h 154358"/>
                    <a:gd name="csX64" fmla="*/ 508914 w 533705"/>
                    <a:gd name="csY64" fmla="*/ 150222 h 154358"/>
                    <a:gd name="csX65" fmla="*/ 533706 w 533705"/>
                    <a:gd name="csY65" fmla="*/ 122863 h 154358"/>
                    <a:gd name="csX66" fmla="*/ 508914 w 533705"/>
                    <a:gd name="csY66" fmla="*/ 150222 h 154358"/>
                    <a:gd name="csX67" fmla="*/ 533706 w 533705"/>
                    <a:gd name="csY67" fmla="*/ 122863 h 15435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  <a:cxn ang="0">
                      <a:pos x="csX36" y="csY36"/>
                    </a:cxn>
                    <a:cxn ang="0">
                      <a:pos x="csX37" y="csY37"/>
                    </a:cxn>
                    <a:cxn ang="0">
                      <a:pos x="csX38" y="csY38"/>
                    </a:cxn>
                    <a:cxn ang="0">
                      <a:pos x="csX39" y="csY39"/>
                    </a:cxn>
                    <a:cxn ang="0">
                      <a:pos x="csX40" y="csY40"/>
                    </a:cxn>
                    <a:cxn ang="0">
                      <a:pos x="csX41" y="csY41"/>
                    </a:cxn>
                    <a:cxn ang="0">
                      <a:pos x="csX42" y="csY42"/>
                    </a:cxn>
                    <a:cxn ang="0">
                      <a:pos x="csX43" y="csY43"/>
                    </a:cxn>
                    <a:cxn ang="0">
                      <a:pos x="csX44" y="csY44"/>
                    </a:cxn>
                    <a:cxn ang="0">
                      <a:pos x="csX45" y="csY45"/>
                    </a:cxn>
                    <a:cxn ang="0">
                      <a:pos x="csX46" y="csY46"/>
                    </a:cxn>
                    <a:cxn ang="0">
                      <a:pos x="csX47" y="csY47"/>
                    </a:cxn>
                    <a:cxn ang="0">
                      <a:pos x="csX48" y="csY48"/>
                    </a:cxn>
                    <a:cxn ang="0">
                      <a:pos x="csX49" y="csY49"/>
                    </a:cxn>
                    <a:cxn ang="0">
                      <a:pos x="csX50" y="csY50"/>
                    </a:cxn>
                    <a:cxn ang="0">
                      <a:pos x="csX51" y="csY51"/>
                    </a:cxn>
                    <a:cxn ang="0">
                      <a:pos x="csX52" y="csY52"/>
                    </a:cxn>
                    <a:cxn ang="0">
                      <a:pos x="csX53" y="csY53"/>
                    </a:cxn>
                    <a:cxn ang="0">
                      <a:pos x="csX54" y="csY54"/>
                    </a:cxn>
                    <a:cxn ang="0">
                      <a:pos x="csX55" y="csY55"/>
                    </a:cxn>
                    <a:cxn ang="0">
                      <a:pos x="csX56" y="csY56"/>
                    </a:cxn>
                    <a:cxn ang="0">
                      <a:pos x="csX57" y="csY57"/>
                    </a:cxn>
                    <a:cxn ang="0">
                      <a:pos x="csX58" y="csY58"/>
                    </a:cxn>
                    <a:cxn ang="0">
                      <a:pos x="csX59" y="csY59"/>
                    </a:cxn>
                    <a:cxn ang="0">
                      <a:pos x="csX60" y="csY60"/>
                    </a:cxn>
                    <a:cxn ang="0">
                      <a:pos x="csX61" y="csY61"/>
                    </a:cxn>
                    <a:cxn ang="0">
                      <a:pos x="csX62" y="csY62"/>
                    </a:cxn>
                    <a:cxn ang="0">
                      <a:pos x="csX63" y="csY63"/>
                    </a:cxn>
                    <a:cxn ang="0">
                      <a:pos x="csX64" y="csY64"/>
                    </a:cxn>
                    <a:cxn ang="0">
                      <a:pos x="csX65" y="csY65"/>
                    </a:cxn>
                    <a:cxn ang="0">
                      <a:pos x="csX66" y="csY66"/>
                    </a:cxn>
                    <a:cxn ang="0">
                      <a:pos x="csX67" y="csY67"/>
                    </a:cxn>
                  </a:cxnLst>
                  <a:rect l="l" t="t" r="r" b="b"/>
                  <a:pathLst>
                    <a:path w="533705" h="154358"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1" y="4355"/>
                      </a:moveTo>
                      <a:cubicBezTo>
                        <a:pt x="1" y="4355"/>
                        <a:pt x="1" y="4355"/>
                        <a:pt x="1" y="4355"/>
                      </a:cubicBezTo>
                      <a:moveTo>
                        <a:pt x="2948" y="45357"/>
                      </a:moveTo>
                      <a:cubicBezTo>
                        <a:pt x="14060" y="24747"/>
                        <a:pt x="31671" y="8782"/>
                        <a:pt x="42631" y="1524"/>
                      </a:cubicBezTo>
                      <a:moveTo>
                        <a:pt x="2948" y="45357"/>
                      </a:moveTo>
                      <a:cubicBezTo>
                        <a:pt x="12094" y="39044"/>
                        <a:pt x="18670" y="28376"/>
                        <a:pt x="42631" y="1524"/>
                      </a:cubicBezTo>
                      <a:moveTo>
                        <a:pt x="983" y="91730"/>
                      </a:moveTo>
                      <a:cubicBezTo>
                        <a:pt x="26077" y="78087"/>
                        <a:pt x="28421" y="48696"/>
                        <a:pt x="80347" y="4137"/>
                      </a:cubicBezTo>
                      <a:moveTo>
                        <a:pt x="983" y="91730"/>
                      </a:moveTo>
                      <a:cubicBezTo>
                        <a:pt x="19350" y="71047"/>
                        <a:pt x="46183" y="50365"/>
                        <a:pt x="80347" y="4137"/>
                      </a:cubicBezTo>
                      <a:moveTo>
                        <a:pt x="4007" y="132733"/>
                      </a:moveTo>
                      <a:cubicBezTo>
                        <a:pt x="18141" y="114445"/>
                        <a:pt x="72487" y="66113"/>
                        <a:pt x="122977" y="1234"/>
                      </a:cubicBezTo>
                      <a:moveTo>
                        <a:pt x="4007" y="132733"/>
                      </a:moveTo>
                      <a:cubicBezTo>
                        <a:pt x="56311" y="77071"/>
                        <a:pt x="100755" y="32730"/>
                        <a:pt x="122977" y="1234"/>
                      </a:cubicBezTo>
                      <a:moveTo>
                        <a:pt x="26758" y="151746"/>
                      </a:moveTo>
                      <a:cubicBezTo>
                        <a:pt x="66969" y="85344"/>
                        <a:pt x="143461" y="33165"/>
                        <a:pt x="160694" y="3847"/>
                      </a:cubicBezTo>
                      <a:moveTo>
                        <a:pt x="26758" y="151746"/>
                      </a:moveTo>
                      <a:cubicBezTo>
                        <a:pt x="67196" y="106389"/>
                        <a:pt x="112547" y="55517"/>
                        <a:pt x="160694" y="3847"/>
                      </a:cubicBezTo>
                      <a:moveTo>
                        <a:pt x="64475" y="154359"/>
                      </a:moveTo>
                      <a:cubicBezTo>
                        <a:pt x="113151" y="101600"/>
                        <a:pt x="163037" y="56896"/>
                        <a:pt x="203324" y="1016"/>
                      </a:cubicBezTo>
                      <a:moveTo>
                        <a:pt x="64475" y="154359"/>
                      </a:moveTo>
                      <a:cubicBezTo>
                        <a:pt x="89493" y="116404"/>
                        <a:pt x="124565" y="84618"/>
                        <a:pt x="203324" y="1016"/>
                      </a:cubicBezTo>
                      <a:moveTo>
                        <a:pt x="107105" y="151529"/>
                      </a:moveTo>
                      <a:cubicBezTo>
                        <a:pt x="158427" y="119089"/>
                        <a:pt x="192516" y="53122"/>
                        <a:pt x="241041" y="3629"/>
                      </a:cubicBezTo>
                      <a:moveTo>
                        <a:pt x="107105" y="151529"/>
                      </a:moveTo>
                      <a:cubicBezTo>
                        <a:pt x="153363" y="109438"/>
                        <a:pt x="183294" y="66911"/>
                        <a:pt x="241041" y="3629"/>
                      </a:cubicBezTo>
                      <a:moveTo>
                        <a:pt x="144822" y="154141"/>
                      </a:moveTo>
                      <a:cubicBezTo>
                        <a:pt x="187225" y="102253"/>
                        <a:pt x="219197" y="76781"/>
                        <a:pt x="283671" y="799"/>
                      </a:cubicBezTo>
                      <a:moveTo>
                        <a:pt x="144822" y="154141"/>
                      </a:moveTo>
                      <a:cubicBezTo>
                        <a:pt x="174299" y="113501"/>
                        <a:pt x="201737" y="81207"/>
                        <a:pt x="283671" y="799"/>
                      </a:cubicBezTo>
                      <a:moveTo>
                        <a:pt x="187527" y="151239"/>
                      </a:moveTo>
                      <a:cubicBezTo>
                        <a:pt x="240890" y="106535"/>
                        <a:pt x="285712" y="57767"/>
                        <a:pt x="321388" y="3411"/>
                      </a:cubicBezTo>
                      <a:moveTo>
                        <a:pt x="187527" y="151239"/>
                      </a:moveTo>
                      <a:cubicBezTo>
                        <a:pt x="222523" y="111615"/>
                        <a:pt x="254798" y="65822"/>
                        <a:pt x="321388" y="3411"/>
                      </a:cubicBezTo>
                      <a:moveTo>
                        <a:pt x="225168" y="153851"/>
                      </a:moveTo>
                      <a:cubicBezTo>
                        <a:pt x="287602" y="106970"/>
                        <a:pt x="320557" y="46011"/>
                        <a:pt x="364018" y="508"/>
                      </a:cubicBezTo>
                      <a:moveTo>
                        <a:pt x="225168" y="153851"/>
                      </a:moveTo>
                      <a:cubicBezTo>
                        <a:pt x="274223" y="101600"/>
                        <a:pt x="326679" y="41148"/>
                        <a:pt x="364018" y="508"/>
                      </a:cubicBezTo>
                      <a:moveTo>
                        <a:pt x="267874" y="151021"/>
                      </a:moveTo>
                      <a:cubicBezTo>
                        <a:pt x="304533" y="105664"/>
                        <a:pt x="334917" y="93617"/>
                        <a:pt x="401735" y="3121"/>
                      </a:cubicBezTo>
                      <a:moveTo>
                        <a:pt x="267874" y="151021"/>
                      </a:moveTo>
                      <a:cubicBezTo>
                        <a:pt x="322597" y="88682"/>
                        <a:pt x="373617" y="28666"/>
                        <a:pt x="401735" y="3121"/>
                      </a:cubicBezTo>
                      <a:moveTo>
                        <a:pt x="305515" y="153633"/>
                      </a:moveTo>
                      <a:cubicBezTo>
                        <a:pt x="365530" y="106027"/>
                        <a:pt x="428870" y="31351"/>
                        <a:pt x="444365" y="291"/>
                      </a:cubicBezTo>
                      <a:moveTo>
                        <a:pt x="305515" y="153633"/>
                      </a:moveTo>
                      <a:cubicBezTo>
                        <a:pt x="346936" y="112631"/>
                        <a:pt x="386316" y="57767"/>
                        <a:pt x="444365" y="291"/>
                      </a:cubicBezTo>
                      <a:moveTo>
                        <a:pt x="348220" y="150730"/>
                      </a:moveTo>
                      <a:cubicBezTo>
                        <a:pt x="377472" y="113139"/>
                        <a:pt x="425015" y="65387"/>
                        <a:pt x="482082" y="2903"/>
                      </a:cubicBezTo>
                      <a:moveTo>
                        <a:pt x="348220" y="150730"/>
                      </a:moveTo>
                      <a:cubicBezTo>
                        <a:pt x="404305" y="90859"/>
                        <a:pt x="443533" y="43325"/>
                        <a:pt x="482082" y="2903"/>
                      </a:cubicBezTo>
                      <a:moveTo>
                        <a:pt x="385862" y="153343"/>
                      </a:moveTo>
                      <a:cubicBezTo>
                        <a:pt x="438545" y="105954"/>
                        <a:pt x="486541" y="21046"/>
                        <a:pt x="524712" y="1"/>
                      </a:cubicBezTo>
                      <a:moveTo>
                        <a:pt x="385862" y="153343"/>
                      </a:moveTo>
                      <a:cubicBezTo>
                        <a:pt x="423503" y="103559"/>
                        <a:pt x="478680" y="50510"/>
                        <a:pt x="524712" y="1"/>
                      </a:cubicBezTo>
                      <a:moveTo>
                        <a:pt x="428567" y="150513"/>
                      </a:moveTo>
                      <a:cubicBezTo>
                        <a:pt x="462203" y="104720"/>
                        <a:pt x="512391" y="79974"/>
                        <a:pt x="532648" y="35488"/>
                      </a:cubicBezTo>
                      <a:moveTo>
                        <a:pt x="428567" y="150513"/>
                      </a:moveTo>
                      <a:cubicBezTo>
                        <a:pt x="469459" y="112050"/>
                        <a:pt x="500676" y="71555"/>
                        <a:pt x="532648" y="35488"/>
                      </a:cubicBezTo>
                      <a:moveTo>
                        <a:pt x="466208" y="153125"/>
                      </a:moveTo>
                      <a:cubicBezTo>
                        <a:pt x="484047" y="139046"/>
                        <a:pt x="503019" y="109075"/>
                        <a:pt x="530683" y="81933"/>
                      </a:cubicBezTo>
                      <a:moveTo>
                        <a:pt x="466208" y="153125"/>
                      </a:moveTo>
                      <a:cubicBezTo>
                        <a:pt x="483896" y="136942"/>
                        <a:pt x="504304" y="109510"/>
                        <a:pt x="530683" y="81933"/>
                      </a:cubicBezTo>
                      <a:moveTo>
                        <a:pt x="508914" y="150222"/>
                      </a:moveTo>
                      <a:cubicBezTo>
                        <a:pt x="520705" y="142603"/>
                        <a:pt x="531212" y="132950"/>
                        <a:pt x="533706" y="122863"/>
                      </a:cubicBezTo>
                      <a:moveTo>
                        <a:pt x="508914" y="150222"/>
                      </a:moveTo>
                      <a:cubicBezTo>
                        <a:pt x="514205" y="143401"/>
                        <a:pt x="521764" y="136507"/>
                        <a:pt x="533706" y="122863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12" name="شكل حر: شكل 535">
                  <a:extLst>
                    <a:ext uri="{FF2B5EF4-FFF2-40B4-BE49-F238E27FC236}">
                      <a16:creationId xmlns:a16="http://schemas.microsoft.com/office/drawing/2014/main" id="{03A0CAA7-5869-1B88-E206-C92538A422CC}"/>
                    </a:ext>
                  </a:extLst>
                </p:cNvPr>
                <p:cNvSpPr/>
                <p:nvPr/>
              </p:nvSpPr>
              <p:spPr>
                <a:xfrm>
                  <a:off x="8331412" y="4002359"/>
                  <a:ext cx="534371" cy="150640"/>
                </a:xfrm>
                <a:custGeom>
                  <a:avLst/>
                  <a:gdLst>
                    <a:gd name="csX0" fmla="*/ 1902 w 534371"/>
                    <a:gd name="csY0" fmla="*/ 1296 h 150640"/>
                    <a:gd name="csX1" fmla="*/ 530997 w 534371"/>
                    <a:gd name="csY1" fmla="*/ 1296 h 150640"/>
                    <a:gd name="csX2" fmla="*/ 1902 w 534371"/>
                    <a:gd name="csY2" fmla="*/ 1296 h 150640"/>
                    <a:gd name="csX3" fmla="*/ 530997 w 534371"/>
                    <a:gd name="csY3" fmla="*/ 1296 h 150640"/>
                    <a:gd name="csX4" fmla="*/ 530997 w 534371"/>
                    <a:gd name="csY4" fmla="*/ 1296 h 150640"/>
                    <a:gd name="csX5" fmla="*/ 530997 w 534371"/>
                    <a:gd name="csY5" fmla="*/ 146438 h 150640"/>
                    <a:gd name="csX6" fmla="*/ 530997 w 534371"/>
                    <a:gd name="csY6" fmla="*/ 1296 h 150640"/>
                    <a:gd name="csX7" fmla="*/ 530997 w 534371"/>
                    <a:gd name="csY7" fmla="*/ 146438 h 150640"/>
                    <a:gd name="csX8" fmla="*/ 530997 w 534371"/>
                    <a:gd name="csY8" fmla="*/ 146438 h 150640"/>
                    <a:gd name="csX9" fmla="*/ 1902 w 534371"/>
                    <a:gd name="csY9" fmla="*/ 146438 h 150640"/>
                    <a:gd name="csX10" fmla="*/ 530997 w 534371"/>
                    <a:gd name="csY10" fmla="*/ 146438 h 150640"/>
                    <a:gd name="csX11" fmla="*/ 1902 w 534371"/>
                    <a:gd name="csY11" fmla="*/ 146438 h 150640"/>
                    <a:gd name="csX12" fmla="*/ 1902 w 534371"/>
                    <a:gd name="csY12" fmla="*/ 146438 h 150640"/>
                    <a:gd name="csX13" fmla="*/ 1902 w 534371"/>
                    <a:gd name="csY13" fmla="*/ 1296 h 150640"/>
                    <a:gd name="csX14" fmla="*/ 1902 w 534371"/>
                    <a:gd name="csY14" fmla="*/ 146438 h 150640"/>
                    <a:gd name="csX15" fmla="*/ 1902 w 534371"/>
                    <a:gd name="csY15" fmla="*/ 1296 h 150640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534371" h="150640">
                      <a:moveTo>
                        <a:pt x="1902" y="1296"/>
                      </a:moveTo>
                      <a:cubicBezTo>
                        <a:pt x="170457" y="3909"/>
                        <a:pt x="336895" y="1441"/>
                        <a:pt x="530997" y="1296"/>
                      </a:cubicBezTo>
                      <a:moveTo>
                        <a:pt x="1902" y="1296"/>
                      </a:moveTo>
                      <a:cubicBezTo>
                        <a:pt x="166980" y="6667"/>
                        <a:pt x="326993" y="-3421"/>
                        <a:pt x="530997" y="1296"/>
                      </a:cubicBezTo>
                      <a:moveTo>
                        <a:pt x="530997" y="1296"/>
                      </a:moveTo>
                      <a:cubicBezTo>
                        <a:pt x="534172" y="18859"/>
                        <a:pt x="526084" y="60224"/>
                        <a:pt x="530997" y="146438"/>
                      </a:cubicBezTo>
                      <a:moveTo>
                        <a:pt x="530997" y="1296"/>
                      </a:moveTo>
                      <a:cubicBezTo>
                        <a:pt x="537346" y="56886"/>
                        <a:pt x="533189" y="106379"/>
                        <a:pt x="530997" y="146438"/>
                      </a:cubicBezTo>
                      <a:moveTo>
                        <a:pt x="530997" y="146438"/>
                      </a:moveTo>
                      <a:cubicBezTo>
                        <a:pt x="335157" y="157324"/>
                        <a:pt x="137804" y="143245"/>
                        <a:pt x="1902" y="146438"/>
                      </a:cubicBezTo>
                      <a:moveTo>
                        <a:pt x="530997" y="146438"/>
                      </a:moveTo>
                      <a:cubicBezTo>
                        <a:pt x="404997" y="150865"/>
                        <a:pt x="272346" y="146366"/>
                        <a:pt x="1902" y="146438"/>
                      </a:cubicBezTo>
                      <a:moveTo>
                        <a:pt x="1902" y="146438"/>
                      </a:moveTo>
                      <a:cubicBezTo>
                        <a:pt x="8100" y="105799"/>
                        <a:pt x="14071" y="85188"/>
                        <a:pt x="1902" y="1296"/>
                      </a:cubicBezTo>
                      <a:moveTo>
                        <a:pt x="1902" y="146438"/>
                      </a:moveTo>
                      <a:cubicBezTo>
                        <a:pt x="-4900" y="83519"/>
                        <a:pt x="9310" y="32865"/>
                        <a:pt x="1902" y="1296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709" name="صورة 536">
                <a:extLst>
                  <a:ext uri="{FF2B5EF4-FFF2-40B4-BE49-F238E27FC236}">
                    <a16:creationId xmlns:a16="http://schemas.microsoft.com/office/drawing/2014/main" id="{DC7A8197-F71C-1F66-B9E6-64D97531CA7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337093" y="4025426"/>
                <a:ext cx="513977" cy="123370"/>
              </a:xfrm>
              <a:custGeom>
                <a:avLst/>
                <a:gdLst>
                  <a:gd name="csX0" fmla="*/ 0 w 513977"/>
                  <a:gd name="csY0" fmla="*/ 0 h 123370"/>
                  <a:gd name="csX1" fmla="*/ 513978 w 513977"/>
                  <a:gd name="csY1" fmla="*/ 0 h 123370"/>
                  <a:gd name="csX2" fmla="*/ 513978 w 513977"/>
                  <a:gd name="csY2" fmla="*/ 123371 h 123370"/>
                  <a:gd name="csX3" fmla="*/ 0 w 51397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513977" h="123370">
                    <a:moveTo>
                      <a:pt x="0" y="0"/>
                    </a:moveTo>
                    <a:lnTo>
                      <a:pt x="513978" y="0"/>
                    </a:lnTo>
                    <a:lnTo>
                      <a:pt x="51397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  <p:grpSp>
          <p:nvGrpSpPr>
            <p:cNvPr id="2702" name="رسم 9">
              <a:extLst>
                <a:ext uri="{FF2B5EF4-FFF2-40B4-BE49-F238E27FC236}">
                  <a16:creationId xmlns:a16="http://schemas.microsoft.com/office/drawing/2014/main" id="{2D2567C9-B832-D740-180B-8F416F9FFD7D}"/>
                </a:ext>
              </a:extLst>
            </p:cNvPr>
            <p:cNvGrpSpPr/>
            <p:nvPr/>
          </p:nvGrpSpPr>
          <p:grpSpPr>
            <a:xfrm>
              <a:off x="8481932" y="4363854"/>
              <a:ext cx="236859" cy="153893"/>
              <a:chOff x="8481932" y="4363854"/>
              <a:chExt cx="236859" cy="153893"/>
            </a:xfrm>
            <a:noFill/>
          </p:grpSpPr>
          <p:grpSp>
            <p:nvGrpSpPr>
              <p:cNvPr id="2703" name="رسم 9">
                <a:extLst>
                  <a:ext uri="{FF2B5EF4-FFF2-40B4-BE49-F238E27FC236}">
                    <a16:creationId xmlns:a16="http://schemas.microsoft.com/office/drawing/2014/main" id="{891CC8C2-C84C-650E-B8C3-1E870FAC6607}"/>
                  </a:ext>
                </a:extLst>
              </p:cNvPr>
              <p:cNvGrpSpPr/>
              <p:nvPr/>
            </p:nvGrpSpPr>
            <p:grpSpPr>
              <a:xfrm>
                <a:off x="8481932" y="4363854"/>
                <a:ext cx="236859" cy="153893"/>
                <a:chOff x="8481932" y="4363854"/>
                <a:chExt cx="236859" cy="153893"/>
              </a:xfrm>
              <a:noFill/>
            </p:grpSpPr>
            <p:sp>
              <p:nvSpPr>
                <p:cNvPr id="2705" name="مستطيل 539">
                  <a:extLst>
                    <a:ext uri="{FF2B5EF4-FFF2-40B4-BE49-F238E27FC236}">
                      <a16:creationId xmlns:a16="http://schemas.microsoft.com/office/drawing/2014/main" id="{EC63C755-5E3E-58B8-45BA-749B4D796A81}"/>
                    </a:ext>
                  </a:extLst>
                </p:cNvPr>
                <p:cNvSpPr/>
                <p:nvPr/>
              </p:nvSpPr>
              <p:spPr>
                <a:xfrm>
                  <a:off x="8484484" y="4366510"/>
                  <a:ext cx="226754" cy="145142"/>
                </a:xfrm>
                <a:prstGeom prst="rect">
                  <a:avLst/>
                </a:prstGeom>
                <a:noFill/>
                <a:ln w="7550" cap="flat">
                  <a:noFill/>
                  <a:prstDash val="solid"/>
                  <a:miter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6" name="شكل حر: شكل 540">
                  <a:extLst>
                    <a:ext uri="{FF2B5EF4-FFF2-40B4-BE49-F238E27FC236}">
                      <a16:creationId xmlns:a16="http://schemas.microsoft.com/office/drawing/2014/main" id="{25214E85-3F4A-A857-8B76-B5ED99E1BC2B}"/>
                    </a:ext>
                  </a:extLst>
                </p:cNvPr>
                <p:cNvSpPr/>
                <p:nvPr/>
              </p:nvSpPr>
              <p:spPr>
                <a:xfrm>
                  <a:off x="8483955" y="4364405"/>
                  <a:ext cx="231138" cy="153342"/>
                </a:xfrm>
                <a:custGeom>
                  <a:avLst/>
                  <a:gdLst>
                    <a:gd name="csX0" fmla="*/ 1966 w 231138"/>
                    <a:gd name="csY0" fmla="*/ 509 h 153342"/>
                    <a:gd name="csX1" fmla="*/ 1966 w 231138"/>
                    <a:gd name="csY1" fmla="*/ 509 h 153342"/>
                    <a:gd name="csX2" fmla="*/ 1966 w 231138"/>
                    <a:gd name="csY2" fmla="*/ 509 h 153342"/>
                    <a:gd name="csX3" fmla="*/ 1966 w 231138"/>
                    <a:gd name="csY3" fmla="*/ 509 h 153342"/>
                    <a:gd name="csX4" fmla="*/ 1 w 231138"/>
                    <a:gd name="csY4" fmla="*/ 46954 h 153342"/>
                    <a:gd name="csX5" fmla="*/ 39683 w 231138"/>
                    <a:gd name="csY5" fmla="*/ 3121 h 153342"/>
                    <a:gd name="csX6" fmla="*/ 1 w 231138"/>
                    <a:gd name="csY6" fmla="*/ 46954 h 153342"/>
                    <a:gd name="csX7" fmla="*/ 39683 w 231138"/>
                    <a:gd name="csY7" fmla="*/ 3121 h 153342"/>
                    <a:gd name="csX8" fmla="*/ 2948 w 231138"/>
                    <a:gd name="csY8" fmla="*/ 87884 h 153342"/>
                    <a:gd name="csX9" fmla="*/ 82313 w 231138"/>
                    <a:gd name="csY9" fmla="*/ 291 h 153342"/>
                    <a:gd name="csX10" fmla="*/ 2948 w 231138"/>
                    <a:gd name="csY10" fmla="*/ 87884 h 153342"/>
                    <a:gd name="csX11" fmla="*/ 82313 w 231138"/>
                    <a:gd name="csY11" fmla="*/ 291 h 153342"/>
                    <a:gd name="csX12" fmla="*/ 983 w 231138"/>
                    <a:gd name="csY12" fmla="*/ 134330 h 153342"/>
                    <a:gd name="csX13" fmla="*/ 120029 w 231138"/>
                    <a:gd name="csY13" fmla="*/ 2903 h 153342"/>
                    <a:gd name="csX14" fmla="*/ 983 w 231138"/>
                    <a:gd name="csY14" fmla="*/ 134330 h 153342"/>
                    <a:gd name="csX15" fmla="*/ 120029 w 231138"/>
                    <a:gd name="csY15" fmla="*/ 2903 h 153342"/>
                    <a:gd name="csX16" fmla="*/ 23810 w 231138"/>
                    <a:gd name="csY16" fmla="*/ 153343 h 153342"/>
                    <a:gd name="csX17" fmla="*/ 162659 w 231138"/>
                    <a:gd name="csY17" fmla="*/ 1 h 153342"/>
                    <a:gd name="csX18" fmla="*/ 23810 w 231138"/>
                    <a:gd name="csY18" fmla="*/ 153343 h 153342"/>
                    <a:gd name="csX19" fmla="*/ 162659 w 231138"/>
                    <a:gd name="csY19" fmla="*/ 1 h 153342"/>
                    <a:gd name="csX20" fmla="*/ 66440 w 231138"/>
                    <a:gd name="csY20" fmla="*/ 150513 h 153342"/>
                    <a:gd name="csX21" fmla="*/ 200376 w 231138"/>
                    <a:gd name="csY21" fmla="*/ 2613 h 153342"/>
                    <a:gd name="csX22" fmla="*/ 66440 w 231138"/>
                    <a:gd name="csY22" fmla="*/ 150513 h 153342"/>
                    <a:gd name="csX23" fmla="*/ 200376 w 231138"/>
                    <a:gd name="csY23" fmla="*/ 2613 h 153342"/>
                    <a:gd name="csX24" fmla="*/ 104157 w 231138"/>
                    <a:gd name="csY24" fmla="*/ 153125 h 153342"/>
                    <a:gd name="csX25" fmla="*/ 228116 w 231138"/>
                    <a:gd name="csY25" fmla="*/ 16184 h 153342"/>
                    <a:gd name="csX26" fmla="*/ 104157 w 231138"/>
                    <a:gd name="csY26" fmla="*/ 153125 h 153342"/>
                    <a:gd name="csX27" fmla="*/ 228116 w 231138"/>
                    <a:gd name="csY27" fmla="*/ 16184 h 153342"/>
                    <a:gd name="csX28" fmla="*/ 146786 w 231138"/>
                    <a:gd name="csY28" fmla="*/ 150223 h 153342"/>
                    <a:gd name="csX29" fmla="*/ 231139 w 231138"/>
                    <a:gd name="csY29" fmla="*/ 57114 h 153342"/>
                    <a:gd name="csX30" fmla="*/ 146786 w 231138"/>
                    <a:gd name="csY30" fmla="*/ 150223 h 153342"/>
                    <a:gd name="csX31" fmla="*/ 231139 w 231138"/>
                    <a:gd name="csY31" fmla="*/ 57114 h 153342"/>
                    <a:gd name="csX32" fmla="*/ 184504 w 231138"/>
                    <a:gd name="csY32" fmla="*/ 152835 h 153342"/>
                    <a:gd name="csX33" fmla="*/ 229174 w 231138"/>
                    <a:gd name="csY33" fmla="*/ 103560 h 153342"/>
                    <a:gd name="csX34" fmla="*/ 184504 w 231138"/>
                    <a:gd name="csY34" fmla="*/ 152835 h 153342"/>
                    <a:gd name="csX35" fmla="*/ 229174 w 231138"/>
                    <a:gd name="csY35" fmla="*/ 103560 h 153342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  <a:cxn ang="0">
                      <a:pos x="csX16" y="csY16"/>
                    </a:cxn>
                    <a:cxn ang="0">
                      <a:pos x="csX17" y="csY17"/>
                    </a:cxn>
                    <a:cxn ang="0">
                      <a:pos x="csX18" y="csY18"/>
                    </a:cxn>
                    <a:cxn ang="0">
                      <a:pos x="csX19" y="csY19"/>
                    </a:cxn>
                    <a:cxn ang="0">
                      <a:pos x="csX20" y="csY20"/>
                    </a:cxn>
                    <a:cxn ang="0">
                      <a:pos x="csX21" y="csY21"/>
                    </a:cxn>
                    <a:cxn ang="0">
                      <a:pos x="csX22" y="csY22"/>
                    </a:cxn>
                    <a:cxn ang="0">
                      <a:pos x="csX23" y="csY23"/>
                    </a:cxn>
                    <a:cxn ang="0">
                      <a:pos x="csX24" y="csY24"/>
                    </a:cxn>
                    <a:cxn ang="0">
                      <a:pos x="csX25" y="csY25"/>
                    </a:cxn>
                    <a:cxn ang="0">
                      <a:pos x="csX26" y="csY26"/>
                    </a:cxn>
                    <a:cxn ang="0">
                      <a:pos x="csX27" y="csY27"/>
                    </a:cxn>
                    <a:cxn ang="0">
                      <a:pos x="csX28" y="csY28"/>
                    </a:cxn>
                    <a:cxn ang="0">
                      <a:pos x="csX29" y="csY29"/>
                    </a:cxn>
                    <a:cxn ang="0">
                      <a:pos x="csX30" y="csY30"/>
                    </a:cxn>
                    <a:cxn ang="0">
                      <a:pos x="csX31" y="csY31"/>
                    </a:cxn>
                    <a:cxn ang="0">
                      <a:pos x="csX32" y="csY32"/>
                    </a:cxn>
                    <a:cxn ang="0">
                      <a:pos x="csX33" y="csY33"/>
                    </a:cxn>
                    <a:cxn ang="0">
                      <a:pos x="csX34" y="csY34"/>
                    </a:cxn>
                    <a:cxn ang="0">
                      <a:pos x="csX35" y="csY35"/>
                    </a:cxn>
                  </a:cxnLst>
                  <a:rect l="l" t="t" r="r" b="b"/>
                  <a:pathLst>
                    <a:path w="231138" h="153342">
                      <a:moveTo>
                        <a:pt x="1966" y="509"/>
                      </a:moveTo>
                      <a:cubicBezTo>
                        <a:pt x="1966" y="509"/>
                        <a:pt x="1966" y="509"/>
                        <a:pt x="1966" y="509"/>
                      </a:cubicBezTo>
                      <a:moveTo>
                        <a:pt x="1966" y="509"/>
                      </a:moveTo>
                      <a:cubicBezTo>
                        <a:pt x="1966" y="509"/>
                        <a:pt x="1966" y="509"/>
                        <a:pt x="1966" y="509"/>
                      </a:cubicBezTo>
                      <a:moveTo>
                        <a:pt x="1" y="46954"/>
                      </a:moveTo>
                      <a:cubicBezTo>
                        <a:pt x="16100" y="35197"/>
                        <a:pt x="28043" y="11177"/>
                        <a:pt x="39683" y="3121"/>
                      </a:cubicBezTo>
                      <a:moveTo>
                        <a:pt x="1" y="46954"/>
                      </a:moveTo>
                      <a:cubicBezTo>
                        <a:pt x="15420" y="27940"/>
                        <a:pt x="29403" y="17490"/>
                        <a:pt x="39683" y="3121"/>
                      </a:cubicBezTo>
                      <a:moveTo>
                        <a:pt x="2948" y="87884"/>
                      </a:moveTo>
                      <a:cubicBezTo>
                        <a:pt x="31822" y="58348"/>
                        <a:pt x="50945" y="41947"/>
                        <a:pt x="82313" y="291"/>
                      </a:cubicBezTo>
                      <a:moveTo>
                        <a:pt x="2948" y="87884"/>
                      </a:moveTo>
                      <a:cubicBezTo>
                        <a:pt x="28798" y="59146"/>
                        <a:pt x="60620" y="27070"/>
                        <a:pt x="82313" y="291"/>
                      </a:cubicBezTo>
                      <a:moveTo>
                        <a:pt x="983" y="134330"/>
                      </a:moveTo>
                      <a:cubicBezTo>
                        <a:pt x="37793" y="85997"/>
                        <a:pt x="70975" y="30263"/>
                        <a:pt x="120029" y="2903"/>
                      </a:cubicBezTo>
                      <a:moveTo>
                        <a:pt x="983" y="134330"/>
                      </a:moveTo>
                      <a:cubicBezTo>
                        <a:pt x="22298" y="110381"/>
                        <a:pt x="55707" y="66984"/>
                        <a:pt x="120029" y="2903"/>
                      </a:cubicBezTo>
                      <a:moveTo>
                        <a:pt x="23810" y="153343"/>
                      </a:moveTo>
                      <a:cubicBezTo>
                        <a:pt x="67951" y="100947"/>
                        <a:pt x="94935" y="73297"/>
                        <a:pt x="162659" y="1"/>
                      </a:cubicBezTo>
                      <a:moveTo>
                        <a:pt x="23810" y="153343"/>
                      </a:moveTo>
                      <a:cubicBezTo>
                        <a:pt x="64777" y="113284"/>
                        <a:pt x="105290" y="57912"/>
                        <a:pt x="162659" y="1"/>
                      </a:cubicBezTo>
                      <a:moveTo>
                        <a:pt x="66440" y="150513"/>
                      </a:moveTo>
                      <a:cubicBezTo>
                        <a:pt x="124564" y="115388"/>
                        <a:pt x="162130" y="65242"/>
                        <a:pt x="200376" y="2613"/>
                      </a:cubicBezTo>
                      <a:moveTo>
                        <a:pt x="66440" y="150513"/>
                      </a:moveTo>
                      <a:cubicBezTo>
                        <a:pt x="111790" y="102108"/>
                        <a:pt x="147618" y="68943"/>
                        <a:pt x="200376" y="2613"/>
                      </a:cubicBezTo>
                      <a:moveTo>
                        <a:pt x="104157" y="153125"/>
                      </a:moveTo>
                      <a:cubicBezTo>
                        <a:pt x="132199" y="111978"/>
                        <a:pt x="170898" y="73805"/>
                        <a:pt x="228116" y="16184"/>
                      </a:cubicBezTo>
                      <a:moveTo>
                        <a:pt x="104157" y="153125"/>
                      </a:moveTo>
                      <a:cubicBezTo>
                        <a:pt x="153211" y="92529"/>
                        <a:pt x="202719" y="40350"/>
                        <a:pt x="228116" y="16184"/>
                      </a:cubicBezTo>
                      <a:moveTo>
                        <a:pt x="146786" y="150223"/>
                      </a:moveTo>
                      <a:cubicBezTo>
                        <a:pt x="171351" y="125549"/>
                        <a:pt x="204080" y="91658"/>
                        <a:pt x="231139" y="57114"/>
                      </a:cubicBezTo>
                      <a:moveTo>
                        <a:pt x="146786" y="150223"/>
                      </a:moveTo>
                      <a:cubicBezTo>
                        <a:pt x="183218" y="115026"/>
                        <a:pt x="211714" y="80917"/>
                        <a:pt x="231139" y="57114"/>
                      </a:cubicBezTo>
                      <a:moveTo>
                        <a:pt x="184504" y="152835"/>
                      </a:moveTo>
                      <a:cubicBezTo>
                        <a:pt x="202417" y="127435"/>
                        <a:pt x="221238" y="107696"/>
                        <a:pt x="229174" y="103560"/>
                      </a:cubicBezTo>
                      <a:moveTo>
                        <a:pt x="184504" y="152835"/>
                      </a:moveTo>
                      <a:cubicBezTo>
                        <a:pt x="197353" y="134838"/>
                        <a:pt x="218063" y="119380"/>
                        <a:pt x="229174" y="103560"/>
                      </a:cubicBezTo>
                    </a:path>
                  </a:pathLst>
                </a:custGeom>
                <a:noFill/>
                <a:ln w="3775" cap="rnd">
                  <a:solidFill>
                    <a:srgbClr val="F8CECC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2707" name="شكل حر: شكل 541">
                  <a:extLst>
                    <a:ext uri="{FF2B5EF4-FFF2-40B4-BE49-F238E27FC236}">
                      <a16:creationId xmlns:a16="http://schemas.microsoft.com/office/drawing/2014/main" id="{0B9C4195-4F60-3461-376C-D62822F01D3C}"/>
                    </a:ext>
                  </a:extLst>
                </p:cNvPr>
                <p:cNvSpPr/>
                <p:nvPr/>
              </p:nvSpPr>
              <p:spPr>
                <a:xfrm>
                  <a:off x="8481932" y="4363854"/>
                  <a:ext cx="236859" cy="152438"/>
                </a:xfrm>
                <a:custGeom>
                  <a:avLst/>
                  <a:gdLst>
                    <a:gd name="csX0" fmla="*/ 2552 w 236859"/>
                    <a:gd name="csY0" fmla="*/ 2656 h 152438"/>
                    <a:gd name="csX1" fmla="*/ 229307 w 236859"/>
                    <a:gd name="csY1" fmla="*/ 2656 h 152438"/>
                    <a:gd name="csX2" fmla="*/ 2552 w 236859"/>
                    <a:gd name="csY2" fmla="*/ 2656 h 152438"/>
                    <a:gd name="csX3" fmla="*/ 229307 w 236859"/>
                    <a:gd name="csY3" fmla="*/ 2656 h 152438"/>
                    <a:gd name="csX4" fmla="*/ 229307 w 236859"/>
                    <a:gd name="csY4" fmla="*/ 2656 h 152438"/>
                    <a:gd name="csX5" fmla="*/ 229307 w 236859"/>
                    <a:gd name="csY5" fmla="*/ 147798 h 152438"/>
                    <a:gd name="csX6" fmla="*/ 229307 w 236859"/>
                    <a:gd name="csY6" fmla="*/ 2656 h 152438"/>
                    <a:gd name="csX7" fmla="*/ 229307 w 236859"/>
                    <a:gd name="csY7" fmla="*/ 147798 h 152438"/>
                    <a:gd name="csX8" fmla="*/ 229307 w 236859"/>
                    <a:gd name="csY8" fmla="*/ 147798 h 152438"/>
                    <a:gd name="csX9" fmla="*/ 2552 w 236859"/>
                    <a:gd name="csY9" fmla="*/ 147798 h 152438"/>
                    <a:gd name="csX10" fmla="*/ 229307 w 236859"/>
                    <a:gd name="csY10" fmla="*/ 147798 h 152438"/>
                    <a:gd name="csX11" fmla="*/ 2552 w 236859"/>
                    <a:gd name="csY11" fmla="*/ 147798 h 152438"/>
                    <a:gd name="csX12" fmla="*/ 2552 w 236859"/>
                    <a:gd name="csY12" fmla="*/ 147798 h 152438"/>
                    <a:gd name="csX13" fmla="*/ 2552 w 236859"/>
                    <a:gd name="csY13" fmla="*/ 2656 h 152438"/>
                    <a:gd name="csX14" fmla="*/ 2552 w 236859"/>
                    <a:gd name="csY14" fmla="*/ 147798 h 152438"/>
                    <a:gd name="csX15" fmla="*/ 2552 w 236859"/>
                    <a:gd name="csY15" fmla="*/ 2656 h 1524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  <a:cxn ang="0">
                      <a:pos x="csX5" y="csY5"/>
                    </a:cxn>
                    <a:cxn ang="0">
                      <a:pos x="csX6" y="csY6"/>
                    </a:cxn>
                    <a:cxn ang="0">
                      <a:pos x="csX7" y="csY7"/>
                    </a:cxn>
                    <a:cxn ang="0">
                      <a:pos x="csX8" y="csY8"/>
                    </a:cxn>
                    <a:cxn ang="0">
                      <a:pos x="csX9" y="csY9"/>
                    </a:cxn>
                    <a:cxn ang="0">
                      <a:pos x="csX10" y="csY10"/>
                    </a:cxn>
                    <a:cxn ang="0">
                      <a:pos x="csX11" y="csY11"/>
                    </a:cxn>
                    <a:cxn ang="0">
                      <a:pos x="csX12" y="csY12"/>
                    </a:cxn>
                    <a:cxn ang="0">
                      <a:pos x="csX13" y="csY13"/>
                    </a:cxn>
                    <a:cxn ang="0">
                      <a:pos x="csX14" y="csY14"/>
                    </a:cxn>
                    <a:cxn ang="0">
                      <a:pos x="csX15" y="csY15"/>
                    </a:cxn>
                  </a:cxnLst>
                  <a:rect l="l" t="t" r="r" b="b"/>
                  <a:pathLst>
                    <a:path w="236859" h="152438">
                      <a:moveTo>
                        <a:pt x="2552" y="2656"/>
                      </a:moveTo>
                      <a:cubicBezTo>
                        <a:pt x="65212" y="-320"/>
                        <a:pt x="155763" y="-1408"/>
                        <a:pt x="229307" y="2656"/>
                      </a:cubicBezTo>
                      <a:moveTo>
                        <a:pt x="2552" y="2656"/>
                      </a:moveTo>
                      <a:cubicBezTo>
                        <a:pt x="87056" y="7083"/>
                        <a:pt x="169368" y="5849"/>
                        <a:pt x="229307" y="2656"/>
                      </a:cubicBezTo>
                      <a:moveTo>
                        <a:pt x="229307" y="2656"/>
                      </a:moveTo>
                      <a:cubicBezTo>
                        <a:pt x="231574" y="41046"/>
                        <a:pt x="245104" y="77839"/>
                        <a:pt x="229307" y="147798"/>
                      </a:cubicBezTo>
                      <a:moveTo>
                        <a:pt x="229307" y="2656"/>
                      </a:moveTo>
                      <a:cubicBezTo>
                        <a:pt x="230138" y="53020"/>
                        <a:pt x="232708" y="111803"/>
                        <a:pt x="229307" y="147798"/>
                      </a:cubicBezTo>
                      <a:moveTo>
                        <a:pt x="229307" y="147798"/>
                      </a:moveTo>
                      <a:cubicBezTo>
                        <a:pt x="148658" y="136695"/>
                        <a:pt x="86149" y="162457"/>
                        <a:pt x="2552" y="147798"/>
                      </a:cubicBezTo>
                      <a:moveTo>
                        <a:pt x="229307" y="147798"/>
                      </a:moveTo>
                      <a:cubicBezTo>
                        <a:pt x="161205" y="153821"/>
                        <a:pt x="99905" y="141194"/>
                        <a:pt x="2552" y="147798"/>
                      </a:cubicBezTo>
                      <a:moveTo>
                        <a:pt x="2552" y="147798"/>
                      </a:moveTo>
                      <a:cubicBezTo>
                        <a:pt x="-4477" y="86548"/>
                        <a:pt x="5576" y="29652"/>
                        <a:pt x="2552" y="2656"/>
                      </a:cubicBezTo>
                      <a:moveTo>
                        <a:pt x="2552" y="147798"/>
                      </a:moveTo>
                      <a:cubicBezTo>
                        <a:pt x="-849" y="105852"/>
                        <a:pt x="-472" y="46561"/>
                        <a:pt x="2552" y="2656"/>
                      </a:cubicBezTo>
                    </a:path>
                  </a:pathLst>
                </a:custGeom>
                <a:noFill/>
                <a:ln w="7550" cap="rnd">
                  <a:solidFill>
                    <a:srgbClr val="B85450"/>
                  </a:solidFill>
                  <a:prstDash val="solid"/>
                  <a:rou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pic>
            <p:nvPicPr>
              <p:cNvPr id="2704" name="صورة 542">
                <a:extLst>
                  <a:ext uri="{FF2B5EF4-FFF2-40B4-BE49-F238E27FC236}">
                    <a16:creationId xmlns:a16="http://schemas.microsoft.com/office/drawing/2014/main" id="{71E54E74-C684-20A4-F5DF-E29C54EBFD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488263" y="4388281"/>
                <a:ext cx="211637" cy="123370"/>
              </a:xfrm>
              <a:custGeom>
                <a:avLst/>
                <a:gdLst>
                  <a:gd name="csX0" fmla="*/ 0 w 211637"/>
                  <a:gd name="csY0" fmla="*/ 0 h 123370"/>
                  <a:gd name="csX1" fmla="*/ 211638 w 211637"/>
                  <a:gd name="csY1" fmla="*/ 0 h 123370"/>
                  <a:gd name="csX2" fmla="*/ 211638 w 211637"/>
                  <a:gd name="csY2" fmla="*/ 123371 h 123370"/>
                  <a:gd name="csX3" fmla="*/ 0 w 211637"/>
                  <a:gd name="csY3" fmla="*/ 123371 h 1233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11637" h="123370">
                    <a:moveTo>
                      <a:pt x="0" y="0"/>
                    </a:moveTo>
                    <a:lnTo>
                      <a:pt x="211638" y="0"/>
                    </a:lnTo>
                    <a:lnTo>
                      <a:pt x="211638" y="123371"/>
                    </a:lnTo>
                    <a:lnTo>
                      <a:pt x="0" y="123371"/>
                    </a:lnTo>
                    <a:close/>
                  </a:path>
                </a:pathLst>
              </a:custGeom>
            </p:spPr>
          </p:pic>
        </p:grpSp>
      </p:grpSp>
      <p:grpSp>
        <p:nvGrpSpPr>
          <p:cNvPr id="2725" name="!!رسم 9">
            <a:extLst>
              <a:ext uri="{FF2B5EF4-FFF2-40B4-BE49-F238E27FC236}">
                <a16:creationId xmlns:a16="http://schemas.microsoft.com/office/drawing/2014/main" id="{5984B404-03BD-CAAB-554E-A49F27653098}"/>
              </a:ext>
            </a:extLst>
          </p:cNvPr>
          <p:cNvGrpSpPr/>
          <p:nvPr/>
        </p:nvGrpSpPr>
        <p:grpSpPr>
          <a:xfrm>
            <a:off x="6980070" y="2160090"/>
            <a:ext cx="473237" cy="609452"/>
            <a:chOff x="7650630" y="1816073"/>
            <a:chExt cx="473237" cy="609452"/>
          </a:xfrm>
          <a:noFill/>
        </p:grpSpPr>
        <p:grpSp>
          <p:nvGrpSpPr>
            <p:cNvPr id="2726" name="رسم 9">
              <a:extLst>
                <a:ext uri="{FF2B5EF4-FFF2-40B4-BE49-F238E27FC236}">
                  <a16:creationId xmlns:a16="http://schemas.microsoft.com/office/drawing/2014/main" id="{FE8681F8-7859-5B52-0E15-79A9106B33F2}"/>
                </a:ext>
              </a:extLst>
            </p:cNvPr>
            <p:cNvGrpSpPr/>
            <p:nvPr/>
          </p:nvGrpSpPr>
          <p:grpSpPr>
            <a:xfrm>
              <a:off x="7650630" y="1816073"/>
              <a:ext cx="473237" cy="609452"/>
              <a:chOff x="7650630" y="1816073"/>
              <a:chExt cx="473237" cy="609452"/>
            </a:xfrm>
            <a:noFill/>
          </p:grpSpPr>
          <p:sp>
            <p:nvSpPr>
              <p:cNvPr id="2728" name="مستطيل 545">
                <a:extLst>
                  <a:ext uri="{FF2B5EF4-FFF2-40B4-BE49-F238E27FC236}">
                    <a16:creationId xmlns:a16="http://schemas.microsoft.com/office/drawing/2014/main" id="{33DEF78C-84AF-870D-122C-6A025265CCEC}"/>
                  </a:ext>
                </a:extLst>
              </p:cNvPr>
              <p:cNvSpPr/>
              <p:nvPr/>
            </p:nvSpPr>
            <p:spPr>
              <a:xfrm>
                <a:off x="7653049" y="1826524"/>
                <a:ext cx="453509" cy="58056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29" name="شكل حر: شكل 546">
                <a:extLst>
                  <a:ext uri="{FF2B5EF4-FFF2-40B4-BE49-F238E27FC236}">
                    <a16:creationId xmlns:a16="http://schemas.microsoft.com/office/drawing/2014/main" id="{A3B69F5A-BE0E-C202-6D82-127B5A5683CE}"/>
                  </a:ext>
                </a:extLst>
              </p:cNvPr>
              <p:cNvSpPr/>
              <p:nvPr/>
            </p:nvSpPr>
            <p:spPr>
              <a:xfrm>
                <a:off x="7650630" y="1823838"/>
                <a:ext cx="473237" cy="601686"/>
              </a:xfrm>
              <a:custGeom>
                <a:avLst/>
                <a:gdLst>
                  <a:gd name="csX0" fmla="*/ 3931 w 473237"/>
                  <a:gd name="csY0" fmla="*/ 1016 h 601686"/>
                  <a:gd name="csX1" fmla="*/ 3931 w 473237"/>
                  <a:gd name="csY1" fmla="*/ 1016 h 601686"/>
                  <a:gd name="csX2" fmla="*/ 3931 w 473237"/>
                  <a:gd name="csY2" fmla="*/ 1016 h 601686"/>
                  <a:gd name="csX3" fmla="*/ 3931 w 473237"/>
                  <a:gd name="csY3" fmla="*/ 1016 h 601686"/>
                  <a:gd name="csX4" fmla="*/ 1966 w 473237"/>
                  <a:gd name="csY4" fmla="*/ 47389 h 601686"/>
                  <a:gd name="csX5" fmla="*/ 41648 w 473237"/>
                  <a:gd name="csY5" fmla="*/ 3629 h 601686"/>
                  <a:gd name="csX6" fmla="*/ 1966 w 473237"/>
                  <a:gd name="csY6" fmla="*/ 47389 h 601686"/>
                  <a:gd name="csX7" fmla="*/ 41648 w 473237"/>
                  <a:gd name="csY7" fmla="*/ 3629 h 601686"/>
                  <a:gd name="csX8" fmla="*/ 1 w 473237"/>
                  <a:gd name="csY8" fmla="*/ 93835 h 601686"/>
                  <a:gd name="csX9" fmla="*/ 84278 w 473237"/>
                  <a:gd name="csY9" fmla="*/ 726 h 601686"/>
                  <a:gd name="csX10" fmla="*/ 1 w 473237"/>
                  <a:gd name="csY10" fmla="*/ 93835 h 601686"/>
                  <a:gd name="csX11" fmla="*/ 84278 w 473237"/>
                  <a:gd name="csY11" fmla="*/ 726 h 601686"/>
                  <a:gd name="csX12" fmla="*/ 2948 w 473237"/>
                  <a:gd name="csY12" fmla="*/ 134765 h 601686"/>
                  <a:gd name="csX13" fmla="*/ 121995 w 473237"/>
                  <a:gd name="csY13" fmla="*/ 3339 h 601686"/>
                  <a:gd name="csX14" fmla="*/ 2948 w 473237"/>
                  <a:gd name="csY14" fmla="*/ 134765 h 601686"/>
                  <a:gd name="csX15" fmla="*/ 121995 w 473237"/>
                  <a:gd name="csY15" fmla="*/ 3339 h 601686"/>
                  <a:gd name="csX16" fmla="*/ 983 w 473237"/>
                  <a:gd name="csY16" fmla="*/ 181210 h 601686"/>
                  <a:gd name="csX17" fmla="*/ 164625 w 473237"/>
                  <a:gd name="csY17" fmla="*/ 508 h 601686"/>
                  <a:gd name="csX18" fmla="*/ 983 w 473237"/>
                  <a:gd name="csY18" fmla="*/ 181210 h 601686"/>
                  <a:gd name="csX19" fmla="*/ 164625 w 473237"/>
                  <a:gd name="csY19" fmla="*/ 508 h 601686"/>
                  <a:gd name="csX20" fmla="*/ 4007 w 473237"/>
                  <a:gd name="csY20" fmla="*/ 222213 h 601686"/>
                  <a:gd name="csX21" fmla="*/ 202342 w 473237"/>
                  <a:gd name="csY21" fmla="*/ 3121 h 601686"/>
                  <a:gd name="csX22" fmla="*/ 4007 w 473237"/>
                  <a:gd name="csY22" fmla="*/ 222213 h 601686"/>
                  <a:gd name="csX23" fmla="*/ 202342 w 473237"/>
                  <a:gd name="csY23" fmla="*/ 3121 h 601686"/>
                  <a:gd name="csX24" fmla="*/ 2041 w 473237"/>
                  <a:gd name="csY24" fmla="*/ 268586 h 601686"/>
                  <a:gd name="csX25" fmla="*/ 244972 w 473237"/>
                  <a:gd name="csY25" fmla="*/ 218 h 601686"/>
                  <a:gd name="csX26" fmla="*/ 2041 w 473237"/>
                  <a:gd name="csY26" fmla="*/ 268586 h 601686"/>
                  <a:gd name="csX27" fmla="*/ 244972 w 473237"/>
                  <a:gd name="csY27" fmla="*/ 218 h 601686"/>
                  <a:gd name="csX28" fmla="*/ 76 w 473237"/>
                  <a:gd name="csY28" fmla="*/ 315031 h 601686"/>
                  <a:gd name="csX29" fmla="*/ 282688 w 473237"/>
                  <a:gd name="csY29" fmla="*/ 2831 h 601686"/>
                  <a:gd name="csX30" fmla="*/ 76 w 473237"/>
                  <a:gd name="csY30" fmla="*/ 315031 h 601686"/>
                  <a:gd name="csX31" fmla="*/ 282688 w 473237"/>
                  <a:gd name="csY31" fmla="*/ 2831 h 601686"/>
                  <a:gd name="csX32" fmla="*/ 3024 w 473237"/>
                  <a:gd name="csY32" fmla="*/ 355961 h 601686"/>
                  <a:gd name="csX33" fmla="*/ 325318 w 473237"/>
                  <a:gd name="csY33" fmla="*/ 1 h 601686"/>
                  <a:gd name="csX34" fmla="*/ 3024 w 473237"/>
                  <a:gd name="csY34" fmla="*/ 355961 h 601686"/>
                  <a:gd name="csX35" fmla="*/ 325318 w 473237"/>
                  <a:gd name="csY35" fmla="*/ 1 h 601686"/>
                  <a:gd name="csX36" fmla="*/ 1059 w 473237"/>
                  <a:gd name="csY36" fmla="*/ 402407 h 601686"/>
                  <a:gd name="csX37" fmla="*/ 363035 w 473237"/>
                  <a:gd name="csY37" fmla="*/ 2613 h 601686"/>
                  <a:gd name="csX38" fmla="*/ 1059 w 473237"/>
                  <a:gd name="csY38" fmla="*/ 402407 h 601686"/>
                  <a:gd name="csX39" fmla="*/ 363035 w 473237"/>
                  <a:gd name="csY39" fmla="*/ 2613 h 601686"/>
                  <a:gd name="csX40" fmla="*/ 4007 w 473237"/>
                  <a:gd name="csY40" fmla="*/ 443409 h 601686"/>
                  <a:gd name="csX41" fmla="*/ 400752 w 473237"/>
                  <a:gd name="csY41" fmla="*/ 5226 h 601686"/>
                  <a:gd name="csX42" fmla="*/ 4007 w 473237"/>
                  <a:gd name="csY42" fmla="*/ 443409 h 601686"/>
                  <a:gd name="csX43" fmla="*/ 400752 w 473237"/>
                  <a:gd name="csY43" fmla="*/ 5226 h 601686"/>
                  <a:gd name="csX44" fmla="*/ 2041 w 473237"/>
                  <a:gd name="csY44" fmla="*/ 489782 h 601686"/>
                  <a:gd name="csX45" fmla="*/ 443382 w 473237"/>
                  <a:gd name="csY45" fmla="*/ 2323 h 601686"/>
                  <a:gd name="csX46" fmla="*/ 2041 w 473237"/>
                  <a:gd name="csY46" fmla="*/ 489782 h 601686"/>
                  <a:gd name="csX47" fmla="*/ 443382 w 473237"/>
                  <a:gd name="csY47" fmla="*/ 2323 h 601686"/>
                  <a:gd name="csX48" fmla="*/ 76 w 473237"/>
                  <a:gd name="csY48" fmla="*/ 536228 h 601686"/>
                  <a:gd name="csX49" fmla="*/ 471197 w 473237"/>
                  <a:gd name="csY49" fmla="*/ 15894 h 601686"/>
                  <a:gd name="csX50" fmla="*/ 76 w 473237"/>
                  <a:gd name="csY50" fmla="*/ 536228 h 601686"/>
                  <a:gd name="csX51" fmla="*/ 471197 w 473237"/>
                  <a:gd name="csY51" fmla="*/ 15894 h 601686"/>
                  <a:gd name="csX52" fmla="*/ 3024 w 473237"/>
                  <a:gd name="csY52" fmla="*/ 577158 h 601686"/>
                  <a:gd name="csX53" fmla="*/ 469156 w 473237"/>
                  <a:gd name="csY53" fmla="*/ 62339 h 601686"/>
                  <a:gd name="csX54" fmla="*/ 3024 w 473237"/>
                  <a:gd name="csY54" fmla="*/ 577158 h 601686"/>
                  <a:gd name="csX55" fmla="*/ 469156 w 473237"/>
                  <a:gd name="csY55" fmla="*/ 62339 h 601686"/>
                  <a:gd name="csX56" fmla="*/ 20938 w 473237"/>
                  <a:gd name="csY56" fmla="*/ 601687 h 601686"/>
                  <a:gd name="csX57" fmla="*/ 472180 w 473237"/>
                  <a:gd name="csY57" fmla="*/ 103269 h 601686"/>
                  <a:gd name="csX58" fmla="*/ 20938 w 473237"/>
                  <a:gd name="csY58" fmla="*/ 601687 h 601686"/>
                  <a:gd name="csX59" fmla="*/ 472180 w 473237"/>
                  <a:gd name="csY59" fmla="*/ 103269 h 601686"/>
                  <a:gd name="csX60" fmla="*/ 63568 w 473237"/>
                  <a:gd name="csY60" fmla="*/ 598857 h 601686"/>
                  <a:gd name="csX61" fmla="*/ 470215 w 473237"/>
                  <a:gd name="csY61" fmla="*/ 149714 h 601686"/>
                  <a:gd name="csX62" fmla="*/ 63568 w 473237"/>
                  <a:gd name="csY62" fmla="*/ 598857 h 601686"/>
                  <a:gd name="csX63" fmla="*/ 470215 w 473237"/>
                  <a:gd name="csY63" fmla="*/ 149714 h 601686"/>
                  <a:gd name="csX64" fmla="*/ 101285 w 473237"/>
                  <a:gd name="csY64" fmla="*/ 601469 h 601686"/>
                  <a:gd name="csX65" fmla="*/ 473163 w 473237"/>
                  <a:gd name="csY65" fmla="*/ 190717 h 601686"/>
                  <a:gd name="csX66" fmla="*/ 101285 w 473237"/>
                  <a:gd name="csY66" fmla="*/ 601469 h 601686"/>
                  <a:gd name="csX67" fmla="*/ 473163 w 473237"/>
                  <a:gd name="csY67" fmla="*/ 190717 h 601686"/>
                  <a:gd name="csX68" fmla="*/ 143914 w 473237"/>
                  <a:gd name="csY68" fmla="*/ 598566 h 601686"/>
                  <a:gd name="csX69" fmla="*/ 471197 w 473237"/>
                  <a:gd name="csY69" fmla="*/ 237090 h 601686"/>
                  <a:gd name="csX70" fmla="*/ 143914 w 473237"/>
                  <a:gd name="csY70" fmla="*/ 598566 h 601686"/>
                  <a:gd name="csX71" fmla="*/ 471197 w 473237"/>
                  <a:gd name="csY71" fmla="*/ 237090 h 601686"/>
                  <a:gd name="csX72" fmla="*/ 181631 w 473237"/>
                  <a:gd name="csY72" fmla="*/ 601179 h 601686"/>
                  <a:gd name="csX73" fmla="*/ 469232 w 473237"/>
                  <a:gd name="csY73" fmla="*/ 283535 h 601686"/>
                  <a:gd name="csX74" fmla="*/ 181631 w 473237"/>
                  <a:gd name="csY74" fmla="*/ 601179 h 601686"/>
                  <a:gd name="csX75" fmla="*/ 469232 w 473237"/>
                  <a:gd name="csY75" fmla="*/ 283535 h 601686"/>
                  <a:gd name="csX76" fmla="*/ 224261 w 473237"/>
                  <a:gd name="csY76" fmla="*/ 598349 h 601686"/>
                  <a:gd name="csX77" fmla="*/ 472180 w 473237"/>
                  <a:gd name="csY77" fmla="*/ 324466 h 601686"/>
                  <a:gd name="csX78" fmla="*/ 224261 w 473237"/>
                  <a:gd name="csY78" fmla="*/ 598349 h 601686"/>
                  <a:gd name="csX79" fmla="*/ 472180 w 473237"/>
                  <a:gd name="csY79" fmla="*/ 324466 h 601686"/>
                  <a:gd name="csX80" fmla="*/ 261978 w 473237"/>
                  <a:gd name="csY80" fmla="*/ 600961 h 601686"/>
                  <a:gd name="csX81" fmla="*/ 470215 w 473237"/>
                  <a:gd name="csY81" fmla="*/ 370911 h 601686"/>
                  <a:gd name="csX82" fmla="*/ 261978 w 473237"/>
                  <a:gd name="csY82" fmla="*/ 600961 h 601686"/>
                  <a:gd name="csX83" fmla="*/ 470215 w 473237"/>
                  <a:gd name="csY83" fmla="*/ 370911 h 601686"/>
                  <a:gd name="csX84" fmla="*/ 304608 w 473237"/>
                  <a:gd name="csY84" fmla="*/ 598058 h 601686"/>
                  <a:gd name="csX85" fmla="*/ 473238 w 473237"/>
                  <a:gd name="csY85" fmla="*/ 411841 h 601686"/>
                  <a:gd name="csX86" fmla="*/ 304608 w 473237"/>
                  <a:gd name="csY86" fmla="*/ 598058 h 601686"/>
                  <a:gd name="csX87" fmla="*/ 473238 w 473237"/>
                  <a:gd name="csY87" fmla="*/ 411841 h 601686"/>
                  <a:gd name="csX88" fmla="*/ 342325 w 473237"/>
                  <a:gd name="csY88" fmla="*/ 600671 h 601686"/>
                  <a:gd name="csX89" fmla="*/ 471273 w 473237"/>
                  <a:gd name="csY89" fmla="*/ 458287 h 601686"/>
                  <a:gd name="csX90" fmla="*/ 342325 w 473237"/>
                  <a:gd name="csY90" fmla="*/ 600671 h 601686"/>
                  <a:gd name="csX91" fmla="*/ 471273 w 473237"/>
                  <a:gd name="csY91" fmla="*/ 458287 h 601686"/>
                  <a:gd name="csX92" fmla="*/ 384955 w 473237"/>
                  <a:gd name="csY92" fmla="*/ 597841 h 601686"/>
                  <a:gd name="csX93" fmla="*/ 469232 w 473237"/>
                  <a:gd name="csY93" fmla="*/ 504732 h 601686"/>
                  <a:gd name="csX94" fmla="*/ 384955 w 473237"/>
                  <a:gd name="csY94" fmla="*/ 597841 h 601686"/>
                  <a:gd name="csX95" fmla="*/ 469232 w 473237"/>
                  <a:gd name="csY95" fmla="*/ 504732 h 601686"/>
                  <a:gd name="csX96" fmla="*/ 422671 w 473237"/>
                  <a:gd name="csY96" fmla="*/ 600453 h 601686"/>
                  <a:gd name="csX97" fmla="*/ 472255 w 473237"/>
                  <a:gd name="csY97" fmla="*/ 545662 h 601686"/>
                  <a:gd name="csX98" fmla="*/ 422671 w 473237"/>
                  <a:gd name="csY98" fmla="*/ 600453 h 601686"/>
                  <a:gd name="csX99" fmla="*/ 472255 w 473237"/>
                  <a:gd name="csY99" fmla="*/ 545662 h 60168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</a:cxnLst>
                <a:rect l="l" t="t" r="r" b="b"/>
                <a:pathLst>
                  <a:path w="473237" h="601686">
                    <a:moveTo>
                      <a:pt x="3931" y="1016"/>
                    </a:moveTo>
                    <a:cubicBezTo>
                      <a:pt x="3931" y="1016"/>
                      <a:pt x="3931" y="1016"/>
                      <a:pt x="3931" y="1016"/>
                    </a:cubicBezTo>
                    <a:moveTo>
                      <a:pt x="3931" y="1016"/>
                    </a:moveTo>
                    <a:cubicBezTo>
                      <a:pt x="3931" y="1016"/>
                      <a:pt x="3931" y="1016"/>
                      <a:pt x="3931" y="1016"/>
                    </a:cubicBezTo>
                    <a:moveTo>
                      <a:pt x="1966" y="47389"/>
                    </a:moveTo>
                    <a:cubicBezTo>
                      <a:pt x="11036" y="32948"/>
                      <a:pt x="29403" y="24167"/>
                      <a:pt x="41648" y="3629"/>
                    </a:cubicBezTo>
                    <a:moveTo>
                      <a:pt x="1966" y="47389"/>
                    </a:moveTo>
                    <a:cubicBezTo>
                      <a:pt x="15647" y="31061"/>
                      <a:pt x="29252" y="17998"/>
                      <a:pt x="41648" y="3629"/>
                    </a:cubicBezTo>
                    <a:moveTo>
                      <a:pt x="1" y="93835"/>
                    </a:moveTo>
                    <a:cubicBezTo>
                      <a:pt x="6954" y="70322"/>
                      <a:pt x="45125" y="42092"/>
                      <a:pt x="84278" y="726"/>
                    </a:cubicBezTo>
                    <a:moveTo>
                      <a:pt x="1" y="93835"/>
                    </a:moveTo>
                    <a:cubicBezTo>
                      <a:pt x="18443" y="73370"/>
                      <a:pt x="53590" y="45793"/>
                      <a:pt x="84278" y="726"/>
                    </a:cubicBezTo>
                    <a:moveTo>
                      <a:pt x="2948" y="134765"/>
                    </a:moveTo>
                    <a:cubicBezTo>
                      <a:pt x="38624" y="111760"/>
                      <a:pt x="57067" y="74821"/>
                      <a:pt x="121995" y="3339"/>
                    </a:cubicBezTo>
                    <a:moveTo>
                      <a:pt x="2948" y="134765"/>
                    </a:moveTo>
                    <a:cubicBezTo>
                      <a:pt x="32048" y="101745"/>
                      <a:pt x="63114" y="62121"/>
                      <a:pt x="121995" y="3339"/>
                    </a:cubicBezTo>
                    <a:moveTo>
                      <a:pt x="983" y="181210"/>
                    </a:moveTo>
                    <a:cubicBezTo>
                      <a:pt x="49282" y="139119"/>
                      <a:pt x="60468" y="103124"/>
                      <a:pt x="164625" y="508"/>
                    </a:cubicBezTo>
                    <a:moveTo>
                      <a:pt x="983" y="181210"/>
                    </a:moveTo>
                    <a:cubicBezTo>
                      <a:pt x="50794" y="129395"/>
                      <a:pt x="91232" y="93254"/>
                      <a:pt x="164625" y="508"/>
                    </a:cubicBezTo>
                    <a:moveTo>
                      <a:pt x="4007" y="222213"/>
                    </a:moveTo>
                    <a:cubicBezTo>
                      <a:pt x="60393" y="147828"/>
                      <a:pt x="138321" y="67346"/>
                      <a:pt x="202342" y="3121"/>
                    </a:cubicBezTo>
                    <a:moveTo>
                      <a:pt x="4007" y="222213"/>
                    </a:moveTo>
                    <a:cubicBezTo>
                      <a:pt x="74149" y="152980"/>
                      <a:pt x="132955" y="79103"/>
                      <a:pt x="202342" y="3121"/>
                    </a:cubicBezTo>
                    <a:moveTo>
                      <a:pt x="2041" y="268586"/>
                    </a:moveTo>
                    <a:cubicBezTo>
                      <a:pt x="67271" y="218149"/>
                      <a:pt x="110128" y="145941"/>
                      <a:pt x="244972" y="218"/>
                    </a:cubicBezTo>
                    <a:moveTo>
                      <a:pt x="2041" y="268586"/>
                    </a:moveTo>
                    <a:cubicBezTo>
                      <a:pt x="83597" y="190282"/>
                      <a:pt x="152229" y="97609"/>
                      <a:pt x="244972" y="218"/>
                    </a:cubicBezTo>
                    <a:moveTo>
                      <a:pt x="76" y="315031"/>
                    </a:moveTo>
                    <a:cubicBezTo>
                      <a:pt x="53590" y="242678"/>
                      <a:pt x="133559" y="178888"/>
                      <a:pt x="282688" y="2831"/>
                    </a:cubicBezTo>
                    <a:moveTo>
                      <a:pt x="76" y="315031"/>
                    </a:moveTo>
                    <a:cubicBezTo>
                      <a:pt x="86545" y="222503"/>
                      <a:pt x="171351" y="124532"/>
                      <a:pt x="282688" y="2831"/>
                    </a:cubicBezTo>
                    <a:moveTo>
                      <a:pt x="3024" y="355961"/>
                    </a:moveTo>
                    <a:cubicBezTo>
                      <a:pt x="77777" y="266191"/>
                      <a:pt x="165229" y="173736"/>
                      <a:pt x="325318" y="1"/>
                    </a:cubicBezTo>
                    <a:moveTo>
                      <a:pt x="3024" y="355961"/>
                    </a:moveTo>
                    <a:cubicBezTo>
                      <a:pt x="71806" y="275408"/>
                      <a:pt x="136431" y="213577"/>
                      <a:pt x="325318" y="1"/>
                    </a:cubicBezTo>
                    <a:moveTo>
                      <a:pt x="1059" y="402407"/>
                    </a:moveTo>
                    <a:cubicBezTo>
                      <a:pt x="85941" y="287890"/>
                      <a:pt x="195237" y="212198"/>
                      <a:pt x="363035" y="2613"/>
                    </a:cubicBezTo>
                    <a:moveTo>
                      <a:pt x="1059" y="402407"/>
                    </a:moveTo>
                    <a:cubicBezTo>
                      <a:pt x="120105" y="261764"/>
                      <a:pt x="258123" y="117783"/>
                      <a:pt x="363035" y="2613"/>
                    </a:cubicBezTo>
                    <a:moveTo>
                      <a:pt x="4007" y="443409"/>
                    </a:moveTo>
                    <a:cubicBezTo>
                      <a:pt x="154647" y="279326"/>
                      <a:pt x="303625" y="116550"/>
                      <a:pt x="400752" y="5226"/>
                    </a:cubicBezTo>
                    <a:moveTo>
                      <a:pt x="4007" y="443409"/>
                    </a:moveTo>
                    <a:cubicBezTo>
                      <a:pt x="106726" y="332811"/>
                      <a:pt x="225773" y="201385"/>
                      <a:pt x="400752" y="5226"/>
                    </a:cubicBezTo>
                    <a:moveTo>
                      <a:pt x="2041" y="489782"/>
                    </a:moveTo>
                    <a:cubicBezTo>
                      <a:pt x="110959" y="357340"/>
                      <a:pt x="227587" y="233897"/>
                      <a:pt x="443382" y="2323"/>
                    </a:cubicBezTo>
                    <a:moveTo>
                      <a:pt x="2041" y="489782"/>
                    </a:moveTo>
                    <a:cubicBezTo>
                      <a:pt x="156839" y="304001"/>
                      <a:pt x="315795" y="138248"/>
                      <a:pt x="443382" y="2323"/>
                    </a:cubicBezTo>
                    <a:moveTo>
                      <a:pt x="76" y="536228"/>
                    </a:moveTo>
                    <a:cubicBezTo>
                      <a:pt x="132803" y="373088"/>
                      <a:pt x="280723" y="211545"/>
                      <a:pt x="471197" y="15894"/>
                    </a:cubicBezTo>
                    <a:moveTo>
                      <a:pt x="76" y="536228"/>
                    </a:moveTo>
                    <a:cubicBezTo>
                      <a:pt x="184352" y="345511"/>
                      <a:pt x="364774" y="140135"/>
                      <a:pt x="471197" y="15894"/>
                    </a:cubicBezTo>
                    <a:moveTo>
                      <a:pt x="3024" y="577158"/>
                    </a:moveTo>
                    <a:cubicBezTo>
                      <a:pt x="179061" y="387385"/>
                      <a:pt x="363413" y="181283"/>
                      <a:pt x="469156" y="62339"/>
                    </a:cubicBezTo>
                    <a:moveTo>
                      <a:pt x="3024" y="577158"/>
                    </a:moveTo>
                    <a:cubicBezTo>
                      <a:pt x="177776" y="381144"/>
                      <a:pt x="365454" y="180339"/>
                      <a:pt x="469156" y="62339"/>
                    </a:cubicBezTo>
                    <a:moveTo>
                      <a:pt x="20938" y="601687"/>
                    </a:moveTo>
                    <a:cubicBezTo>
                      <a:pt x="118895" y="495806"/>
                      <a:pt x="203324" y="403205"/>
                      <a:pt x="472180" y="103269"/>
                    </a:cubicBezTo>
                    <a:moveTo>
                      <a:pt x="20938" y="601687"/>
                    </a:moveTo>
                    <a:cubicBezTo>
                      <a:pt x="192364" y="414816"/>
                      <a:pt x="349127" y="236727"/>
                      <a:pt x="472180" y="103269"/>
                    </a:cubicBezTo>
                    <a:moveTo>
                      <a:pt x="63568" y="598857"/>
                    </a:moveTo>
                    <a:cubicBezTo>
                      <a:pt x="166136" y="479114"/>
                      <a:pt x="281857" y="373233"/>
                      <a:pt x="470215" y="149714"/>
                    </a:cubicBezTo>
                    <a:moveTo>
                      <a:pt x="63568" y="598857"/>
                    </a:moveTo>
                    <a:cubicBezTo>
                      <a:pt x="160316" y="499507"/>
                      <a:pt x="239907" y="402987"/>
                      <a:pt x="470215" y="149714"/>
                    </a:cubicBezTo>
                    <a:moveTo>
                      <a:pt x="101285" y="601469"/>
                    </a:moveTo>
                    <a:cubicBezTo>
                      <a:pt x="203249" y="480058"/>
                      <a:pt x="308311" y="366992"/>
                      <a:pt x="473163" y="190717"/>
                    </a:cubicBezTo>
                    <a:moveTo>
                      <a:pt x="101285" y="601469"/>
                    </a:moveTo>
                    <a:cubicBezTo>
                      <a:pt x="245879" y="435209"/>
                      <a:pt x="407026" y="264885"/>
                      <a:pt x="473163" y="190717"/>
                    </a:cubicBezTo>
                    <a:moveTo>
                      <a:pt x="143914" y="598566"/>
                    </a:moveTo>
                    <a:cubicBezTo>
                      <a:pt x="250489" y="500087"/>
                      <a:pt x="323580" y="402842"/>
                      <a:pt x="471197" y="237090"/>
                    </a:cubicBezTo>
                    <a:moveTo>
                      <a:pt x="143914" y="598566"/>
                    </a:moveTo>
                    <a:cubicBezTo>
                      <a:pt x="212697" y="520044"/>
                      <a:pt x="286619" y="440579"/>
                      <a:pt x="471197" y="237090"/>
                    </a:cubicBezTo>
                    <a:moveTo>
                      <a:pt x="181631" y="601179"/>
                    </a:moveTo>
                    <a:cubicBezTo>
                      <a:pt x="239076" y="531511"/>
                      <a:pt x="298032" y="471495"/>
                      <a:pt x="469232" y="283535"/>
                    </a:cubicBezTo>
                    <a:moveTo>
                      <a:pt x="181631" y="601179"/>
                    </a:moveTo>
                    <a:cubicBezTo>
                      <a:pt x="299317" y="469608"/>
                      <a:pt x="403473" y="345947"/>
                      <a:pt x="469232" y="283535"/>
                    </a:cubicBezTo>
                    <a:moveTo>
                      <a:pt x="224261" y="598349"/>
                    </a:moveTo>
                    <a:cubicBezTo>
                      <a:pt x="313452" y="515327"/>
                      <a:pt x="376943" y="423598"/>
                      <a:pt x="472180" y="324466"/>
                    </a:cubicBezTo>
                    <a:moveTo>
                      <a:pt x="224261" y="598349"/>
                    </a:moveTo>
                    <a:cubicBezTo>
                      <a:pt x="292968" y="516706"/>
                      <a:pt x="375204" y="445369"/>
                      <a:pt x="472180" y="324466"/>
                    </a:cubicBezTo>
                    <a:moveTo>
                      <a:pt x="261978" y="600961"/>
                    </a:moveTo>
                    <a:cubicBezTo>
                      <a:pt x="318213" y="521931"/>
                      <a:pt x="373315" y="468592"/>
                      <a:pt x="470215" y="370911"/>
                    </a:cubicBezTo>
                    <a:moveTo>
                      <a:pt x="261978" y="600961"/>
                    </a:moveTo>
                    <a:cubicBezTo>
                      <a:pt x="312922" y="553209"/>
                      <a:pt x="357744" y="489637"/>
                      <a:pt x="470215" y="370911"/>
                    </a:cubicBezTo>
                    <a:moveTo>
                      <a:pt x="304608" y="598058"/>
                    </a:moveTo>
                    <a:cubicBezTo>
                      <a:pt x="373466" y="523891"/>
                      <a:pt x="442929" y="454513"/>
                      <a:pt x="473238" y="411841"/>
                    </a:cubicBezTo>
                    <a:moveTo>
                      <a:pt x="304608" y="598058"/>
                    </a:moveTo>
                    <a:cubicBezTo>
                      <a:pt x="348145" y="546605"/>
                      <a:pt x="395461" y="506256"/>
                      <a:pt x="473238" y="411841"/>
                    </a:cubicBezTo>
                    <a:moveTo>
                      <a:pt x="342325" y="600671"/>
                    </a:moveTo>
                    <a:cubicBezTo>
                      <a:pt x="374297" y="564313"/>
                      <a:pt x="432271" y="515327"/>
                      <a:pt x="471273" y="458287"/>
                    </a:cubicBezTo>
                    <a:moveTo>
                      <a:pt x="342325" y="600671"/>
                    </a:moveTo>
                    <a:cubicBezTo>
                      <a:pt x="393874" y="547549"/>
                      <a:pt x="435068" y="503281"/>
                      <a:pt x="471273" y="458287"/>
                    </a:cubicBezTo>
                    <a:moveTo>
                      <a:pt x="384955" y="597841"/>
                    </a:moveTo>
                    <a:cubicBezTo>
                      <a:pt x="420858" y="552556"/>
                      <a:pt x="455702" y="517359"/>
                      <a:pt x="469232" y="504732"/>
                    </a:cubicBezTo>
                    <a:moveTo>
                      <a:pt x="384955" y="597841"/>
                    </a:moveTo>
                    <a:cubicBezTo>
                      <a:pt x="416549" y="560176"/>
                      <a:pt x="437713" y="533325"/>
                      <a:pt x="469232" y="504732"/>
                    </a:cubicBezTo>
                    <a:moveTo>
                      <a:pt x="422671" y="600453"/>
                    </a:moveTo>
                    <a:cubicBezTo>
                      <a:pt x="437260" y="581875"/>
                      <a:pt x="442929" y="568812"/>
                      <a:pt x="472255" y="545662"/>
                    </a:cubicBezTo>
                    <a:moveTo>
                      <a:pt x="422671" y="600453"/>
                    </a:moveTo>
                    <a:cubicBezTo>
                      <a:pt x="437864" y="581222"/>
                      <a:pt x="456080" y="566200"/>
                      <a:pt x="472255" y="545662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30" name="شكل حر: شكل 547">
                <a:extLst>
                  <a:ext uri="{FF2B5EF4-FFF2-40B4-BE49-F238E27FC236}">
                    <a16:creationId xmlns:a16="http://schemas.microsoft.com/office/drawing/2014/main" id="{DF692829-A3EC-7704-89DA-99755F586F01}"/>
                  </a:ext>
                </a:extLst>
              </p:cNvPr>
              <p:cNvSpPr/>
              <p:nvPr/>
            </p:nvSpPr>
            <p:spPr>
              <a:xfrm>
                <a:off x="7652841" y="1816073"/>
                <a:ext cx="456064" cy="595190"/>
              </a:xfrm>
              <a:custGeom>
                <a:avLst/>
                <a:gdLst>
                  <a:gd name="csX0" fmla="*/ 208 w 456064"/>
                  <a:gd name="csY0" fmla="*/ 10451 h 595190"/>
                  <a:gd name="csX1" fmla="*/ 453718 w 456064"/>
                  <a:gd name="csY1" fmla="*/ 10451 h 595190"/>
                  <a:gd name="csX2" fmla="*/ 208 w 456064"/>
                  <a:gd name="csY2" fmla="*/ 10451 h 595190"/>
                  <a:gd name="csX3" fmla="*/ 453718 w 456064"/>
                  <a:gd name="csY3" fmla="*/ 10451 h 595190"/>
                  <a:gd name="csX4" fmla="*/ 453718 w 456064"/>
                  <a:gd name="csY4" fmla="*/ 10451 h 595190"/>
                  <a:gd name="csX5" fmla="*/ 453718 w 456064"/>
                  <a:gd name="csY5" fmla="*/ 591020 h 595190"/>
                  <a:gd name="csX6" fmla="*/ 453718 w 456064"/>
                  <a:gd name="csY6" fmla="*/ 10451 h 595190"/>
                  <a:gd name="csX7" fmla="*/ 453718 w 456064"/>
                  <a:gd name="csY7" fmla="*/ 591020 h 595190"/>
                  <a:gd name="csX8" fmla="*/ 453718 w 456064"/>
                  <a:gd name="csY8" fmla="*/ 591020 h 595190"/>
                  <a:gd name="csX9" fmla="*/ 208 w 456064"/>
                  <a:gd name="csY9" fmla="*/ 591020 h 595190"/>
                  <a:gd name="csX10" fmla="*/ 453718 w 456064"/>
                  <a:gd name="csY10" fmla="*/ 591020 h 595190"/>
                  <a:gd name="csX11" fmla="*/ 208 w 456064"/>
                  <a:gd name="csY11" fmla="*/ 591020 h 595190"/>
                  <a:gd name="csX12" fmla="*/ 208 w 456064"/>
                  <a:gd name="csY12" fmla="*/ 591020 h 595190"/>
                  <a:gd name="csX13" fmla="*/ 208 w 456064"/>
                  <a:gd name="csY13" fmla="*/ 10451 h 595190"/>
                  <a:gd name="csX14" fmla="*/ 208 w 456064"/>
                  <a:gd name="csY14" fmla="*/ 591020 h 595190"/>
                  <a:gd name="csX15" fmla="*/ 208 w 456064"/>
                  <a:gd name="csY15" fmla="*/ 10451 h 59519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56064" h="595190">
                    <a:moveTo>
                      <a:pt x="208" y="10451"/>
                    </a:moveTo>
                    <a:cubicBezTo>
                      <a:pt x="157425" y="-3700"/>
                      <a:pt x="281762" y="-3265"/>
                      <a:pt x="453718" y="10451"/>
                    </a:cubicBezTo>
                    <a:moveTo>
                      <a:pt x="208" y="10451"/>
                    </a:moveTo>
                    <a:cubicBezTo>
                      <a:pt x="105045" y="13354"/>
                      <a:pt x="225603" y="6460"/>
                      <a:pt x="453718" y="10451"/>
                    </a:cubicBezTo>
                    <a:moveTo>
                      <a:pt x="453718" y="10451"/>
                    </a:moveTo>
                    <a:cubicBezTo>
                      <a:pt x="452056" y="158496"/>
                      <a:pt x="456968" y="337602"/>
                      <a:pt x="453718" y="591020"/>
                    </a:cubicBezTo>
                    <a:moveTo>
                      <a:pt x="453718" y="10451"/>
                    </a:moveTo>
                    <a:cubicBezTo>
                      <a:pt x="450846" y="201531"/>
                      <a:pt x="460218" y="401174"/>
                      <a:pt x="453718" y="591020"/>
                    </a:cubicBezTo>
                    <a:moveTo>
                      <a:pt x="453718" y="591020"/>
                    </a:moveTo>
                    <a:cubicBezTo>
                      <a:pt x="311316" y="590512"/>
                      <a:pt x="176321" y="598132"/>
                      <a:pt x="208" y="591020"/>
                    </a:cubicBezTo>
                    <a:moveTo>
                      <a:pt x="453718" y="591020"/>
                    </a:moveTo>
                    <a:cubicBezTo>
                      <a:pt x="312526" y="599293"/>
                      <a:pt x="161356" y="593052"/>
                      <a:pt x="208" y="591020"/>
                    </a:cubicBezTo>
                    <a:moveTo>
                      <a:pt x="208" y="591020"/>
                    </a:moveTo>
                    <a:cubicBezTo>
                      <a:pt x="14191" y="406907"/>
                      <a:pt x="-1983" y="240356"/>
                      <a:pt x="208" y="10451"/>
                    </a:cubicBezTo>
                    <a:moveTo>
                      <a:pt x="208" y="591020"/>
                    </a:moveTo>
                    <a:cubicBezTo>
                      <a:pt x="5575" y="429912"/>
                      <a:pt x="7238" y="250879"/>
                      <a:pt x="208" y="10451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727" name="صورة 548">
              <a:extLst>
                <a:ext uri="{FF2B5EF4-FFF2-40B4-BE49-F238E27FC236}">
                  <a16:creationId xmlns:a16="http://schemas.microsoft.com/office/drawing/2014/main" id="{62F56D0A-71D1-AC9D-6490-93608D64421B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7656828" y="2066008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grpSp>
        <p:nvGrpSpPr>
          <p:cNvPr id="2731" name="!!رسم 9">
            <a:extLst>
              <a:ext uri="{FF2B5EF4-FFF2-40B4-BE49-F238E27FC236}">
                <a16:creationId xmlns:a16="http://schemas.microsoft.com/office/drawing/2014/main" id="{6646F9A2-01AF-14A5-BD0F-100813623A3F}"/>
              </a:ext>
            </a:extLst>
          </p:cNvPr>
          <p:cNvGrpSpPr/>
          <p:nvPr/>
        </p:nvGrpSpPr>
        <p:grpSpPr>
          <a:xfrm>
            <a:off x="7622431" y="2168225"/>
            <a:ext cx="462615" cy="587818"/>
            <a:chOff x="8292991" y="1824208"/>
            <a:chExt cx="462615" cy="587818"/>
          </a:xfrm>
          <a:noFill/>
        </p:grpSpPr>
        <p:sp>
          <p:nvSpPr>
            <p:cNvPr id="2732" name="مستطيل 550">
              <a:extLst>
                <a:ext uri="{FF2B5EF4-FFF2-40B4-BE49-F238E27FC236}">
                  <a16:creationId xmlns:a16="http://schemas.microsoft.com/office/drawing/2014/main" id="{FE02DD43-FFAF-F016-D6DB-F451957C69B2}"/>
                </a:ext>
              </a:extLst>
            </p:cNvPr>
            <p:cNvSpPr/>
            <p:nvPr/>
          </p:nvSpPr>
          <p:spPr>
            <a:xfrm>
              <a:off x="8295521" y="1826524"/>
              <a:ext cx="453509" cy="580568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3" name="شكل حر: شكل 551">
              <a:extLst>
                <a:ext uri="{FF2B5EF4-FFF2-40B4-BE49-F238E27FC236}">
                  <a16:creationId xmlns:a16="http://schemas.microsoft.com/office/drawing/2014/main" id="{403B2BD4-E703-13F2-352E-C46A0B590336}"/>
                </a:ext>
              </a:extLst>
            </p:cNvPr>
            <p:cNvSpPr/>
            <p:nvPr/>
          </p:nvSpPr>
          <p:spPr>
            <a:xfrm>
              <a:off x="8293254" y="1824927"/>
              <a:ext cx="462353" cy="587099"/>
            </a:xfrm>
            <a:custGeom>
              <a:avLst/>
              <a:gdLst>
                <a:gd name="csX0" fmla="*/ 1 w 462353"/>
                <a:gd name="csY0" fmla="*/ 4064 h 587099"/>
                <a:gd name="csX1" fmla="*/ 1 w 462353"/>
                <a:gd name="csY1" fmla="*/ 4064 h 587099"/>
                <a:gd name="csX2" fmla="*/ 1 w 462353"/>
                <a:gd name="csY2" fmla="*/ 4064 h 587099"/>
                <a:gd name="csX3" fmla="*/ 1 w 462353"/>
                <a:gd name="csY3" fmla="*/ 4064 h 587099"/>
                <a:gd name="csX4" fmla="*/ 3024 w 462353"/>
                <a:gd name="csY4" fmla="*/ 45067 h 587099"/>
                <a:gd name="csX5" fmla="*/ 42631 w 462353"/>
                <a:gd name="csY5" fmla="*/ 1234 h 587099"/>
                <a:gd name="csX6" fmla="*/ 3024 w 462353"/>
                <a:gd name="csY6" fmla="*/ 45067 h 587099"/>
                <a:gd name="csX7" fmla="*/ 42631 w 462353"/>
                <a:gd name="csY7" fmla="*/ 1234 h 587099"/>
                <a:gd name="csX8" fmla="*/ 983 w 462353"/>
                <a:gd name="csY8" fmla="*/ 91440 h 587099"/>
                <a:gd name="csX9" fmla="*/ 80347 w 462353"/>
                <a:gd name="csY9" fmla="*/ 3847 h 587099"/>
                <a:gd name="csX10" fmla="*/ 983 w 462353"/>
                <a:gd name="csY10" fmla="*/ 91440 h 587099"/>
                <a:gd name="csX11" fmla="*/ 80347 w 462353"/>
                <a:gd name="csY11" fmla="*/ 3847 h 587099"/>
                <a:gd name="csX12" fmla="*/ 4006 w 462353"/>
                <a:gd name="csY12" fmla="*/ 132443 h 587099"/>
                <a:gd name="csX13" fmla="*/ 122977 w 462353"/>
                <a:gd name="csY13" fmla="*/ 944 h 587099"/>
                <a:gd name="csX14" fmla="*/ 4006 w 462353"/>
                <a:gd name="csY14" fmla="*/ 132443 h 587099"/>
                <a:gd name="csX15" fmla="*/ 122977 w 462353"/>
                <a:gd name="csY15" fmla="*/ 944 h 587099"/>
                <a:gd name="csX16" fmla="*/ 2041 w 462353"/>
                <a:gd name="csY16" fmla="*/ 178888 h 587099"/>
                <a:gd name="csX17" fmla="*/ 160694 w 462353"/>
                <a:gd name="csY17" fmla="*/ 3557 h 587099"/>
                <a:gd name="csX18" fmla="*/ 2041 w 462353"/>
                <a:gd name="csY18" fmla="*/ 178888 h 587099"/>
                <a:gd name="csX19" fmla="*/ 160694 w 462353"/>
                <a:gd name="csY19" fmla="*/ 3557 h 587099"/>
                <a:gd name="csX20" fmla="*/ 76 w 462353"/>
                <a:gd name="csY20" fmla="*/ 225261 h 587099"/>
                <a:gd name="csX21" fmla="*/ 203324 w 462353"/>
                <a:gd name="csY21" fmla="*/ 726 h 587099"/>
                <a:gd name="csX22" fmla="*/ 76 w 462353"/>
                <a:gd name="csY22" fmla="*/ 225261 h 587099"/>
                <a:gd name="csX23" fmla="*/ 203324 w 462353"/>
                <a:gd name="csY23" fmla="*/ 726 h 587099"/>
                <a:gd name="csX24" fmla="*/ 3024 w 462353"/>
                <a:gd name="csY24" fmla="*/ 266264 h 587099"/>
                <a:gd name="csX25" fmla="*/ 241041 w 462353"/>
                <a:gd name="csY25" fmla="*/ 3339 h 587099"/>
                <a:gd name="csX26" fmla="*/ 3024 w 462353"/>
                <a:gd name="csY26" fmla="*/ 266264 h 587099"/>
                <a:gd name="csX27" fmla="*/ 241041 w 462353"/>
                <a:gd name="csY27" fmla="*/ 3339 h 587099"/>
                <a:gd name="csX28" fmla="*/ 1059 w 462353"/>
                <a:gd name="csY28" fmla="*/ 312637 h 587099"/>
                <a:gd name="csX29" fmla="*/ 283671 w 462353"/>
                <a:gd name="csY29" fmla="*/ 509 h 587099"/>
                <a:gd name="csX30" fmla="*/ 1059 w 462353"/>
                <a:gd name="csY30" fmla="*/ 312637 h 587099"/>
                <a:gd name="csX31" fmla="*/ 283671 w 462353"/>
                <a:gd name="csY31" fmla="*/ 509 h 587099"/>
                <a:gd name="csX32" fmla="*/ 4006 w 462353"/>
                <a:gd name="csY32" fmla="*/ 353639 h 587099"/>
                <a:gd name="csX33" fmla="*/ 321387 w 462353"/>
                <a:gd name="csY33" fmla="*/ 3121 h 587099"/>
                <a:gd name="csX34" fmla="*/ 4006 w 462353"/>
                <a:gd name="csY34" fmla="*/ 353639 h 587099"/>
                <a:gd name="csX35" fmla="*/ 321387 w 462353"/>
                <a:gd name="csY35" fmla="*/ 3121 h 587099"/>
                <a:gd name="csX36" fmla="*/ 2041 w 462353"/>
                <a:gd name="csY36" fmla="*/ 400012 h 587099"/>
                <a:gd name="csX37" fmla="*/ 364017 w 462353"/>
                <a:gd name="csY37" fmla="*/ 218 h 587099"/>
                <a:gd name="csX38" fmla="*/ 2041 w 462353"/>
                <a:gd name="csY38" fmla="*/ 400012 h 587099"/>
                <a:gd name="csX39" fmla="*/ 364017 w 462353"/>
                <a:gd name="csY39" fmla="*/ 218 h 587099"/>
                <a:gd name="csX40" fmla="*/ 76 w 462353"/>
                <a:gd name="csY40" fmla="*/ 446458 h 587099"/>
                <a:gd name="csX41" fmla="*/ 401734 w 462353"/>
                <a:gd name="csY41" fmla="*/ 2831 h 587099"/>
                <a:gd name="csX42" fmla="*/ 76 w 462353"/>
                <a:gd name="csY42" fmla="*/ 446458 h 587099"/>
                <a:gd name="csX43" fmla="*/ 401734 w 462353"/>
                <a:gd name="csY43" fmla="*/ 2831 h 587099"/>
                <a:gd name="csX44" fmla="*/ 3099 w 462353"/>
                <a:gd name="csY44" fmla="*/ 487460 h 587099"/>
                <a:gd name="csX45" fmla="*/ 444364 w 462353"/>
                <a:gd name="csY45" fmla="*/ 1 h 587099"/>
                <a:gd name="csX46" fmla="*/ 3099 w 462353"/>
                <a:gd name="csY46" fmla="*/ 487460 h 587099"/>
                <a:gd name="csX47" fmla="*/ 444364 w 462353"/>
                <a:gd name="csY47" fmla="*/ 1 h 587099"/>
                <a:gd name="csX48" fmla="*/ 1059 w 462353"/>
                <a:gd name="csY48" fmla="*/ 533833 h 587099"/>
                <a:gd name="csX49" fmla="*/ 462278 w 462353"/>
                <a:gd name="csY49" fmla="*/ 24530 h 587099"/>
                <a:gd name="csX50" fmla="*/ 1059 w 462353"/>
                <a:gd name="csY50" fmla="*/ 533833 h 587099"/>
                <a:gd name="csX51" fmla="*/ 462278 w 462353"/>
                <a:gd name="csY51" fmla="*/ 24530 h 587099"/>
                <a:gd name="csX52" fmla="*/ 4082 w 462353"/>
                <a:gd name="csY52" fmla="*/ 574836 h 587099"/>
                <a:gd name="csX53" fmla="*/ 460313 w 462353"/>
                <a:gd name="csY53" fmla="*/ 70902 h 587099"/>
                <a:gd name="csX54" fmla="*/ 4082 w 462353"/>
                <a:gd name="csY54" fmla="*/ 574836 h 587099"/>
                <a:gd name="csX55" fmla="*/ 460313 w 462353"/>
                <a:gd name="csY55" fmla="*/ 70902 h 587099"/>
                <a:gd name="csX56" fmla="*/ 36810 w 462353"/>
                <a:gd name="csY56" fmla="*/ 582891 h 587099"/>
                <a:gd name="csX57" fmla="*/ 458272 w 462353"/>
                <a:gd name="csY57" fmla="*/ 117348 h 587099"/>
                <a:gd name="csX58" fmla="*/ 36810 w 462353"/>
                <a:gd name="csY58" fmla="*/ 582891 h 587099"/>
                <a:gd name="csX59" fmla="*/ 458272 w 462353"/>
                <a:gd name="csY59" fmla="*/ 117348 h 587099"/>
                <a:gd name="csX60" fmla="*/ 74527 w 462353"/>
                <a:gd name="csY60" fmla="*/ 585504 h 587099"/>
                <a:gd name="csX61" fmla="*/ 461295 w 462353"/>
                <a:gd name="csY61" fmla="*/ 158278 h 587099"/>
                <a:gd name="csX62" fmla="*/ 74527 w 462353"/>
                <a:gd name="csY62" fmla="*/ 585504 h 587099"/>
                <a:gd name="csX63" fmla="*/ 461295 w 462353"/>
                <a:gd name="csY63" fmla="*/ 158278 h 587099"/>
                <a:gd name="csX64" fmla="*/ 117157 w 462353"/>
                <a:gd name="csY64" fmla="*/ 582673 h 587099"/>
                <a:gd name="csX65" fmla="*/ 459330 w 462353"/>
                <a:gd name="csY65" fmla="*/ 204723 h 587099"/>
                <a:gd name="csX66" fmla="*/ 117157 w 462353"/>
                <a:gd name="csY66" fmla="*/ 582673 h 587099"/>
                <a:gd name="csX67" fmla="*/ 459330 w 462353"/>
                <a:gd name="csY67" fmla="*/ 204723 h 587099"/>
                <a:gd name="csX68" fmla="*/ 154874 w 462353"/>
                <a:gd name="csY68" fmla="*/ 585286 h 587099"/>
                <a:gd name="csX69" fmla="*/ 462278 w 462353"/>
                <a:gd name="csY69" fmla="*/ 245653 h 587099"/>
                <a:gd name="csX70" fmla="*/ 154874 w 462353"/>
                <a:gd name="csY70" fmla="*/ 585286 h 587099"/>
                <a:gd name="csX71" fmla="*/ 462278 w 462353"/>
                <a:gd name="csY71" fmla="*/ 245653 h 587099"/>
                <a:gd name="csX72" fmla="*/ 197504 w 462353"/>
                <a:gd name="csY72" fmla="*/ 582383 h 587099"/>
                <a:gd name="csX73" fmla="*/ 460313 w 462353"/>
                <a:gd name="csY73" fmla="*/ 292099 h 587099"/>
                <a:gd name="csX74" fmla="*/ 197504 w 462353"/>
                <a:gd name="csY74" fmla="*/ 582383 h 587099"/>
                <a:gd name="csX75" fmla="*/ 460313 w 462353"/>
                <a:gd name="csY75" fmla="*/ 292099 h 587099"/>
                <a:gd name="csX76" fmla="*/ 235221 w 462353"/>
                <a:gd name="csY76" fmla="*/ 584996 h 587099"/>
                <a:gd name="csX77" fmla="*/ 458348 w 462353"/>
                <a:gd name="csY77" fmla="*/ 338544 h 587099"/>
                <a:gd name="csX78" fmla="*/ 235221 w 462353"/>
                <a:gd name="csY78" fmla="*/ 584996 h 587099"/>
                <a:gd name="csX79" fmla="*/ 458348 w 462353"/>
                <a:gd name="csY79" fmla="*/ 338544 h 587099"/>
                <a:gd name="csX80" fmla="*/ 277851 w 462353"/>
                <a:gd name="csY80" fmla="*/ 582165 h 587099"/>
                <a:gd name="csX81" fmla="*/ 461295 w 462353"/>
                <a:gd name="csY81" fmla="*/ 379475 h 587099"/>
                <a:gd name="csX82" fmla="*/ 277851 w 462353"/>
                <a:gd name="csY82" fmla="*/ 582165 h 587099"/>
                <a:gd name="csX83" fmla="*/ 461295 w 462353"/>
                <a:gd name="csY83" fmla="*/ 379475 h 587099"/>
                <a:gd name="csX84" fmla="*/ 315568 w 462353"/>
                <a:gd name="csY84" fmla="*/ 584778 h 587099"/>
                <a:gd name="csX85" fmla="*/ 459330 w 462353"/>
                <a:gd name="csY85" fmla="*/ 425920 h 587099"/>
                <a:gd name="csX86" fmla="*/ 315568 w 462353"/>
                <a:gd name="csY86" fmla="*/ 584778 h 587099"/>
                <a:gd name="csX87" fmla="*/ 459330 w 462353"/>
                <a:gd name="csY87" fmla="*/ 425920 h 587099"/>
                <a:gd name="csX88" fmla="*/ 358198 w 462353"/>
                <a:gd name="csY88" fmla="*/ 581875 h 587099"/>
                <a:gd name="csX89" fmla="*/ 462354 w 462353"/>
                <a:gd name="csY89" fmla="*/ 466850 h 587099"/>
                <a:gd name="csX90" fmla="*/ 358198 w 462353"/>
                <a:gd name="csY90" fmla="*/ 581875 h 587099"/>
                <a:gd name="csX91" fmla="*/ 462354 w 462353"/>
                <a:gd name="csY91" fmla="*/ 466850 h 587099"/>
                <a:gd name="csX92" fmla="*/ 395915 w 462353"/>
                <a:gd name="csY92" fmla="*/ 584488 h 587099"/>
                <a:gd name="csX93" fmla="*/ 460388 w 462353"/>
                <a:gd name="csY93" fmla="*/ 513295 h 587099"/>
                <a:gd name="csX94" fmla="*/ 395915 w 462353"/>
                <a:gd name="csY94" fmla="*/ 584488 h 587099"/>
                <a:gd name="csX95" fmla="*/ 460388 w 462353"/>
                <a:gd name="csY95" fmla="*/ 513295 h 587099"/>
                <a:gd name="csX96" fmla="*/ 433556 w 462353"/>
                <a:gd name="csY96" fmla="*/ 587100 h 587099"/>
                <a:gd name="csX97" fmla="*/ 458348 w 462353"/>
                <a:gd name="csY97" fmla="*/ 559741 h 587099"/>
                <a:gd name="csX98" fmla="*/ 433556 w 462353"/>
                <a:gd name="csY98" fmla="*/ 587100 h 587099"/>
                <a:gd name="csX99" fmla="*/ 458348 w 462353"/>
                <a:gd name="csY99" fmla="*/ 559741 h 587099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</a:cxnLst>
              <a:rect l="l" t="t" r="r" b="b"/>
              <a:pathLst>
                <a:path w="462353" h="587099">
                  <a:moveTo>
                    <a:pt x="1" y="4064"/>
                  </a:moveTo>
                  <a:cubicBezTo>
                    <a:pt x="1" y="4064"/>
                    <a:pt x="1" y="4064"/>
                    <a:pt x="1" y="4064"/>
                  </a:cubicBezTo>
                  <a:moveTo>
                    <a:pt x="1" y="4064"/>
                  </a:moveTo>
                  <a:cubicBezTo>
                    <a:pt x="1" y="4064"/>
                    <a:pt x="1" y="4064"/>
                    <a:pt x="1" y="4064"/>
                  </a:cubicBezTo>
                  <a:moveTo>
                    <a:pt x="3024" y="45067"/>
                  </a:moveTo>
                  <a:cubicBezTo>
                    <a:pt x="17007" y="28594"/>
                    <a:pt x="29781" y="23368"/>
                    <a:pt x="42631" y="1234"/>
                  </a:cubicBezTo>
                  <a:moveTo>
                    <a:pt x="3024" y="45067"/>
                  </a:moveTo>
                  <a:cubicBezTo>
                    <a:pt x="15042" y="31351"/>
                    <a:pt x="28118" y="21409"/>
                    <a:pt x="42631" y="1234"/>
                  </a:cubicBezTo>
                  <a:moveTo>
                    <a:pt x="983" y="91440"/>
                  </a:moveTo>
                  <a:cubicBezTo>
                    <a:pt x="11263" y="76708"/>
                    <a:pt x="39758" y="39915"/>
                    <a:pt x="80347" y="3847"/>
                  </a:cubicBezTo>
                  <a:moveTo>
                    <a:pt x="983" y="91440"/>
                  </a:moveTo>
                  <a:cubicBezTo>
                    <a:pt x="37869" y="52542"/>
                    <a:pt x="63945" y="26852"/>
                    <a:pt x="80347" y="3847"/>
                  </a:cubicBezTo>
                  <a:moveTo>
                    <a:pt x="4006" y="132443"/>
                  </a:moveTo>
                  <a:cubicBezTo>
                    <a:pt x="41194" y="105591"/>
                    <a:pt x="44898" y="87521"/>
                    <a:pt x="122977" y="944"/>
                  </a:cubicBezTo>
                  <a:moveTo>
                    <a:pt x="4006" y="132443"/>
                  </a:moveTo>
                  <a:cubicBezTo>
                    <a:pt x="40892" y="90206"/>
                    <a:pt x="84731" y="54284"/>
                    <a:pt x="122977" y="944"/>
                  </a:cubicBezTo>
                  <a:moveTo>
                    <a:pt x="2041" y="178888"/>
                  </a:moveTo>
                  <a:cubicBezTo>
                    <a:pt x="51247" y="117928"/>
                    <a:pt x="100377" y="47607"/>
                    <a:pt x="160694" y="3557"/>
                  </a:cubicBezTo>
                  <a:moveTo>
                    <a:pt x="2041" y="178888"/>
                  </a:moveTo>
                  <a:cubicBezTo>
                    <a:pt x="33560" y="136071"/>
                    <a:pt x="80650" y="99423"/>
                    <a:pt x="160694" y="3557"/>
                  </a:cubicBezTo>
                  <a:moveTo>
                    <a:pt x="76" y="225261"/>
                  </a:moveTo>
                  <a:cubicBezTo>
                    <a:pt x="68783" y="166478"/>
                    <a:pt x="136885" y="77724"/>
                    <a:pt x="203324" y="726"/>
                  </a:cubicBezTo>
                  <a:moveTo>
                    <a:pt x="76" y="225261"/>
                  </a:moveTo>
                  <a:cubicBezTo>
                    <a:pt x="78080" y="138901"/>
                    <a:pt x="158729" y="56969"/>
                    <a:pt x="203324" y="726"/>
                  </a:cubicBezTo>
                  <a:moveTo>
                    <a:pt x="3024" y="266264"/>
                  </a:moveTo>
                  <a:cubicBezTo>
                    <a:pt x="84580" y="157044"/>
                    <a:pt x="176340" y="63645"/>
                    <a:pt x="241041" y="3339"/>
                  </a:cubicBezTo>
                  <a:moveTo>
                    <a:pt x="3024" y="266264"/>
                  </a:moveTo>
                  <a:cubicBezTo>
                    <a:pt x="53515" y="210021"/>
                    <a:pt x="107936" y="159584"/>
                    <a:pt x="241041" y="3339"/>
                  </a:cubicBezTo>
                  <a:moveTo>
                    <a:pt x="1059" y="312637"/>
                  </a:moveTo>
                  <a:cubicBezTo>
                    <a:pt x="94557" y="201675"/>
                    <a:pt x="175736" y="124968"/>
                    <a:pt x="283671" y="509"/>
                  </a:cubicBezTo>
                  <a:moveTo>
                    <a:pt x="1059" y="312637"/>
                  </a:moveTo>
                  <a:cubicBezTo>
                    <a:pt x="63643" y="228527"/>
                    <a:pt x="132954" y="161108"/>
                    <a:pt x="283671" y="509"/>
                  </a:cubicBezTo>
                  <a:moveTo>
                    <a:pt x="4006" y="353639"/>
                  </a:moveTo>
                  <a:cubicBezTo>
                    <a:pt x="88284" y="253564"/>
                    <a:pt x="196144" y="140208"/>
                    <a:pt x="321387" y="3121"/>
                  </a:cubicBezTo>
                  <a:moveTo>
                    <a:pt x="4006" y="353639"/>
                  </a:moveTo>
                  <a:cubicBezTo>
                    <a:pt x="91761" y="267134"/>
                    <a:pt x="178003" y="162197"/>
                    <a:pt x="321387" y="3121"/>
                  </a:cubicBezTo>
                  <a:moveTo>
                    <a:pt x="2041" y="400012"/>
                  </a:moveTo>
                  <a:cubicBezTo>
                    <a:pt x="149432" y="231212"/>
                    <a:pt x="284049" y="68725"/>
                    <a:pt x="364017" y="218"/>
                  </a:cubicBezTo>
                  <a:moveTo>
                    <a:pt x="2041" y="400012"/>
                  </a:moveTo>
                  <a:cubicBezTo>
                    <a:pt x="126152" y="258644"/>
                    <a:pt x="260466" y="115751"/>
                    <a:pt x="364017" y="218"/>
                  </a:cubicBezTo>
                  <a:moveTo>
                    <a:pt x="76" y="446458"/>
                  </a:moveTo>
                  <a:cubicBezTo>
                    <a:pt x="87377" y="344640"/>
                    <a:pt x="185637" y="242460"/>
                    <a:pt x="401734" y="2831"/>
                  </a:cubicBezTo>
                  <a:moveTo>
                    <a:pt x="76" y="446458"/>
                  </a:moveTo>
                  <a:cubicBezTo>
                    <a:pt x="123280" y="312274"/>
                    <a:pt x="251245" y="170833"/>
                    <a:pt x="401734" y="2831"/>
                  </a:cubicBezTo>
                  <a:moveTo>
                    <a:pt x="3099" y="487460"/>
                  </a:moveTo>
                  <a:cubicBezTo>
                    <a:pt x="178986" y="303420"/>
                    <a:pt x="335900" y="94778"/>
                    <a:pt x="444364" y="1"/>
                  </a:cubicBezTo>
                  <a:moveTo>
                    <a:pt x="3099" y="487460"/>
                  </a:moveTo>
                  <a:cubicBezTo>
                    <a:pt x="128192" y="348487"/>
                    <a:pt x="262960" y="206755"/>
                    <a:pt x="444364" y="1"/>
                  </a:cubicBezTo>
                  <a:moveTo>
                    <a:pt x="1059" y="533833"/>
                  </a:moveTo>
                  <a:cubicBezTo>
                    <a:pt x="145955" y="373016"/>
                    <a:pt x="293270" y="196233"/>
                    <a:pt x="462278" y="24530"/>
                  </a:cubicBezTo>
                  <a:moveTo>
                    <a:pt x="1059" y="533833"/>
                  </a:moveTo>
                  <a:cubicBezTo>
                    <a:pt x="170293" y="335859"/>
                    <a:pt x="354343" y="140135"/>
                    <a:pt x="462278" y="24530"/>
                  </a:cubicBezTo>
                  <a:moveTo>
                    <a:pt x="4082" y="574836"/>
                  </a:moveTo>
                  <a:cubicBezTo>
                    <a:pt x="81934" y="480203"/>
                    <a:pt x="175282" y="360243"/>
                    <a:pt x="460313" y="70902"/>
                  </a:cubicBezTo>
                  <a:moveTo>
                    <a:pt x="4082" y="574836"/>
                  </a:moveTo>
                  <a:cubicBezTo>
                    <a:pt x="144972" y="417937"/>
                    <a:pt x="288962" y="256394"/>
                    <a:pt x="460313" y="70902"/>
                  </a:cubicBezTo>
                  <a:moveTo>
                    <a:pt x="36810" y="582891"/>
                  </a:moveTo>
                  <a:cubicBezTo>
                    <a:pt x="137943" y="478099"/>
                    <a:pt x="217383" y="361404"/>
                    <a:pt x="458272" y="117348"/>
                  </a:cubicBezTo>
                  <a:moveTo>
                    <a:pt x="36810" y="582891"/>
                  </a:moveTo>
                  <a:cubicBezTo>
                    <a:pt x="198713" y="399722"/>
                    <a:pt x="353133" y="225842"/>
                    <a:pt x="458272" y="117348"/>
                  </a:cubicBezTo>
                  <a:moveTo>
                    <a:pt x="74527" y="585504"/>
                  </a:moveTo>
                  <a:cubicBezTo>
                    <a:pt x="212621" y="425339"/>
                    <a:pt x="331365" y="300590"/>
                    <a:pt x="461295" y="158278"/>
                  </a:cubicBezTo>
                  <a:moveTo>
                    <a:pt x="74527" y="585504"/>
                  </a:moveTo>
                  <a:cubicBezTo>
                    <a:pt x="187224" y="465399"/>
                    <a:pt x="298108" y="336004"/>
                    <a:pt x="461295" y="158278"/>
                  </a:cubicBezTo>
                  <a:moveTo>
                    <a:pt x="117157" y="582673"/>
                  </a:moveTo>
                  <a:cubicBezTo>
                    <a:pt x="241797" y="471059"/>
                    <a:pt x="339528" y="332303"/>
                    <a:pt x="459330" y="204723"/>
                  </a:cubicBezTo>
                  <a:moveTo>
                    <a:pt x="117157" y="582673"/>
                  </a:moveTo>
                  <a:cubicBezTo>
                    <a:pt x="216173" y="483904"/>
                    <a:pt x="301963" y="387022"/>
                    <a:pt x="459330" y="204723"/>
                  </a:cubicBezTo>
                  <a:moveTo>
                    <a:pt x="154874" y="585286"/>
                  </a:moveTo>
                  <a:cubicBezTo>
                    <a:pt x="220330" y="524471"/>
                    <a:pt x="302945" y="422001"/>
                    <a:pt x="462278" y="245653"/>
                  </a:cubicBezTo>
                  <a:moveTo>
                    <a:pt x="154874" y="585286"/>
                  </a:moveTo>
                  <a:cubicBezTo>
                    <a:pt x="266060" y="477663"/>
                    <a:pt x="371727" y="354002"/>
                    <a:pt x="462278" y="245653"/>
                  </a:cubicBezTo>
                  <a:moveTo>
                    <a:pt x="197504" y="582383"/>
                  </a:moveTo>
                  <a:cubicBezTo>
                    <a:pt x="281630" y="487823"/>
                    <a:pt x="358576" y="382958"/>
                    <a:pt x="460313" y="292099"/>
                  </a:cubicBezTo>
                  <a:moveTo>
                    <a:pt x="197504" y="582383"/>
                  </a:moveTo>
                  <a:cubicBezTo>
                    <a:pt x="277624" y="505676"/>
                    <a:pt x="350488" y="420840"/>
                    <a:pt x="460313" y="292099"/>
                  </a:cubicBezTo>
                  <a:moveTo>
                    <a:pt x="235221" y="584996"/>
                  </a:moveTo>
                  <a:cubicBezTo>
                    <a:pt x="288433" y="513658"/>
                    <a:pt x="359331" y="444208"/>
                    <a:pt x="458348" y="338544"/>
                  </a:cubicBezTo>
                  <a:moveTo>
                    <a:pt x="235221" y="584996"/>
                  </a:moveTo>
                  <a:cubicBezTo>
                    <a:pt x="317306" y="505821"/>
                    <a:pt x="388356" y="420985"/>
                    <a:pt x="458348" y="338544"/>
                  </a:cubicBezTo>
                  <a:moveTo>
                    <a:pt x="277851" y="582165"/>
                  </a:moveTo>
                  <a:cubicBezTo>
                    <a:pt x="351924" y="505821"/>
                    <a:pt x="415869" y="410898"/>
                    <a:pt x="461295" y="379475"/>
                  </a:cubicBezTo>
                  <a:moveTo>
                    <a:pt x="277851" y="582165"/>
                  </a:moveTo>
                  <a:cubicBezTo>
                    <a:pt x="341266" y="509885"/>
                    <a:pt x="411939" y="434411"/>
                    <a:pt x="461295" y="379475"/>
                  </a:cubicBezTo>
                  <a:moveTo>
                    <a:pt x="315568" y="584778"/>
                  </a:moveTo>
                  <a:cubicBezTo>
                    <a:pt x="379361" y="519319"/>
                    <a:pt x="412089" y="464310"/>
                    <a:pt x="459330" y="425920"/>
                  </a:cubicBezTo>
                  <a:moveTo>
                    <a:pt x="315568" y="584778"/>
                  </a:moveTo>
                  <a:cubicBezTo>
                    <a:pt x="361221" y="545082"/>
                    <a:pt x="399996" y="499797"/>
                    <a:pt x="459330" y="425920"/>
                  </a:cubicBezTo>
                  <a:moveTo>
                    <a:pt x="358198" y="581875"/>
                  </a:moveTo>
                  <a:cubicBezTo>
                    <a:pt x="392211" y="524326"/>
                    <a:pt x="430154" y="498273"/>
                    <a:pt x="462354" y="466850"/>
                  </a:cubicBezTo>
                  <a:moveTo>
                    <a:pt x="358198" y="581875"/>
                  </a:moveTo>
                  <a:cubicBezTo>
                    <a:pt x="380495" y="557128"/>
                    <a:pt x="411182" y="525487"/>
                    <a:pt x="462354" y="466850"/>
                  </a:cubicBezTo>
                  <a:moveTo>
                    <a:pt x="395915" y="584488"/>
                  </a:moveTo>
                  <a:cubicBezTo>
                    <a:pt x="410729" y="561410"/>
                    <a:pt x="434538" y="540437"/>
                    <a:pt x="460388" y="513295"/>
                  </a:cubicBezTo>
                  <a:moveTo>
                    <a:pt x="395915" y="584488"/>
                  </a:moveTo>
                  <a:cubicBezTo>
                    <a:pt x="409066" y="561628"/>
                    <a:pt x="430079" y="549291"/>
                    <a:pt x="460388" y="513295"/>
                  </a:cubicBezTo>
                  <a:moveTo>
                    <a:pt x="433556" y="587100"/>
                  </a:moveTo>
                  <a:cubicBezTo>
                    <a:pt x="440359" y="575634"/>
                    <a:pt x="450487" y="568667"/>
                    <a:pt x="458348" y="559741"/>
                  </a:cubicBezTo>
                  <a:moveTo>
                    <a:pt x="433556" y="587100"/>
                  </a:moveTo>
                  <a:cubicBezTo>
                    <a:pt x="442248" y="579771"/>
                    <a:pt x="448144" y="571643"/>
                    <a:pt x="458348" y="559741"/>
                  </a:cubicBezTo>
                </a:path>
              </a:pathLst>
            </a:custGeom>
            <a:noFill/>
            <a:ln w="3775" cap="rnd">
              <a:solidFill>
                <a:srgbClr val="DAE8F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4" name="شكل حر: شكل 552">
              <a:extLst>
                <a:ext uri="{FF2B5EF4-FFF2-40B4-BE49-F238E27FC236}">
                  <a16:creationId xmlns:a16="http://schemas.microsoft.com/office/drawing/2014/main" id="{07258A9D-7ACF-4FE9-1309-05D268D02C3C}"/>
                </a:ext>
              </a:extLst>
            </p:cNvPr>
            <p:cNvSpPr/>
            <p:nvPr/>
          </p:nvSpPr>
          <p:spPr>
            <a:xfrm>
              <a:off x="8292991" y="1824208"/>
              <a:ext cx="462055" cy="582883"/>
            </a:xfrm>
            <a:custGeom>
              <a:avLst/>
              <a:gdLst>
                <a:gd name="csX0" fmla="*/ 2530 w 462055"/>
                <a:gd name="csY0" fmla="*/ 2316 h 582883"/>
                <a:gd name="csX1" fmla="*/ 456040 w 462055"/>
                <a:gd name="csY1" fmla="*/ 2316 h 582883"/>
                <a:gd name="csX2" fmla="*/ 2530 w 462055"/>
                <a:gd name="csY2" fmla="*/ 2316 h 582883"/>
                <a:gd name="csX3" fmla="*/ 456040 w 462055"/>
                <a:gd name="csY3" fmla="*/ 2316 h 582883"/>
                <a:gd name="csX4" fmla="*/ 456040 w 462055"/>
                <a:gd name="csY4" fmla="*/ 2316 h 582883"/>
                <a:gd name="csX5" fmla="*/ 456040 w 462055"/>
                <a:gd name="csY5" fmla="*/ 582884 h 582883"/>
                <a:gd name="csX6" fmla="*/ 456040 w 462055"/>
                <a:gd name="csY6" fmla="*/ 2316 h 582883"/>
                <a:gd name="csX7" fmla="*/ 456040 w 462055"/>
                <a:gd name="csY7" fmla="*/ 582884 h 582883"/>
                <a:gd name="csX8" fmla="*/ 456040 w 462055"/>
                <a:gd name="csY8" fmla="*/ 582884 h 582883"/>
                <a:gd name="csX9" fmla="*/ 2530 w 462055"/>
                <a:gd name="csY9" fmla="*/ 582884 h 582883"/>
                <a:gd name="csX10" fmla="*/ 456040 w 462055"/>
                <a:gd name="csY10" fmla="*/ 582884 h 582883"/>
                <a:gd name="csX11" fmla="*/ 2530 w 462055"/>
                <a:gd name="csY11" fmla="*/ 582884 h 582883"/>
                <a:gd name="csX12" fmla="*/ 2530 w 462055"/>
                <a:gd name="csY12" fmla="*/ 582884 h 582883"/>
                <a:gd name="csX13" fmla="*/ 2530 w 462055"/>
                <a:gd name="csY13" fmla="*/ 2316 h 582883"/>
                <a:gd name="csX14" fmla="*/ 2530 w 462055"/>
                <a:gd name="csY14" fmla="*/ 582884 h 582883"/>
                <a:gd name="csX15" fmla="*/ 2530 w 462055"/>
                <a:gd name="csY15" fmla="*/ 2316 h 58288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62055" h="582883">
                  <a:moveTo>
                    <a:pt x="2530" y="2316"/>
                  </a:moveTo>
                  <a:cubicBezTo>
                    <a:pt x="151130" y="13202"/>
                    <a:pt x="296783" y="15016"/>
                    <a:pt x="456040" y="2316"/>
                  </a:cubicBezTo>
                  <a:moveTo>
                    <a:pt x="2530" y="2316"/>
                  </a:moveTo>
                  <a:cubicBezTo>
                    <a:pt x="149090" y="-1675"/>
                    <a:pt x="283933" y="284"/>
                    <a:pt x="456040" y="2316"/>
                  </a:cubicBezTo>
                  <a:moveTo>
                    <a:pt x="456040" y="2316"/>
                  </a:moveTo>
                  <a:cubicBezTo>
                    <a:pt x="447121" y="186574"/>
                    <a:pt x="443418" y="347319"/>
                    <a:pt x="456040" y="582884"/>
                  </a:cubicBezTo>
                  <a:moveTo>
                    <a:pt x="456040" y="2316"/>
                  </a:moveTo>
                  <a:cubicBezTo>
                    <a:pt x="463523" y="177358"/>
                    <a:pt x="464581" y="361035"/>
                    <a:pt x="456040" y="582884"/>
                  </a:cubicBezTo>
                  <a:moveTo>
                    <a:pt x="456040" y="582884"/>
                  </a:moveTo>
                  <a:cubicBezTo>
                    <a:pt x="356721" y="582667"/>
                    <a:pt x="223919" y="572071"/>
                    <a:pt x="2530" y="582884"/>
                  </a:cubicBezTo>
                  <a:moveTo>
                    <a:pt x="456040" y="582884"/>
                  </a:moveTo>
                  <a:cubicBezTo>
                    <a:pt x="290585" y="578530"/>
                    <a:pt x="128606" y="578748"/>
                    <a:pt x="2530" y="582884"/>
                  </a:cubicBezTo>
                  <a:moveTo>
                    <a:pt x="2530" y="582884"/>
                  </a:moveTo>
                  <a:cubicBezTo>
                    <a:pt x="9258" y="433025"/>
                    <a:pt x="-2911" y="314081"/>
                    <a:pt x="2530" y="2316"/>
                  </a:cubicBezTo>
                  <a:moveTo>
                    <a:pt x="2530" y="582884"/>
                  </a:moveTo>
                  <a:cubicBezTo>
                    <a:pt x="7217" y="449281"/>
                    <a:pt x="-5028" y="297317"/>
                    <a:pt x="2530" y="2316"/>
                  </a:cubicBezTo>
                </a:path>
              </a:pathLst>
            </a:custGeom>
            <a:noFill/>
            <a:ln w="7550" cap="rnd">
              <a:solidFill>
                <a:srgbClr val="6C8EB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35" name="!!رسم 9">
            <a:extLst>
              <a:ext uri="{FF2B5EF4-FFF2-40B4-BE49-F238E27FC236}">
                <a16:creationId xmlns:a16="http://schemas.microsoft.com/office/drawing/2014/main" id="{3DD7F02C-130D-07F0-F1DC-E749F7D6AF7C}"/>
              </a:ext>
            </a:extLst>
          </p:cNvPr>
          <p:cNvGrpSpPr/>
          <p:nvPr/>
        </p:nvGrpSpPr>
        <p:grpSpPr>
          <a:xfrm>
            <a:off x="7734359" y="2168073"/>
            <a:ext cx="474722" cy="601976"/>
            <a:chOff x="8404919" y="1824056"/>
            <a:chExt cx="474722" cy="601976"/>
          </a:xfrm>
          <a:noFill/>
        </p:grpSpPr>
        <p:sp>
          <p:nvSpPr>
            <p:cNvPr id="2736" name="مستطيل 554">
              <a:extLst>
                <a:ext uri="{FF2B5EF4-FFF2-40B4-BE49-F238E27FC236}">
                  <a16:creationId xmlns:a16="http://schemas.microsoft.com/office/drawing/2014/main" id="{6A6E872C-D4D9-B571-8828-4F2A7F890817}"/>
                </a:ext>
              </a:extLst>
            </p:cNvPr>
            <p:cNvSpPr/>
            <p:nvPr/>
          </p:nvSpPr>
          <p:spPr>
            <a:xfrm>
              <a:off x="8408899" y="1826524"/>
              <a:ext cx="453509" cy="580568"/>
            </a:xfrm>
            <a:prstGeom prst="rect">
              <a:avLst/>
            </a:prstGeom>
            <a:noFill/>
            <a:ln w="7550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7" name="شكل حر: شكل 555">
              <a:extLst>
                <a:ext uri="{FF2B5EF4-FFF2-40B4-BE49-F238E27FC236}">
                  <a16:creationId xmlns:a16="http://schemas.microsoft.com/office/drawing/2014/main" id="{11B42647-E8A1-7825-1D08-0E8C9B3A91CE}"/>
                </a:ext>
              </a:extLst>
            </p:cNvPr>
            <p:cNvSpPr/>
            <p:nvPr/>
          </p:nvSpPr>
          <p:spPr>
            <a:xfrm>
              <a:off x="8406480" y="1824056"/>
              <a:ext cx="473162" cy="601976"/>
            </a:xfrm>
            <a:custGeom>
              <a:avLst/>
              <a:gdLst>
                <a:gd name="csX0" fmla="*/ 983 w 473162"/>
                <a:gd name="csY0" fmla="*/ 4064 h 601976"/>
                <a:gd name="csX1" fmla="*/ 983 w 473162"/>
                <a:gd name="csY1" fmla="*/ 4064 h 601976"/>
                <a:gd name="csX2" fmla="*/ 983 w 473162"/>
                <a:gd name="csY2" fmla="*/ 4064 h 601976"/>
                <a:gd name="csX3" fmla="*/ 983 w 473162"/>
                <a:gd name="csY3" fmla="*/ 4064 h 601976"/>
                <a:gd name="csX4" fmla="*/ 3931 w 473162"/>
                <a:gd name="csY4" fmla="*/ 45067 h 601976"/>
                <a:gd name="csX5" fmla="*/ 43613 w 473162"/>
                <a:gd name="csY5" fmla="*/ 1234 h 601976"/>
                <a:gd name="csX6" fmla="*/ 3931 w 473162"/>
                <a:gd name="csY6" fmla="*/ 45067 h 601976"/>
                <a:gd name="csX7" fmla="*/ 43613 w 473162"/>
                <a:gd name="csY7" fmla="*/ 1234 h 601976"/>
                <a:gd name="csX8" fmla="*/ 1966 w 473162"/>
                <a:gd name="csY8" fmla="*/ 91440 h 601976"/>
                <a:gd name="csX9" fmla="*/ 81330 w 473162"/>
                <a:gd name="csY9" fmla="*/ 3847 h 601976"/>
                <a:gd name="csX10" fmla="*/ 1966 w 473162"/>
                <a:gd name="csY10" fmla="*/ 91440 h 601976"/>
                <a:gd name="csX11" fmla="*/ 81330 w 473162"/>
                <a:gd name="csY11" fmla="*/ 3847 h 601976"/>
                <a:gd name="csX12" fmla="*/ 1 w 473162"/>
                <a:gd name="csY12" fmla="*/ 137885 h 601976"/>
                <a:gd name="csX13" fmla="*/ 123960 w 473162"/>
                <a:gd name="csY13" fmla="*/ 944 h 601976"/>
                <a:gd name="csX14" fmla="*/ 1 w 473162"/>
                <a:gd name="csY14" fmla="*/ 137885 h 601976"/>
                <a:gd name="csX15" fmla="*/ 123960 w 473162"/>
                <a:gd name="csY15" fmla="*/ 944 h 601976"/>
                <a:gd name="csX16" fmla="*/ 2948 w 473162"/>
                <a:gd name="csY16" fmla="*/ 178888 h 601976"/>
                <a:gd name="csX17" fmla="*/ 161677 w 473162"/>
                <a:gd name="csY17" fmla="*/ 3556 h 601976"/>
                <a:gd name="csX18" fmla="*/ 2948 w 473162"/>
                <a:gd name="csY18" fmla="*/ 178888 h 601976"/>
                <a:gd name="csX19" fmla="*/ 161677 w 473162"/>
                <a:gd name="csY19" fmla="*/ 3556 h 601976"/>
                <a:gd name="csX20" fmla="*/ 983 w 473162"/>
                <a:gd name="csY20" fmla="*/ 225261 h 601976"/>
                <a:gd name="csX21" fmla="*/ 204307 w 473162"/>
                <a:gd name="csY21" fmla="*/ 726 h 601976"/>
                <a:gd name="csX22" fmla="*/ 983 w 473162"/>
                <a:gd name="csY22" fmla="*/ 225261 h 601976"/>
                <a:gd name="csX23" fmla="*/ 204307 w 473162"/>
                <a:gd name="csY23" fmla="*/ 726 h 601976"/>
                <a:gd name="csX24" fmla="*/ 4007 w 473162"/>
                <a:gd name="csY24" fmla="*/ 266264 h 601976"/>
                <a:gd name="csX25" fmla="*/ 242024 w 473162"/>
                <a:gd name="csY25" fmla="*/ 3339 h 601976"/>
                <a:gd name="csX26" fmla="*/ 4007 w 473162"/>
                <a:gd name="csY26" fmla="*/ 266264 h 601976"/>
                <a:gd name="csX27" fmla="*/ 242024 w 473162"/>
                <a:gd name="csY27" fmla="*/ 3339 h 601976"/>
                <a:gd name="csX28" fmla="*/ 1966 w 473162"/>
                <a:gd name="csY28" fmla="*/ 312637 h 601976"/>
                <a:gd name="csX29" fmla="*/ 284654 w 473162"/>
                <a:gd name="csY29" fmla="*/ 508 h 601976"/>
                <a:gd name="csX30" fmla="*/ 1966 w 473162"/>
                <a:gd name="csY30" fmla="*/ 312637 h 601976"/>
                <a:gd name="csX31" fmla="*/ 284654 w 473162"/>
                <a:gd name="csY31" fmla="*/ 508 h 601976"/>
                <a:gd name="csX32" fmla="*/ 1 w 473162"/>
                <a:gd name="csY32" fmla="*/ 359082 h 601976"/>
                <a:gd name="csX33" fmla="*/ 322371 w 473162"/>
                <a:gd name="csY33" fmla="*/ 3121 h 601976"/>
                <a:gd name="csX34" fmla="*/ 1 w 473162"/>
                <a:gd name="csY34" fmla="*/ 359082 h 601976"/>
                <a:gd name="csX35" fmla="*/ 322371 w 473162"/>
                <a:gd name="csY35" fmla="*/ 3121 h 601976"/>
                <a:gd name="csX36" fmla="*/ 3024 w 473162"/>
                <a:gd name="csY36" fmla="*/ 400012 h 601976"/>
                <a:gd name="csX37" fmla="*/ 365000 w 473162"/>
                <a:gd name="csY37" fmla="*/ 218 h 601976"/>
                <a:gd name="csX38" fmla="*/ 3024 w 473162"/>
                <a:gd name="csY38" fmla="*/ 400012 h 601976"/>
                <a:gd name="csX39" fmla="*/ 365000 w 473162"/>
                <a:gd name="csY39" fmla="*/ 218 h 601976"/>
                <a:gd name="csX40" fmla="*/ 1059 w 473162"/>
                <a:gd name="csY40" fmla="*/ 446457 h 601976"/>
                <a:gd name="csX41" fmla="*/ 402717 w 473162"/>
                <a:gd name="csY41" fmla="*/ 2831 h 601976"/>
                <a:gd name="csX42" fmla="*/ 1059 w 473162"/>
                <a:gd name="csY42" fmla="*/ 446457 h 601976"/>
                <a:gd name="csX43" fmla="*/ 402717 w 473162"/>
                <a:gd name="csY43" fmla="*/ 2831 h 601976"/>
                <a:gd name="csX44" fmla="*/ 4007 w 473162"/>
                <a:gd name="csY44" fmla="*/ 487460 h 601976"/>
                <a:gd name="csX45" fmla="*/ 445347 w 473162"/>
                <a:gd name="csY45" fmla="*/ 1 h 601976"/>
                <a:gd name="csX46" fmla="*/ 4007 w 473162"/>
                <a:gd name="csY46" fmla="*/ 487460 h 601976"/>
                <a:gd name="csX47" fmla="*/ 445347 w 473162"/>
                <a:gd name="csY47" fmla="*/ 1 h 601976"/>
                <a:gd name="csX48" fmla="*/ 2041 w 473162"/>
                <a:gd name="csY48" fmla="*/ 533833 h 601976"/>
                <a:gd name="csX49" fmla="*/ 473087 w 473162"/>
                <a:gd name="csY49" fmla="*/ 13571 h 601976"/>
                <a:gd name="csX50" fmla="*/ 2041 w 473162"/>
                <a:gd name="csY50" fmla="*/ 533833 h 601976"/>
                <a:gd name="csX51" fmla="*/ 473087 w 473162"/>
                <a:gd name="csY51" fmla="*/ 13571 h 601976"/>
                <a:gd name="csX52" fmla="*/ 76 w 473162"/>
                <a:gd name="csY52" fmla="*/ 580278 h 601976"/>
                <a:gd name="csX53" fmla="*/ 471122 w 473162"/>
                <a:gd name="csY53" fmla="*/ 59944 h 601976"/>
                <a:gd name="csX54" fmla="*/ 76 w 473162"/>
                <a:gd name="csY54" fmla="*/ 580278 h 601976"/>
                <a:gd name="csX55" fmla="*/ 471122 w 473162"/>
                <a:gd name="csY55" fmla="*/ 59944 h 601976"/>
                <a:gd name="csX56" fmla="*/ 22903 w 473162"/>
                <a:gd name="csY56" fmla="*/ 599365 h 601976"/>
                <a:gd name="csX57" fmla="*/ 469156 w 473162"/>
                <a:gd name="csY57" fmla="*/ 106390 h 601976"/>
                <a:gd name="csX58" fmla="*/ 22903 w 473162"/>
                <a:gd name="csY58" fmla="*/ 599365 h 601976"/>
                <a:gd name="csX59" fmla="*/ 469156 w 473162"/>
                <a:gd name="csY59" fmla="*/ 106390 h 601976"/>
                <a:gd name="csX60" fmla="*/ 60544 w 473162"/>
                <a:gd name="csY60" fmla="*/ 601977 h 601976"/>
                <a:gd name="csX61" fmla="*/ 472180 w 473162"/>
                <a:gd name="csY61" fmla="*/ 147320 h 601976"/>
                <a:gd name="csX62" fmla="*/ 60544 w 473162"/>
                <a:gd name="csY62" fmla="*/ 601977 h 601976"/>
                <a:gd name="csX63" fmla="*/ 472180 w 473162"/>
                <a:gd name="csY63" fmla="*/ 147320 h 601976"/>
                <a:gd name="csX64" fmla="*/ 103250 w 473162"/>
                <a:gd name="csY64" fmla="*/ 599074 h 601976"/>
                <a:gd name="csX65" fmla="*/ 470139 w 473162"/>
                <a:gd name="csY65" fmla="*/ 193765 h 601976"/>
                <a:gd name="csX66" fmla="*/ 103250 w 473162"/>
                <a:gd name="csY66" fmla="*/ 599074 h 601976"/>
                <a:gd name="csX67" fmla="*/ 470139 w 473162"/>
                <a:gd name="csY67" fmla="*/ 193765 h 601976"/>
                <a:gd name="csX68" fmla="*/ 140891 w 473162"/>
                <a:gd name="csY68" fmla="*/ 601687 h 601976"/>
                <a:gd name="csX69" fmla="*/ 473163 w 473162"/>
                <a:gd name="csY69" fmla="*/ 234768 h 601976"/>
                <a:gd name="csX70" fmla="*/ 140891 w 473162"/>
                <a:gd name="csY70" fmla="*/ 601687 h 601976"/>
                <a:gd name="csX71" fmla="*/ 473163 w 473162"/>
                <a:gd name="csY71" fmla="*/ 234768 h 601976"/>
                <a:gd name="csX72" fmla="*/ 183596 w 473162"/>
                <a:gd name="csY72" fmla="*/ 598857 h 601976"/>
                <a:gd name="csX73" fmla="*/ 471197 w 473162"/>
                <a:gd name="csY73" fmla="*/ 281141 h 601976"/>
                <a:gd name="csX74" fmla="*/ 183596 w 473162"/>
                <a:gd name="csY74" fmla="*/ 598857 h 601976"/>
                <a:gd name="csX75" fmla="*/ 471197 w 473162"/>
                <a:gd name="csY75" fmla="*/ 281141 h 601976"/>
                <a:gd name="csX76" fmla="*/ 221238 w 473162"/>
                <a:gd name="csY76" fmla="*/ 601469 h 601976"/>
                <a:gd name="csX77" fmla="*/ 469232 w 473162"/>
                <a:gd name="csY77" fmla="*/ 327586 h 601976"/>
                <a:gd name="csX78" fmla="*/ 221238 w 473162"/>
                <a:gd name="csY78" fmla="*/ 601469 h 601976"/>
                <a:gd name="csX79" fmla="*/ 469232 w 473162"/>
                <a:gd name="csY79" fmla="*/ 327586 h 601976"/>
                <a:gd name="csX80" fmla="*/ 263943 w 473162"/>
                <a:gd name="csY80" fmla="*/ 598566 h 601976"/>
                <a:gd name="csX81" fmla="*/ 472180 w 473162"/>
                <a:gd name="csY81" fmla="*/ 368516 h 601976"/>
                <a:gd name="csX82" fmla="*/ 263943 w 473162"/>
                <a:gd name="csY82" fmla="*/ 598566 h 601976"/>
                <a:gd name="csX83" fmla="*/ 472180 w 473162"/>
                <a:gd name="csY83" fmla="*/ 368516 h 601976"/>
                <a:gd name="csX84" fmla="*/ 301585 w 473162"/>
                <a:gd name="csY84" fmla="*/ 601179 h 601976"/>
                <a:gd name="csX85" fmla="*/ 470215 w 473162"/>
                <a:gd name="csY85" fmla="*/ 414962 h 601976"/>
                <a:gd name="csX86" fmla="*/ 301585 w 473162"/>
                <a:gd name="csY86" fmla="*/ 601179 h 601976"/>
                <a:gd name="csX87" fmla="*/ 470215 w 473162"/>
                <a:gd name="csY87" fmla="*/ 414962 h 601976"/>
                <a:gd name="csX88" fmla="*/ 344290 w 473162"/>
                <a:gd name="csY88" fmla="*/ 598349 h 601976"/>
                <a:gd name="csX89" fmla="*/ 473163 w 473162"/>
                <a:gd name="csY89" fmla="*/ 455892 h 601976"/>
                <a:gd name="csX90" fmla="*/ 344290 w 473162"/>
                <a:gd name="csY90" fmla="*/ 598349 h 601976"/>
                <a:gd name="csX91" fmla="*/ 473163 w 473162"/>
                <a:gd name="csY91" fmla="*/ 455892 h 601976"/>
                <a:gd name="csX92" fmla="*/ 381932 w 473162"/>
                <a:gd name="csY92" fmla="*/ 600961 h 601976"/>
                <a:gd name="csX93" fmla="*/ 471197 w 473162"/>
                <a:gd name="csY93" fmla="*/ 502337 h 601976"/>
                <a:gd name="csX94" fmla="*/ 381932 w 473162"/>
                <a:gd name="csY94" fmla="*/ 600961 h 601976"/>
                <a:gd name="csX95" fmla="*/ 471197 w 473162"/>
                <a:gd name="csY95" fmla="*/ 502337 h 601976"/>
                <a:gd name="csX96" fmla="*/ 424637 w 473162"/>
                <a:gd name="csY96" fmla="*/ 598058 h 601976"/>
                <a:gd name="csX97" fmla="*/ 469232 w 473162"/>
                <a:gd name="csY97" fmla="*/ 548783 h 601976"/>
                <a:gd name="csX98" fmla="*/ 424637 w 473162"/>
                <a:gd name="csY98" fmla="*/ 598058 h 601976"/>
                <a:gd name="csX99" fmla="*/ 469232 w 473162"/>
                <a:gd name="csY99" fmla="*/ 548783 h 60197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  <a:cxn ang="0">
                  <a:pos x="csX16" y="csY16"/>
                </a:cxn>
                <a:cxn ang="0">
                  <a:pos x="csX17" y="csY17"/>
                </a:cxn>
                <a:cxn ang="0">
                  <a:pos x="csX18" y="csY18"/>
                </a:cxn>
                <a:cxn ang="0">
                  <a:pos x="csX19" y="csY19"/>
                </a:cxn>
                <a:cxn ang="0">
                  <a:pos x="csX20" y="csY20"/>
                </a:cxn>
                <a:cxn ang="0">
                  <a:pos x="csX21" y="csY21"/>
                </a:cxn>
                <a:cxn ang="0">
                  <a:pos x="csX22" y="csY22"/>
                </a:cxn>
                <a:cxn ang="0">
                  <a:pos x="csX23" y="csY23"/>
                </a:cxn>
                <a:cxn ang="0">
                  <a:pos x="csX24" y="csY24"/>
                </a:cxn>
                <a:cxn ang="0">
                  <a:pos x="csX25" y="csY25"/>
                </a:cxn>
                <a:cxn ang="0">
                  <a:pos x="csX26" y="csY26"/>
                </a:cxn>
                <a:cxn ang="0">
                  <a:pos x="csX27" y="csY27"/>
                </a:cxn>
                <a:cxn ang="0">
                  <a:pos x="csX28" y="csY28"/>
                </a:cxn>
                <a:cxn ang="0">
                  <a:pos x="csX29" y="csY29"/>
                </a:cxn>
                <a:cxn ang="0">
                  <a:pos x="csX30" y="csY30"/>
                </a:cxn>
                <a:cxn ang="0">
                  <a:pos x="csX31" y="csY31"/>
                </a:cxn>
                <a:cxn ang="0">
                  <a:pos x="csX32" y="csY32"/>
                </a:cxn>
                <a:cxn ang="0">
                  <a:pos x="csX33" y="csY33"/>
                </a:cxn>
                <a:cxn ang="0">
                  <a:pos x="csX34" y="csY34"/>
                </a:cxn>
                <a:cxn ang="0">
                  <a:pos x="csX35" y="csY35"/>
                </a:cxn>
                <a:cxn ang="0">
                  <a:pos x="csX36" y="csY36"/>
                </a:cxn>
                <a:cxn ang="0">
                  <a:pos x="csX37" y="csY37"/>
                </a:cxn>
                <a:cxn ang="0">
                  <a:pos x="csX38" y="csY38"/>
                </a:cxn>
                <a:cxn ang="0">
                  <a:pos x="csX39" y="csY39"/>
                </a:cxn>
                <a:cxn ang="0">
                  <a:pos x="csX40" y="csY40"/>
                </a:cxn>
                <a:cxn ang="0">
                  <a:pos x="csX41" y="csY41"/>
                </a:cxn>
                <a:cxn ang="0">
                  <a:pos x="csX42" y="csY42"/>
                </a:cxn>
                <a:cxn ang="0">
                  <a:pos x="csX43" y="csY43"/>
                </a:cxn>
                <a:cxn ang="0">
                  <a:pos x="csX44" y="csY44"/>
                </a:cxn>
                <a:cxn ang="0">
                  <a:pos x="csX45" y="csY45"/>
                </a:cxn>
                <a:cxn ang="0">
                  <a:pos x="csX46" y="csY46"/>
                </a:cxn>
                <a:cxn ang="0">
                  <a:pos x="csX47" y="csY47"/>
                </a:cxn>
                <a:cxn ang="0">
                  <a:pos x="csX48" y="csY48"/>
                </a:cxn>
                <a:cxn ang="0">
                  <a:pos x="csX49" y="csY49"/>
                </a:cxn>
                <a:cxn ang="0">
                  <a:pos x="csX50" y="csY50"/>
                </a:cxn>
                <a:cxn ang="0">
                  <a:pos x="csX51" y="csY51"/>
                </a:cxn>
                <a:cxn ang="0">
                  <a:pos x="csX52" y="csY52"/>
                </a:cxn>
                <a:cxn ang="0">
                  <a:pos x="csX53" y="csY53"/>
                </a:cxn>
                <a:cxn ang="0">
                  <a:pos x="csX54" y="csY54"/>
                </a:cxn>
                <a:cxn ang="0">
                  <a:pos x="csX55" y="csY55"/>
                </a:cxn>
                <a:cxn ang="0">
                  <a:pos x="csX56" y="csY56"/>
                </a:cxn>
                <a:cxn ang="0">
                  <a:pos x="csX57" y="csY57"/>
                </a:cxn>
                <a:cxn ang="0">
                  <a:pos x="csX58" y="csY58"/>
                </a:cxn>
                <a:cxn ang="0">
                  <a:pos x="csX59" y="csY59"/>
                </a:cxn>
                <a:cxn ang="0">
                  <a:pos x="csX60" y="csY60"/>
                </a:cxn>
                <a:cxn ang="0">
                  <a:pos x="csX61" y="csY61"/>
                </a:cxn>
                <a:cxn ang="0">
                  <a:pos x="csX62" y="csY62"/>
                </a:cxn>
                <a:cxn ang="0">
                  <a:pos x="csX63" y="csY63"/>
                </a:cxn>
                <a:cxn ang="0">
                  <a:pos x="csX64" y="csY64"/>
                </a:cxn>
                <a:cxn ang="0">
                  <a:pos x="csX65" y="csY65"/>
                </a:cxn>
                <a:cxn ang="0">
                  <a:pos x="csX66" y="csY66"/>
                </a:cxn>
                <a:cxn ang="0">
                  <a:pos x="csX67" y="csY67"/>
                </a:cxn>
                <a:cxn ang="0">
                  <a:pos x="csX68" y="csY68"/>
                </a:cxn>
                <a:cxn ang="0">
                  <a:pos x="csX69" y="csY69"/>
                </a:cxn>
                <a:cxn ang="0">
                  <a:pos x="csX70" y="csY70"/>
                </a:cxn>
                <a:cxn ang="0">
                  <a:pos x="csX71" y="csY71"/>
                </a:cxn>
                <a:cxn ang="0">
                  <a:pos x="csX72" y="csY72"/>
                </a:cxn>
                <a:cxn ang="0">
                  <a:pos x="csX73" y="csY73"/>
                </a:cxn>
                <a:cxn ang="0">
                  <a:pos x="csX74" y="csY74"/>
                </a:cxn>
                <a:cxn ang="0">
                  <a:pos x="csX75" y="csY75"/>
                </a:cxn>
                <a:cxn ang="0">
                  <a:pos x="csX76" y="csY76"/>
                </a:cxn>
                <a:cxn ang="0">
                  <a:pos x="csX77" y="csY77"/>
                </a:cxn>
                <a:cxn ang="0">
                  <a:pos x="csX78" y="csY78"/>
                </a:cxn>
                <a:cxn ang="0">
                  <a:pos x="csX79" y="csY79"/>
                </a:cxn>
                <a:cxn ang="0">
                  <a:pos x="csX80" y="csY80"/>
                </a:cxn>
                <a:cxn ang="0">
                  <a:pos x="csX81" y="csY81"/>
                </a:cxn>
                <a:cxn ang="0">
                  <a:pos x="csX82" y="csY82"/>
                </a:cxn>
                <a:cxn ang="0">
                  <a:pos x="csX83" y="csY83"/>
                </a:cxn>
                <a:cxn ang="0">
                  <a:pos x="csX84" y="csY84"/>
                </a:cxn>
                <a:cxn ang="0">
                  <a:pos x="csX85" y="csY85"/>
                </a:cxn>
                <a:cxn ang="0">
                  <a:pos x="csX86" y="csY86"/>
                </a:cxn>
                <a:cxn ang="0">
                  <a:pos x="csX87" y="csY87"/>
                </a:cxn>
                <a:cxn ang="0">
                  <a:pos x="csX88" y="csY88"/>
                </a:cxn>
                <a:cxn ang="0">
                  <a:pos x="csX89" y="csY89"/>
                </a:cxn>
                <a:cxn ang="0">
                  <a:pos x="csX90" y="csY90"/>
                </a:cxn>
                <a:cxn ang="0">
                  <a:pos x="csX91" y="csY91"/>
                </a:cxn>
                <a:cxn ang="0">
                  <a:pos x="csX92" y="csY92"/>
                </a:cxn>
                <a:cxn ang="0">
                  <a:pos x="csX93" y="csY93"/>
                </a:cxn>
                <a:cxn ang="0">
                  <a:pos x="csX94" y="csY94"/>
                </a:cxn>
                <a:cxn ang="0">
                  <a:pos x="csX95" y="csY95"/>
                </a:cxn>
                <a:cxn ang="0">
                  <a:pos x="csX96" y="csY96"/>
                </a:cxn>
                <a:cxn ang="0">
                  <a:pos x="csX97" y="csY97"/>
                </a:cxn>
                <a:cxn ang="0">
                  <a:pos x="csX98" y="csY98"/>
                </a:cxn>
                <a:cxn ang="0">
                  <a:pos x="csX99" y="csY99"/>
                </a:cxn>
              </a:cxnLst>
              <a:rect l="l" t="t" r="r" b="b"/>
              <a:pathLst>
                <a:path w="473162" h="601976">
                  <a:moveTo>
                    <a:pt x="983" y="4064"/>
                  </a:moveTo>
                  <a:cubicBezTo>
                    <a:pt x="983" y="4064"/>
                    <a:pt x="983" y="4064"/>
                    <a:pt x="983" y="4064"/>
                  </a:cubicBezTo>
                  <a:moveTo>
                    <a:pt x="983" y="4064"/>
                  </a:moveTo>
                  <a:cubicBezTo>
                    <a:pt x="983" y="4064"/>
                    <a:pt x="983" y="4064"/>
                    <a:pt x="983" y="4064"/>
                  </a:cubicBezTo>
                  <a:moveTo>
                    <a:pt x="3931" y="45067"/>
                  </a:moveTo>
                  <a:cubicBezTo>
                    <a:pt x="10885" y="37447"/>
                    <a:pt x="17990" y="24239"/>
                    <a:pt x="43613" y="1234"/>
                  </a:cubicBezTo>
                  <a:moveTo>
                    <a:pt x="3931" y="45067"/>
                  </a:moveTo>
                  <a:cubicBezTo>
                    <a:pt x="14286" y="33238"/>
                    <a:pt x="20862" y="20611"/>
                    <a:pt x="43613" y="1234"/>
                  </a:cubicBezTo>
                  <a:moveTo>
                    <a:pt x="1966" y="91440"/>
                  </a:moveTo>
                  <a:cubicBezTo>
                    <a:pt x="15949" y="60888"/>
                    <a:pt x="37037" y="37084"/>
                    <a:pt x="81330" y="3847"/>
                  </a:cubicBezTo>
                  <a:moveTo>
                    <a:pt x="1966" y="91440"/>
                  </a:moveTo>
                  <a:cubicBezTo>
                    <a:pt x="30386" y="60525"/>
                    <a:pt x="45578" y="41003"/>
                    <a:pt x="81330" y="3847"/>
                  </a:cubicBezTo>
                  <a:moveTo>
                    <a:pt x="1" y="137885"/>
                  </a:moveTo>
                  <a:cubicBezTo>
                    <a:pt x="31217" y="79176"/>
                    <a:pt x="75888" y="51889"/>
                    <a:pt x="123960" y="944"/>
                  </a:cubicBezTo>
                  <a:moveTo>
                    <a:pt x="1" y="137885"/>
                  </a:moveTo>
                  <a:cubicBezTo>
                    <a:pt x="46485" y="99278"/>
                    <a:pt x="89644" y="50728"/>
                    <a:pt x="123960" y="944"/>
                  </a:cubicBezTo>
                  <a:moveTo>
                    <a:pt x="2948" y="178888"/>
                  </a:moveTo>
                  <a:cubicBezTo>
                    <a:pt x="52683" y="135999"/>
                    <a:pt x="78911" y="94270"/>
                    <a:pt x="161677" y="3556"/>
                  </a:cubicBezTo>
                  <a:moveTo>
                    <a:pt x="2948" y="178888"/>
                  </a:moveTo>
                  <a:cubicBezTo>
                    <a:pt x="64399" y="108712"/>
                    <a:pt x="121012" y="35052"/>
                    <a:pt x="161677" y="3556"/>
                  </a:cubicBezTo>
                  <a:moveTo>
                    <a:pt x="983" y="225261"/>
                  </a:moveTo>
                  <a:cubicBezTo>
                    <a:pt x="50265" y="150948"/>
                    <a:pt x="137187" y="84691"/>
                    <a:pt x="204307" y="726"/>
                  </a:cubicBezTo>
                  <a:moveTo>
                    <a:pt x="983" y="225261"/>
                  </a:moveTo>
                  <a:cubicBezTo>
                    <a:pt x="44596" y="168438"/>
                    <a:pt x="89644" y="125113"/>
                    <a:pt x="204307" y="726"/>
                  </a:cubicBezTo>
                  <a:moveTo>
                    <a:pt x="4007" y="266264"/>
                  </a:moveTo>
                  <a:cubicBezTo>
                    <a:pt x="91005" y="183242"/>
                    <a:pt x="154950" y="91005"/>
                    <a:pt x="242024" y="3339"/>
                  </a:cubicBezTo>
                  <a:moveTo>
                    <a:pt x="4007" y="266264"/>
                  </a:moveTo>
                  <a:cubicBezTo>
                    <a:pt x="87679" y="173300"/>
                    <a:pt x="161753" y="96302"/>
                    <a:pt x="242024" y="3339"/>
                  </a:cubicBezTo>
                  <a:moveTo>
                    <a:pt x="1966" y="312637"/>
                  </a:moveTo>
                  <a:cubicBezTo>
                    <a:pt x="111715" y="197539"/>
                    <a:pt x="224261" y="78885"/>
                    <a:pt x="284654" y="508"/>
                  </a:cubicBezTo>
                  <a:moveTo>
                    <a:pt x="1966" y="312637"/>
                  </a:moveTo>
                  <a:cubicBezTo>
                    <a:pt x="112244" y="188975"/>
                    <a:pt x="222674" y="60597"/>
                    <a:pt x="284654" y="508"/>
                  </a:cubicBezTo>
                  <a:moveTo>
                    <a:pt x="1" y="359082"/>
                  </a:moveTo>
                  <a:cubicBezTo>
                    <a:pt x="126983" y="216262"/>
                    <a:pt x="228192" y="78595"/>
                    <a:pt x="322371" y="3121"/>
                  </a:cubicBezTo>
                  <a:moveTo>
                    <a:pt x="1" y="359082"/>
                  </a:moveTo>
                  <a:cubicBezTo>
                    <a:pt x="102116" y="243041"/>
                    <a:pt x="212545" y="121194"/>
                    <a:pt x="322371" y="3121"/>
                  </a:cubicBezTo>
                  <a:moveTo>
                    <a:pt x="3024" y="400012"/>
                  </a:moveTo>
                  <a:cubicBezTo>
                    <a:pt x="132199" y="256902"/>
                    <a:pt x="249960" y="116550"/>
                    <a:pt x="365000" y="218"/>
                  </a:cubicBezTo>
                  <a:moveTo>
                    <a:pt x="3024" y="400012"/>
                  </a:moveTo>
                  <a:cubicBezTo>
                    <a:pt x="132048" y="257845"/>
                    <a:pt x="262810" y="116042"/>
                    <a:pt x="365000" y="218"/>
                  </a:cubicBezTo>
                  <a:moveTo>
                    <a:pt x="1059" y="446457"/>
                  </a:moveTo>
                  <a:cubicBezTo>
                    <a:pt x="133710" y="320256"/>
                    <a:pt x="259786" y="162922"/>
                    <a:pt x="402717" y="2831"/>
                  </a:cubicBezTo>
                  <a:moveTo>
                    <a:pt x="1059" y="446457"/>
                  </a:moveTo>
                  <a:cubicBezTo>
                    <a:pt x="143385" y="290212"/>
                    <a:pt x="278909" y="125548"/>
                    <a:pt x="402717" y="2831"/>
                  </a:cubicBezTo>
                  <a:moveTo>
                    <a:pt x="4007" y="487460"/>
                  </a:moveTo>
                  <a:cubicBezTo>
                    <a:pt x="138624" y="340794"/>
                    <a:pt x="307934" y="173590"/>
                    <a:pt x="445347" y="1"/>
                  </a:cubicBezTo>
                  <a:moveTo>
                    <a:pt x="4007" y="487460"/>
                  </a:moveTo>
                  <a:cubicBezTo>
                    <a:pt x="89266" y="380853"/>
                    <a:pt x="184730" y="277512"/>
                    <a:pt x="445347" y="1"/>
                  </a:cubicBezTo>
                  <a:moveTo>
                    <a:pt x="2041" y="533833"/>
                  </a:moveTo>
                  <a:cubicBezTo>
                    <a:pt x="176038" y="377297"/>
                    <a:pt x="328946" y="207409"/>
                    <a:pt x="473087" y="13571"/>
                  </a:cubicBezTo>
                  <a:moveTo>
                    <a:pt x="2041" y="533833"/>
                  </a:moveTo>
                  <a:cubicBezTo>
                    <a:pt x="189794" y="334698"/>
                    <a:pt x="385182" y="125476"/>
                    <a:pt x="473087" y="13571"/>
                  </a:cubicBezTo>
                  <a:moveTo>
                    <a:pt x="76" y="580278"/>
                  </a:moveTo>
                  <a:cubicBezTo>
                    <a:pt x="108238" y="481001"/>
                    <a:pt x="178683" y="367573"/>
                    <a:pt x="471122" y="59944"/>
                  </a:cubicBezTo>
                  <a:moveTo>
                    <a:pt x="76" y="580278"/>
                  </a:moveTo>
                  <a:cubicBezTo>
                    <a:pt x="114738" y="454150"/>
                    <a:pt x="237640" y="323595"/>
                    <a:pt x="471122" y="59944"/>
                  </a:cubicBezTo>
                  <a:moveTo>
                    <a:pt x="22903" y="599365"/>
                  </a:moveTo>
                  <a:cubicBezTo>
                    <a:pt x="139681" y="461117"/>
                    <a:pt x="256838" y="335642"/>
                    <a:pt x="469156" y="106390"/>
                  </a:cubicBezTo>
                  <a:moveTo>
                    <a:pt x="22903" y="599365"/>
                  </a:moveTo>
                  <a:cubicBezTo>
                    <a:pt x="201208" y="405165"/>
                    <a:pt x="373768" y="227366"/>
                    <a:pt x="469156" y="106390"/>
                  </a:cubicBezTo>
                  <a:moveTo>
                    <a:pt x="60544" y="601977"/>
                  </a:moveTo>
                  <a:cubicBezTo>
                    <a:pt x="158502" y="503716"/>
                    <a:pt x="243913" y="404657"/>
                    <a:pt x="472180" y="147320"/>
                  </a:cubicBezTo>
                  <a:moveTo>
                    <a:pt x="60544" y="601977"/>
                  </a:moveTo>
                  <a:cubicBezTo>
                    <a:pt x="208766" y="431508"/>
                    <a:pt x="364547" y="268731"/>
                    <a:pt x="472180" y="147320"/>
                  </a:cubicBezTo>
                  <a:moveTo>
                    <a:pt x="103250" y="599074"/>
                  </a:moveTo>
                  <a:cubicBezTo>
                    <a:pt x="238093" y="448562"/>
                    <a:pt x="376792" y="293187"/>
                    <a:pt x="470139" y="193765"/>
                  </a:cubicBezTo>
                  <a:moveTo>
                    <a:pt x="103250" y="599074"/>
                  </a:moveTo>
                  <a:cubicBezTo>
                    <a:pt x="230157" y="463004"/>
                    <a:pt x="344517" y="327151"/>
                    <a:pt x="470139" y="193765"/>
                  </a:cubicBezTo>
                  <a:moveTo>
                    <a:pt x="140891" y="601687"/>
                  </a:moveTo>
                  <a:cubicBezTo>
                    <a:pt x="272333" y="459230"/>
                    <a:pt x="410578" y="325336"/>
                    <a:pt x="473163" y="234768"/>
                  </a:cubicBezTo>
                  <a:moveTo>
                    <a:pt x="140891" y="601687"/>
                  </a:moveTo>
                  <a:cubicBezTo>
                    <a:pt x="221464" y="515037"/>
                    <a:pt x="308161" y="417647"/>
                    <a:pt x="473163" y="234768"/>
                  </a:cubicBezTo>
                  <a:moveTo>
                    <a:pt x="183596" y="598857"/>
                  </a:moveTo>
                  <a:cubicBezTo>
                    <a:pt x="259710" y="524399"/>
                    <a:pt x="344139" y="419751"/>
                    <a:pt x="471197" y="281141"/>
                  </a:cubicBezTo>
                  <a:moveTo>
                    <a:pt x="183596" y="598857"/>
                  </a:moveTo>
                  <a:cubicBezTo>
                    <a:pt x="297352" y="478461"/>
                    <a:pt x="395310" y="368008"/>
                    <a:pt x="471197" y="281141"/>
                  </a:cubicBezTo>
                  <a:moveTo>
                    <a:pt x="221238" y="601469"/>
                  </a:moveTo>
                  <a:cubicBezTo>
                    <a:pt x="282008" y="556257"/>
                    <a:pt x="313300" y="494427"/>
                    <a:pt x="469232" y="327586"/>
                  </a:cubicBezTo>
                  <a:moveTo>
                    <a:pt x="221238" y="601469"/>
                  </a:moveTo>
                  <a:cubicBezTo>
                    <a:pt x="324033" y="491379"/>
                    <a:pt x="416096" y="388836"/>
                    <a:pt x="469232" y="327586"/>
                  </a:cubicBezTo>
                  <a:moveTo>
                    <a:pt x="263943" y="598566"/>
                  </a:moveTo>
                  <a:cubicBezTo>
                    <a:pt x="333406" y="524471"/>
                    <a:pt x="383670" y="470914"/>
                    <a:pt x="472180" y="368516"/>
                  </a:cubicBezTo>
                  <a:moveTo>
                    <a:pt x="263943" y="598566"/>
                  </a:moveTo>
                  <a:cubicBezTo>
                    <a:pt x="320027" y="539276"/>
                    <a:pt x="377472" y="478461"/>
                    <a:pt x="472180" y="368516"/>
                  </a:cubicBezTo>
                  <a:moveTo>
                    <a:pt x="301585" y="601179"/>
                  </a:moveTo>
                  <a:cubicBezTo>
                    <a:pt x="349581" y="563224"/>
                    <a:pt x="361372" y="538478"/>
                    <a:pt x="470215" y="414962"/>
                  </a:cubicBezTo>
                  <a:moveTo>
                    <a:pt x="301585" y="601179"/>
                  </a:moveTo>
                  <a:cubicBezTo>
                    <a:pt x="347540" y="546751"/>
                    <a:pt x="391153" y="496241"/>
                    <a:pt x="470215" y="414962"/>
                  </a:cubicBezTo>
                  <a:moveTo>
                    <a:pt x="344290" y="598349"/>
                  </a:moveTo>
                  <a:cubicBezTo>
                    <a:pt x="374373" y="557564"/>
                    <a:pt x="416247" y="503353"/>
                    <a:pt x="473163" y="455892"/>
                  </a:cubicBezTo>
                  <a:moveTo>
                    <a:pt x="344290" y="598349"/>
                  </a:moveTo>
                  <a:cubicBezTo>
                    <a:pt x="393571" y="544719"/>
                    <a:pt x="437184" y="497475"/>
                    <a:pt x="473163" y="455892"/>
                  </a:cubicBezTo>
                  <a:moveTo>
                    <a:pt x="381932" y="600961"/>
                  </a:moveTo>
                  <a:cubicBezTo>
                    <a:pt x="414357" y="584850"/>
                    <a:pt x="416020" y="564023"/>
                    <a:pt x="471197" y="502337"/>
                  </a:cubicBezTo>
                  <a:moveTo>
                    <a:pt x="381932" y="600961"/>
                  </a:moveTo>
                  <a:cubicBezTo>
                    <a:pt x="416398" y="559523"/>
                    <a:pt x="456383" y="520843"/>
                    <a:pt x="471197" y="502337"/>
                  </a:cubicBezTo>
                  <a:moveTo>
                    <a:pt x="424637" y="598058"/>
                  </a:moveTo>
                  <a:cubicBezTo>
                    <a:pt x="435748" y="573529"/>
                    <a:pt x="453510" y="560104"/>
                    <a:pt x="469232" y="548783"/>
                  </a:cubicBezTo>
                  <a:moveTo>
                    <a:pt x="424637" y="598058"/>
                  </a:moveTo>
                  <a:cubicBezTo>
                    <a:pt x="435219" y="581367"/>
                    <a:pt x="447010" y="572223"/>
                    <a:pt x="469232" y="548783"/>
                  </a:cubicBezTo>
                </a:path>
              </a:pathLst>
            </a:custGeom>
            <a:noFill/>
            <a:ln w="3775" cap="rnd">
              <a:solidFill>
                <a:srgbClr val="DAE8FC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38" name="شكل حر: شكل 556">
              <a:extLst>
                <a:ext uri="{FF2B5EF4-FFF2-40B4-BE49-F238E27FC236}">
                  <a16:creationId xmlns:a16="http://schemas.microsoft.com/office/drawing/2014/main" id="{9D2CB3FC-CA23-4B05-81CB-E4A205880554}"/>
                </a:ext>
              </a:extLst>
            </p:cNvPr>
            <p:cNvSpPr/>
            <p:nvPr/>
          </p:nvSpPr>
          <p:spPr>
            <a:xfrm>
              <a:off x="8404919" y="1825123"/>
              <a:ext cx="462824" cy="588636"/>
            </a:xfrm>
            <a:custGeom>
              <a:avLst/>
              <a:gdLst>
                <a:gd name="csX0" fmla="*/ 3980 w 462824"/>
                <a:gd name="csY0" fmla="*/ 1401 h 588636"/>
                <a:gd name="csX1" fmla="*/ 457490 w 462824"/>
                <a:gd name="csY1" fmla="*/ 1401 h 588636"/>
                <a:gd name="csX2" fmla="*/ 3980 w 462824"/>
                <a:gd name="csY2" fmla="*/ 1401 h 588636"/>
                <a:gd name="csX3" fmla="*/ 457490 w 462824"/>
                <a:gd name="csY3" fmla="*/ 1401 h 588636"/>
                <a:gd name="csX4" fmla="*/ 457490 w 462824"/>
                <a:gd name="csY4" fmla="*/ 1401 h 588636"/>
                <a:gd name="csX5" fmla="*/ 457490 w 462824"/>
                <a:gd name="csY5" fmla="*/ 581969 h 588636"/>
                <a:gd name="csX6" fmla="*/ 457490 w 462824"/>
                <a:gd name="csY6" fmla="*/ 1401 h 588636"/>
                <a:gd name="csX7" fmla="*/ 457490 w 462824"/>
                <a:gd name="csY7" fmla="*/ 581969 h 588636"/>
                <a:gd name="csX8" fmla="*/ 457490 w 462824"/>
                <a:gd name="csY8" fmla="*/ 581969 h 588636"/>
                <a:gd name="csX9" fmla="*/ 3980 w 462824"/>
                <a:gd name="csY9" fmla="*/ 581969 h 588636"/>
                <a:gd name="csX10" fmla="*/ 457490 w 462824"/>
                <a:gd name="csY10" fmla="*/ 581969 h 588636"/>
                <a:gd name="csX11" fmla="*/ 3980 w 462824"/>
                <a:gd name="csY11" fmla="*/ 581969 h 588636"/>
                <a:gd name="csX12" fmla="*/ 3980 w 462824"/>
                <a:gd name="csY12" fmla="*/ 581969 h 588636"/>
                <a:gd name="csX13" fmla="*/ 3980 w 462824"/>
                <a:gd name="csY13" fmla="*/ 1401 h 588636"/>
                <a:gd name="csX14" fmla="*/ 3980 w 462824"/>
                <a:gd name="csY14" fmla="*/ 581969 h 588636"/>
                <a:gd name="csX15" fmla="*/ 3980 w 462824"/>
                <a:gd name="csY15" fmla="*/ 1401 h 588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  <a:cxn ang="0">
                  <a:pos x="csX14" y="csY14"/>
                </a:cxn>
                <a:cxn ang="0">
                  <a:pos x="csX15" y="csY15"/>
                </a:cxn>
              </a:cxnLst>
              <a:rect l="l" t="t" r="r" b="b"/>
              <a:pathLst>
                <a:path w="462824" h="588636">
                  <a:moveTo>
                    <a:pt x="3980" y="1401"/>
                  </a:moveTo>
                  <a:cubicBezTo>
                    <a:pt x="143963" y="-486"/>
                    <a:pt x="280696" y="2780"/>
                    <a:pt x="457490" y="1401"/>
                  </a:cubicBezTo>
                  <a:moveTo>
                    <a:pt x="3980" y="1401"/>
                  </a:moveTo>
                  <a:cubicBezTo>
                    <a:pt x="177070" y="-3679"/>
                    <a:pt x="356508" y="7134"/>
                    <a:pt x="457490" y="1401"/>
                  </a:cubicBezTo>
                  <a:moveTo>
                    <a:pt x="457490" y="1401"/>
                  </a:moveTo>
                  <a:cubicBezTo>
                    <a:pt x="453408" y="192771"/>
                    <a:pt x="471322" y="393284"/>
                    <a:pt x="457490" y="581969"/>
                  </a:cubicBezTo>
                  <a:moveTo>
                    <a:pt x="457490" y="1401"/>
                  </a:moveTo>
                  <a:cubicBezTo>
                    <a:pt x="460210" y="160404"/>
                    <a:pt x="467996" y="328188"/>
                    <a:pt x="457490" y="581969"/>
                  </a:cubicBezTo>
                  <a:moveTo>
                    <a:pt x="457490" y="581969"/>
                  </a:moveTo>
                  <a:cubicBezTo>
                    <a:pt x="371020" y="590678"/>
                    <a:pt x="270644" y="591041"/>
                    <a:pt x="3980" y="581969"/>
                  </a:cubicBezTo>
                  <a:moveTo>
                    <a:pt x="457490" y="581969"/>
                  </a:moveTo>
                  <a:cubicBezTo>
                    <a:pt x="358398" y="579502"/>
                    <a:pt x="276313" y="586178"/>
                    <a:pt x="3980" y="581969"/>
                  </a:cubicBezTo>
                  <a:moveTo>
                    <a:pt x="3980" y="581969"/>
                  </a:moveTo>
                  <a:cubicBezTo>
                    <a:pt x="-8567" y="350322"/>
                    <a:pt x="13428" y="133698"/>
                    <a:pt x="3980" y="1401"/>
                  </a:cubicBezTo>
                  <a:moveTo>
                    <a:pt x="3980" y="581969"/>
                  </a:moveTo>
                  <a:cubicBezTo>
                    <a:pt x="4962" y="359829"/>
                    <a:pt x="9119" y="133262"/>
                    <a:pt x="3980" y="1401"/>
                  </a:cubicBezTo>
                </a:path>
              </a:pathLst>
            </a:custGeom>
            <a:noFill/>
            <a:ln w="7550" cap="rnd">
              <a:solidFill>
                <a:srgbClr val="6C8EBF"/>
              </a:solidFill>
              <a:prstDash val="solid"/>
              <a:rou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39" name="!!رسم 9">
            <a:extLst>
              <a:ext uri="{FF2B5EF4-FFF2-40B4-BE49-F238E27FC236}">
                <a16:creationId xmlns:a16="http://schemas.microsoft.com/office/drawing/2014/main" id="{E4E0C07F-A4F2-70D3-C44B-A0341DDBF171}"/>
              </a:ext>
            </a:extLst>
          </p:cNvPr>
          <p:cNvGrpSpPr/>
          <p:nvPr/>
        </p:nvGrpSpPr>
        <p:grpSpPr>
          <a:xfrm>
            <a:off x="7850054" y="2167559"/>
            <a:ext cx="464782" cy="588049"/>
            <a:chOff x="8520614" y="1823542"/>
            <a:chExt cx="464782" cy="588049"/>
          </a:xfrm>
          <a:noFill/>
        </p:grpSpPr>
        <p:grpSp>
          <p:nvGrpSpPr>
            <p:cNvPr id="2740" name="رسم 9">
              <a:extLst>
                <a:ext uri="{FF2B5EF4-FFF2-40B4-BE49-F238E27FC236}">
                  <a16:creationId xmlns:a16="http://schemas.microsoft.com/office/drawing/2014/main" id="{7F25BDF7-E7A8-D244-8EEF-F8F8725A4D02}"/>
                </a:ext>
              </a:extLst>
            </p:cNvPr>
            <p:cNvGrpSpPr/>
            <p:nvPr/>
          </p:nvGrpSpPr>
          <p:grpSpPr>
            <a:xfrm>
              <a:off x="8520614" y="1823542"/>
              <a:ext cx="464782" cy="588049"/>
              <a:chOff x="8520614" y="1823542"/>
              <a:chExt cx="464782" cy="588049"/>
            </a:xfrm>
            <a:noFill/>
          </p:grpSpPr>
          <p:sp>
            <p:nvSpPr>
              <p:cNvPr id="2742" name="مستطيل 559">
                <a:extLst>
                  <a:ext uri="{FF2B5EF4-FFF2-40B4-BE49-F238E27FC236}">
                    <a16:creationId xmlns:a16="http://schemas.microsoft.com/office/drawing/2014/main" id="{717804A4-E70F-5C2F-8863-84B4780F2863}"/>
                  </a:ext>
                </a:extLst>
              </p:cNvPr>
              <p:cNvSpPr/>
              <p:nvPr/>
            </p:nvSpPr>
            <p:spPr>
              <a:xfrm>
                <a:off x="8522276" y="1826524"/>
                <a:ext cx="453509" cy="580568"/>
              </a:xfrm>
              <a:prstGeom prst="rect">
                <a:avLst/>
              </a:prstGeom>
              <a:noFill/>
              <a:ln w="7550" cap="flat">
                <a:noFill/>
                <a:prstDash val="solid"/>
                <a:miter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3" name="شكل حر: شكل 560">
                <a:extLst>
                  <a:ext uri="{FF2B5EF4-FFF2-40B4-BE49-F238E27FC236}">
                    <a16:creationId xmlns:a16="http://schemas.microsoft.com/office/drawing/2014/main" id="{7401CF73-AE82-6488-7A18-6A6AF8397FA3}"/>
                  </a:ext>
                </a:extLst>
              </p:cNvPr>
              <p:cNvSpPr/>
              <p:nvPr/>
            </p:nvSpPr>
            <p:spPr>
              <a:xfrm>
                <a:off x="8520614" y="1823911"/>
                <a:ext cx="461294" cy="587680"/>
              </a:xfrm>
              <a:custGeom>
                <a:avLst/>
                <a:gdLst>
                  <a:gd name="csX0" fmla="*/ 983 w 461294"/>
                  <a:gd name="csY0" fmla="*/ 3339 h 587680"/>
                  <a:gd name="csX1" fmla="*/ 983 w 461294"/>
                  <a:gd name="csY1" fmla="*/ 3339 h 587680"/>
                  <a:gd name="csX2" fmla="*/ 983 w 461294"/>
                  <a:gd name="csY2" fmla="*/ 3339 h 587680"/>
                  <a:gd name="csX3" fmla="*/ 983 w 461294"/>
                  <a:gd name="csY3" fmla="*/ 3339 h 587680"/>
                  <a:gd name="csX4" fmla="*/ 3931 w 461294"/>
                  <a:gd name="csY4" fmla="*/ 44341 h 587680"/>
                  <a:gd name="csX5" fmla="*/ 43613 w 461294"/>
                  <a:gd name="csY5" fmla="*/ 509 h 587680"/>
                  <a:gd name="csX6" fmla="*/ 3931 w 461294"/>
                  <a:gd name="csY6" fmla="*/ 44341 h 587680"/>
                  <a:gd name="csX7" fmla="*/ 43613 w 461294"/>
                  <a:gd name="csY7" fmla="*/ 509 h 587680"/>
                  <a:gd name="csX8" fmla="*/ 1965 w 461294"/>
                  <a:gd name="csY8" fmla="*/ 90714 h 587680"/>
                  <a:gd name="csX9" fmla="*/ 81330 w 461294"/>
                  <a:gd name="csY9" fmla="*/ 3121 h 587680"/>
                  <a:gd name="csX10" fmla="*/ 1965 w 461294"/>
                  <a:gd name="csY10" fmla="*/ 90714 h 587680"/>
                  <a:gd name="csX11" fmla="*/ 81330 w 461294"/>
                  <a:gd name="csY11" fmla="*/ 3121 h 587680"/>
                  <a:gd name="csX12" fmla="*/ 1 w 461294"/>
                  <a:gd name="csY12" fmla="*/ 137160 h 587680"/>
                  <a:gd name="csX13" fmla="*/ 123960 w 461294"/>
                  <a:gd name="csY13" fmla="*/ 218 h 587680"/>
                  <a:gd name="csX14" fmla="*/ 1 w 461294"/>
                  <a:gd name="csY14" fmla="*/ 137160 h 587680"/>
                  <a:gd name="csX15" fmla="*/ 123960 w 461294"/>
                  <a:gd name="csY15" fmla="*/ 218 h 587680"/>
                  <a:gd name="csX16" fmla="*/ 3024 w 461294"/>
                  <a:gd name="csY16" fmla="*/ 178162 h 587680"/>
                  <a:gd name="csX17" fmla="*/ 161676 w 461294"/>
                  <a:gd name="csY17" fmla="*/ 2831 h 587680"/>
                  <a:gd name="csX18" fmla="*/ 3024 w 461294"/>
                  <a:gd name="csY18" fmla="*/ 178162 h 587680"/>
                  <a:gd name="csX19" fmla="*/ 161676 w 461294"/>
                  <a:gd name="csY19" fmla="*/ 2831 h 587680"/>
                  <a:gd name="csX20" fmla="*/ 983 w 461294"/>
                  <a:gd name="csY20" fmla="*/ 224535 h 587680"/>
                  <a:gd name="csX21" fmla="*/ 204306 w 461294"/>
                  <a:gd name="csY21" fmla="*/ 1 h 587680"/>
                  <a:gd name="csX22" fmla="*/ 983 w 461294"/>
                  <a:gd name="csY22" fmla="*/ 224535 h 587680"/>
                  <a:gd name="csX23" fmla="*/ 204306 w 461294"/>
                  <a:gd name="csY23" fmla="*/ 1 h 587680"/>
                  <a:gd name="csX24" fmla="*/ 4006 w 461294"/>
                  <a:gd name="csY24" fmla="*/ 265538 h 587680"/>
                  <a:gd name="csX25" fmla="*/ 242023 w 461294"/>
                  <a:gd name="csY25" fmla="*/ 2613 h 587680"/>
                  <a:gd name="csX26" fmla="*/ 4006 w 461294"/>
                  <a:gd name="csY26" fmla="*/ 265538 h 587680"/>
                  <a:gd name="csX27" fmla="*/ 242023 w 461294"/>
                  <a:gd name="csY27" fmla="*/ 2613 h 587680"/>
                  <a:gd name="csX28" fmla="*/ 2041 w 461294"/>
                  <a:gd name="csY28" fmla="*/ 311911 h 587680"/>
                  <a:gd name="csX29" fmla="*/ 279740 w 461294"/>
                  <a:gd name="csY29" fmla="*/ 5226 h 587680"/>
                  <a:gd name="csX30" fmla="*/ 2041 w 461294"/>
                  <a:gd name="csY30" fmla="*/ 311911 h 587680"/>
                  <a:gd name="csX31" fmla="*/ 279740 w 461294"/>
                  <a:gd name="csY31" fmla="*/ 5226 h 587680"/>
                  <a:gd name="csX32" fmla="*/ 76 w 461294"/>
                  <a:gd name="csY32" fmla="*/ 358356 h 587680"/>
                  <a:gd name="csX33" fmla="*/ 322370 w 461294"/>
                  <a:gd name="csY33" fmla="*/ 2395 h 587680"/>
                  <a:gd name="csX34" fmla="*/ 76 w 461294"/>
                  <a:gd name="csY34" fmla="*/ 358356 h 587680"/>
                  <a:gd name="csX35" fmla="*/ 322370 w 461294"/>
                  <a:gd name="csY35" fmla="*/ 2395 h 587680"/>
                  <a:gd name="csX36" fmla="*/ 3024 w 461294"/>
                  <a:gd name="csY36" fmla="*/ 399286 h 587680"/>
                  <a:gd name="csX37" fmla="*/ 360087 w 461294"/>
                  <a:gd name="csY37" fmla="*/ 5008 h 587680"/>
                  <a:gd name="csX38" fmla="*/ 3024 w 461294"/>
                  <a:gd name="csY38" fmla="*/ 399286 h 587680"/>
                  <a:gd name="csX39" fmla="*/ 360087 w 461294"/>
                  <a:gd name="csY39" fmla="*/ 5008 h 587680"/>
                  <a:gd name="csX40" fmla="*/ 1058 w 461294"/>
                  <a:gd name="csY40" fmla="*/ 445732 h 587680"/>
                  <a:gd name="csX41" fmla="*/ 402717 w 461294"/>
                  <a:gd name="csY41" fmla="*/ 2105 h 587680"/>
                  <a:gd name="csX42" fmla="*/ 1058 w 461294"/>
                  <a:gd name="csY42" fmla="*/ 445732 h 587680"/>
                  <a:gd name="csX43" fmla="*/ 402717 w 461294"/>
                  <a:gd name="csY43" fmla="*/ 2105 h 587680"/>
                  <a:gd name="csX44" fmla="*/ 4006 w 461294"/>
                  <a:gd name="csY44" fmla="*/ 486734 h 587680"/>
                  <a:gd name="csX45" fmla="*/ 440434 w 461294"/>
                  <a:gd name="csY45" fmla="*/ 4718 h 587680"/>
                  <a:gd name="csX46" fmla="*/ 4006 w 461294"/>
                  <a:gd name="csY46" fmla="*/ 486734 h 587680"/>
                  <a:gd name="csX47" fmla="*/ 440434 w 461294"/>
                  <a:gd name="csY47" fmla="*/ 4718 h 587680"/>
                  <a:gd name="csX48" fmla="*/ 2041 w 461294"/>
                  <a:gd name="csY48" fmla="*/ 533107 h 587680"/>
                  <a:gd name="csX49" fmla="*/ 458272 w 461294"/>
                  <a:gd name="csY49" fmla="*/ 29247 h 587680"/>
                  <a:gd name="csX50" fmla="*/ 2041 w 461294"/>
                  <a:gd name="csY50" fmla="*/ 533107 h 587680"/>
                  <a:gd name="csX51" fmla="*/ 458272 w 461294"/>
                  <a:gd name="csY51" fmla="*/ 29247 h 587680"/>
                  <a:gd name="csX52" fmla="*/ 76 w 461294"/>
                  <a:gd name="csY52" fmla="*/ 579553 h 587680"/>
                  <a:gd name="csX53" fmla="*/ 461220 w 461294"/>
                  <a:gd name="csY53" fmla="*/ 70177 h 587680"/>
                  <a:gd name="csX54" fmla="*/ 76 w 461294"/>
                  <a:gd name="csY54" fmla="*/ 579553 h 587680"/>
                  <a:gd name="csX55" fmla="*/ 461220 w 461294"/>
                  <a:gd name="csY55" fmla="*/ 70177 h 587680"/>
                  <a:gd name="csX56" fmla="*/ 32804 w 461294"/>
                  <a:gd name="csY56" fmla="*/ 587681 h 587680"/>
                  <a:gd name="csX57" fmla="*/ 459254 w 461294"/>
                  <a:gd name="csY57" fmla="*/ 116622 h 587680"/>
                  <a:gd name="csX58" fmla="*/ 32804 w 461294"/>
                  <a:gd name="csY58" fmla="*/ 587681 h 587680"/>
                  <a:gd name="csX59" fmla="*/ 459254 w 461294"/>
                  <a:gd name="csY59" fmla="*/ 116622 h 587680"/>
                  <a:gd name="csX60" fmla="*/ 75510 w 461294"/>
                  <a:gd name="csY60" fmla="*/ 584778 h 587680"/>
                  <a:gd name="csX61" fmla="*/ 457290 w 461294"/>
                  <a:gd name="csY61" fmla="*/ 163068 h 587680"/>
                  <a:gd name="csX62" fmla="*/ 75510 w 461294"/>
                  <a:gd name="csY62" fmla="*/ 584778 h 587680"/>
                  <a:gd name="csX63" fmla="*/ 457290 w 461294"/>
                  <a:gd name="csY63" fmla="*/ 163068 h 587680"/>
                  <a:gd name="csX64" fmla="*/ 113151 w 461294"/>
                  <a:gd name="csY64" fmla="*/ 587390 h 587680"/>
                  <a:gd name="csX65" fmla="*/ 460313 w 461294"/>
                  <a:gd name="csY65" fmla="*/ 203998 h 587680"/>
                  <a:gd name="csX66" fmla="*/ 113151 w 461294"/>
                  <a:gd name="csY66" fmla="*/ 587390 h 587680"/>
                  <a:gd name="csX67" fmla="*/ 460313 w 461294"/>
                  <a:gd name="csY67" fmla="*/ 203998 h 587680"/>
                  <a:gd name="csX68" fmla="*/ 155857 w 461294"/>
                  <a:gd name="csY68" fmla="*/ 584560 h 587680"/>
                  <a:gd name="csX69" fmla="*/ 458347 w 461294"/>
                  <a:gd name="csY69" fmla="*/ 250443 h 587680"/>
                  <a:gd name="csX70" fmla="*/ 155857 w 461294"/>
                  <a:gd name="csY70" fmla="*/ 584560 h 587680"/>
                  <a:gd name="csX71" fmla="*/ 458347 w 461294"/>
                  <a:gd name="csY71" fmla="*/ 250443 h 587680"/>
                  <a:gd name="csX72" fmla="*/ 193498 w 461294"/>
                  <a:gd name="csY72" fmla="*/ 587173 h 587680"/>
                  <a:gd name="csX73" fmla="*/ 461295 w 461294"/>
                  <a:gd name="csY73" fmla="*/ 291373 h 587680"/>
                  <a:gd name="csX74" fmla="*/ 193498 w 461294"/>
                  <a:gd name="csY74" fmla="*/ 587173 h 587680"/>
                  <a:gd name="csX75" fmla="*/ 461295 w 461294"/>
                  <a:gd name="csY75" fmla="*/ 291373 h 587680"/>
                  <a:gd name="csX76" fmla="*/ 236204 w 461294"/>
                  <a:gd name="csY76" fmla="*/ 584270 h 587680"/>
                  <a:gd name="csX77" fmla="*/ 459330 w 461294"/>
                  <a:gd name="csY77" fmla="*/ 337819 h 587680"/>
                  <a:gd name="csX78" fmla="*/ 236204 w 461294"/>
                  <a:gd name="csY78" fmla="*/ 584270 h 587680"/>
                  <a:gd name="csX79" fmla="*/ 459330 w 461294"/>
                  <a:gd name="csY79" fmla="*/ 337819 h 587680"/>
                  <a:gd name="csX80" fmla="*/ 273845 w 461294"/>
                  <a:gd name="csY80" fmla="*/ 586882 h 587680"/>
                  <a:gd name="csX81" fmla="*/ 457365 w 461294"/>
                  <a:gd name="csY81" fmla="*/ 384264 h 587680"/>
                  <a:gd name="csX82" fmla="*/ 273845 w 461294"/>
                  <a:gd name="csY82" fmla="*/ 586882 h 587680"/>
                  <a:gd name="csX83" fmla="*/ 457365 w 461294"/>
                  <a:gd name="csY83" fmla="*/ 384264 h 587680"/>
                  <a:gd name="csX84" fmla="*/ 316550 w 461294"/>
                  <a:gd name="csY84" fmla="*/ 584052 h 587680"/>
                  <a:gd name="csX85" fmla="*/ 460313 w 461294"/>
                  <a:gd name="csY85" fmla="*/ 425194 h 587680"/>
                  <a:gd name="csX86" fmla="*/ 316550 w 461294"/>
                  <a:gd name="csY86" fmla="*/ 584052 h 587680"/>
                  <a:gd name="csX87" fmla="*/ 460313 w 461294"/>
                  <a:gd name="csY87" fmla="*/ 425194 h 587680"/>
                  <a:gd name="csX88" fmla="*/ 354192 w 461294"/>
                  <a:gd name="csY88" fmla="*/ 586665 h 587680"/>
                  <a:gd name="csX89" fmla="*/ 458347 w 461294"/>
                  <a:gd name="csY89" fmla="*/ 471640 h 587680"/>
                  <a:gd name="csX90" fmla="*/ 354192 w 461294"/>
                  <a:gd name="csY90" fmla="*/ 586665 h 587680"/>
                  <a:gd name="csX91" fmla="*/ 458347 w 461294"/>
                  <a:gd name="csY91" fmla="*/ 471640 h 587680"/>
                  <a:gd name="csX92" fmla="*/ 396897 w 461294"/>
                  <a:gd name="csY92" fmla="*/ 583762 h 587680"/>
                  <a:gd name="csX93" fmla="*/ 461295 w 461294"/>
                  <a:gd name="csY93" fmla="*/ 512570 h 587680"/>
                  <a:gd name="csX94" fmla="*/ 396897 w 461294"/>
                  <a:gd name="csY94" fmla="*/ 583762 h 587680"/>
                  <a:gd name="csX95" fmla="*/ 461295 w 461294"/>
                  <a:gd name="csY95" fmla="*/ 512570 h 587680"/>
                  <a:gd name="csX96" fmla="*/ 434538 w 461294"/>
                  <a:gd name="csY96" fmla="*/ 586375 h 587680"/>
                  <a:gd name="csX97" fmla="*/ 459330 w 461294"/>
                  <a:gd name="csY97" fmla="*/ 559015 h 587680"/>
                  <a:gd name="csX98" fmla="*/ 434538 w 461294"/>
                  <a:gd name="csY98" fmla="*/ 586375 h 587680"/>
                  <a:gd name="csX99" fmla="*/ 459330 w 461294"/>
                  <a:gd name="csY99" fmla="*/ 559015 h 58768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  <a:cxn ang="0">
                    <a:pos x="csX26" y="csY26"/>
                  </a:cxn>
                  <a:cxn ang="0">
                    <a:pos x="csX27" y="csY27"/>
                  </a:cxn>
                  <a:cxn ang="0">
                    <a:pos x="csX28" y="csY28"/>
                  </a:cxn>
                  <a:cxn ang="0">
                    <a:pos x="csX29" y="csY29"/>
                  </a:cxn>
                  <a:cxn ang="0">
                    <a:pos x="csX30" y="csY30"/>
                  </a:cxn>
                  <a:cxn ang="0">
                    <a:pos x="csX31" y="csY31"/>
                  </a:cxn>
                  <a:cxn ang="0">
                    <a:pos x="csX32" y="csY32"/>
                  </a:cxn>
                  <a:cxn ang="0">
                    <a:pos x="csX33" y="csY33"/>
                  </a:cxn>
                  <a:cxn ang="0">
                    <a:pos x="csX34" y="csY34"/>
                  </a:cxn>
                  <a:cxn ang="0">
                    <a:pos x="csX35" y="csY35"/>
                  </a:cxn>
                  <a:cxn ang="0">
                    <a:pos x="csX36" y="csY36"/>
                  </a:cxn>
                  <a:cxn ang="0">
                    <a:pos x="csX37" y="csY37"/>
                  </a:cxn>
                  <a:cxn ang="0">
                    <a:pos x="csX38" y="csY38"/>
                  </a:cxn>
                  <a:cxn ang="0">
                    <a:pos x="csX39" y="csY39"/>
                  </a:cxn>
                  <a:cxn ang="0">
                    <a:pos x="csX40" y="csY40"/>
                  </a:cxn>
                  <a:cxn ang="0">
                    <a:pos x="csX41" y="csY41"/>
                  </a:cxn>
                  <a:cxn ang="0">
                    <a:pos x="csX42" y="csY42"/>
                  </a:cxn>
                  <a:cxn ang="0">
                    <a:pos x="csX43" y="csY43"/>
                  </a:cxn>
                  <a:cxn ang="0">
                    <a:pos x="csX44" y="csY44"/>
                  </a:cxn>
                  <a:cxn ang="0">
                    <a:pos x="csX45" y="csY45"/>
                  </a:cxn>
                  <a:cxn ang="0">
                    <a:pos x="csX46" y="csY46"/>
                  </a:cxn>
                  <a:cxn ang="0">
                    <a:pos x="csX47" y="csY47"/>
                  </a:cxn>
                  <a:cxn ang="0">
                    <a:pos x="csX48" y="csY48"/>
                  </a:cxn>
                  <a:cxn ang="0">
                    <a:pos x="csX49" y="csY49"/>
                  </a:cxn>
                  <a:cxn ang="0">
                    <a:pos x="csX50" y="csY50"/>
                  </a:cxn>
                  <a:cxn ang="0">
                    <a:pos x="csX51" y="csY51"/>
                  </a:cxn>
                  <a:cxn ang="0">
                    <a:pos x="csX52" y="csY52"/>
                  </a:cxn>
                  <a:cxn ang="0">
                    <a:pos x="csX53" y="csY53"/>
                  </a:cxn>
                  <a:cxn ang="0">
                    <a:pos x="csX54" y="csY54"/>
                  </a:cxn>
                  <a:cxn ang="0">
                    <a:pos x="csX55" y="csY55"/>
                  </a:cxn>
                  <a:cxn ang="0">
                    <a:pos x="csX56" y="csY56"/>
                  </a:cxn>
                  <a:cxn ang="0">
                    <a:pos x="csX57" y="csY57"/>
                  </a:cxn>
                  <a:cxn ang="0">
                    <a:pos x="csX58" y="csY58"/>
                  </a:cxn>
                  <a:cxn ang="0">
                    <a:pos x="csX59" y="csY59"/>
                  </a:cxn>
                  <a:cxn ang="0">
                    <a:pos x="csX60" y="csY60"/>
                  </a:cxn>
                  <a:cxn ang="0">
                    <a:pos x="csX61" y="csY61"/>
                  </a:cxn>
                  <a:cxn ang="0">
                    <a:pos x="csX62" y="csY62"/>
                  </a:cxn>
                  <a:cxn ang="0">
                    <a:pos x="csX63" y="csY63"/>
                  </a:cxn>
                  <a:cxn ang="0">
                    <a:pos x="csX64" y="csY64"/>
                  </a:cxn>
                  <a:cxn ang="0">
                    <a:pos x="csX65" y="csY65"/>
                  </a:cxn>
                  <a:cxn ang="0">
                    <a:pos x="csX66" y="csY66"/>
                  </a:cxn>
                  <a:cxn ang="0">
                    <a:pos x="csX67" y="csY67"/>
                  </a:cxn>
                  <a:cxn ang="0">
                    <a:pos x="csX68" y="csY68"/>
                  </a:cxn>
                  <a:cxn ang="0">
                    <a:pos x="csX69" y="csY69"/>
                  </a:cxn>
                  <a:cxn ang="0">
                    <a:pos x="csX70" y="csY70"/>
                  </a:cxn>
                  <a:cxn ang="0">
                    <a:pos x="csX71" y="csY71"/>
                  </a:cxn>
                  <a:cxn ang="0">
                    <a:pos x="csX72" y="csY72"/>
                  </a:cxn>
                  <a:cxn ang="0">
                    <a:pos x="csX73" y="csY73"/>
                  </a:cxn>
                  <a:cxn ang="0">
                    <a:pos x="csX74" y="csY74"/>
                  </a:cxn>
                  <a:cxn ang="0">
                    <a:pos x="csX75" y="csY75"/>
                  </a:cxn>
                  <a:cxn ang="0">
                    <a:pos x="csX76" y="csY76"/>
                  </a:cxn>
                  <a:cxn ang="0">
                    <a:pos x="csX77" y="csY77"/>
                  </a:cxn>
                  <a:cxn ang="0">
                    <a:pos x="csX78" y="csY78"/>
                  </a:cxn>
                  <a:cxn ang="0">
                    <a:pos x="csX79" y="csY79"/>
                  </a:cxn>
                  <a:cxn ang="0">
                    <a:pos x="csX80" y="csY80"/>
                  </a:cxn>
                  <a:cxn ang="0">
                    <a:pos x="csX81" y="csY81"/>
                  </a:cxn>
                  <a:cxn ang="0">
                    <a:pos x="csX82" y="csY82"/>
                  </a:cxn>
                  <a:cxn ang="0">
                    <a:pos x="csX83" y="csY83"/>
                  </a:cxn>
                  <a:cxn ang="0">
                    <a:pos x="csX84" y="csY84"/>
                  </a:cxn>
                  <a:cxn ang="0">
                    <a:pos x="csX85" y="csY85"/>
                  </a:cxn>
                  <a:cxn ang="0">
                    <a:pos x="csX86" y="csY86"/>
                  </a:cxn>
                  <a:cxn ang="0">
                    <a:pos x="csX87" y="csY87"/>
                  </a:cxn>
                  <a:cxn ang="0">
                    <a:pos x="csX88" y="csY88"/>
                  </a:cxn>
                  <a:cxn ang="0">
                    <a:pos x="csX89" y="csY89"/>
                  </a:cxn>
                  <a:cxn ang="0">
                    <a:pos x="csX90" y="csY90"/>
                  </a:cxn>
                  <a:cxn ang="0">
                    <a:pos x="csX91" y="csY91"/>
                  </a:cxn>
                  <a:cxn ang="0">
                    <a:pos x="csX92" y="csY92"/>
                  </a:cxn>
                  <a:cxn ang="0">
                    <a:pos x="csX93" y="csY93"/>
                  </a:cxn>
                  <a:cxn ang="0">
                    <a:pos x="csX94" y="csY94"/>
                  </a:cxn>
                  <a:cxn ang="0">
                    <a:pos x="csX95" y="csY95"/>
                  </a:cxn>
                  <a:cxn ang="0">
                    <a:pos x="csX96" y="csY96"/>
                  </a:cxn>
                  <a:cxn ang="0">
                    <a:pos x="csX97" y="csY97"/>
                  </a:cxn>
                  <a:cxn ang="0">
                    <a:pos x="csX98" y="csY98"/>
                  </a:cxn>
                  <a:cxn ang="0">
                    <a:pos x="csX99" y="csY99"/>
                  </a:cxn>
                </a:cxnLst>
                <a:rect l="l" t="t" r="r" b="b"/>
                <a:pathLst>
                  <a:path w="461294" h="587680">
                    <a:moveTo>
                      <a:pt x="983" y="3339"/>
                    </a:moveTo>
                    <a:cubicBezTo>
                      <a:pt x="983" y="3339"/>
                      <a:pt x="983" y="3339"/>
                      <a:pt x="983" y="3339"/>
                    </a:cubicBezTo>
                    <a:moveTo>
                      <a:pt x="983" y="3339"/>
                    </a:moveTo>
                    <a:cubicBezTo>
                      <a:pt x="983" y="3339"/>
                      <a:pt x="983" y="3339"/>
                      <a:pt x="983" y="3339"/>
                    </a:cubicBezTo>
                    <a:moveTo>
                      <a:pt x="3931" y="44341"/>
                    </a:moveTo>
                    <a:cubicBezTo>
                      <a:pt x="24792" y="25908"/>
                      <a:pt x="34165" y="7548"/>
                      <a:pt x="43613" y="509"/>
                    </a:cubicBezTo>
                    <a:moveTo>
                      <a:pt x="3931" y="44341"/>
                    </a:moveTo>
                    <a:cubicBezTo>
                      <a:pt x="13530" y="35125"/>
                      <a:pt x="19652" y="25691"/>
                      <a:pt x="43613" y="509"/>
                    </a:cubicBezTo>
                    <a:moveTo>
                      <a:pt x="1965" y="90714"/>
                    </a:moveTo>
                    <a:cubicBezTo>
                      <a:pt x="19652" y="67564"/>
                      <a:pt x="33409" y="33528"/>
                      <a:pt x="81330" y="3121"/>
                    </a:cubicBezTo>
                    <a:moveTo>
                      <a:pt x="1965" y="90714"/>
                    </a:moveTo>
                    <a:cubicBezTo>
                      <a:pt x="23734" y="69306"/>
                      <a:pt x="40211" y="55880"/>
                      <a:pt x="81330" y="3121"/>
                    </a:cubicBezTo>
                    <a:moveTo>
                      <a:pt x="1" y="137160"/>
                    </a:moveTo>
                    <a:cubicBezTo>
                      <a:pt x="29705" y="104140"/>
                      <a:pt x="59259" y="67056"/>
                      <a:pt x="123960" y="218"/>
                    </a:cubicBezTo>
                    <a:moveTo>
                      <a:pt x="1" y="137160"/>
                    </a:moveTo>
                    <a:cubicBezTo>
                      <a:pt x="51625" y="86868"/>
                      <a:pt x="92667" y="27287"/>
                      <a:pt x="123960" y="218"/>
                    </a:cubicBezTo>
                    <a:moveTo>
                      <a:pt x="3024" y="178162"/>
                    </a:moveTo>
                    <a:cubicBezTo>
                      <a:pt x="51096" y="118291"/>
                      <a:pt x="116401" y="41076"/>
                      <a:pt x="161676" y="2831"/>
                    </a:cubicBezTo>
                    <a:moveTo>
                      <a:pt x="3024" y="178162"/>
                    </a:moveTo>
                    <a:cubicBezTo>
                      <a:pt x="62660" y="118727"/>
                      <a:pt x="112093" y="57694"/>
                      <a:pt x="161676" y="2831"/>
                    </a:cubicBezTo>
                    <a:moveTo>
                      <a:pt x="983" y="224535"/>
                    </a:moveTo>
                    <a:cubicBezTo>
                      <a:pt x="61073" y="163721"/>
                      <a:pt x="106424" y="90932"/>
                      <a:pt x="204306" y="1"/>
                    </a:cubicBezTo>
                    <a:moveTo>
                      <a:pt x="983" y="224535"/>
                    </a:moveTo>
                    <a:cubicBezTo>
                      <a:pt x="50869" y="170760"/>
                      <a:pt x="116099" y="106680"/>
                      <a:pt x="204306" y="1"/>
                    </a:cubicBezTo>
                    <a:moveTo>
                      <a:pt x="4006" y="265538"/>
                    </a:moveTo>
                    <a:cubicBezTo>
                      <a:pt x="66364" y="204143"/>
                      <a:pt x="132652" y="113139"/>
                      <a:pt x="242023" y="2613"/>
                    </a:cubicBezTo>
                    <a:moveTo>
                      <a:pt x="4006" y="265538"/>
                    </a:moveTo>
                    <a:cubicBezTo>
                      <a:pt x="58125" y="207481"/>
                      <a:pt x="119425" y="142022"/>
                      <a:pt x="242023" y="2613"/>
                    </a:cubicBezTo>
                    <a:moveTo>
                      <a:pt x="2041" y="311911"/>
                    </a:moveTo>
                    <a:cubicBezTo>
                      <a:pt x="63643" y="227438"/>
                      <a:pt x="149809" y="159802"/>
                      <a:pt x="279740" y="5226"/>
                    </a:cubicBezTo>
                    <a:moveTo>
                      <a:pt x="2041" y="311911"/>
                    </a:moveTo>
                    <a:cubicBezTo>
                      <a:pt x="93196" y="213069"/>
                      <a:pt x="186393" y="102471"/>
                      <a:pt x="279740" y="5226"/>
                    </a:cubicBezTo>
                    <a:moveTo>
                      <a:pt x="76" y="358356"/>
                    </a:moveTo>
                    <a:cubicBezTo>
                      <a:pt x="73545" y="280996"/>
                      <a:pt x="162433" y="191878"/>
                      <a:pt x="322370" y="2395"/>
                    </a:cubicBezTo>
                    <a:moveTo>
                      <a:pt x="76" y="358356"/>
                    </a:moveTo>
                    <a:cubicBezTo>
                      <a:pt x="65683" y="285422"/>
                      <a:pt x="134617" y="219238"/>
                      <a:pt x="322370" y="2395"/>
                    </a:cubicBezTo>
                    <a:moveTo>
                      <a:pt x="3024" y="399286"/>
                    </a:moveTo>
                    <a:cubicBezTo>
                      <a:pt x="120861" y="283463"/>
                      <a:pt x="220255" y="166914"/>
                      <a:pt x="360087" y="5008"/>
                    </a:cubicBezTo>
                    <a:moveTo>
                      <a:pt x="3024" y="399286"/>
                    </a:moveTo>
                    <a:cubicBezTo>
                      <a:pt x="135222" y="258353"/>
                      <a:pt x="260617" y="119598"/>
                      <a:pt x="360087" y="5008"/>
                    </a:cubicBezTo>
                    <a:moveTo>
                      <a:pt x="1058" y="445732"/>
                    </a:moveTo>
                    <a:cubicBezTo>
                      <a:pt x="148903" y="266046"/>
                      <a:pt x="302794" y="111760"/>
                      <a:pt x="402717" y="2105"/>
                    </a:cubicBezTo>
                    <a:moveTo>
                      <a:pt x="1058" y="445732"/>
                    </a:moveTo>
                    <a:cubicBezTo>
                      <a:pt x="162583" y="267352"/>
                      <a:pt x="320783" y="94053"/>
                      <a:pt x="402717" y="2105"/>
                    </a:cubicBezTo>
                    <a:moveTo>
                      <a:pt x="4006" y="486734"/>
                    </a:moveTo>
                    <a:cubicBezTo>
                      <a:pt x="116175" y="349938"/>
                      <a:pt x="236052" y="225479"/>
                      <a:pt x="440434" y="4718"/>
                    </a:cubicBezTo>
                    <a:moveTo>
                      <a:pt x="4006" y="486734"/>
                    </a:moveTo>
                    <a:cubicBezTo>
                      <a:pt x="146182" y="331287"/>
                      <a:pt x="304079" y="170760"/>
                      <a:pt x="440434" y="4718"/>
                    </a:cubicBezTo>
                    <a:moveTo>
                      <a:pt x="2041" y="533107"/>
                    </a:moveTo>
                    <a:cubicBezTo>
                      <a:pt x="156008" y="351897"/>
                      <a:pt x="306346" y="198047"/>
                      <a:pt x="458272" y="29247"/>
                    </a:cubicBezTo>
                    <a:moveTo>
                      <a:pt x="2041" y="533107"/>
                    </a:moveTo>
                    <a:cubicBezTo>
                      <a:pt x="96522" y="429766"/>
                      <a:pt x="187073" y="333319"/>
                      <a:pt x="458272" y="29247"/>
                    </a:cubicBezTo>
                    <a:moveTo>
                      <a:pt x="76" y="579553"/>
                    </a:moveTo>
                    <a:cubicBezTo>
                      <a:pt x="103325" y="481509"/>
                      <a:pt x="206196" y="351317"/>
                      <a:pt x="461220" y="70177"/>
                    </a:cubicBezTo>
                    <a:moveTo>
                      <a:pt x="76" y="579553"/>
                    </a:moveTo>
                    <a:cubicBezTo>
                      <a:pt x="174224" y="375120"/>
                      <a:pt x="346633" y="180848"/>
                      <a:pt x="461220" y="70177"/>
                    </a:cubicBezTo>
                    <a:moveTo>
                      <a:pt x="32804" y="587681"/>
                    </a:moveTo>
                    <a:cubicBezTo>
                      <a:pt x="164171" y="457706"/>
                      <a:pt x="277321" y="307049"/>
                      <a:pt x="459254" y="116622"/>
                    </a:cubicBezTo>
                    <a:moveTo>
                      <a:pt x="32804" y="587681"/>
                    </a:moveTo>
                    <a:cubicBezTo>
                      <a:pt x="195236" y="407705"/>
                      <a:pt x="368779" y="215899"/>
                      <a:pt x="459254" y="116622"/>
                    </a:cubicBezTo>
                    <a:moveTo>
                      <a:pt x="75510" y="584778"/>
                    </a:moveTo>
                    <a:cubicBezTo>
                      <a:pt x="206725" y="448707"/>
                      <a:pt x="323277" y="304073"/>
                      <a:pt x="457290" y="163068"/>
                    </a:cubicBezTo>
                    <a:moveTo>
                      <a:pt x="75510" y="584778"/>
                    </a:moveTo>
                    <a:cubicBezTo>
                      <a:pt x="171654" y="485501"/>
                      <a:pt x="260315" y="381797"/>
                      <a:pt x="457290" y="163068"/>
                    </a:cubicBezTo>
                    <a:moveTo>
                      <a:pt x="113151" y="587390"/>
                    </a:moveTo>
                    <a:cubicBezTo>
                      <a:pt x="201888" y="493338"/>
                      <a:pt x="295008" y="416994"/>
                      <a:pt x="460313" y="203998"/>
                    </a:cubicBezTo>
                    <a:moveTo>
                      <a:pt x="113151" y="587390"/>
                    </a:moveTo>
                    <a:cubicBezTo>
                      <a:pt x="192213" y="506982"/>
                      <a:pt x="266059" y="425049"/>
                      <a:pt x="460313" y="203998"/>
                    </a:cubicBezTo>
                    <a:moveTo>
                      <a:pt x="155857" y="584560"/>
                    </a:moveTo>
                    <a:cubicBezTo>
                      <a:pt x="270670" y="486154"/>
                      <a:pt x="352302" y="353276"/>
                      <a:pt x="458347" y="250443"/>
                    </a:cubicBezTo>
                    <a:moveTo>
                      <a:pt x="155857" y="584560"/>
                    </a:moveTo>
                    <a:cubicBezTo>
                      <a:pt x="267798" y="466850"/>
                      <a:pt x="382460" y="329400"/>
                      <a:pt x="458347" y="250443"/>
                    </a:cubicBezTo>
                    <a:moveTo>
                      <a:pt x="193498" y="587173"/>
                    </a:moveTo>
                    <a:cubicBezTo>
                      <a:pt x="296671" y="452989"/>
                      <a:pt x="399542" y="360969"/>
                      <a:pt x="461295" y="291373"/>
                    </a:cubicBezTo>
                    <a:moveTo>
                      <a:pt x="193498" y="587173"/>
                    </a:moveTo>
                    <a:cubicBezTo>
                      <a:pt x="265228" y="519391"/>
                      <a:pt x="318969" y="445442"/>
                      <a:pt x="461295" y="291373"/>
                    </a:cubicBezTo>
                    <a:moveTo>
                      <a:pt x="236204" y="584270"/>
                    </a:moveTo>
                    <a:cubicBezTo>
                      <a:pt x="314282" y="497910"/>
                      <a:pt x="400752" y="405600"/>
                      <a:pt x="459330" y="337819"/>
                    </a:cubicBezTo>
                    <a:moveTo>
                      <a:pt x="236204" y="584270"/>
                    </a:moveTo>
                    <a:cubicBezTo>
                      <a:pt x="289717" y="514529"/>
                      <a:pt x="353360" y="450957"/>
                      <a:pt x="459330" y="337819"/>
                    </a:cubicBezTo>
                    <a:moveTo>
                      <a:pt x="273845" y="586882"/>
                    </a:moveTo>
                    <a:cubicBezTo>
                      <a:pt x="330987" y="515327"/>
                      <a:pt x="420253" y="420187"/>
                      <a:pt x="457365" y="384264"/>
                    </a:cubicBezTo>
                    <a:moveTo>
                      <a:pt x="273845" y="586882"/>
                    </a:moveTo>
                    <a:cubicBezTo>
                      <a:pt x="346104" y="504151"/>
                      <a:pt x="413450" y="432451"/>
                      <a:pt x="457365" y="384264"/>
                    </a:cubicBezTo>
                    <a:moveTo>
                      <a:pt x="316550" y="584052"/>
                    </a:moveTo>
                    <a:cubicBezTo>
                      <a:pt x="336958" y="549871"/>
                      <a:pt x="376943" y="505676"/>
                      <a:pt x="460313" y="425194"/>
                    </a:cubicBezTo>
                    <a:moveTo>
                      <a:pt x="316550" y="584052"/>
                    </a:moveTo>
                    <a:cubicBezTo>
                      <a:pt x="363866" y="544791"/>
                      <a:pt x="398484" y="489928"/>
                      <a:pt x="460313" y="425194"/>
                    </a:cubicBezTo>
                    <a:moveTo>
                      <a:pt x="354192" y="586665"/>
                    </a:moveTo>
                    <a:cubicBezTo>
                      <a:pt x="386466" y="555967"/>
                      <a:pt x="438393" y="495733"/>
                      <a:pt x="458347" y="471640"/>
                    </a:cubicBezTo>
                    <a:moveTo>
                      <a:pt x="354192" y="586665"/>
                    </a:moveTo>
                    <a:cubicBezTo>
                      <a:pt x="376489" y="549944"/>
                      <a:pt x="408839" y="516126"/>
                      <a:pt x="458347" y="471640"/>
                    </a:cubicBezTo>
                    <a:moveTo>
                      <a:pt x="396897" y="583762"/>
                    </a:moveTo>
                    <a:cubicBezTo>
                      <a:pt x="420631" y="550524"/>
                      <a:pt x="431742" y="527229"/>
                      <a:pt x="461295" y="512570"/>
                    </a:cubicBezTo>
                    <a:moveTo>
                      <a:pt x="396897" y="583762"/>
                    </a:moveTo>
                    <a:cubicBezTo>
                      <a:pt x="420555" y="561047"/>
                      <a:pt x="434614" y="541308"/>
                      <a:pt x="461295" y="512570"/>
                    </a:cubicBezTo>
                    <a:moveTo>
                      <a:pt x="434538" y="586375"/>
                    </a:moveTo>
                    <a:cubicBezTo>
                      <a:pt x="442777" y="576069"/>
                      <a:pt x="447387" y="573675"/>
                      <a:pt x="459330" y="559015"/>
                    </a:cubicBezTo>
                    <a:moveTo>
                      <a:pt x="434538" y="586375"/>
                    </a:moveTo>
                    <a:cubicBezTo>
                      <a:pt x="441492" y="579335"/>
                      <a:pt x="448673" y="573675"/>
                      <a:pt x="459330" y="559015"/>
                    </a:cubicBezTo>
                  </a:path>
                </a:pathLst>
              </a:custGeom>
              <a:noFill/>
              <a:ln w="3775" cap="rnd">
                <a:solidFill>
                  <a:srgbClr val="DAE8FC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44" name="شكل حر: شكل 561">
                <a:extLst>
                  <a:ext uri="{FF2B5EF4-FFF2-40B4-BE49-F238E27FC236}">
                    <a16:creationId xmlns:a16="http://schemas.microsoft.com/office/drawing/2014/main" id="{11AEC7A5-34D6-16D5-497E-A424731017E9}"/>
                  </a:ext>
                </a:extLst>
              </p:cNvPr>
              <p:cNvSpPr/>
              <p:nvPr/>
            </p:nvSpPr>
            <p:spPr>
              <a:xfrm>
                <a:off x="8522276" y="1823542"/>
                <a:ext cx="463119" cy="583549"/>
              </a:xfrm>
              <a:custGeom>
                <a:avLst/>
                <a:gdLst>
                  <a:gd name="csX0" fmla="*/ 1 w 463119"/>
                  <a:gd name="csY0" fmla="*/ 2982 h 583549"/>
                  <a:gd name="csX1" fmla="*/ 453510 w 463119"/>
                  <a:gd name="csY1" fmla="*/ 2982 h 583549"/>
                  <a:gd name="csX2" fmla="*/ 1 w 463119"/>
                  <a:gd name="csY2" fmla="*/ 2982 h 583549"/>
                  <a:gd name="csX3" fmla="*/ 453510 w 463119"/>
                  <a:gd name="csY3" fmla="*/ 2982 h 583549"/>
                  <a:gd name="csX4" fmla="*/ 453510 w 463119"/>
                  <a:gd name="csY4" fmla="*/ 2982 h 583549"/>
                  <a:gd name="csX5" fmla="*/ 453510 w 463119"/>
                  <a:gd name="csY5" fmla="*/ 583550 h 583549"/>
                  <a:gd name="csX6" fmla="*/ 453510 w 463119"/>
                  <a:gd name="csY6" fmla="*/ 2982 h 583549"/>
                  <a:gd name="csX7" fmla="*/ 453510 w 463119"/>
                  <a:gd name="csY7" fmla="*/ 583550 h 583549"/>
                  <a:gd name="csX8" fmla="*/ 453510 w 463119"/>
                  <a:gd name="csY8" fmla="*/ 583550 h 583549"/>
                  <a:gd name="csX9" fmla="*/ 1 w 463119"/>
                  <a:gd name="csY9" fmla="*/ 583550 h 583549"/>
                  <a:gd name="csX10" fmla="*/ 453510 w 463119"/>
                  <a:gd name="csY10" fmla="*/ 583550 h 583549"/>
                  <a:gd name="csX11" fmla="*/ 1 w 463119"/>
                  <a:gd name="csY11" fmla="*/ 583550 h 583549"/>
                  <a:gd name="csX12" fmla="*/ 1 w 463119"/>
                  <a:gd name="csY12" fmla="*/ 583550 h 583549"/>
                  <a:gd name="csX13" fmla="*/ 1 w 463119"/>
                  <a:gd name="csY13" fmla="*/ 2982 h 583549"/>
                  <a:gd name="csX14" fmla="*/ 1 w 463119"/>
                  <a:gd name="csY14" fmla="*/ 583550 h 583549"/>
                  <a:gd name="csX15" fmla="*/ 1 w 463119"/>
                  <a:gd name="csY15" fmla="*/ 2982 h 58354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</a:cxnLst>
                <a:rect l="l" t="t" r="r" b="b"/>
                <a:pathLst>
                  <a:path w="463119" h="583549">
                    <a:moveTo>
                      <a:pt x="1" y="2982"/>
                    </a:moveTo>
                    <a:cubicBezTo>
                      <a:pt x="131292" y="-2969"/>
                      <a:pt x="289415" y="1748"/>
                      <a:pt x="453510" y="2982"/>
                    </a:cubicBezTo>
                    <a:moveTo>
                      <a:pt x="1" y="2982"/>
                    </a:moveTo>
                    <a:cubicBezTo>
                      <a:pt x="124111" y="-3186"/>
                      <a:pt x="242250" y="1966"/>
                      <a:pt x="453510" y="2982"/>
                    </a:cubicBezTo>
                    <a:moveTo>
                      <a:pt x="453510" y="2982"/>
                    </a:moveTo>
                    <a:cubicBezTo>
                      <a:pt x="442097" y="230492"/>
                      <a:pt x="451469" y="441747"/>
                      <a:pt x="453510" y="583550"/>
                    </a:cubicBezTo>
                    <a:moveTo>
                      <a:pt x="453510" y="2982"/>
                    </a:moveTo>
                    <a:cubicBezTo>
                      <a:pt x="466586" y="160461"/>
                      <a:pt x="466057" y="312280"/>
                      <a:pt x="453510" y="583550"/>
                    </a:cubicBezTo>
                    <a:moveTo>
                      <a:pt x="453510" y="583550"/>
                    </a:moveTo>
                    <a:cubicBezTo>
                      <a:pt x="289189" y="572229"/>
                      <a:pt x="100226" y="583478"/>
                      <a:pt x="1" y="583550"/>
                    </a:cubicBezTo>
                    <a:moveTo>
                      <a:pt x="453510" y="583550"/>
                    </a:moveTo>
                    <a:cubicBezTo>
                      <a:pt x="345273" y="582970"/>
                      <a:pt x="237262" y="581591"/>
                      <a:pt x="1" y="583550"/>
                    </a:cubicBezTo>
                    <a:moveTo>
                      <a:pt x="1" y="583550"/>
                    </a:moveTo>
                    <a:cubicBezTo>
                      <a:pt x="10431" y="386157"/>
                      <a:pt x="6199" y="217139"/>
                      <a:pt x="1" y="2982"/>
                    </a:cubicBezTo>
                    <a:moveTo>
                      <a:pt x="1" y="583550"/>
                    </a:moveTo>
                    <a:cubicBezTo>
                      <a:pt x="303" y="388915"/>
                      <a:pt x="5745" y="189345"/>
                      <a:pt x="1" y="2982"/>
                    </a:cubicBezTo>
                  </a:path>
                </a:pathLst>
              </a:custGeom>
              <a:noFill/>
              <a:ln w="7550" cap="rnd">
                <a:solidFill>
                  <a:srgbClr val="6C8EBF"/>
                </a:solidFill>
                <a:prstDash val="solid"/>
                <a:rou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741" name="صورة 562">
              <a:extLst>
                <a:ext uri="{FF2B5EF4-FFF2-40B4-BE49-F238E27FC236}">
                  <a16:creationId xmlns:a16="http://schemas.microsoft.com/office/drawing/2014/main" id="{5AC83DB5-B2FA-0F21-E41D-CD758CC03E87}"/>
                </a:ext>
              </a:extLst>
            </p:cNvPr>
            <p:cNvPicPr>
              <a:picLocks noChangeAspect="1"/>
            </p:cNvPicPr>
            <p:nvPr/>
          </p:nvPicPr>
          <p:blipFill>
            <a:blip r:embed="rId61"/>
            <a:stretch>
              <a:fillRect/>
            </a:stretch>
          </p:blipFill>
          <p:spPr>
            <a:xfrm>
              <a:off x="8526055" y="2066008"/>
              <a:ext cx="438392" cy="123370"/>
            </a:xfrm>
            <a:custGeom>
              <a:avLst/>
              <a:gdLst>
                <a:gd name="csX0" fmla="*/ 0 w 438392"/>
                <a:gd name="csY0" fmla="*/ 0 h 123370"/>
                <a:gd name="csX1" fmla="*/ 438393 w 438392"/>
                <a:gd name="csY1" fmla="*/ 0 h 123370"/>
                <a:gd name="csX2" fmla="*/ 438393 w 438392"/>
                <a:gd name="csY2" fmla="*/ 123371 h 123370"/>
                <a:gd name="csX3" fmla="*/ 0 w 438392"/>
                <a:gd name="csY3" fmla="*/ 123371 h 12337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438392" h="123370">
                  <a:moveTo>
                    <a:pt x="0" y="0"/>
                  </a:moveTo>
                  <a:lnTo>
                    <a:pt x="438393" y="0"/>
                  </a:lnTo>
                  <a:lnTo>
                    <a:pt x="438393" y="123371"/>
                  </a:lnTo>
                  <a:lnTo>
                    <a:pt x="0" y="123371"/>
                  </a:lnTo>
                  <a:close/>
                </a:path>
              </a:pathLst>
            </a:custGeom>
          </p:spPr>
        </p:pic>
      </p:grpSp>
      <p:sp>
        <p:nvSpPr>
          <p:cNvPr id="2749" name="!!Rectangle 15">
            <a:extLst>
              <a:ext uri="{FF2B5EF4-FFF2-40B4-BE49-F238E27FC236}">
                <a16:creationId xmlns:a16="http://schemas.microsoft.com/office/drawing/2014/main" id="{8540DEDF-17F1-2327-D9DD-DE878DBF2C06}"/>
              </a:ext>
            </a:extLst>
          </p:cNvPr>
          <p:cNvSpPr/>
          <p:nvPr/>
        </p:nvSpPr>
        <p:spPr>
          <a:xfrm>
            <a:off x="4620367" y="1792849"/>
            <a:ext cx="942233" cy="596021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29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16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3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3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3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2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23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2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2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24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2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2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24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2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2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8" dur="500"/>
                                        <p:tgtEl>
                                          <p:spTgt spid="2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2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2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2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500"/>
                                        <p:tgtEl>
                                          <p:spTgt spid="2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2" dur="500"/>
                                        <p:tgtEl>
                                          <p:spTgt spid="2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2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8" dur="500"/>
                                        <p:tgtEl>
                                          <p:spTgt spid="2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2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500"/>
                                        <p:tgtEl>
                                          <p:spTgt spid="2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7" dur="500"/>
                                        <p:tgtEl>
                                          <p:spTgt spid="2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3" dur="500"/>
                                        <p:tgtEl>
                                          <p:spTgt spid="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2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2" dur="500"/>
                                        <p:tgtEl>
                                          <p:spTgt spid="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2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8" dur="500"/>
                                        <p:tgtEl>
                                          <p:spTgt spid="2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500"/>
                                        <p:tgtEl>
                                          <p:spTgt spid="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2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3" dur="500"/>
                                        <p:tgtEl>
                                          <p:spTgt spid="2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6" dur="500"/>
                                        <p:tgtEl>
                                          <p:spTgt spid="2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26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2" dur="500"/>
                                        <p:tgtEl>
                                          <p:spTgt spid="26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5" dur="500"/>
                                        <p:tgtEl>
                                          <p:spTgt spid="26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8" dur="500"/>
                                        <p:tgtEl>
                                          <p:spTgt spid="2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1" dur="500"/>
                                        <p:tgtEl>
                                          <p:spTgt spid="2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4" dur="500"/>
                                        <p:tgtEl>
                                          <p:spTgt spid="2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7" dur="500"/>
                                        <p:tgtEl>
                                          <p:spTgt spid="2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0" dur="500"/>
                                        <p:tgtEl>
                                          <p:spTgt spid="2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3" dur="500"/>
                                        <p:tgtEl>
                                          <p:spTgt spid="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6" dur="500"/>
                                        <p:tgtEl>
                                          <p:spTgt spid="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1" dur="500"/>
                                        <p:tgtEl>
                                          <p:spTgt spid="2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48" grpId="0" animBg="1"/>
      <p:bldP spid="49" grpId="0" animBg="1"/>
      <p:bldP spid="50" grpId="0" animBg="1"/>
      <p:bldP spid="2302" grpId="0"/>
      <p:bldP spid="1601" grpId="0" animBg="1"/>
      <p:bldP spid="1602" grpId="0" animBg="1"/>
      <p:bldP spid="274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D1FC11-15ED-0A51-F604-10FD79BDC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88C3875-E10D-C0E5-8FA5-71750505F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502080" cy="470898"/>
          </a:xfrm>
        </p:spPr>
        <p:txBody>
          <a:bodyPr/>
          <a:lstStyle/>
          <a:p>
            <a:r>
              <a:rPr lang="en-US" dirty="0"/>
              <a:t>GitHub Repositories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890CAC-F55A-38BD-4E23-46C16BDAAA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5D429-1A60-320F-AF38-E41A4B052A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51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98A3AA9-A7A6-D167-2043-70EF8391BD1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F0F082A-89B3-D9A5-5E65-6999D0C87CDC}"/>
              </a:ext>
            </a:extLst>
          </p:cNvPr>
          <p:cNvSpPr txBox="1">
            <a:spLocks/>
          </p:cNvSpPr>
          <p:nvPr/>
        </p:nvSpPr>
        <p:spPr>
          <a:xfrm>
            <a:off x="6262462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C6891167-FD25-23FC-91AE-2401BD2FE428}"/>
              </a:ext>
            </a:extLst>
          </p:cNvPr>
          <p:cNvSpPr txBox="1">
            <a:spLocks/>
          </p:cNvSpPr>
          <p:nvPr/>
        </p:nvSpPr>
        <p:spPr>
          <a:xfrm>
            <a:off x="434187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68373D4-45B3-44DC-B980-A63ED515E465}"/>
              </a:ext>
            </a:extLst>
          </p:cNvPr>
          <p:cNvSpPr txBox="1">
            <a:spLocks/>
          </p:cNvSpPr>
          <p:nvPr/>
        </p:nvSpPr>
        <p:spPr>
          <a:xfrm>
            <a:off x="6839425" y="1424722"/>
            <a:ext cx="4320000" cy="360000"/>
          </a:xfrm>
          <a:prstGeom prst="round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A98EC-694F-14B8-D79D-E2D670142282}"/>
              </a:ext>
            </a:extLst>
          </p:cNvPr>
          <p:cNvSpPr txBox="1"/>
          <p:nvPr/>
        </p:nvSpPr>
        <p:spPr>
          <a:xfrm>
            <a:off x="220610" y="727899"/>
            <a:ext cx="11750779" cy="8735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RTL implementations and Wrapper codes can be found here: (AXI integration part by Mostafa Ahmed)</a:t>
            </a:r>
            <a:endParaRPr lang="en-GB" dirty="0"/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https://github.com/Mostafa-Yossry/ADI-CU-GP-2025-2026/tree/main/RTL/</a:t>
            </a:r>
            <a:r>
              <a:rPr lang="en-US" dirty="0"/>
              <a:t>				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529391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565E3B-E14D-4FE5-22EC-BF29224B6F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4BED4C4-85FC-FAB2-2462-5C1C72D56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1" y="219456"/>
            <a:ext cx="10502080" cy="470898"/>
          </a:xfrm>
        </p:spPr>
        <p:txBody>
          <a:bodyPr/>
          <a:lstStyle/>
          <a:p>
            <a:r>
              <a:rPr lang="en-US" dirty="0"/>
              <a:t>References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920FFC-CFAF-8F2D-69E6-8A9B08036B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79BA39-6BD9-96F2-05D4-384695461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52</a:t>
            </a:fld>
            <a:endParaRPr lang="en-US" baseline="-11000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B710D38-89A9-6745-8CEC-644F1E9956E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EAFD7BB1-AB7F-4336-A8B3-6627E5D36FE4}" type="datetime3">
              <a:rPr lang="en-US" smtClean="0"/>
              <a:t>23 April 2026</a:t>
            </a:fld>
            <a:endParaRPr lang="en-US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7BA815D-F88F-460E-D57B-3237E24F14DC}"/>
              </a:ext>
            </a:extLst>
          </p:cNvPr>
          <p:cNvSpPr txBox="1">
            <a:spLocks/>
          </p:cNvSpPr>
          <p:nvPr/>
        </p:nvSpPr>
        <p:spPr>
          <a:xfrm>
            <a:off x="6262462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4D7E3665-BF66-3B41-2538-44B2C9D7E694}"/>
              </a:ext>
            </a:extLst>
          </p:cNvPr>
          <p:cNvSpPr txBox="1">
            <a:spLocks/>
          </p:cNvSpPr>
          <p:nvPr/>
        </p:nvSpPr>
        <p:spPr>
          <a:xfrm>
            <a:off x="434187" y="1611369"/>
            <a:ext cx="5473925" cy="4752217"/>
          </a:xfrm>
          <a:prstGeom prst="roundRect">
            <a:avLst>
              <a:gd name="adj" fmla="val 5234"/>
            </a:avLst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  <a:p>
            <a:endParaRPr lang="en-GB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9B1DD079-C40E-2D7D-DC5E-A248DBE48E44}"/>
              </a:ext>
            </a:extLst>
          </p:cNvPr>
          <p:cNvSpPr txBox="1">
            <a:spLocks/>
          </p:cNvSpPr>
          <p:nvPr/>
        </p:nvSpPr>
        <p:spPr>
          <a:xfrm>
            <a:off x="6839425" y="1424722"/>
            <a:ext cx="4320000" cy="360000"/>
          </a:xfrm>
          <a:prstGeom prst="roundRect">
            <a:avLst/>
          </a:prstGeom>
        </p:spPr>
        <p:txBody>
          <a:bodyPr/>
          <a:lstStyle>
            <a:lvl1pPr marL="228600" indent="-228600" algn="l" defTabSz="4572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400"/>
              </a:spcAft>
              <a:buClr>
                <a:schemeClr val="bg2"/>
              </a:buClr>
              <a:buSzPct val="65000"/>
              <a:buFont typeface="Arial" panose="020B0604020202020204" pitchFamily="34" charset="0"/>
              <a:buChar char="►"/>
              <a:defRPr lang="en-US" sz="26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1pPr>
            <a:lvl2pPr marL="5143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20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2pPr>
            <a:lvl3pPr marL="7429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•"/>
              <a:defRPr lang="en-US" sz="1800" b="0" i="0" kern="1200" baseline="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3pPr>
            <a:lvl4pPr marL="971550" indent="-28575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–"/>
              <a:defRPr lang="en-US" sz="1200" b="0" i="0" kern="1200" dirty="0" smtClean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lnSpc>
                <a:spcPct val="90000"/>
              </a:lnSpc>
              <a:spcBef>
                <a:spcPct val="20000"/>
              </a:spcBef>
              <a:spcAft>
                <a:spcPts val="400"/>
              </a:spcAft>
              <a:buClr>
                <a:schemeClr val="bg2"/>
              </a:buClr>
              <a:buFont typeface="Arial"/>
              <a:buChar char="»"/>
              <a:defRPr lang="en-US" sz="1200" b="0" i="0" kern="1200" baseline="0" dirty="0">
                <a:solidFill>
                  <a:srgbClr val="000000"/>
                </a:solidFill>
                <a:latin typeface="Barlow" pitchFamily="2" charset="77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142E78-CA40-5049-608D-F72081EEBCC4}"/>
              </a:ext>
            </a:extLst>
          </p:cNvPr>
          <p:cNvSpPr txBox="1"/>
          <p:nvPr/>
        </p:nvSpPr>
        <p:spPr>
          <a:xfrm>
            <a:off x="220610" y="727899"/>
            <a:ext cx="11750779" cy="12890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PULP platform 		</a:t>
            </a:r>
          </a:p>
          <a:p>
            <a:pPr>
              <a:lnSpc>
                <a:spcPct val="150000"/>
              </a:lnSpc>
            </a:pPr>
            <a:r>
              <a:rPr lang="en-US" dirty="0">
                <a:hlinkClick r:id="rId2"/>
              </a:rPr>
              <a:t>https://pulp-platform.org/index.html</a:t>
            </a:r>
            <a:br>
              <a:rPr lang="en-US" dirty="0">
                <a:hlinkClick r:id="rId2"/>
              </a:rPr>
            </a:br>
            <a:r>
              <a:rPr lang="en-US" dirty="0"/>
              <a:t>					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2034923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CDFE43-CA8C-447E-598A-E87FDEC68C1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Thank You!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094A8E-E16A-8609-240F-ADBCA7EF0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/>
              <a:t>©2022 Analog Devices, Inc.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5A9E27-E81E-1EC6-89EC-B741C49E84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>
              <a:defRPr/>
            </a:pPr>
            <a:fld id="{A9CE67A1-BA7F-A74E-B5D7-615746DEEC2B}" type="slidenum">
              <a:rPr lang="en-US" smtClean="0"/>
              <a:pPr>
                <a:defRPr/>
              </a:pPr>
              <a:t>53</a:t>
            </a:fld>
            <a:endParaRPr lang="en-US" baseline="-1100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BE2C249-908D-9A36-F37C-B3A7C30C576A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E7A9806-8D44-470F-A42A-B0BB34D8E567}" type="datetime3">
              <a:rPr lang="en-US" smtClean="0"/>
              <a:t>23 April 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472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ADITemplate">
  <a:themeElements>
    <a:clrScheme name="ADI Corporate Palette 1">
      <a:dk1>
        <a:srgbClr val="000000"/>
      </a:dk1>
      <a:lt1>
        <a:srgbClr val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Custom 1">
      <a:majorFont>
        <a:latin typeface="Barlow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  <a:miter lim="800000"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 defTabSz="457200">
          <a:spcBef>
            <a:spcPts val="1000"/>
          </a:spcBef>
          <a:buClr>
            <a:srgbClr val="1E4056"/>
          </a:buClr>
          <a:buSzPct val="75000"/>
          <a:buFont typeface="Barlow"/>
          <a:buChar char="►"/>
          <a:defRPr sz="2000" dirty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I Corporate PowerPoint Template" id="{9AB9AA7E-1902-F64D-879D-6E535C6B277F}" vid="{87C4F2EC-017C-2A4C-889E-1FC8D2DA438E}"/>
    </a:ext>
  </a:extLst>
</a:theme>
</file>

<file path=ppt/theme/theme2.xml><?xml version="1.0" encoding="utf-8"?>
<a:theme xmlns:a="http://schemas.openxmlformats.org/drawingml/2006/main" name="1_ADITemplate">
  <a:themeElements>
    <a:clrScheme name="ADI Corporate Palette 1">
      <a:dk1>
        <a:srgbClr val="000000"/>
      </a:dk1>
      <a:lt1>
        <a:srgbClr val="FFFFFF"/>
      </a:lt1>
      <a:dk2>
        <a:srgbClr val="555659"/>
      </a:dk2>
      <a:lt2>
        <a:srgbClr val="B1B3B3"/>
      </a:lt2>
      <a:accent1>
        <a:srgbClr val="41B6E6"/>
      </a:accent1>
      <a:accent2>
        <a:srgbClr val="0067B9"/>
      </a:accent2>
      <a:accent3>
        <a:srgbClr val="FED141"/>
      </a:accent3>
      <a:accent4>
        <a:srgbClr val="00B2A9"/>
      </a:accent4>
      <a:accent5>
        <a:srgbClr val="8637BA"/>
      </a:accent5>
      <a:accent6>
        <a:srgbClr val="FF7500"/>
      </a:accent6>
      <a:hlink>
        <a:srgbClr val="1B9CD0"/>
      </a:hlink>
      <a:folHlink>
        <a:srgbClr val="8637BA"/>
      </a:folHlink>
    </a:clrScheme>
    <a:fontScheme name="ADI Corporate Fonts">
      <a:majorFont>
        <a:latin typeface="Barlow"/>
        <a:ea typeface=""/>
        <a:cs typeface=""/>
      </a:majorFont>
      <a:minorFont>
        <a:latin typeface="Barlow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>
          <a:solidFill>
            <a:schemeClr val="tx1"/>
          </a:solidFill>
          <a:miter lim="800000"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228600" indent="-228600" defTabSz="457200">
          <a:spcBef>
            <a:spcPts val="1000"/>
          </a:spcBef>
          <a:buClr>
            <a:srgbClr val="1E4056"/>
          </a:buClr>
          <a:buSzPct val="75000"/>
          <a:buFont typeface="Barlow"/>
          <a:buChar char="►"/>
          <a:defRPr sz="2000" dirty="0">
            <a:solidFill>
              <a:srgbClr val="000000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ADI Corporate PowerPoint Template" id="{9AB9AA7E-1902-F64D-879D-6E535C6B277F}" vid="{87C4F2EC-017C-2A4C-889E-1FC8D2DA438E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2765</Words>
  <Application>Microsoft Office PowerPoint</Application>
  <PresentationFormat>Widescreen</PresentationFormat>
  <Paragraphs>617</Paragraphs>
  <Slides>53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53</vt:i4>
      </vt:variant>
    </vt:vector>
  </HeadingPairs>
  <TitlesOfParts>
    <vt:vector size="61" baseType="lpstr">
      <vt:lpstr>Aptos</vt:lpstr>
      <vt:lpstr>Arial</vt:lpstr>
      <vt:lpstr>Barlow</vt:lpstr>
      <vt:lpstr>Barlow (Body)</vt:lpstr>
      <vt:lpstr>Times New Roman</vt:lpstr>
      <vt:lpstr>Wingdings</vt:lpstr>
      <vt:lpstr>1_ADITemplate</vt:lpstr>
      <vt:lpstr>1_ADITemplate</vt:lpstr>
      <vt:lpstr>PowerPoint Presentation</vt:lpstr>
      <vt:lpstr>Agenda</vt:lpstr>
      <vt:lpstr>HW/SW Co-design (HW Part) </vt:lpstr>
      <vt:lpstr>Agenda</vt:lpstr>
      <vt:lpstr>HW/SW Co-design : Where were we?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Flattened AXI Integrated Butterfly</vt:lpstr>
      <vt:lpstr>HW/SW Co-design : Moving to TCDM </vt:lpstr>
      <vt:lpstr>HW/SW Co-design : PULP Intergation</vt:lpstr>
      <vt:lpstr>HW/SW Co-design :Highway System – Interconnects and Arbitration</vt:lpstr>
      <vt:lpstr>HW/SW Co-design : The Translation Wrapper</vt:lpstr>
      <vt:lpstr>HW/SW Co-design : Soc Modifications (TCDM )</vt:lpstr>
      <vt:lpstr>HW/SW Co-design : Software &amp; Verification (1)</vt:lpstr>
      <vt:lpstr>HW/SW Co-design : Optimization 1 – The Auto-Trigger </vt:lpstr>
      <vt:lpstr>HW/SW Co-design : Where we were?</vt:lpstr>
      <vt:lpstr>HW/SW Co-design : Software &amp; Verification (2)</vt:lpstr>
      <vt:lpstr>HW/SW Co-design : Software &amp; Verification (2)</vt:lpstr>
      <vt:lpstr>HW/SW Co-design : Software &amp; Verification (2)</vt:lpstr>
      <vt:lpstr>HW/SW Co-design : Software &amp; Verification (2)</vt:lpstr>
      <vt:lpstr>HW/SW Co-design : Next steps</vt:lpstr>
      <vt:lpstr>HW/SW Co-design (SW Part) </vt:lpstr>
      <vt:lpstr>SW Trace Log Results</vt:lpstr>
      <vt:lpstr>HW Trace Log</vt:lpstr>
      <vt:lpstr>Trace Log Break Down</vt:lpstr>
      <vt:lpstr>Single Butterfly Trace Log</vt:lpstr>
      <vt:lpstr>Next Steps</vt:lpstr>
      <vt:lpstr>Multi clusters</vt:lpstr>
      <vt:lpstr>Multi Clusters: PULP cluster architecture cont.</vt:lpstr>
      <vt:lpstr>HWPE</vt:lpstr>
      <vt:lpstr>HWPE :Memory expansion </vt:lpstr>
      <vt:lpstr>HWPE Engine : FFT 4096-point </vt:lpstr>
      <vt:lpstr>HWPE :Memory management </vt:lpstr>
      <vt:lpstr>HWPE :Memory management </vt:lpstr>
      <vt:lpstr>HWPE :Memory management </vt:lpstr>
      <vt:lpstr>HWPE :Memory management </vt:lpstr>
      <vt:lpstr>HWPE :Memory management </vt:lpstr>
      <vt:lpstr>HWPE :Memory management </vt:lpstr>
      <vt:lpstr>HWPE :Memory management </vt:lpstr>
      <vt:lpstr>HWPE :Memory management </vt:lpstr>
      <vt:lpstr>HWPE :Memory management </vt:lpstr>
      <vt:lpstr>HWPE :8 parallel FFTs </vt:lpstr>
      <vt:lpstr>HWPE :8 parallel FFTs </vt:lpstr>
      <vt:lpstr>HWPE :8 parallel FFTs </vt:lpstr>
      <vt:lpstr>HWPE :Next Steps</vt:lpstr>
      <vt:lpstr>GitHub Repositories </vt:lpstr>
      <vt:lpstr>References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ideapad GAMING</dc:creator>
  <cp:lastModifiedBy>مروان خالد محمد رياض</cp:lastModifiedBy>
  <cp:revision>11</cp:revision>
  <dcterms:created xsi:type="dcterms:W3CDTF">2025-07-10T06:48:00Z</dcterms:created>
  <dcterms:modified xsi:type="dcterms:W3CDTF">2026-04-23T21:15:05Z</dcterms:modified>
</cp:coreProperties>
</file>