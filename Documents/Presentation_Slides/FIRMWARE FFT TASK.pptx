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5" r:id="rId4"/>
  </p:sldMasterIdLst>
  <p:notesMasterIdLst>
    <p:notesMasterId r:id="rId16"/>
  </p:notesMasterIdLst>
  <p:handoutMasterIdLst>
    <p:handoutMasterId r:id="rId17"/>
  </p:handoutMasterIdLst>
  <p:sldIdLst>
    <p:sldId id="2147479821" r:id="rId5"/>
    <p:sldId id="2147479822" r:id="rId6"/>
    <p:sldId id="2147479827" r:id="rId7"/>
    <p:sldId id="2147479837" r:id="rId8"/>
    <p:sldId id="2147479831" r:id="rId9"/>
    <p:sldId id="2147479838" r:id="rId10"/>
    <p:sldId id="2147479839" r:id="rId11"/>
    <p:sldId id="2147479840" r:id="rId12"/>
    <p:sldId id="2147479842" r:id="rId13"/>
    <p:sldId id="2147479841" r:id="rId14"/>
    <p:sldId id="2147479754" r:id="rId15"/>
  </p:sldIdLst>
  <p:sldSz cx="12192000" cy="6858000"/>
  <p:notesSz cx="7010400" cy="9296400"/>
  <p:embeddedFontLst>
    <p:embeddedFont>
      <p:font typeface="Barlow" panose="00000500000000000000" pitchFamily="2" charset="0"/>
      <p:regular r:id="rId18"/>
      <p:bold r:id="rId19"/>
      <p:italic r:id="rId20"/>
      <p:boldItalic r:id="rId21"/>
    </p:embeddedFont>
    <p:embeddedFont>
      <p:font typeface="Barlow Medium" panose="00000600000000000000" pitchFamily="2" charset="0"/>
      <p:regular r:id="rId22"/>
      <p:italic r:id="rId23"/>
    </p:embeddedFont>
    <p:embeddedFont>
      <p:font typeface="Barlow SemiBold" panose="00000700000000000000" pitchFamily="2" charset="0"/>
      <p:regular r:id="rId24"/>
      <p:bold r:id="rId25"/>
      <p:italic r:id="rId26"/>
      <p:boldItalic r:id="rId27"/>
    </p:embeddedFont>
    <p:embeddedFont>
      <p:font typeface="Cambria Math" panose="02040503050406030204" pitchFamily="18" charset="0"/>
      <p:regular r:id="rId28"/>
    </p:embeddedFont>
    <p:embeddedFont>
      <p:font typeface="Wingdings 3" panose="05040102010807070707" pitchFamily="18" charset="2"/>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id="{DC9343AB-3633-0040-8C20-EE436A4C326C}">
          <p14:sldIdLst>
            <p14:sldId id="2147479821"/>
            <p14:sldId id="2147479822"/>
            <p14:sldId id="2147479827"/>
            <p14:sldId id="2147479837"/>
            <p14:sldId id="2147479831"/>
            <p14:sldId id="2147479838"/>
            <p14:sldId id="2147479839"/>
            <p14:sldId id="2147479840"/>
            <p14:sldId id="2147479842"/>
            <p14:sldId id="2147479841"/>
            <p14:sldId id="2147479754"/>
          </p14:sldIdLst>
        </p14:section>
        <p14:section name="Guideline" id="{C03561D4-B6A8-2F43-ADF4-0F7A07DA2D64}">
          <p14:sldIdLst/>
        </p14:section>
        <p14:section name="Presentation Slides" id="{946C8B3A-61C4-AF40-8103-203EBE56DE2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CFB64D-9294-73B9-698D-53AC9DE94753}" name="Gildred, Terrence" initials="TG" userId="S::Terrence.Gildred@analog.com::41e59cfa-3130-4dc8-bb17-32cbb5d94a2b" providerId="AD"/>
  <p188:author id="{9F151DE2-766A-42B1-0845-564F1EFC92C8}" name="Corley, Chuck" initials="CC" userId="S::Chuck.Corley@analog.com::9b82cf21-72de-4287-943d-2b8797d81e32" providerId="AD"/>
  <p188:author id="{B32441EB-C32A-3CA3-B2FD-35A7E093F3DD}" name="Shaw, Shelly" initials="SS" userId="S::shelly.shaw@analog.com::fffc5d37-691b-410b-b340-04c3784de4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F"/>
    <a:srgbClr val="D8D9DF"/>
    <a:srgbClr val="6DE9EC"/>
    <a:srgbClr val="6DE1EC"/>
    <a:srgbClr val="F0F0F2"/>
    <a:srgbClr val="E2E3E6"/>
    <a:srgbClr val="D9D9DE"/>
    <a:srgbClr val="9EA1AE"/>
    <a:srgbClr val="D9E1E4"/>
    <a:srgbClr val="E7ECEC"/>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F376AF-CC65-4F38-A75E-9E274503CCA0}" v="58" dt="2025-12-08T19:59:32.247"/>
  </p1510:revLst>
</p1510:revInfo>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autoAdjust="0"/>
  </p:normalViewPr>
  <p:slideViewPr>
    <p:cSldViewPr snapToGrid="0" snapToObjects="1">
      <p:cViewPr varScale="1">
        <p:scale>
          <a:sx n="54" d="100"/>
          <a:sy n="54" d="100"/>
        </p:scale>
        <p:origin x="56" y="1280"/>
      </p:cViewPr>
      <p:guideLst/>
    </p:cSldViewPr>
  </p:slideViewPr>
  <p:outlineViewPr>
    <p:cViewPr>
      <p:scale>
        <a:sx n="33" d="100"/>
        <a:sy n="33" d="100"/>
      </p:scale>
      <p:origin x="0" y="1216"/>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11" d="100"/>
          <a:sy n="111" d="100"/>
        </p:scale>
        <p:origin x="328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dirty="0">
              <a:solidFill>
                <a:schemeClr val="bg1">
                  <a:lumMod val="50000"/>
                </a:schemeClr>
              </a:solidFill>
              <a:latin typeface="Barlow" pitchFamily="2" charset="77"/>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smtClean="0">
                <a:solidFill>
                  <a:schemeClr val="bg1">
                    <a:lumMod val="50000"/>
                  </a:schemeClr>
                </a:solidFill>
                <a:latin typeface="Barlow" pitchFamily="2" charset="77"/>
                <a:cs typeface="Arial" panose="020B0604020202020204" pitchFamily="34" charset="0"/>
              </a:rPr>
              <a:t>‹#›</a:t>
            </a:fld>
            <a:endParaRPr lang="en-US" dirty="0">
              <a:solidFill>
                <a:schemeClr val="bg1">
                  <a:lumMod val="50000"/>
                </a:schemeClr>
              </a:solidFill>
              <a:latin typeface="Barlow" pitchFamily="2" charset="77"/>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u="none" strike="noStrike" kern="1200" cap="none" spc="0" normalizeH="0" baseline="0" noProof="0" dirty="0">
                <a:ln>
                  <a:noFill/>
                </a:ln>
                <a:solidFill>
                  <a:srgbClr val="FFFFFF">
                    <a:lumMod val="65000"/>
                  </a:srgbClr>
                </a:solidFill>
                <a:effectLst/>
                <a:uLnTx/>
                <a:uFillTx/>
                <a:latin typeface="Barlow" pitchFamily="2" charset="77"/>
                <a:ea typeface="+mn-ea"/>
                <a:cs typeface="Arial" panose="020B0604020202020204" pitchFamily="34" charset="0"/>
              </a:rPr>
              <a:t>Analog Devices Confidential Information</a:t>
            </a: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dirty="0">
              <a:solidFill>
                <a:schemeClr val="bg1">
                  <a:lumMod val="50000"/>
                </a:schemeClr>
              </a:solidFill>
              <a:latin typeface="Barlow" pitchFamily="2" charset="77"/>
              <a:cs typeface="Arial" panose="020B0604020202020204" pitchFamily="34" charset="0"/>
            </a:endParaRPr>
          </a:p>
        </p:txBody>
      </p:sp>
      <p:pic>
        <p:nvPicPr>
          <p:cNvPr id="9" name="Picture 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551" y="108612"/>
            <a:ext cx="1323726" cy="535440"/>
          </a:xfrm>
          <a:prstGeom prst="rect">
            <a:avLst/>
          </a:prstGeom>
          <a:noFill/>
          <a:ln>
            <a:noFill/>
          </a:ln>
        </p:spPr>
      </p:pic>
      <p:sp>
        <p:nvSpPr>
          <p:cNvPr id="2" name="Date Placeholder 1">
            <a:extLst>
              <a:ext uri="{FF2B5EF4-FFF2-40B4-BE49-F238E27FC236}">
                <a16:creationId xmlns:a16="http://schemas.microsoft.com/office/drawing/2014/main" id="{45A4C274-FC20-274E-ABAE-1B6BD23BAFA2}"/>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E37C9AD1-494E-6A4E-8F5F-425D5063F09E}" type="datetimeFigureOut">
              <a:rPr lang="en-US" smtClean="0"/>
              <a:t>2/22/2026</a:t>
            </a:fld>
            <a:endParaRPr lang="en-US"/>
          </a:p>
        </p:txBody>
      </p:sp>
    </p:spTree>
    <p:extLst>
      <p:ext uri="{BB962C8B-B14F-4D97-AF65-F5344CB8AC3E}">
        <p14:creationId xmlns:p14="http://schemas.microsoft.com/office/powerpoint/2010/main" val="493134651"/>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928" userDrawn="1">
          <p15:clr>
            <a:srgbClr val="F26B43"/>
          </p15:clr>
        </p15:guide>
        <p15:guide id="2" pos="220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b="0" i="0">
                <a:latin typeface="Barlow" pitchFamily="2" charset="77"/>
                <a:cs typeface="Arial" panose="020B0604020202020204" pitchFamily="34" charset="0"/>
              </a:defRPr>
            </a:lvl1pPr>
          </a:lstStyle>
          <a:p>
            <a:r>
              <a:rPr lang="en-US" dirty="0">
                <a:solidFill>
                  <a:srgbClr val="FFFFFF">
                    <a:lumMod val="65000"/>
                  </a:srgbClr>
                </a:solidFill>
              </a:rPr>
              <a:t>Footer</a:t>
            </a: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0" i="0">
                <a:solidFill>
                  <a:schemeClr val="tx1">
                    <a:lumMod val="50000"/>
                    <a:lumOff val="50000"/>
                  </a:schemeClr>
                </a:solidFill>
                <a:latin typeface="Barlow" pitchFamily="2" charset="77"/>
                <a:cs typeface="Arial" panose="020B0604020202020204" pitchFamily="34" charset="0"/>
              </a:defRPr>
            </a:lvl1pPr>
          </a:lstStyle>
          <a:p>
            <a:fld id="{900B8651-D313-4300-801F-836567026953}" type="slidenum">
              <a:rPr lang="en-US" smtClean="0"/>
              <a:pPr/>
              <a:t>‹#›</a:t>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lumMod val="65000"/>
                  </a:srgbClr>
                </a:solidFill>
                <a:effectLst/>
                <a:uLnTx/>
                <a:uFillTx/>
                <a:latin typeface="Barlow" pitchFamily="2" charset="77"/>
                <a:ea typeface="+mn-ea"/>
                <a:cs typeface="Arial" panose="020B0604020202020204" pitchFamily="34" charset="0"/>
              </a:rPr>
              <a:t>Analog Devices Confidential Information</a:t>
            </a: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b="0" i="0">
                <a:latin typeface="Barlow" pitchFamily="2" charset="77"/>
              </a:defRPr>
            </a:lvl1pPr>
          </a:lstStyle>
          <a:p>
            <a:endParaRPr lang="en-US" sz="1000" dirty="0">
              <a:solidFill>
                <a:schemeClr val="bg1">
                  <a:lumMod val="50000"/>
                </a:schemeClr>
              </a:solidFill>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b="0" i="0">
                <a:latin typeface="Barlow" pitchFamily="2" charset="77"/>
              </a:defRPr>
            </a:lvl1pPr>
          </a:lstStyle>
          <a:p>
            <a:fld id="{2C2AD557-2032-D74A-B281-F0540E660787}" type="datetimeFigureOut">
              <a:rPr lang="en-US" sz="1000" smtClean="0">
                <a:solidFill>
                  <a:schemeClr val="bg1">
                    <a:lumMod val="50000"/>
                  </a:schemeClr>
                </a:solidFill>
                <a:cs typeface="Arial" panose="020B0604020202020204" pitchFamily="34" charset="0"/>
              </a:rPr>
              <a:pPr/>
              <a:t>2/22/2026</a:t>
            </a:fld>
            <a:endParaRPr lang="en-US" sz="1000" dirty="0">
              <a:solidFill>
                <a:schemeClr val="bg1">
                  <a:lumMod val="50000"/>
                </a:schemeClr>
              </a:solidFill>
              <a:cs typeface="Arial" panose="020B0604020202020204" pitchFamily="34"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3561389954"/>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b="0" i="0" kern="1200">
        <a:solidFill>
          <a:schemeClr val="tx1">
            <a:lumMod val="50000"/>
            <a:lumOff val="50000"/>
          </a:schemeClr>
        </a:solidFill>
        <a:latin typeface="Barlow" pitchFamily="2" charset="77"/>
        <a:ea typeface="+mn-ea"/>
        <a:cs typeface="Arial" panose="020B0604020202020204" pitchFamily="34" charset="0"/>
      </a:defRPr>
    </a:lvl1pPr>
    <a:lvl2pPr marL="344488"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4pPr>
    <a:lvl5pPr marL="855663"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hemeOverride" Target="../theme/themeOverride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hyperlink" Target="https://www.analog.com/en/index.html"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analog.com/en/index.html" TargetMode="External"/><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hemeOverride" Target="../theme/themeOverride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hyperlink" Target="https://www.analog.com/en/index.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Patter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2F76C70-D0CE-D738-0558-91BF754BF15B}"/>
              </a:ext>
            </a:extLst>
          </p:cNvPr>
          <p:cNvGrpSpPr/>
          <p:nvPr userDrawn="1"/>
        </p:nvGrpSpPr>
        <p:grpSpPr>
          <a:xfrm>
            <a:off x="0" y="0"/>
            <a:ext cx="7617658" cy="6862572"/>
            <a:chOff x="1" y="-4572"/>
            <a:chExt cx="7617658" cy="6862572"/>
          </a:xfrm>
        </p:grpSpPr>
        <p:sp>
          <p:nvSpPr>
            <p:cNvPr id="7" name="Freeform 6">
              <a:extLst>
                <a:ext uri="{FF2B5EF4-FFF2-40B4-BE49-F238E27FC236}">
                  <a16:creationId xmlns:a16="http://schemas.microsoft.com/office/drawing/2014/main" id="{449D9AC0-F957-4A6F-4DD9-7A5FC61565DA}"/>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CCF1316C-10A5-28E9-22D3-E28B92C6CB2F}"/>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9" name="TextBox 8">
            <a:hlinkClick r:id="rId4"/>
            <a:extLst>
              <a:ext uri="{FF2B5EF4-FFF2-40B4-BE49-F238E27FC236}">
                <a16:creationId xmlns:a16="http://schemas.microsoft.com/office/drawing/2014/main" id="{DF7479F7-195D-2E18-401F-FAE71BD96051}"/>
              </a:ext>
            </a:extLst>
          </p:cNvPr>
          <p:cNvSpPr txBox="1"/>
          <p:nvPr userDrawn="1"/>
        </p:nvSpPr>
        <p:spPr>
          <a:xfrm>
            <a:off x="432854" y="6204857"/>
            <a:ext cx="949632" cy="206829"/>
          </a:xfrm>
          <a:prstGeom prst="rect">
            <a:avLst/>
          </a:prstGeom>
          <a:noFill/>
        </p:spPr>
        <p:txBody>
          <a:bodyPr wrap="square" lIns="0" tIns="0" rIns="0" bIns="0" rtlCol="0" anchor="b" anchorCtr="0">
            <a:noAutofit/>
          </a:bodyPr>
          <a:lstStyle/>
          <a:p>
            <a:pPr marL="0" marR="0" lvl="0" indent="0" algn="l" defTabSz="457200" rtl="0" eaLnBrk="1" fontAlgn="auto" latinLnBrk="0" hangingPunct="1">
              <a:lnSpc>
                <a:spcPct val="100000"/>
              </a:lnSpc>
              <a:spcBef>
                <a:spcPts val="1000"/>
              </a:spcBef>
              <a:spcAft>
                <a:spcPts val="0"/>
              </a:spcAft>
              <a:buClr>
                <a:srgbClr val="1E4056"/>
              </a:buClr>
              <a:buSzPct val="75000"/>
              <a:buFont typeface="Barlow"/>
              <a:buNone/>
              <a:tabLst/>
              <a:defRPr/>
            </a:pPr>
            <a:r>
              <a:rPr lang="en-IE" sz="1400" b="0" i="0" u="none" spc="0" baseline="0" dirty="0">
                <a:solidFill>
                  <a:schemeClr val="accent2">
                    <a:lumMod val="60000"/>
                    <a:lumOff val="40000"/>
                  </a:schemeClr>
                </a:solidFill>
                <a:effectLst/>
                <a:latin typeface="Barlow Medium" pitchFamily="2" charset="77"/>
              </a:rPr>
              <a:t>analog.com</a:t>
            </a:r>
            <a:endParaRPr lang="en-IE" sz="1400" b="0" i="0" u="none" spc="100" baseline="0" dirty="0">
              <a:solidFill>
                <a:schemeClr val="accent2">
                  <a:lumMod val="60000"/>
                  <a:lumOff val="40000"/>
                </a:schemeClr>
              </a:solidFill>
              <a:effectLst/>
              <a:latin typeface="Barlow Medium" pitchFamily="2" charset="77"/>
            </a:endParaRPr>
          </a:p>
        </p:txBody>
      </p:sp>
      <p:pic>
        <p:nvPicPr>
          <p:cNvPr id="10" name="Graphic 9">
            <a:hlinkClick r:id="rId4"/>
            <a:extLst>
              <a:ext uri="{FF2B5EF4-FFF2-40B4-BE49-F238E27FC236}">
                <a16:creationId xmlns:a16="http://schemas.microsoft.com/office/drawing/2014/main" id="{55E32BF2-18A2-7CEE-0495-510A9F96AF9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4980" y="904240"/>
            <a:ext cx="1584784" cy="450000"/>
          </a:xfrm>
          <a:prstGeom prst="rect">
            <a:avLst/>
          </a:prstGeom>
        </p:spPr>
      </p:pic>
      <p:sp>
        <p:nvSpPr>
          <p:cNvPr id="3" name="Text Placeholder 2">
            <a:extLst>
              <a:ext uri="{FF2B5EF4-FFF2-40B4-BE49-F238E27FC236}">
                <a16:creationId xmlns:a16="http://schemas.microsoft.com/office/drawing/2014/main" id="{9C945A94-3CF9-DE40-192E-900232841E59}"/>
              </a:ext>
            </a:extLst>
          </p:cNvPr>
          <p:cNvSpPr>
            <a:spLocks noGrp="1"/>
          </p:cNvSpPr>
          <p:nvPr>
            <p:ph type="body" sz="quarter" idx="14" hasCustomPrompt="1"/>
          </p:nvPr>
        </p:nvSpPr>
        <p:spPr>
          <a:xfrm>
            <a:off x="434293" y="4667812"/>
            <a:ext cx="3600000" cy="270000"/>
          </a:xfrm>
          <a:prstGeom prst="rect">
            <a:avLst/>
          </a:prstGeom>
        </p:spPr>
        <p:txBody>
          <a:bodyPr wrap="square" lIns="0" tIns="0" rIns="0" bIns="0" anchor="t" anchorCtr="0">
            <a:noAutofit/>
          </a:bodyPr>
          <a:lstStyle>
            <a:lvl1pPr marL="0" indent="0">
              <a:lnSpc>
                <a:spcPct val="90000"/>
              </a:lnSpc>
              <a:spcBef>
                <a:spcPts val="0"/>
              </a:spcBef>
              <a:spcAft>
                <a:spcPts val="0"/>
              </a:spcAft>
              <a:buNone/>
              <a:defRPr sz="2000" b="1" i="0" spc="0" baseline="0">
                <a:solidFill>
                  <a:schemeClr val="accent2">
                    <a:lumMod val="60000"/>
                    <a:lumOff val="40000"/>
                  </a:schemeClr>
                </a:solidFill>
                <a:latin typeface="Barlow Medium" pitchFamily="2" charset="77"/>
              </a:defRPr>
            </a:lvl1pPr>
          </a:lstStyle>
          <a:p>
            <a:r>
              <a:rPr lang="en-US" dirty="0"/>
              <a:t>Click to Add Author Name</a:t>
            </a:r>
          </a:p>
        </p:txBody>
      </p:sp>
      <p:sp>
        <p:nvSpPr>
          <p:cNvPr id="4" name="Text Placeholder 2">
            <a:extLst>
              <a:ext uri="{FF2B5EF4-FFF2-40B4-BE49-F238E27FC236}">
                <a16:creationId xmlns:a16="http://schemas.microsoft.com/office/drawing/2014/main" id="{38A71F52-3503-B96C-9247-6161E2C3DC80}"/>
              </a:ext>
            </a:extLst>
          </p:cNvPr>
          <p:cNvSpPr>
            <a:spLocks noGrp="1"/>
          </p:cNvSpPr>
          <p:nvPr>
            <p:ph type="body" sz="quarter" idx="15" hasCustomPrompt="1"/>
          </p:nvPr>
        </p:nvSpPr>
        <p:spPr>
          <a:xfrm>
            <a:off x="434293" y="4963932"/>
            <a:ext cx="2880000" cy="390388"/>
          </a:xfrm>
          <a:prstGeom prst="rect">
            <a:avLst/>
          </a:prstGeom>
        </p:spPr>
        <p:txBody>
          <a:bodyPr wrap="square" lIns="0" tIns="0" rIns="0" bIns="0" anchor="t" anchorCtr="0">
            <a:noAutofit/>
          </a:bodyPr>
          <a:lstStyle>
            <a:lvl1pPr marL="0" indent="0">
              <a:lnSpc>
                <a:spcPct val="100000"/>
              </a:lnSpc>
              <a:spcBef>
                <a:spcPts val="0"/>
              </a:spcBef>
              <a:spcAft>
                <a:spcPts val="0"/>
              </a:spcAft>
              <a:buNone/>
              <a:defRPr sz="1200" b="0" i="0" spc="0" baseline="0">
                <a:solidFill>
                  <a:schemeClr val="bg1"/>
                </a:solidFill>
                <a:latin typeface="Barlow Medium" pitchFamily="2" charset="77"/>
              </a:defRPr>
            </a:lvl1pPr>
          </a:lstStyle>
          <a:p>
            <a:r>
              <a:rPr lang="en-US" dirty="0"/>
              <a:t>Click to Add Job Title</a:t>
            </a:r>
          </a:p>
          <a:p>
            <a:endParaRPr lang="en-US" dirty="0"/>
          </a:p>
        </p:txBody>
      </p:sp>
      <p:sp>
        <p:nvSpPr>
          <p:cNvPr id="6" name="Text Placeholder 6">
            <a:extLst>
              <a:ext uri="{FF2B5EF4-FFF2-40B4-BE49-F238E27FC236}">
                <a16:creationId xmlns:a16="http://schemas.microsoft.com/office/drawing/2014/main" id="{A03B89A1-CA1A-58B5-ACA8-74366DA0AFB5}"/>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Title,</a:t>
            </a:r>
            <a:br>
              <a:rPr lang="en-US" dirty="0"/>
            </a:br>
            <a:r>
              <a:rPr lang="en-US" dirty="0"/>
              <a:t>3 Lines Max, 44 pt.</a:t>
            </a:r>
            <a:br>
              <a:rPr lang="en-US" dirty="0"/>
            </a:br>
            <a:r>
              <a:rPr lang="en-US" dirty="0"/>
              <a:t>Title Case</a:t>
            </a:r>
          </a:p>
        </p:txBody>
      </p:sp>
    </p:spTree>
    <p:extLst>
      <p:ext uri="{BB962C8B-B14F-4D97-AF65-F5344CB8AC3E}">
        <p14:creationId xmlns:p14="http://schemas.microsoft.com/office/powerpoint/2010/main" val="12353634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mag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7F5266-55C9-0BE1-E63F-2CD32DA02CAE}"/>
              </a:ext>
            </a:extLst>
          </p:cNvPr>
          <p:cNvPicPr>
            <a:picLocks noChangeAspect="1"/>
          </p:cNvPicPr>
          <p:nvPr userDrawn="1"/>
        </p:nvPicPr>
        <p:blipFill>
          <a:blip r:embed="rId2"/>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72F76C70-D0CE-D738-0558-91BF754BF15B}"/>
              </a:ext>
            </a:extLst>
          </p:cNvPr>
          <p:cNvGrpSpPr/>
          <p:nvPr userDrawn="1"/>
        </p:nvGrpSpPr>
        <p:grpSpPr>
          <a:xfrm>
            <a:off x="0" y="0"/>
            <a:ext cx="7617658" cy="6862572"/>
            <a:chOff x="1" y="-4572"/>
            <a:chExt cx="7617658" cy="6862572"/>
          </a:xfrm>
        </p:grpSpPr>
        <p:sp>
          <p:nvSpPr>
            <p:cNvPr id="7" name="Freeform 6">
              <a:extLst>
                <a:ext uri="{FF2B5EF4-FFF2-40B4-BE49-F238E27FC236}">
                  <a16:creationId xmlns:a16="http://schemas.microsoft.com/office/drawing/2014/main" id="{449D9AC0-F957-4A6F-4DD9-7A5FC61565DA}"/>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CCF1316C-10A5-28E9-22D3-E28B92C6CB2F}"/>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9" name="TextBox 8">
            <a:hlinkClick r:id="rId3"/>
            <a:extLst>
              <a:ext uri="{FF2B5EF4-FFF2-40B4-BE49-F238E27FC236}">
                <a16:creationId xmlns:a16="http://schemas.microsoft.com/office/drawing/2014/main" id="{DF7479F7-195D-2E18-401F-FAE71BD96051}"/>
              </a:ext>
            </a:extLst>
          </p:cNvPr>
          <p:cNvSpPr txBox="1"/>
          <p:nvPr userDrawn="1"/>
        </p:nvSpPr>
        <p:spPr>
          <a:xfrm>
            <a:off x="432854" y="6204857"/>
            <a:ext cx="949632" cy="206829"/>
          </a:xfrm>
          <a:prstGeom prst="rect">
            <a:avLst/>
          </a:prstGeom>
          <a:noFill/>
        </p:spPr>
        <p:txBody>
          <a:bodyPr wrap="square" lIns="0" tIns="0" rIns="0" bIns="0" rtlCol="0" anchor="b" anchorCtr="0">
            <a:noAutofit/>
          </a:bodyPr>
          <a:lstStyle/>
          <a:p>
            <a:pPr marL="0" marR="0" lvl="0" indent="0" algn="l" defTabSz="457200" rtl="0" eaLnBrk="1" fontAlgn="auto" latinLnBrk="0" hangingPunct="1">
              <a:lnSpc>
                <a:spcPct val="100000"/>
              </a:lnSpc>
              <a:spcBef>
                <a:spcPts val="1000"/>
              </a:spcBef>
              <a:spcAft>
                <a:spcPts val="0"/>
              </a:spcAft>
              <a:buClr>
                <a:srgbClr val="1E4056"/>
              </a:buClr>
              <a:buSzPct val="75000"/>
              <a:buFont typeface="Barlow"/>
              <a:buNone/>
              <a:tabLst/>
              <a:defRPr/>
            </a:pPr>
            <a:r>
              <a:rPr lang="en-IE" sz="1400" b="0" i="0" u="none" spc="0" baseline="0" dirty="0">
                <a:solidFill>
                  <a:schemeClr val="accent2">
                    <a:lumMod val="60000"/>
                    <a:lumOff val="40000"/>
                  </a:schemeClr>
                </a:solidFill>
                <a:effectLst/>
                <a:latin typeface="Barlow Medium" pitchFamily="2" charset="77"/>
              </a:rPr>
              <a:t>analog.com</a:t>
            </a:r>
            <a:endParaRPr lang="en-IE" sz="1400" b="0" i="0" u="none" spc="100" baseline="0" dirty="0">
              <a:solidFill>
                <a:schemeClr val="accent2">
                  <a:lumMod val="60000"/>
                  <a:lumOff val="40000"/>
                </a:schemeClr>
              </a:solidFill>
              <a:effectLst/>
              <a:latin typeface="Barlow Medium" pitchFamily="2" charset="77"/>
            </a:endParaRPr>
          </a:p>
        </p:txBody>
      </p:sp>
      <p:pic>
        <p:nvPicPr>
          <p:cNvPr id="10" name="Graphic 9">
            <a:hlinkClick r:id="rId3"/>
            <a:extLst>
              <a:ext uri="{FF2B5EF4-FFF2-40B4-BE49-F238E27FC236}">
                <a16:creationId xmlns:a16="http://schemas.microsoft.com/office/drawing/2014/main" id="{55E32BF2-18A2-7CEE-0495-510A9F96AF95}"/>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44980" y="904240"/>
            <a:ext cx="1584784" cy="450000"/>
          </a:xfrm>
          <a:prstGeom prst="rect">
            <a:avLst/>
          </a:prstGeom>
        </p:spPr>
      </p:pic>
      <p:sp>
        <p:nvSpPr>
          <p:cNvPr id="12" name="Text Placeholder 2">
            <a:extLst>
              <a:ext uri="{FF2B5EF4-FFF2-40B4-BE49-F238E27FC236}">
                <a16:creationId xmlns:a16="http://schemas.microsoft.com/office/drawing/2014/main" id="{B34EDB31-305D-ABD5-A5B5-5A901432FC0B}"/>
              </a:ext>
            </a:extLst>
          </p:cNvPr>
          <p:cNvSpPr>
            <a:spLocks noGrp="1"/>
          </p:cNvSpPr>
          <p:nvPr>
            <p:ph type="body" sz="quarter" idx="14" hasCustomPrompt="1"/>
          </p:nvPr>
        </p:nvSpPr>
        <p:spPr>
          <a:xfrm>
            <a:off x="434293" y="4667812"/>
            <a:ext cx="3600000" cy="270000"/>
          </a:xfrm>
          <a:prstGeom prst="rect">
            <a:avLst/>
          </a:prstGeom>
        </p:spPr>
        <p:txBody>
          <a:bodyPr wrap="square" lIns="0" tIns="0" rIns="0" bIns="0" anchor="t" anchorCtr="0">
            <a:noAutofit/>
          </a:bodyPr>
          <a:lstStyle>
            <a:lvl1pPr marL="0" indent="0">
              <a:lnSpc>
                <a:spcPct val="90000"/>
              </a:lnSpc>
              <a:spcBef>
                <a:spcPts val="0"/>
              </a:spcBef>
              <a:spcAft>
                <a:spcPts val="0"/>
              </a:spcAft>
              <a:buNone/>
              <a:defRPr sz="2000" b="1" i="0" spc="0" baseline="0">
                <a:solidFill>
                  <a:schemeClr val="accent2">
                    <a:lumMod val="60000"/>
                    <a:lumOff val="40000"/>
                  </a:schemeClr>
                </a:solidFill>
                <a:latin typeface="Barlow Medium" pitchFamily="2" charset="77"/>
              </a:defRPr>
            </a:lvl1pPr>
          </a:lstStyle>
          <a:p>
            <a:r>
              <a:rPr lang="en-US" dirty="0"/>
              <a:t>Click to Add Author Name</a:t>
            </a:r>
          </a:p>
        </p:txBody>
      </p:sp>
      <p:sp>
        <p:nvSpPr>
          <p:cNvPr id="13" name="Text Placeholder 2">
            <a:extLst>
              <a:ext uri="{FF2B5EF4-FFF2-40B4-BE49-F238E27FC236}">
                <a16:creationId xmlns:a16="http://schemas.microsoft.com/office/drawing/2014/main" id="{0C40DCC2-6B3F-66D3-DF6F-1CAFC8AB6CDB}"/>
              </a:ext>
            </a:extLst>
          </p:cNvPr>
          <p:cNvSpPr>
            <a:spLocks noGrp="1"/>
          </p:cNvSpPr>
          <p:nvPr>
            <p:ph type="body" sz="quarter" idx="15" hasCustomPrompt="1"/>
          </p:nvPr>
        </p:nvSpPr>
        <p:spPr>
          <a:xfrm>
            <a:off x="434293" y="4963932"/>
            <a:ext cx="2880000" cy="390388"/>
          </a:xfrm>
          <a:prstGeom prst="rect">
            <a:avLst/>
          </a:prstGeom>
        </p:spPr>
        <p:txBody>
          <a:bodyPr wrap="square" lIns="0" tIns="0" rIns="0" bIns="0" anchor="t" anchorCtr="0">
            <a:noAutofit/>
          </a:bodyPr>
          <a:lstStyle>
            <a:lvl1pPr marL="0" indent="0">
              <a:lnSpc>
                <a:spcPct val="100000"/>
              </a:lnSpc>
              <a:spcBef>
                <a:spcPts val="0"/>
              </a:spcBef>
              <a:spcAft>
                <a:spcPts val="0"/>
              </a:spcAft>
              <a:buNone/>
              <a:defRPr sz="1200" b="0" i="0" spc="0" baseline="0">
                <a:solidFill>
                  <a:schemeClr val="bg1"/>
                </a:solidFill>
                <a:latin typeface="Barlow Medium" pitchFamily="2" charset="77"/>
              </a:defRPr>
            </a:lvl1pPr>
          </a:lstStyle>
          <a:p>
            <a:r>
              <a:rPr lang="en-US" dirty="0"/>
              <a:t>Click to Add Job Title</a:t>
            </a:r>
          </a:p>
          <a:p>
            <a:endParaRPr lang="en-US" dirty="0"/>
          </a:p>
        </p:txBody>
      </p:sp>
      <p:sp>
        <p:nvSpPr>
          <p:cNvPr id="3" name="Text Placeholder 6">
            <a:extLst>
              <a:ext uri="{FF2B5EF4-FFF2-40B4-BE49-F238E27FC236}">
                <a16:creationId xmlns:a16="http://schemas.microsoft.com/office/drawing/2014/main" id="{1EC33F89-D1AD-97BD-9796-653C4E747126}"/>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Title,</a:t>
            </a:r>
            <a:br>
              <a:rPr lang="en-US" dirty="0"/>
            </a:br>
            <a:r>
              <a:rPr lang="en-US" dirty="0"/>
              <a:t>3 Lines Max, 44 pt.</a:t>
            </a:r>
            <a:br>
              <a:rPr lang="en-US" dirty="0"/>
            </a:br>
            <a:r>
              <a:rPr lang="en-US" dirty="0"/>
              <a:t>Title Case</a:t>
            </a:r>
          </a:p>
        </p:txBody>
      </p:sp>
    </p:spTree>
    <p:extLst>
      <p:ext uri="{BB962C8B-B14F-4D97-AF65-F5344CB8AC3E}">
        <p14:creationId xmlns:p14="http://schemas.microsoft.com/office/powerpoint/2010/main" val="504670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E74B564B-7F9F-32DC-1EEB-57A3EFAD5558}"/>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6" name="Content Placeholder 2">
            <a:extLst>
              <a:ext uri="{FF2B5EF4-FFF2-40B4-BE49-F238E27FC236}">
                <a16:creationId xmlns:a16="http://schemas.microsoft.com/office/drawing/2014/main" id="{1075A93E-07A2-EBD4-1717-2BC5B458C00A}"/>
              </a:ext>
            </a:extLst>
          </p:cNvPr>
          <p:cNvSpPr>
            <a:spLocks noGrp="1"/>
          </p:cNvSpPr>
          <p:nvPr>
            <p:ph idx="10"/>
          </p:nvPr>
        </p:nvSpPr>
        <p:spPr>
          <a:xfrm>
            <a:off x="417600" y="1353312"/>
            <a:ext cx="11358000" cy="5094000"/>
          </a:xfrm>
          <a:prstGeom prst="rect">
            <a:avLst/>
          </a:prstGeom>
        </p:spPr>
        <p:txBody>
          <a:bodyPr>
            <a:noAutofit/>
          </a:bodyPr>
          <a:lstStyle>
            <a:lvl1pPr marL="0" indent="0">
              <a:spcAft>
                <a:spcPts val="600"/>
              </a:spcAft>
              <a:buFontTx/>
              <a:buNone/>
              <a:defRPr sz="1800">
                <a:solidFill>
                  <a:schemeClr val="tx1"/>
                </a:solidFill>
              </a:defRPr>
            </a:lvl1pPr>
            <a:lvl2pPr marL="457200" indent="-228600">
              <a:spcAft>
                <a:spcPts val="600"/>
              </a:spcAft>
              <a:tabLst/>
              <a:defRPr sz="1600">
                <a:solidFill>
                  <a:schemeClr val="tx1"/>
                </a:solidFill>
              </a:defRPr>
            </a:lvl2pPr>
            <a:lvl3pPr marL="866775" indent="-222250">
              <a:spcAft>
                <a:spcPts val="600"/>
              </a:spcAft>
              <a:tabLst/>
              <a:defRPr sz="1400">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6D4B9EFC-C7DD-F257-A5DB-C33A7A52FA0A}"/>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2FE45972-FE13-E8D4-E5E1-9B8CBA947C48}"/>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3960796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Line Title and Content">
    <p:bg>
      <p:bgPr>
        <a:solidFill>
          <a:schemeClr val="bg1"/>
        </a:soli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E74B564B-7F9F-32DC-1EEB-57A3EFAD5558}"/>
              </a:ext>
            </a:extLst>
          </p:cNvPr>
          <p:cNvSpPr>
            <a:spLocks noGrp="1"/>
          </p:cNvSpPr>
          <p:nvPr>
            <p:ph type="title" hasCustomPrompt="1"/>
          </p:nvPr>
        </p:nvSpPr>
        <p:spPr>
          <a:xfrm>
            <a:off x="417600" y="640080"/>
            <a:ext cx="10080000" cy="842400"/>
          </a:xfrm>
        </p:spPr>
        <p:txBody>
          <a:bodyPr tIns="36576" anchor="t" anchorCtr="0"/>
          <a:lstStyle>
            <a:lvl1pPr>
              <a:defRPr sz="3200" spc="0" baseline="0"/>
            </a:lvl1pPr>
          </a:lstStyle>
          <a:p>
            <a:r>
              <a:rPr lang="en-GB" dirty="0"/>
              <a:t>Click to Add Title in Barlow Medium 32 pt. </a:t>
            </a:r>
            <a:br>
              <a:rPr lang="en-GB" dirty="0"/>
            </a:br>
            <a:r>
              <a:rPr lang="en-GB" dirty="0"/>
              <a:t>Max Two Lines, Title Case</a:t>
            </a:r>
            <a:endParaRPr lang="en-US" dirty="0"/>
          </a:p>
        </p:txBody>
      </p:sp>
      <p:sp>
        <p:nvSpPr>
          <p:cNvPr id="5" name="Content Placeholder 2">
            <a:extLst>
              <a:ext uri="{FF2B5EF4-FFF2-40B4-BE49-F238E27FC236}">
                <a16:creationId xmlns:a16="http://schemas.microsoft.com/office/drawing/2014/main" id="{A1298877-00D0-02CC-EA8B-6319826E66D4}"/>
              </a:ext>
            </a:extLst>
          </p:cNvPr>
          <p:cNvSpPr>
            <a:spLocks noGrp="1"/>
          </p:cNvSpPr>
          <p:nvPr>
            <p:ph idx="11"/>
          </p:nvPr>
        </p:nvSpPr>
        <p:spPr>
          <a:xfrm>
            <a:off x="417600" y="1771752"/>
            <a:ext cx="11358000" cy="467556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9B830200-494D-376F-25FC-62708EAC86C7}"/>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4" name="Slide Number Placeholder 3">
            <a:extLst>
              <a:ext uri="{FF2B5EF4-FFF2-40B4-BE49-F238E27FC236}">
                <a16:creationId xmlns:a16="http://schemas.microsoft.com/office/drawing/2014/main" id="{EFDD4A03-9143-BC58-1681-1225AE4D7FA3}"/>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3146272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with Image">
    <p:bg>
      <p:bgPr>
        <a:solidFill>
          <a:schemeClr val="bg1"/>
        </a:solidFill>
        <a:effectLst/>
      </p:bgPr>
    </p:bg>
    <p:spTree>
      <p:nvGrpSpPr>
        <p:cNvPr id="1" name=""/>
        <p:cNvGrpSpPr/>
        <p:nvPr/>
      </p:nvGrpSpPr>
      <p:grpSpPr>
        <a:xfrm>
          <a:off x="0" y="0"/>
          <a:ext cx="0" cy="0"/>
          <a:chOff x="0" y="0"/>
          <a:chExt cx="0" cy="0"/>
        </a:xfrm>
      </p:grpSpPr>
      <p:pic>
        <p:nvPicPr>
          <p:cNvPr id="2" name="Picture 1" descr="A person working in a factory&#10;&#10;Description automatically generated">
            <a:extLst>
              <a:ext uri="{FF2B5EF4-FFF2-40B4-BE49-F238E27FC236}">
                <a16:creationId xmlns:a16="http://schemas.microsoft.com/office/drawing/2014/main" id="{5279C31A-3F31-E41C-E7A3-50162455647E}"/>
              </a:ext>
            </a:extLst>
          </p:cNvPr>
          <p:cNvPicPr>
            <a:picLocks noChangeAspect="1"/>
          </p:cNvPicPr>
          <p:nvPr userDrawn="1"/>
        </p:nvPicPr>
        <p:blipFill rotWithShape="1">
          <a:blip r:embed="rId3" cstate="screen">
            <a:alphaModFix/>
            <a:extLst>
              <a:ext uri="{28A0092B-C50C-407E-A947-70E740481C1C}">
                <a14:useLocalDpi xmlns:a14="http://schemas.microsoft.com/office/drawing/2010/main"/>
              </a:ext>
            </a:extLst>
          </a:blip>
          <a:srcRect/>
          <a:stretch/>
        </p:blipFill>
        <p:spPr>
          <a:xfrm>
            <a:off x="0" y="-1"/>
            <a:ext cx="12192000" cy="6858001"/>
          </a:xfrm>
          <a:prstGeom prst="rect">
            <a:avLst/>
          </a:prstGeom>
        </p:spPr>
      </p:pic>
      <p:grpSp>
        <p:nvGrpSpPr>
          <p:cNvPr id="4" name="Group 3">
            <a:extLst>
              <a:ext uri="{FF2B5EF4-FFF2-40B4-BE49-F238E27FC236}">
                <a16:creationId xmlns:a16="http://schemas.microsoft.com/office/drawing/2014/main" id="{9980CC74-0812-43C2-2A04-E80B64FF4663}"/>
              </a:ext>
            </a:extLst>
          </p:cNvPr>
          <p:cNvGrpSpPr/>
          <p:nvPr userDrawn="1"/>
        </p:nvGrpSpPr>
        <p:grpSpPr>
          <a:xfrm>
            <a:off x="0" y="0"/>
            <a:ext cx="7617658" cy="6862572"/>
            <a:chOff x="1" y="-4572"/>
            <a:chExt cx="7617658" cy="6862572"/>
          </a:xfrm>
        </p:grpSpPr>
        <p:sp>
          <p:nvSpPr>
            <p:cNvPr id="6" name="Freeform 5">
              <a:extLst>
                <a:ext uri="{FF2B5EF4-FFF2-40B4-BE49-F238E27FC236}">
                  <a16:creationId xmlns:a16="http://schemas.microsoft.com/office/drawing/2014/main" id="{F2F3DE54-34B6-3AF3-6CD6-3EEEE3D9CBDA}"/>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4E238CC0-96D0-F452-54CA-4E0E61680C7C}"/>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3" name="Text Placeholder 6">
            <a:extLst>
              <a:ext uri="{FF2B5EF4-FFF2-40B4-BE49-F238E27FC236}">
                <a16:creationId xmlns:a16="http://schemas.microsoft.com/office/drawing/2014/main" id="{65E685E6-13CB-D38D-FEA2-77D90875D004}"/>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Section Title, 3 Lines Max, 44 pt., Title Case</a:t>
            </a:r>
          </a:p>
        </p:txBody>
      </p:sp>
    </p:spTree>
    <p:extLst>
      <p:ext uri="{BB962C8B-B14F-4D97-AF65-F5344CB8AC3E}">
        <p14:creationId xmlns:p14="http://schemas.microsoft.com/office/powerpoint/2010/main" val="42645455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Slide with Patter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AD60E70-32AD-72EE-B1DB-7DDA206A7E59}"/>
              </a:ext>
            </a:extLst>
          </p:cNvPr>
          <p:cNvGrpSpPr/>
          <p:nvPr userDrawn="1"/>
        </p:nvGrpSpPr>
        <p:grpSpPr>
          <a:xfrm>
            <a:off x="0" y="0"/>
            <a:ext cx="7617658" cy="6862572"/>
            <a:chOff x="1" y="-4572"/>
            <a:chExt cx="7617658" cy="6862572"/>
          </a:xfrm>
        </p:grpSpPr>
        <p:sp>
          <p:nvSpPr>
            <p:cNvPr id="3" name="Freeform 2">
              <a:extLst>
                <a:ext uri="{FF2B5EF4-FFF2-40B4-BE49-F238E27FC236}">
                  <a16:creationId xmlns:a16="http://schemas.microsoft.com/office/drawing/2014/main" id="{99A5004D-7C58-27D4-EB7C-CAEEB8F6A5B8}"/>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DAB5AFC3-5343-064B-A219-1AE7209A8C04}"/>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2" name="Text Placeholder 6">
            <a:extLst>
              <a:ext uri="{FF2B5EF4-FFF2-40B4-BE49-F238E27FC236}">
                <a16:creationId xmlns:a16="http://schemas.microsoft.com/office/drawing/2014/main" id="{EC18DD37-D9CA-886C-4E16-79E064AA6B0F}"/>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Section Title, 3 Lines Max, 44 pt., Title Case</a:t>
            </a:r>
          </a:p>
        </p:txBody>
      </p:sp>
    </p:spTree>
    <p:extLst>
      <p:ext uri="{BB962C8B-B14F-4D97-AF65-F5344CB8AC3E}">
        <p14:creationId xmlns:p14="http://schemas.microsoft.com/office/powerpoint/2010/main" val="532668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Content">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80F7495-C78C-5BD8-12F5-D3FE1407E08D}"/>
              </a:ext>
            </a:extLst>
          </p:cNvPr>
          <p:cNvSpPr>
            <a:spLocks noGrp="1"/>
          </p:cNvSpPr>
          <p:nvPr>
            <p:ph idx="10"/>
          </p:nvPr>
        </p:nvSpPr>
        <p:spPr>
          <a:xfrm>
            <a:off x="417600" y="1364400"/>
            <a:ext cx="5486400" cy="50940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727E58A3-0A5D-732B-0055-E391B11ABCF7}"/>
              </a:ext>
            </a:extLst>
          </p:cNvPr>
          <p:cNvSpPr>
            <a:spLocks noGrp="1"/>
          </p:cNvSpPr>
          <p:nvPr>
            <p:ph idx="11"/>
          </p:nvPr>
        </p:nvSpPr>
        <p:spPr>
          <a:xfrm>
            <a:off x="6294293" y="1364400"/>
            <a:ext cx="5486400" cy="50940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9D0724DB-44AA-8EF1-D24E-EE31252C8A4D}"/>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3" name="Slide Number Placeholder 3">
            <a:extLst>
              <a:ext uri="{FF2B5EF4-FFF2-40B4-BE49-F238E27FC236}">
                <a16:creationId xmlns:a16="http://schemas.microsoft.com/office/drawing/2014/main" id="{12D86F02-FD9E-9CA8-C43A-A87AC3AFACCC}"/>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6" name="Title 5">
            <a:extLst>
              <a:ext uri="{FF2B5EF4-FFF2-40B4-BE49-F238E27FC236}">
                <a16:creationId xmlns:a16="http://schemas.microsoft.com/office/drawing/2014/main" id="{18941DD9-5289-8381-97D8-48A472D3D163}"/>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140208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Sub Header">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DEF11BB-C904-5C9F-F364-E905AEE95158}"/>
              </a:ext>
            </a:extLst>
          </p:cNvPr>
          <p:cNvSpPr>
            <a:spLocks noGrp="1"/>
          </p:cNvSpPr>
          <p:nvPr>
            <p:ph type="body" sz="quarter" idx="16" hasCustomPrompt="1"/>
          </p:nvPr>
        </p:nvSpPr>
        <p:spPr>
          <a:xfrm>
            <a:off x="417600" y="1364400"/>
            <a:ext cx="11344500" cy="2700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a:t>
            </a:r>
            <a:r>
              <a:rPr lang="en-GB" dirty="0" err="1"/>
              <a:t>Subheader</a:t>
            </a:r>
            <a:r>
              <a:rPr lang="en-GB" dirty="0"/>
              <a:t> in Barlow </a:t>
            </a:r>
            <a:r>
              <a:rPr lang="en-GB" dirty="0" err="1"/>
              <a:t>SemiBold</a:t>
            </a:r>
            <a:r>
              <a:rPr lang="en-GB" dirty="0"/>
              <a:t> 18 pt., Max One Line, Title Case</a:t>
            </a:r>
            <a:endParaRPr lang="en-US" dirty="0"/>
          </a:p>
        </p:txBody>
      </p:sp>
      <p:sp>
        <p:nvSpPr>
          <p:cNvPr id="8" name="Content Placeholder 2">
            <a:extLst>
              <a:ext uri="{FF2B5EF4-FFF2-40B4-BE49-F238E27FC236}">
                <a16:creationId xmlns:a16="http://schemas.microsoft.com/office/drawing/2014/main" id="{C5935695-BFE1-8BD6-08ED-49D19A252EC8}"/>
              </a:ext>
            </a:extLst>
          </p:cNvPr>
          <p:cNvSpPr>
            <a:spLocks noGrp="1"/>
          </p:cNvSpPr>
          <p:nvPr>
            <p:ph idx="11"/>
          </p:nvPr>
        </p:nvSpPr>
        <p:spPr>
          <a:xfrm>
            <a:off x="417600" y="1922400"/>
            <a:ext cx="11358000"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4" name="Legal Statement">
            <a:extLst>
              <a:ext uri="{FF2B5EF4-FFF2-40B4-BE49-F238E27FC236}">
                <a16:creationId xmlns:a16="http://schemas.microsoft.com/office/drawing/2014/main" id="{A88B1579-377C-8586-6E52-6B200302CCC1}"/>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A253026E-B5C4-FD0A-19D4-0B5461FD627C}"/>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6" name="Title 5">
            <a:extLst>
              <a:ext uri="{FF2B5EF4-FFF2-40B4-BE49-F238E27FC236}">
                <a16:creationId xmlns:a16="http://schemas.microsoft.com/office/drawing/2014/main" id="{AA1A507F-49ED-2628-38B9-7F81817B7B96}"/>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73010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Sub Header Two Column">
    <p:bg>
      <p:bgPr>
        <a:solidFill>
          <a:schemeClr val="bg1"/>
        </a:solid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8943F822-F879-A359-A0CB-E4E9D060DA7E}"/>
              </a:ext>
            </a:extLst>
          </p:cNvPr>
          <p:cNvSpPr>
            <a:spLocks noGrp="1"/>
          </p:cNvSpPr>
          <p:nvPr>
            <p:ph type="body" sz="quarter" idx="22" hasCustomPrompt="1"/>
          </p:nvPr>
        </p:nvSpPr>
        <p:spPr>
          <a:xfrm>
            <a:off x="6287100" y="1362881"/>
            <a:ext cx="5486400" cy="2736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Title</a:t>
            </a:r>
            <a:endParaRPr lang="en-US" dirty="0"/>
          </a:p>
        </p:txBody>
      </p:sp>
      <p:sp>
        <p:nvSpPr>
          <p:cNvPr id="5" name="Text Placeholder 3">
            <a:extLst>
              <a:ext uri="{FF2B5EF4-FFF2-40B4-BE49-F238E27FC236}">
                <a16:creationId xmlns:a16="http://schemas.microsoft.com/office/drawing/2014/main" id="{1436D999-58A8-2BE5-FFFE-3347C537C4F7}"/>
              </a:ext>
            </a:extLst>
          </p:cNvPr>
          <p:cNvSpPr>
            <a:spLocks noGrp="1"/>
          </p:cNvSpPr>
          <p:nvPr>
            <p:ph type="body" sz="quarter" idx="16" hasCustomPrompt="1"/>
          </p:nvPr>
        </p:nvSpPr>
        <p:spPr>
          <a:xfrm>
            <a:off x="417599" y="1362881"/>
            <a:ext cx="5486400" cy="2736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Title</a:t>
            </a:r>
            <a:endParaRPr lang="en-US" dirty="0"/>
          </a:p>
        </p:txBody>
      </p:sp>
      <p:sp>
        <p:nvSpPr>
          <p:cNvPr id="10" name="Content Placeholder 2">
            <a:extLst>
              <a:ext uri="{FF2B5EF4-FFF2-40B4-BE49-F238E27FC236}">
                <a16:creationId xmlns:a16="http://schemas.microsoft.com/office/drawing/2014/main" id="{CA17CAD3-45BB-FDDB-D008-5419EA5DB376}"/>
              </a:ext>
            </a:extLst>
          </p:cNvPr>
          <p:cNvSpPr>
            <a:spLocks noGrp="1"/>
          </p:cNvSpPr>
          <p:nvPr>
            <p:ph idx="11"/>
          </p:nvPr>
        </p:nvSpPr>
        <p:spPr>
          <a:xfrm>
            <a:off x="417600" y="1921564"/>
            <a:ext cx="5486399"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614CBD0C-A49D-E688-875B-662AD4E5C923}"/>
              </a:ext>
            </a:extLst>
          </p:cNvPr>
          <p:cNvSpPr>
            <a:spLocks noGrp="1"/>
          </p:cNvSpPr>
          <p:nvPr>
            <p:ph idx="23"/>
          </p:nvPr>
        </p:nvSpPr>
        <p:spPr>
          <a:xfrm>
            <a:off x="6301565" y="1921564"/>
            <a:ext cx="5486399"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3" name="Legal Statement">
            <a:extLst>
              <a:ext uri="{FF2B5EF4-FFF2-40B4-BE49-F238E27FC236}">
                <a16:creationId xmlns:a16="http://schemas.microsoft.com/office/drawing/2014/main" id="{5B95C7BD-0ECF-E8E8-0AA1-669DC702782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7" name="Slide Number Placeholder 3">
            <a:extLst>
              <a:ext uri="{FF2B5EF4-FFF2-40B4-BE49-F238E27FC236}">
                <a16:creationId xmlns:a16="http://schemas.microsoft.com/office/drawing/2014/main" id="{3ED327D0-C0CF-65BA-41BD-4DD376DF5DBF}"/>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E7B0F791-FCAD-93C1-469A-FF5C9492342E}"/>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407276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D6FD505D-77D2-F2AA-38CA-7D137C31B208}"/>
              </a:ext>
            </a:extLst>
          </p:cNvPr>
          <p:cNvSpPr>
            <a:spLocks noGrp="1"/>
          </p:cNvSpPr>
          <p:nvPr>
            <p:ph type="pic" sz="quarter" idx="16" hasCustomPrompt="1"/>
          </p:nvPr>
        </p:nvSpPr>
        <p:spPr>
          <a:xfrm>
            <a:off x="5822066" y="1050828"/>
            <a:ext cx="5958000" cy="5396400"/>
          </a:xfrm>
          <a:prstGeom prst="rect">
            <a:avLst/>
          </a:prstGeom>
          <a:noFill/>
          <a:ln>
            <a:noFill/>
          </a:ln>
        </p:spPr>
        <p:txBody>
          <a:bodyPr wrap="square" anchor="ctr">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dirty="0"/>
              <a:t>Click to add picture</a:t>
            </a:r>
          </a:p>
        </p:txBody>
      </p:sp>
      <p:sp>
        <p:nvSpPr>
          <p:cNvPr id="3" name="Title 5">
            <a:extLst>
              <a:ext uri="{FF2B5EF4-FFF2-40B4-BE49-F238E27FC236}">
                <a16:creationId xmlns:a16="http://schemas.microsoft.com/office/drawing/2014/main" id="{ADFE071F-83A9-FEE7-214E-2FCD9E1F5EC8}"/>
              </a:ext>
            </a:extLst>
          </p:cNvPr>
          <p:cNvSpPr>
            <a:spLocks noGrp="1"/>
          </p:cNvSpPr>
          <p:nvPr>
            <p:ph type="title" hasCustomPrompt="1"/>
          </p:nvPr>
        </p:nvSpPr>
        <p:spPr>
          <a:xfrm>
            <a:off x="417598" y="640080"/>
            <a:ext cx="5040000" cy="1270000"/>
          </a:xfrm>
        </p:spPr>
        <p:txBody>
          <a:bodyPr anchor="t"/>
          <a:lstStyle>
            <a:lvl1pPr algn="l">
              <a:defRPr sz="3200" spc="0" baseline="0"/>
            </a:lvl1pPr>
          </a:lstStyle>
          <a:p>
            <a:r>
              <a:rPr lang="en-GB" dirty="0"/>
              <a:t>Click to Add Title in Barlow Medium 32 pt. Max Three Lines, Title Case</a:t>
            </a:r>
            <a:endParaRPr lang="en-US" dirty="0"/>
          </a:p>
        </p:txBody>
      </p:sp>
      <p:sp>
        <p:nvSpPr>
          <p:cNvPr id="5" name="Content Placeholder 2">
            <a:extLst>
              <a:ext uri="{FF2B5EF4-FFF2-40B4-BE49-F238E27FC236}">
                <a16:creationId xmlns:a16="http://schemas.microsoft.com/office/drawing/2014/main" id="{21C0673C-A7DF-F8F0-75F9-2DE7661FFE59}"/>
              </a:ext>
            </a:extLst>
          </p:cNvPr>
          <p:cNvSpPr>
            <a:spLocks noGrp="1"/>
          </p:cNvSpPr>
          <p:nvPr>
            <p:ph idx="11"/>
          </p:nvPr>
        </p:nvSpPr>
        <p:spPr>
          <a:xfrm>
            <a:off x="417601" y="2191109"/>
            <a:ext cx="5040000" cy="4256119"/>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47974C77-A9A2-9C5D-4B14-33988A2D732F}"/>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4" name="Slide Number Placeholder 3">
            <a:extLst>
              <a:ext uri="{FF2B5EF4-FFF2-40B4-BE49-F238E27FC236}">
                <a16:creationId xmlns:a16="http://schemas.microsoft.com/office/drawing/2014/main" id="{26D7B890-9F88-CA9F-C400-1C66AD3B04AE}"/>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189603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 Blank">
    <p:bg>
      <p:bgPr>
        <a:solidFill>
          <a:schemeClr val="bg1"/>
        </a:solidFill>
        <a:effectLst/>
      </p:bgPr>
    </p:bg>
    <p:spTree>
      <p:nvGrpSpPr>
        <p:cNvPr id="1" name=""/>
        <p:cNvGrpSpPr/>
        <p:nvPr/>
      </p:nvGrpSpPr>
      <p:grpSpPr>
        <a:xfrm>
          <a:off x="0" y="0"/>
          <a:ext cx="0" cy="0"/>
          <a:chOff x="0" y="0"/>
          <a:chExt cx="0" cy="0"/>
        </a:xfrm>
      </p:grpSpPr>
      <p:sp>
        <p:nvSpPr>
          <p:cNvPr id="3" name="Legal Statement">
            <a:extLst>
              <a:ext uri="{FF2B5EF4-FFF2-40B4-BE49-F238E27FC236}">
                <a16:creationId xmlns:a16="http://schemas.microsoft.com/office/drawing/2014/main" id="{1B066EA6-D718-7545-E381-864DF12587C7}"/>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FB0EC10E-15B9-88B4-1BEB-1CF6CD00DA96}"/>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28760039-3EE1-0111-00FA-AC5941EF52FC}"/>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2079982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Alternate">
    <p:bg>
      <p:bgPr>
        <a:solidFill>
          <a:schemeClr val="bg1"/>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C0E1006A-6F73-6CC5-9A6B-003C025FE1EF}"/>
              </a:ext>
            </a:extLst>
          </p:cNvPr>
          <p:cNvSpPr>
            <a:spLocks noGrp="1"/>
          </p:cNvSpPr>
          <p:nvPr>
            <p:ph idx="21"/>
          </p:nvPr>
        </p:nvSpPr>
        <p:spPr>
          <a:xfrm>
            <a:off x="6299113" y="1611369"/>
            <a:ext cx="5473925" cy="4752217"/>
          </a:xfrm>
          <a:prstGeom prst="roundRect">
            <a:avLst>
              <a:gd name="adj" fmla="val 5234"/>
            </a:avLst>
          </a:prstGeom>
          <a:solidFill>
            <a:schemeClr val="bg1"/>
          </a:solidFill>
          <a:ln w="12700">
            <a:solidFill>
              <a:schemeClr val="tx2"/>
            </a:solidFill>
          </a:ln>
        </p:spPr>
        <p:txBody>
          <a:bodyPr lIns="144000" tIns="396000" rIns="144000" bIns="144000">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B0B4FFC0-576B-550B-4CBA-830C438E3C74}"/>
              </a:ext>
            </a:extLst>
          </p:cNvPr>
          <p:cNvSpPr>
            <a:spLocks noGrp="1"/>
          </p:cNvSpPr>
          <p:nvPr>
            <p:ph idx="10"/>
          </p:nvPr>
        </p:nvSpPr>
        <p:spPr>
          <a:xfrm>
            <a:off x="428400" y="1611369"/>
            <a:ext cx="5473925" cy="4752217"/>
          </a:xfrm>
          <a:prstGeom prst="roundRect">
            <a:avLst>
              <a:gd name="adj" fmla="val 5234"/>
            </a:avLst>
          </a:prstGeom>
          <a:solidFill>
            <a:schemeClr val="bg1"/>
          </a:solidFill>
          <a:ln w="12700">
            <a:solidFill>
              <a:schemeClr val="tx2"/>
            </a:solidFill>
          </a:ln>
        </p:spPr>
        <p:txBody>
          <a:bodyPr lIns="144000" tIns="396000" rIns="144000" bIns="144000">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Text Placeholder 3">
            <a:extLst>
              <a:ext uri="{FF2B5EF4-FFF2-40B4-BE49-F238E27FC236}">
                <a16:creationId xmlns:a16="http://schemas.microsoft.com/office/drawing/2014/main" id="{E42180F3-8D99-D80C-3C16-210296F93547}"/>
              </a:ext>
            </a:extLst>
          </p:cNvPr>
          <p:cNvSpPr>
            <a:spLocks noGrp="1"/>
          </p:cNvSpPr>
          <p:nvPr>
            <p:ph type="body" sz="quarter" idx="20" hasCustomPrompt="1"/>
          </p:nvPr>
        </p:nvSpPr>
        <p:spPr>
          <a:xfrm>
            <a:off x="6839425" y="1424722"/>
            <a:ext cx="4320000" cy="360000"/>
          </a:xfrm>
          <a:prstGeom prst="roundRect">
            <a:avLst/>
          </a:prstGeom>
          <a:solidFill>
            <a:schemeClr val="tx2"/>
          </a:solidFill>
        </p:spPr>
        <p:txBody>
          <a:bodyPr anchor="ctr">
            <a:noAutofit/>
          </a:bodyPr>
          <a:lstStyle>
            <a:lvl1pPr marL="9525" indent="0" algn="ctr">
              <a:buNone/>
              <a:defRPr sz="1400" b="1" i="0" cap="all" spc="0" baseline="0">
                <a:solidFill>
                  <a:schemeClr val="bg1"/>
                </a:solidFill>
                <a:latin typeface="Barlow SemiBold" pitchFamily="2" charset="77"/>
              </a:defRPr>
            </a:lvl1pPr>
          </a:lstStyle>
          <a:p>
            <a:pPr lvl="0"/>
            <a:r>
              <a:rPr lang="en-GB" dirty="0"/>
              <a:t>CLICK TO EDIT</a:t>
            </a:r>
            <a:endParaRPr lang="en-US" dirty="0"/>
          </a:p>
        </p:txBody>
      </p:sp>
      <p:sp>
        <p:nvSpPr>
          <p:cNvPr id="7" name="Text Placeholder 3">
            <a:extLst>
              <a:ext uri="{FF2B5EF4-FFF2-40B4-BE49-F238E27FC236}">
                <a16:creationId xmlns:a16="http://schemas.microsoft.com/office/drawing/2014/main" id="{A529CD75-8F30-B30C-E480-81A1F577984F}"/>
              </a:ext>
            </a:extLst>
          </p:cNvPr>
          <p:cNvSpPr>
            <a:spLocks noGrp="1"/>
          </p:cNvSpPr>
          <p:nvPr>
            <p:ph type="body" sz="quarter" idx="19" hasCustomPrompt="1"/>
          </p:nvPr>
        </p:nvSpPr>
        <p:spPr>
          <a:xfrm>
            <a:off x="1048225" y="1424722"/>
            <a:ext cx="4320000" cy="360000"/>
          </a:xfrm>
          <a:prstGeom prst="roundRect">
            <a:avLst/>
          </a:prstGeom>
          <a:solidFill>
            <a:schemeClr val="tx2"/>
          </a:solidFill>
        </p:spPr>
        <p:txBody>
          <a:bodyPr anchor="ctr">
            <a:noAutofit/>
          </a:bodyPr>
          <a:lstStyle>
            <a:lvl1pPr marL="9525" indent="0" algn="ctr">
              <a:buNone/>
              <a:defRPr sz="1400" b="1" i="0" cap="all" spc="0" baseline="0">
                <a:solidFill>
                  <a:schemeClr val="bg1"/>
                </a:solidFill>
                <a:latin typeface="Barlow SemiBold" pitchFamily="2" charset="77"/>
              </a:defRPr>
            </a:lvl1pPr>
          </a:lstStyle>
          <a:p>
            <a:pPr lvl="0"/>
            <a:r>
              <a:rPr lang="en-GB" dirty="0"/>
              <a:t>CLICK TO EDIT</a:t>
            </a:r>
            <a:endParaRPr lang="en-US" dirty="0"/>
          </a:p>
        </p:txBody>
      </p:sp>
      <p:sp>
        <p:nvSpPr>
          <p:cNvPr id="4" name="Legal Statement">
            <a:extLst>
              <a:ext uri="{FF2B5EF4-FFF2-40B4-BE49-F238E27FC236}">
                <a16:creationId xmlns:a16="http://schemas.microsoft.com/office/drawing/2014/main" id="{52DA376E-BE10-B3A0-DBE8-9E5D6C7A2BF1}"/>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8" name="Slide Number Placeholder 3">
            <a:extLst>
              <a:ext uri="{FF2B5EF4-FFF2-40B4-BE49-F238E27FC236}">
                <a16:creationId xmlns:a16="http://schemas.microsoft.com/office/drawing/2014/main" id="{CD558F40-9DA9-CB95-74DD-933171C63430}"/>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9" name="Title 5">
            <a:extLst>
              <a:ext uri="{FF2B5EF4-FFF2-40B4-BE49-F238E27FC236}">
                <a16:creationId xmlns:a16="http://schemas.microsoft.com/office/drawing/2014/main" id="{5AF5B83E-6C3A-101F-034F-589F15E853BA}"/>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3130033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Primary Blue">
    <p:bg>
      <p:bgPr>
        <a:solidFill>
          <a:schemeClr val="tx2"/>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412C34F2-A2E5-C931-892C-CE8C345AC02F}"/>
              </a:ext>
            </a:extLst>
          </p:cNvPr>
          <p:cNvSpPr>
            <a:spLocks noGrp="1"/>
          </p:cNvSpPr>
          <p:nvPr>
            <p:ph idx="11"/>
          </p:nvPr>
        </p:nvSpPr>
        <p:spPr>
          <a:xfrm>
            <a:off x="417600" y="1353312"/>
            <a:ext cx="11358000" cy="5094835"/>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25E0C486-E304-0B39-E7CF-15E096E1F31B}"/>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4" name="Legal Statement">
            <a:extLst>
              <a:ext uri="{FF2B5EF4-FFF2-40B4-BE49-F238E27FC236}">
                <a16:creationId xmlns:a16="http://schemas.microsoft.com/office/drawing/2014/main" id="{85BC1DD9-AC3F-0292-BB41-73EB158CEB50}"/>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A48B6C0D-5EBB-8307-1013-31292E06E600}"/>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7" name="Title 5">
            <a:extLst>
              <a:ext uri="{FF2B5EF4-FFF2-40B4-BE49-F238E27FC236}">
                <a16:creationId xmlns:a16="http://schemas.microsoft.com/office/drawing/2014/main" id="{2D195A7E-0C05-1F56-0D38-D979AC053415}"/>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43470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Dark Blue">
    <p:bg>
      <p:bgPr>
        <a:solidFill>
          <a:schemeClr val="accent1"/>
        </a:solid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EB10E12-5D30-25F8-D19C-B3E68E6B38A7}"/>
              </a:ext>
            </a:extLst>
          </p:cNvPr>
          <p:cNvSpPr>
            <a:spLocks noGrp="1"/>
          </p:cNvSpPr>
          <p:nvPr>
            <p:ph idx="11"/>
          </p:nvPr>
        </p:nvSpPr>
        <p:spPr>
          <a:xfrm>
            <a:off x="417600" y="1353312"/>
            <a:ext cx="11358000" cy="5094835"/>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02ACB762-6130-5103-7F8E-B72074746630}"/>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7" name="Legal Statement">
            <a:extLst>
              <a:ext uri="{FF2B5EF4-FFF2-40B4-BE49-F238E27FC236}">
                <a16:creationId xmlns:a16="http://schemas.microsoft.com/office/drawing/2014/main" id="{D55D98FE-1E49-E649-CF80-534ECD170896}"/>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9" name="Slide Number Placeholder 3">
            <a:extLst>
              <a:ext uri="{FF2B5EF4-FFF2-40B4-BE49-F238E27FC236}">
                <a16:creationId xmlns:a16="http://schemas.microsoft.com/office/drawing/2014/main" id="{52A745CB-3967-AEA6-EDEB-05D34A193713}"/>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43320B93-2F90-58F6-9BE3-C21659D0848E}"/>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199281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wo Line Title and Content - Dark Blue">
    <p:bg>
      <p:bgPr>
        <a:solidFill>
          <a:schemeClr val="accent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1298877-00D0-02CC-EA8B-6319826E66D4}"/>
              </a:ext>
            </a:extLst>
          </p:cNvPr>
          <p:cNvSpPr>
            <a:spLocks noGrp="1"/>
          </p:cNvSpPr>
          <p:nvPr>
            <p:ph idx="11"/>
          </p:nvPr>
        </p:nvSpPr>
        <p:spPr>
          <a:xfrm>
            <a:off x="417600" y="1771752"/>
            <a:ext cx="11358000" cy="467556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pic>
        <p:nvPicPr>
          <p:cNvPr id="4" name="Picture 16">
            <a:extLst>
              <a:ext uri="{FF2B5EF4-FFF2-40B4-BE49-F238E27FC236}">
                <a16:creationId xmlns:a16="http://schemas.microsoft.com/office/drawing/2014/main" id="{E01E07D0-B84C-94C2-609C-807354D42E53}"/>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8" name="Legal Statement">
            <a:extLst>
              <a:ext uri="{FF2B5EF4-FFF2-40B4-BE49-F238E27FC236}">
                <a16:creationId xmlns:a16="http://schemas.microsoft.com/office/drawing/2014/main" id="{0F823DA7-FF9A-EFC6-F2C2-DE776C901A06}"/>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9" name="Slide Number Placeholder 3">
            <a:extLst>
              <a:ext uri="{FF2B5EF4-FFF2-40B4-BE49-F238E27FC236}">
                <a16:creationId xmlns:a16="http://schemas.microsoft.com/office/drawing/2014/main" id="{58E4D307-C8C1-6C95-AFDC-759E6C2C3865}"/>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2" name="Title 5">
            <a:extLst>
              <a:ext uri="{FF2B5EF4-FFF2-40B4-BE49-F238E27FC236}">
                <a16:creationId xmlns:a16="http://schemas.microsoft.com/office/drawing/2014/main" id="{98853D40-8423-5943-1966-67876C31EAE6}"/>
              </a:ext>
            </a:extLst>
          </p:cNvPr>
          <p:cNvSpPr>
            <a:spLocks noGrp="1"/>
          </p:cNvSpPr>
          <p:nvPr>
            <p:ph type="title" hasCustomPrompt="1"/>
          </p:nvPr>
        </p:nvSpPr>
        <p:spPr>
          <a:xfrm>
            <a:off x="417600" y="640080"/>
            <a:ext cx="10080000" cy="842400"/>
          </a:xfrm>
        </p:spPr>
        <p:txBody>
          <a:bodyPr tIns="36576" anchor="t" anchorCtr="0"/>
          <a:lstStyle>
            <a:lvl1pPr>
              <a:defRPr sz="3200" spc="0" baseline="0">
                <a:solidFill>
                  <a:schemeClr val="bg1"/>
                </a:solidFill>
              </a:defRPr>
            </a:lvl1pPr>
          </a:lstStyle>
          <a:p>
            <a:r>
              <a:rPr lang="en-GB" dirty="0"/>
              <a:t>Click to Add Title in Barlow Medium 32 pt. </a:t>
            </a:r>
            <a:br>
              <a:rPr lang="en-GB" dirty="0"/>
            </a:br>
            <a:r>
              <a:rPr lang="en-GB" dirty="0"/>
              <a:t>Max Two Lines, Title Case</a:t>
            </a:r>
            <a:endParaRPr lang="en-US" dirty="0"/>
          </a:p>
        </p:txBody>
      </p:sp>
    </p:spTree>
    <p:extLst>
      <p:ext uri="{BB962C8B-B14F-4D97-AF65-F5344CB8AC3E}">
        <p14:creationId xmlns:p14="http://schemas.microsoft.com/office/powerpoint/2010/main" val="131622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Sub Header - Dark Blue">
    <p:bg>
      <p:bgPr>
        <a:solidFill>
          <a:schemeClr val="accent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DEF11BB-C904-5C9F-F364-E905AEE95158}"/>
              </a:ext>
            </a:extLst>
          </p:cNvPr>
          <p:cNvSpPr>
            <a:spLocks noGrp="1"/>
          </p:cNvSpPr>
          <p:nvPr>
            <p:ph type="body" sz="quarter" idx="16" hasCustomPrompt="1"/>
          </p:nvPr>
        </p:nvSpPr>
        <p:spPr>
          <a:xfrm>
            <a:off x="417600" y="1364400"/>
            <a:ext cx="11344500" cy="270000"/>
          </a:xfrm>
          <a:prstGeom prst="rect">
            <a:avLst/>
          </a:prstGeom>
        </p:spPr>
        <p:txBody>
          <a:bodyPr lIns="0" tIns="0" rIns="0" bIns="0">
            <a:noAutofit/>
          </a:bodyPr>
          <a:lstStyle>
            <a:lvl1pPr marL="9525" indent="0" algn="l">
              <a:buNone/>
              <a:defRPr sz="1800" b="0" i="0" cap="none" baseline="0">
                <a:solidFill>
                  <a:schemeClr val="accent2">
                    <a:lumMod val="60000"/>
                    <a:lumOff val="40000"/>
                  </a:schemeClr>
                </a:solidFill>
                <a:latin typeface="Barlow SemiBold" pitchFamily="2" charset="77"/>
              </a:defRPr>
            </a:lvl1pPr>
          </a:lstStyle>
          <a:p>
            <a:pPr lvl="0"/>
            <a:r>
              <a:rPr lang="en-GB" dirty="0"/>
              <a:t>Click to Add </a:t>
            </a:r>
            <a:r>
              <a:rPr lang="en-GB" dirty="0" err="1"/>
              <a:t>Subheader</a:t>
            </a:r>
            <a:r>
              <a:rPr lang="en-GB" dirty="0"/>
              <a:t> in Barlow </a:t>
            </a:r>
            <a:r>
              <a:rPr lang="en-GB" dirty="0" err="1"/>
              <a:t>SemiBold</a:t>
            </a:r>
            <a:r>
              <a:rPr lang="en-GB" dirty="0"/>
              <a:t> 18 pt., Max One Line, Title Case</a:t>
            </a:r>
            <a:endParaRPr lang="en-US" dirty="0"/>
          </a:p>
        </p:txBody>
      </p:sp>
      <p:sp>
        <p:nvSpPr>
          <p:cNvPr id="8" name="Content Placeholder 2">
            <a:extLst>
              <a:ext uri="{FF2B5EF4-FFF2-40B4-BE49-F238E27FC236}">
                <a16:creationId xmlns:a16="http://schemas.microsoft.com/office/drawing/2014/main" id="{C5935695-BFE1-8BD6-08ED-49D19A252EC8}"/>
              </a:ext>
            </a:extLst>
          </p:cNvPr>
          <p:cNvSpPr>
            <a:spLocks noGrp="1"/>
          </p:cNvSpPr>
          <p:nvPr>
            <p:ph idx="11"/>
          </p:nvPr>
        </p:nvSpPr>
        <p:spPr>
          <a:xfrm>
            <a:off x="417600" y="1922400"/>
            <a:ext cx="11358000" cy="452520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pic>
        <p:nvPicPr>
          <p:cNvPr id="4" name="Picture 16">
            <a:extLst>
              <a:ext uri="{FF2B5EF4-FFF2-40B4-BE49-F238E27FC236}">
                <a16:creationId xmlns:a16="http://schemas.microsoft.com/office/drawing/2014/main" id="{BC3E0B30-4B1F-2597-A54A-ACEF55669A78}"/>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9" name="Legal Statement">
            <a:extLst>
              <a:ext uri="{FF2B5EF4-FFF2-40B4-BE49-F238E27FC236}">
                <a16:creationId xmlns:a16="http://schemas.microsoft.com/office/drawing/2014/main" id="{F2D7AFB9-BB35-6BAD-4F95-1B4AAFD9396B}"/>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10" name="Slide Number Placeholder 3">
            <a:extLst>
              <a:ext uri="{FF2B5EF4-FFF2-40B4-BE49-F238E27FC236}">
                <a16:creationId xmlns:a16="http://schemas.microsoft.com/office/drawing/2014/main" id="{B0B882CF-0122-EBC9-F9BA-92246F1A6A6F}"/>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5" name="Title 5">
            <a:extLst>
              <a:ext uri="{FF2B5EF4-FFF2-40B4-BE49-F238E27FC236}">
                <a16:creationId xmlns:a16="http://schemas.microsoft.com/office/drawing/2014/main" id="{351E19C9-C3B9-95F2-8631-F77DC38B4A81}"/>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426038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rg Chart 5x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7D0926-3432-9767-B62F-356355C72801}"/>
              </a:ext>
            </a:extLst>
          </p:cNvPr>
          <p:cNvSpPr/>
          <p:nvPr userDrawn="1"/>
        </p:nvSpPr>
        <p:spPr>
          <a:xfrm>
            <a:off x="0" y="2695074"/>
            <a:ext cx="12192000" cy="4162926"/>
          </a:xfrm>
          <a:prstGeom prst="rect">
            <a:avLst/>
          </a:prstGeom>
          <a:solidFill>
            <a:schemeClr val="bg1">
              <a:lumMod val="8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a:solidFill>
                <a:srgbClr val="000000"/>
              </a:solidFill>
              <a:latin typeface="Barlow" pitchFamily="2" charset="77"/>
              <a:cs typeface="Arial" panose="020B0604020202020204" pitchFamily="34" charset="0"/>
            </a:endParaRPr>
          </a:p>
        </p:txBody>
      </p:sp>
      <p:sp>
        <p:nvSpPr>
          <p:cNvPr id="3" name="Legal Statement">
            <a:extLst>
              <a:ext uri="{FF2B5EF4-FFF2-40B4-BE49-F238E27FC236}">
                <a16:creationId xmlns:a16="http://schemas.microsoft.com/office/drawing/2014/main" id="{1B066EA6-D718-7545-E381-864DF12587C7}"/>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FB0EC10E-15B9-88B4-1BEB-1CF6CD00DA96}"/>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28760039-3EE1-0111-00FA-AC5941EF52FC}"/>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7" name="Picture Placeholder 6">
            <a:extLst>
              <a:ext uri="{FF2B5EF4-FFF2-40B4-BE49-F238E27FC236}">
                <a16:creationId xmlns:a16="http://schemas.microsoft.com/office/drawing/2014/main" id="{C69951A4-1AD3-A43C-C0FA-206FB4E657C2}"/>
              </a:ext>
            </a:extLst>
          </p:cNvPr>
          <p:cNvSpPr>
            <a:spLocks noGrp="1" noChangeAspect="1"/>
          </p:cNvSpPr>
          <p:nvPr>
            <p:ph type="pic" sz="quarter" idx="10" hasCustomPrompt="1"/>
          </p:nvPr>
        </p:nvSpPr>
        <p:spPr>
          <a:xfrm>
            <a:off x="5638800" y="125170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9" name="Text Placeholder 8">
            <a:extLst>
              <a:ext uri="{FF2B5EF4-FFF2-40B4-BE49-F238E27FC236}">
                <a16:creationId xmlns:a16="http://schemas.microsoft.com/office/drawing/2014/main" id="{4F289852-70F1-F42E-1E63-613E2DAE04CB}"/>
              </a:ext>
            </a:extLst>
          </p:cNvPr>
          <p:cNvSpPr>
            <a:spLocks noGrp="1"/>
          </p:cNvSpPr>
          <p:nvPr>
            <p:ph type="body" sz="quarter" idx="11" hasCustomPrompt="1"/>
          </p:nvPr>
        </p:nvSpPr>
        <p:spPr>
          <a:xfrm>
            <a:off x="2667000" y="2207967"/>
            <a:ext cx="6829596" cy="183127"/>
          </a:xfrm>
        </p:spPr>
        <p:txBody>
          <a:bodyPr wrap="square">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10" name="Text Placeholder 8">
            <a:extLst>
              <a:ext uri="{FF2B5EF4-FFF2-40B4-BE49-F238E27FC236}">
                <a16:creationId xmlns:a16="http://schemas.microsoft.com/office/drawing/2014/main" id="{7A9F86B4-824B-44DC-9606-E1B953C49E1D}"/>
              </a:ext>
            </a:extLst>
          </p:cNvPr>
          <p:cNvSpPr>
            <a:spLocks noGrp="1"/>
          </p:cNvSpPr>
          <p:nvPr>
            <p:ph type="body" sz="quarter" idx="12" hasCustomPrompt="1"/>
          </p:nvPr>
        </p:nvSpPr>
        <p:spPr>
          <a:xfrm>
            <a:off x="2666998" y="2418038"/>
            <a:ext cx="6829597" cy="152606"/>
          </a:xfrm>
        </p:spPr>
        <p:txBody>
          <a:bodyPr wrap="square">
            <a:spAutoFit/>
          </a:bodyPr>
          <a:lstStyle>
            <a:lvl1pPr algn="ctr">
              <a:lnSpc>
                <a:spcPct val="100000"/>
              </a:lnSpc>
              <a:spcAft>
                <a:spcPts val="0"/>
              </a:spcAft>
              <a:defRPr sz="1000" b="0" i="0">
                <a:solidFill>
                  <a:schemeClr val="tx1"/>
                </a:solidFill>
                <a:latin typeface="+mn-lt"/>
              </a:defRPr>
            </a:lvl1pPr>
          </a:lstStyle>
          <a:p>
            <a:pPr lvl="0"/>
            <a:r>
              <a:rPr lang="en-US" dirty="0"/>
              <a:t>Enter Title Across One Line</a:t>
            </a:r>
          </a:p>
        </p:txBody>
      </p:sp>
      <p:sp>
        <p:nvSpPr>
          <p:cNvPr id="20" name="Picture Placeholder 6">
            <a:extLst>
              <a:ext uri="{FF2B5EF4-FFF2-40B4-BE49-F238E27FC236}">
                <a16:creationId xmlns:a16="http://schemas.microsoft.com/office/drawing/2014/main" id="{4D648701-E0D4-F459-51EF-4B4F2B1A3F91}"/>
              </a:ext>
            </a:extLst>
          </p:cNvPr>
          <p:cNvSpPr>
            <a:spLocks noGrp="1" noChangeAspect="1"/>
          </p:cNvSpPr>
          <p:nvPr>
            <p:ph type="pic" sz="quarter" idx="18" hasCustomPrompt="1"/>
          </p:nvPr>
        </p:nvSpPr>
        <p:spPr>
          <a:xfrm>
            <a:off x="1084264"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21" name="Text Placeholder 8">
            <a:extLst>
              <a:ext uri="{FF2B5EF4-FFF2-40B4-BE49-F238E27FC236}">
                <a16:creationId xmlns:a16="http://schemas.microsoft.com/office/drawing/2014/main" id="{32D2988E-A812-22FF-DA6D-89824D75577B}"/>
              </a:ext>
            </a:extLst>
          </p:cNvPr>
          <p:cNvSpPr>
            <a:spLocks noGrp="1"/>
          </p:cNvSpPr>
          <p:nvPr>
            <p:ph type="body" sz="quarter" idx="19" hasCustomPrompt="1"/>
          </p:nvPr>
        </p:nvSpPr>
        <p:spPr>
          <a:xfrm>
            <a:off x="407608" y="3810489"/>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22" name="Text Placeholder 8">
            <a:extLst>
              <a:ext uri="{FF2B5EF4-FFF2-40B4-BE49-F238E27FC236}">
                <a16:creationId xmlns:a16="http://schemas.microsoft.com/office/drawing/2014/main" id="{210F5B35-E695-3D97-91E9-74525E0879FB}"/>
              </a:ext>
            </a:extLst>
          </p:cNvPr>
          <p:cNvSpPr>
            <a:spLocks noGrp="1"/>
          </p:cNvSpPr>
          <p:nvPr>
            <p:ph type="body" sz="quarter" idx="20" hasCustomPrompt="1"/>
          </p:nvPr>
        </p:nvSpPr>
        <p:spPr>
          <a:xfrm>
            <a:off x="407608" y="4020560"/>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23" name="Picture Placeholder 6">
            <a:extLst>
              <a:ext uri="{FF2B5EF4-FFF2-40B4-BE49-F238E27FC236}">
                <a16:creationId xmlns:a16="http://schemas.microsoft.com/office/drawing/2014/main" id="{B5505A30-F7BF-2A80-CF4F-DC82B7757FD7}"/>
              </a:ext>
            </a:extLst>
          </p:cNvPr>
          <p:cNvSpPr>
            <a:spLocks noGrp="1" noChangeAspect="1"/>
          </p:cNvSpPr>
          <p:nvPr>
            <p:ph type="pic" sz="quarter" idx="21" hasCustomPrompt="1"/>
          </p:nvPr>
        </p:nvSpPr>
        <p:spPr>
          <a:xfrm>
            <a:off x="3356272"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24" name="Text Placeholder 8">
            <a:extLst>
              <a:ext uri="{FF2B5EF4-FFF2-40B4-BE49-F238E27FC236}">
                <a16:creationId xmlns:a16="http://schemas.microsoft.com/office/drawing/2014/main" id="{9DE388AD-8068-7B82-4845-988319834FDB}"/>
              </a:ext>
            </a:extLst>
          </p:cNvPr>
          <p:cNvSpPr>
            <a:spLocks noGrp="1"/>
          </p:cNvSpPr>
          <p:nvPr>
            <p:ph type="body" sz="quarter" idx="22" hasCustomPrompt="1"/>
          </p:nvPr>
        </p:nvSpPr>
        <p:spPr>
          <a:xfrm>
            <a:off x="2679616" y="3810489"/>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25" name="Text Placeholder 8">
            <a:extLst>
              <a:ext uri="{FF2B5EF4-FFF2-40B4-BE49-F238E27FC236}">
                <a16:creationId xmlns:a16="http://schemas.microsoft.com/office/drawing/2014/main" id="{10CE3BC8-180C-52E1-AF8E-E932446296CB}"/>
              </a:ext>
            </a:extLst>
          </p:cNvPr>
          <p:cNvSpPr>
            <a:spLocks noGrp="1"/>
          </p:cNvSpPr>
          <p:nvPr>
            <p:ph type="body" sz="quarter" idx="23" hasCustomPrompt="1"/>
          </p:nvPr>
        </p:nvSpPr>
        <p:spPr>
          <a:xfrm>
            <a:off x="2679616" y="4020560"/>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26" name="Picture Placeholder 6">
            <a:extLst>
              <a:ext uri="{FF2B5EF4-FFF2-40B4-BE49-F238E27FC236}">
                <a16:creationId xmlns:a16="http://schemas.microsoft.com/office/drawing/2014/main" id="{5A66B708-BC6D-11ED-866E-BA899BDFCD54}"/>
              </a:ext>
            </a:extLst>
          </p:cNvPr>
          <p:cNvSpPr>
            <a:spLocks noGrp="1" noChangeAspect="1"/>
          </p:cNvSpPr>
          <p:nvPr>
            <p:ph type="pic" sz="quarter" idx="24" hasCustomPrompt="1"/>
          </p:nvPr>
        </p:nvSpPr>
        <p:spPr>
          <a:xfrm>
            <a:off x="7905539"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27" name="Text Placeholder 8">
            <a:extLst>
              <a:ext uri="{FF2B5EF4-FFF2-40B4-BE49-F238E27FC236}">
                <a16:creationId xmlns:a16="http://schemas.microsoft.com/office/drawing/2014/main" id="{C070D149-5511-661D-2248-E549DF46A85E}"/>
              </a:ext>
            </a:extLst>
          </p:cNvPr>
          <p:cNvSpPr>
            <a:spLocks noGrp="1"/>
          </p:cNvSpPr>
          <p:nvPr>
            <p:ph type="body" sz="quarter" idx="25" hasCustomPrompt="1"/>
          </p:nvPr>
        </p:nvSpPr>
        <p:spPr>
          <a:xfrm>
            <a:off x="7228883" y="3812396"/>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28" name="Text Placeholder 8">
            <a:extLst>
              <a:ext uri="{FF2B5EF4-FFF2-40B4-BE49-F238E27FC236}">
                <a16:creationId xmlns:a16="http://schemas.microsoft.com/office/drawing/2014/main" id="{E1353DFC-A442-ADF3-481B-ACFF248E8617}"/>
              </a:ext>
            </a:extLst>
          </p:cNvPr>
          <p:cNvSpPr>
            <a:spLocks noGrp="1"/>
          </p:cNvSpPr>
          <p:nvPr>
            <p:ph type="body" sz="quarter" idx="26" hasCustomPrompt="1"/>
          </p:nvPr>
        </p:nvSpPr>
        <p:spPr>
          <a:xfrm>
            <a:off x="7228883" y="4022467"/>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32" name="Picture Placeholder 6">
            <a:extLst>
              <a:ext uri="{FF2B5EF4-FFF2-40B4-BE49-F238E27FC236}">
                <a16:creationId xmlns:a16="http://schemas.microsoft.com/office/drawing/2014/main" id="{86826487-F2C1-3F44-5BA4-13A46BCA2A25}"/>
              </a:ext>
            </a:extLst>
          </p:cNvPr>
          <p:cNvSpPr>
            <a:spLocks noGrp="1" noChangeAspect="1"/>
          </p:cNvSpPr>
          <p:nvPr>
            <p:ph type="pic" sz="quarter" idx="27" hasCustomPrompt="1"/>
          </p:nvPr>
        </p:nvSpPr>
        <p:spPr>
          <a:xfrm>
            <a:off x="10181844"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33" name="Text Placeholder 8">
            <a:extLst>
              <a:ext uri="{FF2B5EF4-FFF2-40B4-BE49-F238E27FC236}">
                <a16:creationId xmlns:a16="http://schemas.microsoft.com/office/drawing/2014/main" id="{F965BEF7-6D32-9FC9-AF58-1738AF114ACE}"/>
              </a:ext>
            </a:extLst>
          </p:cNvPr>
          <p:cNvSpPr>
            <a:spLocks noGrp="1"/>
          </p:cNvSpPr>
          <p:nvPr>
            <p:ph type="body" sz="quarter" idx="28" hasCustomPrompt="1"/>
          </p:nvPr>
        </p:nvSpPr>
        <p:spPr>
          <a:xfrm>
            <a:off x="9505188" y="3810489"/>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34" name="Text Placeholder 8">
            <a:extLst>
              <a:ext uri="{FF2B5EF4-FFF2-40B4-BE49-F238E27FC236}">
                <a16:creationId xmlns:a16="http://schemas.microsoft.com/office/drawing/2014/main" id="{0004F470-48DD-29AB-C8B8-E868160D0673}"/>
              </a:ext>
            </a:extLst>
          </p:cNvPr>
          <p:cNvSpPr>
            <a:spLocks noGrp="1"/>
          </p:cNvSpPr>
          <p:nvPr>
            <p:ph type="body" sz="quarter" idx="29" hasCustomPrompt="1"/>
          </p:nvPr>
        </p:nvSpPr>
        <p:spPr>
          <a:xfrm>
            <a:off x="9505188" y="4020560"/>
            <a:ext cx="2267712" cy="153888"/>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35" name="Picture Placeholder 6">
            <a:extLst>
              <a:ext uri="{FF2B5EF4-FFF2-40B4-BE49-F238E27FC236}">
                <a16:creationId xmlns:a16="http://schemas.microsoft.com/office/drawing/2014/main" id="{C3204260-FF56-EA5A-C294-0D1D22FE0BE8}"/>
              </a:ext>
            </a:extLst>
          </p:cNvPr>
          <p:cNvSpPr>
            <a:spLocks noGrp="1" noChangeAspect="1"/>
          </p:cNvSpPr>
          <p:nvPr>
            <p:ph type="pic" sz="quarter" idx="30" hasCustomPrompt="1"/>
          </p:nvPr>
        </p:nvSpPr>
        <p:spPr>
          <a:xfrm>
            <a:off x="5632577"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36" name="Text Placeholder 8">
            <a:extLst>
              <a:ext uri="{FF2B5EF4-FFF2-40B4-BE49-F238E27FC236}">
                <a16:creationId xmlns:a16="http://schemas.microsoft.com/office/drawing/2014/main" id="{D6D5EEAF-B0CF-D1C5-1B9C-5419FFA36C4B}"/>
              </a:ext>
            </a:extLst>
          </p:cNvPr>
          <p:cNvSpPr>
            <a:spLocks noGrp="1"/>
          </p:cNvSpPr>
          <p:nvPr>
            <p:ph type="body" sz="quarter" idx="31" hasCustomPrompt="1"/>
          </p:nvPr>
        </p:nvSpPr>
        <p:spPr>
          <a:xfrm>
            <a:off x="4955921" y="3810489"/>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37" name="Text Placeholder 8">
            <a:extLst>
              <a:ext uri="{FF2B5EF4-FFF2-40B4-BE49-F238E27FC236}">
                <a16:creationId xmlns:a16="http://schemas.microsoft.com/office/drawing/2014/main" id="{E7C1D65D-CDD0-1C2C-8A8C-72BFA3D224C5}"/>
              </a:ext>
            </a:extLst>
          </p:cNvPr>
          <p:cNvSpPr>
            <a:spLocks noGrp="1"/>
          </p:cNvSpPr>
          <p:nvPr>
            <p:ph type="body" sz="quarter" idx="32" hasCustomPrompt="1"/>
          </p:nvPr>
        </p:nvSpPr>
        <p:spPr>
          <a:xfrm>
            <a:off x="4955921" y="4020560"/>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55" name="Picture Placeholder 6">
            <a:extLst>
              <a:ext uri="{FF2B5EF4-FFF2-40B4-BE49-F238E27FC236}">
                <a16:creationId xmlns:a16="http://schemas.microsoft.com/office/drawing/2014/main" id="{CC6CA299-A523-2251-23EF-771F55BE128B}"/>
              </a:ext>
            </a:extLst>
          </p:cNvPr>
          <p:cNvSpPr>
            <a:spLocks noGrp="1" noChangeAspect="1"/>
          </p:cNvSpPr>
          <p:nvPr>
            <p:ph type="pic" sz="quarter" idx="36" hasCustomPrompt="1"/>
          </p:nvPr>
        </p:nvSpPr>
        <p:spPr>
          <a:xfrm>
            <a:off x="1084264"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56" name="Text Placeholder 8">
            <a:extLst>
              <a:ext uri="{FF2B5EF4-FFF2-40B4-BE49-F238E27FC236}">
                <a16:creationId xmlns:a16="http://schemas.microsoft.com/office/drawing/2014/main" id="{5DFA18AA-F368-3565-0ACB-0D9625D2E400}"/>
              </a:ext>
            </a:extLst>
          </p:cNvPr>
          <p:cNvSpPr>
            <a:spLocks noGrp="1"/>
          </p:cNvSpPr>
          <p:nvPr>
            <p:ph type="body" sz="quarter" idx="37" hasCustomPrompt="1"/>
          </p:nvPr>
        </p:nvSpPr>
        <p:spPr>
          <a:xfrm>
            <a:off x="407608"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57" name="Text Placeholder 8">
            <a:extLst>
              <a:ext uri="{FF2B5EF4-FFF2-40B4-BE49-F238E27FC236}">
                <a16:creationId xmlns:a16="http://schemas.microsoft.com/office/drawing/2014/main" id="{00169ABB-4341-687D-4DEC-A6A58BFA9FA0}"/>
              </a:ext>
            </a:extLst>
          </p:cNvPr>
          <p:cNvSpPr>
            <a:spLocks noGrp="1"/>
          </p:cNvSpPr>
          <p:nvPr>
            <p:ph type="body" sz="quarter" idx="38" hasCustomPrompt="1"/>
          </p:nvPr>
        </p:nvSpPr>
        <p:spPr>
          <a:xfrm>
            <a:off x="407608" y="5804968"/>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58" name="Picture Placeholder 6">
            <a:extLst>
              <a:ext uri="{FF2B5EF4-FFF2-40B4-BE49-F238E27FC236}">
                <a16:creationId xmlns:a16="http://schemas.microsoft.com/office/drawing/2014/main" id="{44F8E345-E274-A4FB-2B88-EDACE4AE4C33}"/>
              </a:ext>
            </a:extLst>
          </p:cNvPr>
          <p:cNvSpPr>
            <a:spLocks noGrp="1" noChangeAspect="1"/>
          </p:cNvSpPr>
          <p:nvPr>
            <p:ph type="pic" sz="quarter" idx="39" hasCustomPrompt="1"/>
          </p:nvPr>
        </p:nvSpPr>
        <p:spPr>
          <a:xfrm>
            <a:off x="3356272"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59" name="Text Placeholder 8">
            <a:extLst>
              <a:ext uri="{FF2B5EF4-FFF2-40B4-BE49-F238E27FC236}">
                <a16:creationId xmlns:a16="http://schemas.microsoft.com/office/drawing/2014/main" id="{64F95D23-0C57-7BBB-D5B0-320615BA8FDF}"/>
              </a:ext>
            </a:extLst>
          </p:cNvPr>
          <p:cNvSpPr>
            <a:spLocks noGrp="1"/>
          </p:cNvSpPr>
          <p:nvPr>
            <p:ph type="body" sz="quarter" idx="40" hasCustomPrompt="1"/>
          </p:nvPr>
        </p:nvSpPr>
        <p:spPr>
          <a:xfrm>
            <a:off x="2679616"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60" name="Text Placeholder 8">
            <a:extLst>
              <a:ext uri="{FF2B5EF4-FFF2-40B4-BE49-F238E27FC236}">
                <a16:creationId xmlns:a16="http://schemas.microsoft.com/office/drawing/2014/main" id="{DCBC274C-0F2C-5F9C-9F0C-7A7332395B8E}"/>
              </a:ext>
            </a:extLst>
          </p:cNvPr>
          <p:cNvSpPr>
            <a:spLocks noGrp="1"/>
          </p:cNvSpPr>
          <p:nvPr>
            <p:ph type="body" sz="quarter" idx="41" hasCustomPrompt="1"/>
          </p:nvPr>
        </p:nvSpPr>
        <p:spPr>
          <a:xfrm>
            <a:off x="2679616" y="5804968"/>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61" name="Picture Placeholder 6">
            <a:extLst>
              <a:ext uri="{FF2B5EF4-FFF2-40B4-BE49-F238E27FC236}">
                <a16:creationId xmlns:a16="http://schemas.microsoft.com/office/drawing/2014/main" id="{54CE9587-6C54-D011-6607-2A2E2ACEA84C}"/>
              </a:ext>
            </a:extLst>
          </p:cNvPr>
          <p:cNvSpPr>
            <a:spLocks noGrp="1" noChangeAspect="1"/>
          </p:cNvSpPr>
          <p:nvPr>
            <p:ph type="pic" sz="quarter" idx="42" hasCustomPrompt="1"/>
          </p:nvPr>
        </p:nvSpPr>
        <p:spPr>
          <a:xfrm>
            <a:off x="7905539"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62" name="Text Placeholder 8">
            <a:extLst>
              <a:ext uri="{FF2B5EF4-FFF2-40B4-BE49-F238E27FC236}">
                <a16:creationId xmlns:a16="http://schemas.microsoft.com/office/drawing/2014/main" id="{C493F11E-B5FE-CBA1-7BAD-1A32E7FD567D}"/>
              </a:ext>
            </a:extLst>
          </p:cNvPr>
          <p:cNvSpPr>
            <a:spLocks noGrp="1"/>
          </p:cNvSpPr>
          <p:nvPr>
            <p:ph type="body" sz="quarter" idx="43" hasCustomPrompt="1"/>
          </p:nvPr>
        </p:nvSpPr>
        <p:spPr>
          <a:xfrm>
            <a:off x="7228883"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63" name="Text Placeholder 8">
            <a:extLst>
              <a:ext uri="{FF2B5EF4-FFF2-40B4-BE49-F238E27FC236}">
                <a16:creationId xmlns:a16="http://schemas.microsoft.com/office/drawing/2014/main" id="{A31A7415-C8AE-8014-1304-CEA99500563A}"/>
              </a:ext>
            </a:extLst>
          </p:cNvPr>
          <p:cNvSpPr>
            <a:spLocks noGrp="1"/>
          </p:cNvSpPr>
          <p:nvPr>
            <p:ph type="body" sz="quarter" idx="44" hasCustomPrompt="1"/>
          </p:nvPr>
        </p:nvSpPr>
        <p:spPr>
          <a:xfrm>
            <a:off x="7228883" y="5804968"/>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64" name="Picture Placeholder 6">
            <a:extLst>
              <a:ext uri="{FF2B5EF4-FFF2-40B4-BE49-F238E27FC236}">
                <a16:creationId xmlns:a16="http://schemas.microsoft.com/office/drawing/2014/main" id="{45BC5C9C-55D1-0F5E-8670-CBF4AB9FB9A6}"/>
              </a:ext>
            </a:extLst>
          </p:cNvPr>
          <p:cNvSpPr>
            <a:spLocks noGrp="1" noChangeAspect="1"/>
          </p:cNvSpPr>
          <p:nvPr>
            <p:ph type="pic" sz="quarter" idx="45" hasCustomPrompt="1"/>
          </p:nvPr>
        </p:nvSpPr>
        <p:spPr>
          <a:xfrm>
            <a:off x="10181844"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65" name="Text Placeholder 8">
            <a:extLst>
              <a:ext uri="{FF2B5EF4-FFF2-40B4-BE49-F238E27FC236}">
                <a16:creationId xmlns:a16="http://schemas.microsoft.com/office/drawing/2014/main" id="{BA302EF8-54CE-ECD1-533B-D6DF9FFC0CDE}"/>
              </a:ext>
            </a:extLst>
          </p:cNvPr>
          <p:cNvSpPr>
            <a:spLocks noGrp="1"/>
          </p:cNvSpPr>
          <p:nvPr>
            <p:ph type="body" sz="quarter" idx="46" hasCustomPrompt="1"/>
          </p:nvPr>
        </p:nvSpPr>
        <p:spPr>
          <a:xfrm>
            <a:off x="9505188"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66" name="Text Placeholder 8">
            <a:extLst>
              <a:ext uri="{FF2B5EF4-FFF2-40B4-BE49-F238E27FC236}">
                <a16:creationId xmlns:a16="http://schemas.microsoft.com/office/drawing/2014/main" id="{920988B0-5809-C2B5-EDED-86CDFE309864}"/>
              </a:ext>
            </a:extLst>
          </p:cNvPr>
          <p:cNvSpPr>
            <a:spLocks noGrp="1"/>
          </p:cNvSpPr>
          <p:nvPr>
            <p:ph type="body" sz="quarter" idx="47" hasCustomPrompt="1"/>
          </p:nvPr>
        </p:nvSpPr>
        <p:spPr>
          <a:xfrm>
            <a:off x="9505188" y="5804968"/>
            <a:ext cx="2267712" cy="153888"/>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67" name="Picture Placeholder 6">
            <a:extLst>
              <a:ext uri="{FF2B5EF4-FFF2-40B4-BE49-F238E27FC236}">
                <a16:creationId xmlns:a16="http://schemas.microsoft.com/office/drawing/2014/main" id="{261BF2E2-641A-7C31-E2C0-6D6BFD64C7BB}"/>
              </a:ext>
            </a:extLst>
          </p:cNvPr>
          <p:cNvSpPr>
            <a:spLocks noGrp="1" noChangeAspect="1"/>
          </p:cNvSpPr>
          <p:nvPr>
            <p:ph type="pic" sz="quarter" idx="48" hasCustomPrompt="1"/>
          </p:nvPr>
        </p:nvSpPr>
        <p:spPr>
          <a:xfrm>
            <a:off x="5632577"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68" name="Text Placeholder 8">
            <a:extLst>
              <a:ext uri="{FF2B5EF4-FFF2-40B4-BE49-F238E27FC236}">
                <a16:creationId xmlns:a16="http://schemas.microsoft.com/office/drawing/2014/main" id="{4DAFA5E3-A4EC-D1CC-ACB3-95E586998D20}"/>
              </a:ext>
            </a:extLst>
          </p:cNvPr>
          <p:cNvSpPr>
            <a:spLocks noGrp="1"/>
          </p:cNvSpPr>
          <p:nvPr>
            <p:ph type="body" sz="quarter" idx="49" hasCustomPrompt="1"/>
          </p:nvPr>
        </p:nvSpPr>
        <p:spPr>
          <a:xfrm>
            <a:off x="4955921"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69" name="Text Placeholder 8">
            <a:extLst>
              <a:ext uri="{FF2B5EF4-FFF2-40B4-BE49-F238E27FC236}">
                <a16:creationId xmlns:a16="http://schemas.microsoft.com/office/drawing/2014/main" id="{0633DB6F-8049-E1EE-96AE-723ED3029A8D}"/>
              </a:ext>
            </a:extLst>
          </p:cNvPr>
          <p:cNvSpPr>
            <a:spLocks noGrp="1"/>
          </p:cNvSpPr>
          <p:nvPr>
            <p:ph type="body" sz="quarter" idx="50" hasCustomPrompt="1"/>
          </p:nvPr>
        </p:nvSpPr>
        <p:spPr>
          <a:xfrm>
            <a:off x="4955921" y="5804968"/>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75" name="TextBox 74">
            <a:extLst>
              <a:ext uri="{FF2B5EF4-FFF2-40B4-BE49-F238E27FC236}">
                <a16:creationId xmlns:a16="http://schemas.microsoft.com/office/drawing/2014/main" id="{3B3DDFAF-CEA6-D995-9D97-9CDECF6FEAC3}"/>
              </a:ext>
            </a:extLst>
          </p:cNvPr>
          <p:cNvSpPr txBox="1"/>
          <p:nvPr userDrawn="1"/>
        </p:nvSpPr>
        <p:spPr>
          <a:xfrm>
            <a:off x="4240443" y="1277368"/>
            <a:ext cx="0" cy="0"/>
          </a:xfrm>
          <a:prstGeom prst="rect">
            <a:avLst/>
          </a:prstGeom>
        </p:spPr>
        <p:txBody>
          <a:bodyPr vert="horz" wrap="none" lIns="0" tIns="0" rIns="0" bIns="0" rtlCol="0" anchor="t" anchorCtr="0">
            <a:normAutofit fontScale="25000" lnSpcReduction="20000"/>
          </a:bodyPr>
          <a:lstStyle/>
          <a:p>
            <a:pPr algn="l"/>
            <a:endParaRPr lang="en-US" dirty="0"/>
          </a:p>
        </p:txBody>
      </p:sp>
    </p:spTree>
    <p:extLst>
      <p:ext uri="{BB962C8B-B14F-4D97-AF65-F5344CB8AC3E}">
        <p14:creationId xmlns:p14="http://schemas.microsoft.com/office/powerpoint/2010/main" val="1764068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Two Column">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E1A14D5-995E-5049-13B6-FC45A2D4487E}"/>
              </a:ext>
            </a:extLst>
          </p:cNvPr>
          <p:cNvSpPr/>
          <p:nvPr userDrawn="1"/>
        </p:nvSpPr>
        <p:spPr>
          <a:xfrm>
            <a:off x="0" y="172"/>
            <a:ext cx="5902325" cy="6857828"/>
          </a:xfrm>
          <a:prstGeom prst="rect">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5">
            <a:extLst>
              <a:ext uri="{FF2B5EF4-FFF2-40B4-BE49-F238E27FC236}">
                <a16:creationId xmlns:a16="http://schemas.microsoft.com/office/drawing/2014/main" id="{B2220010-7E9D-4CC5-9800-C952B9D6E58D}"/>
              </a:ext>
            </a:extLst>
          </p:cNvPr>
          <p:cNvSpPr>
            <a:spLocks noGrp="1"/>
          </p:cNvSpPr>
          <p:nvPr>
            <p:ph type="body" sz="quarter" idx="27" hasCustomPrompt="1"/>
          </p:nvPr>
        </p:nvSpPr>
        <p:spPr>
          <a:xfrm>
            <a:off x="417600" y="990000"/>
            <a:ext cx="5144303" cy="5468400"/>
          </a:xfrm>
          <a:prstGeom prst="rect">
            <a:avLst/>
          </a:prstGeom>
        </p:spPr>
        <p:txBody>
          <a:bodyPr lIns="0" tIns="0" rIns="0" bIns="0"/>
          <a:lstStyle>
            <a:lvl1pPr marL="0" indent="0">
              <a:lnSpc>
                <a:spcPct val="90000"/>
              </a:lnSpc>
              <a:buFontTx/>
              <a:buNone/>
              <a:tabLst>
                <a:tab pos="3508375" algn="l"/>
              </a:tabLst>
              <a:defRPr sz="5000" b="1" i="0" baseline="0">
                <a:solidFill>
                  <a:schemeClr val="bg1"/>
                </a:solidFill>
                <a:latin typeface="Barlow SemiBold" pitchFamily="2" charset="77"/>
              </a:defRPr>
            </a:lvl1pPr>
          </a:lstStyle>
          <a:p>
            <a:pPr lvl="0"/>
            <a:r>
              <a:rPr lang="en-GB" dirty="0"/>
              <a:t>Big Statement/Quote</a:t>
            </a:r>
            <a:br>
              <a:rPr lang="en-GB" dirty="0"/>
            </a:br>
            <a:r>
              <a:rPr lang="en-GB" dirty="0"/>
              <a:t>Two Columns, Barlow SemiBold,</a:t>
            </a:r>
            <a:br>
              <a:rPr lang="en-GB" dirty="0"/>
            </a:br>
            <a:r>
              <a:rPr lang="en-GB" dirty="0"/>
              <a:t>50 pt., Click to Edit</a:t>
            </a:r>
            <a:endParaRPr lang="en-US" dirty="0"/>
          </a:p>
        </p:txBody>
      </p:sp>
      <p:sp>
        <p:nvSpPr>
          <p:cNvPr id="4" name="Legal Statement">
            <a:extLst>
              <a:ext uri="{FF2B5EF4-FFF2-40B4-BE49-F238E27FC236}">
                <a16:creationId xmlns:a16="http://schemas.microsoft.com/office/drawing/2014/main" id="{59339391-6349-B106-157A-8926C560313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6" name="Slide Number Placeholder 3">
            <a:extLst>
              <a:ext uri="{FF2B5EF4-FFF2-40B4-BE49-F238E27FC236}">
                <a16:creationId xmlns:a16="http://schemas.microsoft.com/office/drawing/2014/main" id="{5A8BB947-F929-CC27-FA51-5F849163159B}"/>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7" name="Content Placeholder 2">
            <a:extLst>
              <a:ext uri="{FF2B5EF4-FFF2-40B4-BE49-F238E27FC236}">
                <a16:creationId xmlns:a16="http://schemas.microsoft.com/office/drawing/2014/main" id="{9C1050B6-525B-3A7B-AC73-4A4A2AD3668A}"/>
              </a:ext>
            </a:extLst>
          </p:cNvPr>
          <p:cNvSpPr>
            <a:spLocks noGrp="1"/>
          </p:cNvSpPr>
          <p:nvPr>
            <p:ph idx="23"/>
          </p:nvPr>
        </p:nvSpPr>
        <p:spPr>
          <a:xfrm>
            <a:off x="6289675" y="990000"/>
            <a:ext cx="5498289" cy="5456711"/>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2449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ig Statement Two Column - Blu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E1A14D5-995E-5049-13B6-FC45A2D4487E}"/>
              </a:ext>
            </a:extLst>
          </p:cNvPr>
          <p:cNvSpPr/>
          <p:nvPr userDrawn="1"/>
        </p:nvSpPr>
        <p:spPr>
          <a:xfrm>
            <a:off x="0" y="172"/>
            <a:ext cx="5902325" cy="6857828"/>
          </a:xfrm>
          <a:prstGeom prst="rect">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5">
            <a:extLst>
              <a:ext uri="{FF2B5EF4-FFF2-40B4-BE49-F238E27FC236}">
                <a16:creationId xmlns:a16="http://schemas.microsoft.com/office/drawing/2014/main" id="{B2220010-7E9D-4CC5-9800-C952B9D6E58D}"/>
              </a:ext>
            </a:extLst>
          </p:cNvPr>
          <p:cNvSpPr>
            <a:spLocks noGrp="1"/>
          </p:cNvSpPr>
          <p:nvPr>
            <p:ph type="body" sz="quarter" idx="27" hasCustomPrompt="1"/>
          </p:nvPr>
        </p:nvSpPr>
        <p:spPr>
          <a:xfrm>
            <a:off x="417600" y="990000"/>
            <a:ext cx="5144303" cy="5468400"/>
          </a:xfrm>
          <a:prstGeom prst="rect">
            <a:avLst/>
          </a:prstGeom>
        </p:spPr>
        <p:txBody>
          <a:bodyPr lIns="0" tIns="0" rIns="0" bIns="0"/>
          <a:lstStyle>
            <a:lvl1pPr marL="0" indent="0">
              <a:lnSpc>
                <a:spcPct val="90000"/>
              </a:lnSpc>
              <a:buFontTx/>
              <a:buNone/>
              <a:tabLst>
                <a:tab pos="3508375" algn="l"/>
              </a:tabLst>
              <a:defRPr sz="5000" b="1" i="0" baseline="0">
                <a:solidFill>
                  <a:schemeClr val="bg1"/>
                </a:solidFill>
                <a:latin typeface="Barlow SemiBold" pitchFamily="2" charset="77"/>
              </a:defRPr>
            </a:lvl1pPr>
          </a:lstStyle>
          <a:p>
            <a:pPr lvl="0"/>
            <a:r>
              <a:rPr lang="en-GB" dirty="0"/>
              <a:t>Big Statement/Quote</a:t>
            </a:r>
            <a:br>
              <a:rPr lang="en-GB" dirty="0"/>
            </a:br>
            <a:r>
              <a:rPr lang="en-GB" dirty="0"/>
              <a:t>Two Columns, Barlow SemiBold,</a:t>
            </a:r>
            <a:br>
              <a:rPr lang="en-GB" dirty="0"/>
            </a:br>
            <a:r>
              <a:rPr lang="en-GB" dirty="0"/>
              <a:t>50 pt., Click to Edit</a:t>
            </a:r>
            <a:endParaRPr lang="en-US" dirty="0"/>
          </a:p>
        </p:txBody>
      </p:sp>
      <p:sp>
        <p:nvSpPr>
          <p:cNvPr id="8" name="Content Placeholder 2">
            <a:extLst>
              <a:ext uri="{FF2B5EF4-FFF2-40B4-BE49-F238E27FC236}">
                <a16:creationId xmlns:a16="http://schemas.microsoft.com/office/drawing/2014/main" id="{4EAC019C-E00B-1BBC-26AB-EE9B29FD795D}"/>
              </a:ext>
            </a:extLst>
          </p:cNvPr>
          <p:cNvSpPr>
            <a:spLocks noGrp="1"/>
          </p:cNvSpPr>
          <p:nvPr>
            <p:ph idx="11"/>
          </p:nvPr>
        </p:nvSpPr>
        <p:spPr>
          <a:xfrm>
            <a:off x="6277310" y="990001"/>
            <a:ext cx="5498289" cy="546840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A3767269-D440-03F9-BB78-6AB3B10BD987}"/>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4" name="Legal Statement">
            <a:extLst>
              <a:ext uri="{FF2B5EF4-FFF2-40B4-BE49-F238E27FC236}">
                <a16:creationId xmlns:a16="http://schemas.microsoft.com/office/drawing/2014/main" id="{59339391-6349-B106-157A-8926C560313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6" name="Slide Number Placeholder 3">
            <a:extLst>
              <a:ext uri="{FF2B5EF4-FFF2-40B4-BE49-F238E27FC236}">
                <a16:creationId xmlns:a16="http://schemas.microsoft.com/office/drawing/2014/main" id="{5A8BB947-F929-CC27-FA51-5F849163159B}"/>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1237238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 Primary Blue">
    <p:bg>
      <p:bgPr>
        <a:solidFill>
          <a:schemeClr val="tx2"/>
        </a:solidFill>
        <a:effectLst/>
      </p:bgPr>
    </p:bg>
    <p:spTree>
      <p:nvGrpSpPr>
        <p:cNvPr id="1" name=""/>
        <p:cNvGrpSpPr/>
        <p:nvPr/>
      </p:nvGrpSpPr>
      <p:grpSpPr>
        <a:xfrm>
          <a:off x="0" y="0"/>
          <a:ext cx="0" cy="0"/>
          <a:chOff x="0" y="0"/>
          <a:chExt cx="0" cy="0"/>
        </a:xfrm>
      </p:grpSpPr>
      <p:pic>
        <p:nvPicPr>
          <p:cNvPr id="2" name="Picture 16">
            <a:extLst>
              <a:ext uri="{FF2B5EF4-FFF2-40B4-BE49-F238E27FC236}">
                <a16:creationId xmlns:a16="http://schemas.microsoft.com/office/drawing/2014/main" id="{F60630CF-4BC1-4126-BAD0-74F5C380BC67}"/>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3" name="Title 5">
            <a:extLst>
              <a:ext uri="{FF2B5EF4-FFF2-40B4-BE49-F238E27FC236}">
                <a16:creationId xmlns:a16="http://schemas.microsoft.com/office/drawing/2014/main" id="{405AAAEB-2168-EDFA-AE8A-1EB7C4DA252D}"/>
              </a:ext>
            </a:extLst>
          </p:cNvPr>
          <p:cNvSpPr>
            <a:spLocks noGrp="1"/>
          </p:cNvSpPr>
          <p:nvPr>
            <p:ph type="body" sz="quarter" idx="28" hasCustomPrompt="1"/>
          </p:nvPr>
        </p:nvSpPr>
        <p:spPr>
          <a:xfrm>
            <a:off x="419101" y="985720"/>
            <a:ext cx="11353799" cy="5468400"/>
          </a:xfrm>
          <a:prstGeom prst="rect">
            <a:avLst/>
          </a:prstGeom>
        </p:spPr>
        <p:txBody>
          <a:bodyPr lIns="0" tIns="0" rIns="0" bIns="0" anchor="ctr" anchorCtr="0"/>
          <a:lstStyle>
            <a:lvl1pPr marL="0" indent="0" algn="ctr">
              <a:lnSpc>
                <a:spcPct val="90000"/>
              </a:lnSpc>
              <a:buFontTx/>
              <a:buNone/>
              <a:tabLst>
                <a:tab pos="3508375" algn="l"/>
              </a:tabLst>
              <a:defRPr sz="5000" b="1" i="0">
                <a:solidFill>
                  <a:schemeClr val="bg1"/>
                </a:solidFill>
                <a:latin typeface="Barlow SemiBold" pitchFamily="2" charset="77"/>
              </a:defRPr>
            </a:lvl1pPr>
          </a:lstStyle>
          <a:p>
            <a:pPr lvl="0"/>
            <a:r>
              <a:rPr lang="en-GB" dirty="0"/>
              <a:t>Big Statement/Quote, One Column,</a:t>
            </a:r>
            <a:br>
              <a:rPr lang="en-GB" dirty="0"/>
            </a:br>
            <a:r>
              <a:rPr lang="en-GB" dirty="0"/>
              <a:t>Barlow SemiBold, 50 pt., Click to Edit</a:t>
            </a:r>
            <a:endParaRPr lang="en-US" dirty="0"/>
          </a:p>
        </p:txBody>
      </p:sp>
      <p:sp>
        <p:nvSpPr>
          <p:cNvPr id="4" name="Legal Statement">
            <a:extLst>
              <a:ext uri="{FF2B5EF4-FFF2-40B4-BE49-F238E27FC236}">
                <a16:creationId xmlns:a16="http://schemas.microsoft.com/office/drawing/2014/main" id="{711B7826-C8B8-BDAD-0A12-46CAFB749532}"/>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D4E77862-06B8-49B9-8840-9C5CBFE1F73D}"/>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4095045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Video">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44B91048-928D-46CA-F288-0674C5E34E11}"/>
              </a:ext>
            </a:extLst>
          </p:cNvPr>
          <p:cNvSpPr>
            <a:spLocks noGrp="1"/>
          </p:cNvSpPr>
          <p:nvPr>
            <p:ph type="media" sz="quarter" idx="12" hasCustomPrompt="1"/>
          </p:nvPr>
        </p:nvSpPr>
        <p:spPr>
          <a:xfrm>
            <a:off x="0" y="0"/>
            <a:ext cx="12192000" cy="6853238"/>
          </a:xfrm>
          <a:prstGeom prst="rect">
            <a:avLst/>
          </a:prstGeom>
          <a:solidFill>
            <a:schemeClr val="accent1"/>
          </a:solidFill>
        </p:spPr>
        <p:txBody>
          <a:bodyPr anchor="ctr">
            <a:normAutofit/>
          </a:bodyPr>
          <a:lstStyle>
            <a:lvl1pPr marL="9525" indent="0" algn="ctr">
              <a:buNone/>
              <a:defRPr sz="2000">
                <a:solidFill>
                  <a:schemeClr val="bg1"/>
                </a:solidFill>
              </a:defRPr>
            </a:lvl1pPr>
          </a:lstStyle>
          <a:p>
            <a:r>
              <a:rPr lang="en-US" dirty="0"/>
              <a:t>Click the Icon to Add a Video</a:t>
            </a:r>
          </a:p>
        </p:txBody>
      </p:sp>
    </p:spTree>
    <p:extLst>
      <p:ext uri="{BB962C8B-B14F-4D97-AF65-F5344CB8AC3E}">
        <p14:creationId xmlns:p14="http://schemas.microsoft.com/office/powerpoint/2010/main" val="3872207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Car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Title 5">
            <a:extLst>
              <a:ext uri="{FF2B5EF4-FFF2-40B4-BE49-F238E27FC236}">
                <a16:creationId xmlns:a16="http://schemas.microsoft.com/office/drawing/2014/main" id="{CBD4353F-D62D-2F4C-3041-F34431E54F85}"/>
              </a:ext>
            </a:extLst>
          </p:cNvPr>
          <p:cNvSpPr txBox="1"/>
          <p:nvPr userDrawn="1"/>
        </p:nvSpPr>
        <p:spPr>
          <a:xfrm>
            <a:off x="0" y="2410889"/>
            <a:ext cx="12192000" cy="692497"/>
          </a:xfrm>
          <a:prstGeom prst="rect">
            <a:avLst/>
          </a:prstGeom>
          <a:noFill/>
        </p:spPr>
        <p:txBody>
          <a:bodyPr wrap="square" lIns="0" tIns="0" rIns="0" bIns="0" rtlCol="0" anchor="b" anchorCtr="0">
            <a:spAutoFit/>
          </a:bodyPr>
          <a:lstStyle/>
          <a:p>
            <a:pPr marL="0" indent="0" algn="ctr" defTabSz="457200">
              <a:lnSpc>
                <a:spcPct val="90000"/>
              </a:lnSpc>
              <a:spcBef>
                <a:spcPts val="1000"/>
              </a:spcBef>
              <a:buClr>
                <a:srgbClr val="1E4056"/>
              </a:buClr>
              <a:buSzPct val="75000"/>
              <a:buFont typeface="Barlow"/>
              <a:buNone/>
            </a:pPr>
            <a:r>
              <a:rPr lang="en-US" sz="5000" b="0" i="0" spc="-100" baseline="0" dirty="0">
                <a:solidFill>
                  <a:schemeClr val="bg1"/>
                </a:solidFill>
                <a:latin typeface="Barlow Medium" pitchFamily="2" charset="77"/>
              </a:rPr>
              <a:t>AHEAD OF WHAT’S POSSIBLE</a:t>
            </a:r>
            <a:endParaRPr lang="en-US" sz="5000" b="0" i="0" spc="-100" baseline="25000" dirty="0">
              <a:solidFill>
                <a:schemeClr val="bg1"/>
              </a:solidFill>
              <a:latin typeface="Barlow Medium" pitchFamily="2" charset="77"/>
            </a:endParaRPr>
          </a:p>
        </p:txBody>
      </p:sp>
      <p:sp>
        <p:nvSpPr>
          <p:cNvPr id="11" name="TextBox 10">
            <a:hlinkClick r:id="rId4"/>
            <a:extLst>
              <a:ext uri="{FF2B5EF4-FFF2-40B4-BE49-F238E27FC236}">
                <a16:creationId xmlns:a16="http://schemas.microsoft.com/office/drawing/2014/main" id="{77A01333-E4A7-1F2C-0116-91DF7AC37E43}"/>
              </a:ext>
            </a:extLst>
          </p:cNvPr>
          <p:cNvSpPr txBox="1"/>
          <p:nvPr userDrawn="1"/>
        </p:nvSpPr>
        <p:spPr>
          <a:xfrm>
            <a:off x="5466000" y="3488780"/>
            <a:ext cx="1260000" cy="279400"/>
          </a:xfrm>
          <a:prstGeom prst="rect">
            <a:avLst/>
          </a:prstGeom>
          <a:noFill/>
        </p:spPr>
        <p:txBody>
          <a:bodyPr wrap="square" lIns="0" tIns="0" rIns="0" bIns="0" rtlCol="0" anchor="b" anchorCtr="0">
            <a:noAutofit/>
          </a:bodyPr>
          <a:lstStyle/>
          <a:p>
            <a:pPr marL="0" marR="0" lvl="0" indent="0" algn="ctr" defTabSz="457200" rtl="0" eaLnBrk="1" fontAlgn="auto" latinLnBrk="0" hangingPunct="1">
              <a:lnSpc>
                <a:spcPct val="100000"/>
              </a:lnSpc>
              <a:spcBef>
                <a:spcPts val="1000"/>
              </a:spcBef>
              <a:spcAft>
                <a:spcPts val="0"/>
              </a:spcAft>
              <a:buClr>
                <a:srgbClr val="1E4056"/>
              </a:buClr>
              <a:buSzPct val="75000"/>
              <a:buFont typeface="Barlow"/>
              <a:buNone/>
              <a:tabLst/>
              <a:defRPr/>
            </a:pPr>
            <a:r>
              <a:rPr lang="en-IE" sz="1800" b="0" i="0" u="none" spc="0" baseline="0" dirty="0">
                <a:solidFill>
                  <a:schemeClr val="accent2">
                    <a:lumMod val="60000"/>
                    <a:lumOff val="40000"/>
                  </a:schemeClr>
                </a:solidFill>
                <a:effectLst/>
                <a:latin typeface="Barlow Medium" pitchFamily="2" charset="77"/>
              </a:rPr>
              <a:t>analog</a:t>
            </a:r>
            <a:r>
              <a:rPr lang="en-IE" sz="1800" b="0" i="0" u="none" spc="100" baseline="0" dirty="0">
                <a:solidFill>
                  <a:schemeClr val="accent2">
                    <a:lumMod val="60000"/>
                    <a:lumOff val="40000"/>
                  </a:schemeClr>
                </a:solidFill>
                <a:effectLst/>
                <a:latin typeface="Barlow Medium" pitchFamily="2" charset="77"/>
              </a:rPr>
              <a:t>.com</a:t>
            </a:r>
          </a:p>
        </p:txBody>
      </p:sp>
      <p:sp>
        <p:nvSpPr>
          <p:cNvPr id="13" name="TextBox 12">
            <a:extLst>
              <a:ext uri="{FF2B5EF4-FFF2-40B4-BE49-F238E27FC236}">
                <a16:creationId xmlns:a16="http://schemas.microsoft.com/office/drawing/2014/main" id="{45B9611C-2544-31F0-337A-5ACA47B9BFEE}"/>
              </a:ext>
            </a:extLst>
          </p:cNvPr>
          <p:cNvSpPr txBox="1"/>
          <p:nvPr userDrawn="1"/>
        </p:nvSpPr>
        <p:spPr>
          <a:xfrm>
            <a:off x="0" y="6559905"/>
            <a:ext cx="12193200" cy="184666"/>
          </a:xfrm>
          <a:prstGeom prst="rect">
            <a:avLst/>
          </a:prstGeom>
          <a:noFill/>
        </p:spPr>
        <p:txBody>
          <a:bodyPr wrap="square" lIns="0">
            <a:spAutoFit/>
          </a:bodyPr>
          <a:lstStyle/>
          <a:p>
            <a:pPr algn="ctr"/>
            <a:r>
              <a:rPr lang="en-IE" sz="600" b="0" i="0" dirty="0">
                <a:solidFill>
                  <a:schemeClr val="bg1"/>
                </a:solidFill>
                <a:latin typeface="Barlow" pitchFamily="2" charset="77"/>
              </a:rPr>
              <a:t>©2025 Analog Devices, Inc. All Rights Reserved. </a:t>
            </a:r>
          </a:p>
        </p:txBody>
      </p:sp>
      <p:pic>
        <p:nvPicPr>
          <p:cNvPr id="2" name="Graphic 1">
            <a:hlinkClick r:id="rId4"/>
            <a:extLst>
              <a:ext uri="{FF2B5EF4-FFF2-40B4-BE49-F238E27FC236}">
                <a16:creationId xmlns:a16="http://schemas.microsoft.com/office/drawing/2014/main" id="{541BB206-E2EC-4ECC-7367-C7B15913829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120341" y="4864462"/>
            <a:ext cx="1852246" cy="525946"/>
          </a:xfrm>
          <a:prstGeom prst="rect">
            <a:avLst/>
          </a:prstGeom>
        </p:spPr>
      </p:pic>
    </p:spTree>
    <p:extLst>
      <p:ext uri="{BB962C8B-B14F-4D97-AF65-F5344CB8AC3E}">
        <p14:creationId xmlns:p14="http://schemas.microsoft.com/office/powerpoint/2010/main" val="11095356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91171D4C-9683-BD15-3D7B-0F5C911FF020}"/>
              </a:ext>
            </a:extLst>
          </p:cNvPr>
          <p:cNvSpPr>
            <a:spLocks noGrp="1"/>
          </p:cNvSpPr>
          <p:nvPr>
            <p:ph type="body" idx="1"/>
          </p:nvPr>
        </p:nvSpPr>
        <p:spPr>
          <a:xfrm>
            <a:off x="417600" y="1353312"/>
            <a:ext cx="11358000" cy="5094000"/>
          </a:xfrm>
          <a:prstGeom prst="rect">
            <a:avLst/>
          </a:prstGeom>
        </p:spPr>
        <p:txBody>
          <a:bodyPr vert="horz" lIns="0" tIns="0" rIns="0" bIns="0" rtlCol="0" anchor="t" anchorCtr="0">
            <a:normAutofit/>
          </a:bodyPr>
          <a:lstStyle/>
          <a:p>
            <a:pPr lvl="0"/>
            <a:r>
              <a:rPr lang="en-US" dirty="0"/>
              <a:t>Click to edit Master text styles</a:t>
            </a:r>
          </a:p>
          <a:p>
            <a:pPr lvl="1"/>
            <a:r>
              <a:rPr lang="en-US" dirty="0"/>
              <a:t>Second level</a:t>
            </a:r>
          </a:p>
          <a:p>
            <a:pPr lvl="2"/>
            <a:r>
              <a:rPr lang="en-US" dirty="0"/>
              <a:t>Third level</a:t>
            </a:r>
          </a:p>
        </p:txBody>
      </p:sp>
      <p:sp>
        <p:nvSpPr>
          <p:cNvPr id="3" name="Title 5"/>
          <p:cNvSpPr>
            <a:spLocks noGrp="1"/>
          </p:cNvSpPr>
          <p:nvPr>
            <p:ph type="title"/>
          </p:nvPr>
        </p:nvSpPr>
        <p:spPr>
          <a:xfrm>
            <a:off x="417600" y="640080"/>
            <a:ext cx="10080000" cy="450000"/>
          </a:xfrm>
          <a:prstGeom prst="rect">
            <a:avLst/>
          </a:prstGeom>
          <a:noFill/>
        </p:spPr>
        <p:txBody>
          <a:bodyPr vert="horz" wrap="square" lIns="0" tIns="36576" rIns="0" bIns="0" rtlCol="0" anchor="t" anchorCtr="0">
            <a:noAutofit/>
          </a:bodyPr>
          <a:lstStyle/>
          <a:p>
            <a:r>
              <a:rPr lang="en-US"/>
              <a:t>Click to edit Master title style</a:t>
            </a:r>
            <a:endParaRPr lang="en-US" dirty="0"/>
          </a:p>
        </p:txBody>
      </p:sp>
      <p:pic>
        <p:nvPicPr>
          <p:cNvPr id="4" name="Analog Logo">
            <a:extLst>
              <a:ext uri="{FF2B5EF4-FFF2-40B4-BE49-F238E27FC236}">
                <a16:creationId xmlns:a16="http://schemas.microsoft.com/office/drawing/2014/main" id="{C045C3B2-FF7D-A8D6-DE50-897DAAED8ED3}"/>
              </a:ext>
            </a:extLst>
          </p:cNvPr>
          <p:cNvPicPr>
            <a:picLocks noChangeAspect="1"/>
          </p:cNvPicPr>
          <p:nvPr userDrawn="1"/>
        </p:nvPicPr>
        <p:blipFill>
          <a:blip r:embed="rId24" cstate="email">
            <a:extLst>
              <a:ext uri="{28A0092B-C50C-407E-A947-70E740481C1C}">
                <a14:useLocalDpi xmlns:a14="http://schemas.microsoft.com/office/drawing/2010/main"/>
              </a:ext>
              <a:ext uri="{96DAC541-7B7A-43D3-8B79-37D633B846F1}">
                <asvg:svgBlip xmlns:asvg="http://schemas.microsoft.com/office/drawing/2016/SVG/main" r:embed="rId25"/>
              </a:ext>
            </a:extLst>
          </a:blip>
          <a:srcRect/>
          <a:stretch/>
        </p:blipFill>
        <p:spPr>
          <a:xfrm>
            <a:off x="10911547" y="392097"/>
            <a:ext cx="869518" cy="246899"/>
          </a:xfrm>
          <a:prstGeom prst="rect">
            <a:avLst/>
          </a:prstGeom>
          <a:noFill/>
          <a:ln>
            <a:noFill/>
          </a:ln>
        </p:spPr>
      </p:pic>
      <p:sp>
        <p:nvSpPr>
          <p:cNvPr id="5" name="Legal Statement">
            <a:extLst>
              <a:ext uri="{FF2B5EF4-FFF2-40B4-BE49-F238E27FC236}">
                <a16:creationId xmlns:a16="http://schemas.microsoft.com/office/drawing/2014/main" id="{588B6EED-4863-B18E-517F-943471A959CE}"/>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13" name="Slide Number Placeholder 3">
            <a:extLst>
              <a:ext uri="{FF2B5EF4-FFF2-40B4-BE49-F238E27FC236}">
                <a16:creationId xmlns:a16="http://schemas.microsoft.com/office/drawing/2014/main" id="{0C7B0831-6F35-A7A6-9972-3A008CCC5227}"/>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2279805908"/>
      </p:ext>
    </p:extLst>
  </p:cSld>
  <p:clrMap bg1="lt1" tx1="dk1" bg2="lt2" tx2="dk2" accent1="accent1" accent2="accent2" accent3="accent3" accent4="accent4" accent5="accent5" accent6="accent6" hlink="hlink" folHlink="folHlink"/>
  <p:sldLayoutIdLst>
    <p:sldLayoutId id="2147483771" r:id="rId1"/>
    <p:sldLayoutId id="2147483774" r:id="rId2"/>
    <p:sldLayoutId id="2147483678" r:id="rId3"/>
    <p:sldLayoutId id="2147483753" r:id="rId4"/>
    <p:sldLayoutId id="2147483768" r:id="rId5"/>
    <p:sldLayoutId id="2147483752" r:id="rId6"/>
    <p:sldLayoutId id="2147483709" r:id="rId7"/>
    <p:sldLayoutId id="2147483739" r:id="rId8"/>
    <p:sldLayoutId id="2147483743" r:id="rId9"/>
    <p:sldLayoutId id="2147483681" r:id="rId10"/>
    <p:sldLayoutId id="2147483722" r:id="rId11"/>
    <p:sldLayoutId id="2147483716" r:id="rId12"/>
    <p:sldLayoutId id="2147483762" r:id="rId13"/>
    <p:sldLayoutId id="2147483763" r:id="rId14"/>
    <p:sldLayoutId id="2147483769" r:id="rId15"/>
    <p:sldLayoutId id="2147483770" r:id="rId16"/>
    <p:sldLayoutId id="2147483777" r:id="rId17"/>
    <p:sldLayoutId id="2147483772" r:id="rId18"/>
    <p:sldLayoutId id="2147483761" r:id="rId19"/>
    <p:sldLayoutId id="2147483758" r:id="rId20"/>
    <p:sldLayoutId id="2147483744" r:id="rId21"/>
    <p:sldLayoutId id="2147483759"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indent="0" algn="l" defTabSz="457200" rtl="0" eaLnBrk="1" latinLnBrk="0" hangingPunct="1">
        <a:lnSpc>
          <a:spcPct val="85000"/>
        </a:lnSpc>
        <a:spcBef>
          <a:spcPct val="0"/>
        </a:spcBef>
        <a:buNone/>
        <a:defRPr sz="3200" b="0" i="0" kern="1200" spc="0" baseline="0">
          <a:solidFill>
            <a:schemeClr val="tx2"/>
          </a:solidFill>
          <a:latin typeface="Barlow Medium" pitchFamily="2" charset="77"/>
          <a:ea typeface="+mj-ea"/>
          <a:cs typeface="+mj-cs"/>
        </a:defRPr>
      </a:lvl1pPr>
    </p:titleStyle>
    <p:bodyStyle>
      <a:lvl1pPr marL="0" indent="0" algn="l" defTabSz="457200" rtl="0" eaLnBrk="1" latinLnBrk="0" hangingPunct="1">
        <a:lnSpc>
          <a:spcPct val="110000"/>
        </a:lnSpc>
        <a:spcBef>
          <a:spcPts val="0"/>
        </a:spcBef>
        <a:spcAft>
          <a:spcPts val="600"/>
        </a:spcAft>
        <a:buClr>
          <a:schemeClr val="tx1"/>
        </a:buClr>
        <a:buSzPct val="90000"/>
        <a:buFontTx/>
        <a:buNone/>
        <a:tabLst/>
        <a:defRPr lang="en-US" sz="1800" b="0" i="0" kern="1200" baseline="0" dirty="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dirty="0">
          <a:solidFill>
            <a:schemeClr val="tx1"/>
          </a:solidFill>
          <a:latin typeface="Barlow" pitchFamily="2" charset="77"/>
          <a:ea typeface="+mn-ea"/>
          <a:cs typeface="Arial" panose="020B0604020202020204" pitchFamily="34" charset="0"/>
        </a:defRPr>
      </a:lvl2pPr>
      <a:lvl3pPr marL="867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dirty="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dirty="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64" userDrawn="1">
          <p15:clr>
            <a:srgbClr val="F26B43"/>
          </p15:clr>
        </p15:guide>
        <p15:guide id="4" pos="1413" userDrawn="1">
          <p15:clr>
            <a:srgbClr val="F26B43"/>
          </p15:clr>
        </p15:guide>
        <p15:guide id="6" pos="3840" userDrawn="1">
          <p15:clr>
            <a:srgbClr val="F26B43"/>
          </p15:clr>
        </p15:guide>
        <p15:guide id="7" pos="5116" userDrawn="1">
          <p15:clr>
            <a:srgbClr val="F26B43"/>
          </p15:clr>
        </p15:guide>
        <p15:guide id="8" pos="6266" userDrawn="1">
          <p15:clr>
            <a:srgbClr val="F26B43"/>
          </p15:clr>
        </p15:guide>
        <p15:guide id="9" pos="7416" userDrawn="1">
          <p15:clr>
            <a:srgbClr val="F26B43"/>
          </p15:clr>
        </p15:guide>
        <p15:guide id="10" orient="horz" userDrawn="1">
          <p15:clr>
            <a:srgbClr val="F26B43"/>
          </p15:clr>
        </p15:guide>
        <p15:guide id="11" orient="horz" pos="4320" userDrawn="1">
          <p15:clr>
            <a:srgbClr val="F26B43"/>
          </p15:clr>
        </p15:guide>
        <p15:guide id="12" orient="horz" pos="624" userDrawn="1">
          <p15:clr>
            <a:srgbClr val="F26B43"/>
          </p15:clr>
        </p15:guide>
        <p15:guide id="20" orient="horz" pos="3920" userDrawn="1">
          <p15:clr>
            <a:srgbClr val="F26B43"/>
          </p15:clr>
        </p15:guide>
        <p15:guide id="22" pos="3962" userDrawn="1">
          <p15:clr>
            <a:srgbClr val="F26B43"/>
          </p15:clr>
        </p15:guide>
        <p15:guide id="23" pos="2570" userDrawn="1">
          <p15:clr>
            <a:srgbClr val="F26B43"/>
          </p15:clr>
        </p15:guide>
        <p15:guide id="24" pos="371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Mostafa-Yossry/ADI-CU-GP-2025-2026/tree/main/Firmware/Radix2-FFT"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F30556-2717-3D98-E323-5DB2EEEE4EE4}"/>
              </a:ext>
            </a:extLst>
          </p:cNvPr>
          <p:cNvSpPr>
            <a:spLocks noGrp="1"/>
          </p:cNvSpPr>
          <p:nvPr>
            <p:ph type="body" sz="quarter" idx="14"/>
          </p:nvPr>
        </p:nvSpPr>
        <p:spPr/>
        <p:txBody>
          <a:bodyPr/>
          <a:lstStyle/>
          <a:p>
            <a:r>
              <a:rPr lang="en-US" dirty="0"/>
              <a:t>Mostafa </a:t>
            </a:r>
            <a:r>
              <a:rPr lang="en-US" dirty="0" err="1"/>
              <a:t>Yossry</a:t>
            </a:r>
            <a:endParaRPr lang="en-GB" dirty="0"/>
          </a:p>
        </p:txBody>
      </p:sp>
      <p:sp>
        <p:nvSpPr>
          <p:cNvPr id="3" name="Text Placeholder 2">
            <a:extLst>
              <a:ext uri="{FF2B5EF4-FFF2-40B4-BE49-F238E27FC236}">
                <a16:creationId xmlns:a16="http://schemas.microsoft.com/office/drawing/2014/main" id="{BA7426DE-F0C4-7A57-AABE-DC15E79CC9CD}"/>
              </a:ext>
            </a:extLst>
          </p:cNvPr>
          <p:cNvSpPr>
            <a:spLocks noGrp="1"/>
          </p:cNvSpPr>
          <p:nvPr>
            <p:ph type="body" sz="quarter" idx="15"/>
          </p:nvPr>
        </p:nvSpPr>
        <p:spPr/>
        <p:txBody>
          <a:bodyPr/>
          <a:lstStyle/>
          <a:p>
            <a:r>
              <a:rPr lang="en-US" dirty="0"/>
              <a:t>Firmware Engineer</a:t>
            </a:r>
            <a:endParaRPr lang="en-GB" dirty="0"/>
          </a:p>
        </p:txBody>
      </p:sp>
      <p:sp>
        <p:nvSpPr>
          <p:cNvPr id="4" name="Text Placeholder 3">
            <a:extLst>
              <a:ext uri="{FF2B5EF4-FFF2-40B4-BE49-F238E27FC236}">
                <a16:creationId xmlns:a16="http://schemas.microsoft.com/office/drawing/2014/main" id="{377099B1-6904-1AEB-6B85-B0492ACD52C5}"/>
              </a:ext>
            </a:extLst>
          </p:cNvPr>
          <p:cNvSpPr>
            <a:spLocks noGrp="1"/>
          </p:cNvSpPr>
          <p:nvPr>
            <p:ph type="body" sz="quarter" idx="10"/>
          </p:nvPr>
        </p:nvSpPr>
        <p:spPr/>
        <p:txBody>
          <a:bodyPr/>
          <a:lstStyle/>
          <a:p>
            <a:r>
              <a:rPr lang="en-US" dirty="0"/>
              <a:t>ADI/CU GP 2025/2026</a:t>
            </a:r>
            <a:endParaRPr lang="en-GB" dirty="0"/>
          </a:p>
        </p:txBody>
      </p:sp>
    </p:spTree>
    <p:extLst>
      <p:ext uri="{BB962C8B-B14F-4D97-AF65-F5344CB8AC3E}">
        <p14:creationId xmlns:p14="http://schemas.microsoft.com/office/powerpoint/2010/main" val="239608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C5DDF-E6F4-D08C-6B25-649EBEB6E21D}"/>
              </a:ext>
            </a:extLst>
          </p:cNvPr>
          <p:cNvSpPr>
            <a:spLocks noGrp="1"/>
          </p:cNvSpPr>
          <p:nvPr>
            <p:ph type="title"/>
          </p:nvPr>
        </p:nvSpPr>
        <p:spPr/>
        <p:txBody>
          <a:bodyPr/>
          <a:lstStyle/>
          <a:p>
            <a:r>
              <a:rPr lang="en-US" dirty="0"/>
              <a:t>Content</a:t>
            </a:r>
            <a:endParaRPr lang="en-GB" dirty="0"/>
          </a:p>
        </p:txBody>
      </p:sp>
      <p:sp>
        <p:nvSpPr>
          <p:cNvPr id="3" name="Content Placeholder 2">
            <a:extLst>
              <a:ext uri="{FF2B5EF4-FFF2-40B4-BE49-F238E27FC236}">
                <a16:creationId xmlns:a16="http://schemas.microsoft.com/office/drawing/2014/main" id="{CDAECB36-41F5-EB1E-DD99-3619D55CB603}"/>
              </a:ext>
            </a:extLst>
          </p:cNvPr>
          <p:cNvSpPr>
            <a:spLocks noGrp="1"/>
          </p:cNvSpPr>
          <p:nvPr>
            <p:ph idx="10"/>
          </p:nvPr>
        </p:nvSpPr>
        <p:spPr/>
        <p:txBody>
          <a:bodyPr/>
          <a:lstStyle/>
          <a:p>
            <a:pPr marL="285750" indent="-285750">
              <a:buFont typeface="Arial" panose="020B0604020202020204" pitchFamily="34" charset="0"/>
              <a:buChar char="•"/>
            </a:pPr>
            <a:r>
              <a:rPr lang="en-US" dirty="0"/>
              <a:t>Execution Flow</a:t>
            </a:r>
          </a:p>
          <a:p>
            <a:pPr marL="285750" indent="-285750">
              <a:buFont typeface="Arial" panose="020B0604020202020204" pitchFamily="34" charset="0"/>
              <a:buChar char="•"/>
            </a:pPr>
            <a:r>
              <a:rPr lang="en-US" dirty="0"/>
              <a:t>Single vs. Parallel Performance</a:t>
            </a:r>
          </a:p>
          <a:p>
            <a:pPr marL="285750" indent="-285750">
              <a:buFont typeface="Arial" panose="020B0604020202020204" pitchFamily="34" charset="0"/>
              <a:buChar char="•"/>
            </a:pPr>
            <a:r>
              <a:rPr lang="en-US" dirty="0"/>
              <a:t>Custom Radix-2 FFT Implementation</a:t>
            </a:r>
          </a:p>
          <a:p>
            <a:pPr marL="285750" indent="-285750">
              <a:buFont typeface="Arial" panose="020B0604020202020204" pitchFamily="34" charset="0"/>
              <a:buChar char="•"/>
            </a:pPr>
            <a:r>
              <a:rPr lang="en-US" dirty="0"/>
              <a:t>Next Steps</a:t>
            </a:r>
          </a:p>
          <a:p>
            <a:pPr marL="285750" indent="-285750">
              <a:buFont typeface="Arial" panose="020B0604020202020204" pitchFamily="34" charset="0"/>
              <a:buChar char="•"/>
            </a:pPr>
            <a:endParaRPr lang="en-US" dirty="0"/>
          </a:p>
        </p:txBody>
      </p:sp>
      <p:sp>
        <p:nvSpPr>
          <p:cNvPr id="4" name="Footer Placeholder 3">
            <a:extLst>
              <a:ext uri="{FF2B5EF4-FFF2-40B4-BE49-F238E27FC236}">
                <a16:creationId xmlns:a16="http://schemas.microsoft.com/office/drawing/2014/main" id="{8FD1ED4E-87D6-7234-C7EB-D944F73A1328}"/>
              </a:ext>
            </a:extLst>
          </p:cNvPr>
          <p:cNvSpPr>
            <a:spLocks noGrp="1"/>
          </p:cNvSpPr>
          <p:nvPr>
            <p:ph type="ftr" sz="quarter" idx="3"/>
          </p:nvPr>
        </p:nvSpPr>
        <p:spPr/>
        <p:txBody>
          <a:bodyPr/>
          <a:lstStyle/>
          <a:p>
            <a:r>
              <a:rPr lang="en-IE"/>
              <a:t>©2025 Analog Devices, Inc. All Rights Reserved. </a:t>
            </a:r>
            <a:endParaRPr lang="en-IE" dirty="0"/>
          </a:p>
        </p:txBody>
      </p:sp>
      <p:sp>
        <p:nvSpPr>
          <p:cNvPr id="5" name="Slide Number Placeholder 4">
            <a:extLst>
              <a:ext uri="{FF2B5EF4-FFF2-40B4-BE49-F238E27FC236}">
                <a16:creationId xmlns:a16="http://schemas.microsoft.com/office/drawing/2014/main" id="{FD4737CA-64C2-1653-86FB-ECA11CF05BDF}"/>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dirty="0"/>
          </a:p>
        </p:txBody>
      </p:sp>
    </p:spTree>
    <p:extLst>
      <p:ext uri="{BB962C8B-B14F-4D97-AF65-F5344CB8AC3E}">
        <p14:creationId xmlns:p14="http://schemas.microsoft.com/office/powerpoint/2010/main" val="1670043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F180D-B0AC-E7DF-1346-86620CDA2158}"/>
              </a:ext>
            </a:extLst>
          </p:cNvPr>
          <p:cNvSpPr>
            <a:spLocks noGrp="1"/>
          </p:cNvSpPr>
          <p:nvPr>
            <p:ph type="body" sz="quarter" idx="27"/>
          </p:nvPr>
        </p:nvSpPr>
        <p:spPr>
          <a:xfrm>
            <a:off x="417600" y="990000"/>
            <a:ext cx="5144303" cy="5468400"/>
          </a:xfrm>
        </p:spPr>
        <p:txBody>
          <a:bodyPr anchor="t">
            <a:normAutofit/>
          </a:bodyPr>
          <a:lstStyle/>
          <a:p>
            <a:r>
              <a:rPr lang="en-US" dirty="0"/>
              <a:t>Prerequisites </a:t>
            </a:r>
          </a:p>
        </p:txBody>
      </p:sp>
      <p:sp>
        <p:nvSpPr>
          <p:cNvPr id="4" name="Footer Placeholder 3">
            <a:extLst>
              <a:ext uri="{FF2B5EF4-FFF2-40B4-BE49-F238E27FC236}">
                <a16:creationId xmlns:a16="http://schemas.microsoft.com/office/drawing/2014/main" id="{9C73FF8C-4857-CACA-7B09-B92BD8EF08B8}"/>
              </a:ext>
            </a:extLst>
          </p:cNvPr>
          <p:cNvSpPr>
            <a:spLocks noGrp="1"/>
          </p:cNvSpPr>
          <p:nvPr>
            <p:ph type="ftr" sz="quarter" idx="3"/>
          </p:nvPr>
        </p:nvSpPr>
        <p:spPr>
          <a:xfrm>
            <a:off x="665479" y="6582557"/>
            <a:ext cx="5236846" cy="144000"/>
          </a:xfrm>
        </p:spPr>
        <p:txBody>
          <a:bodyPr anchor="ctr">
            <a:normAutofit/>
          </a:bodyPr>
          <a:lstStyle/>
          <a:p>
            <a:pPr>
              <a:spcAft>
                <a:spcPts val="600"/>
              </a:spcAft>
            </a:pPr>
            <a:r>
              <a:rPr lang="en-IE"/>
              <a:t>©2025 Analog Devices, Inc. All Rights Reserved. </a:t>
            </a:r>
          </a:p>
        </p:txBody>
      </p:sp>
      <p:sp>
        <p:nvSpPr>
          <p:cNvPr id="5" name="Slide Number Placeholder 4">
            <a:extLst>
              <a:ext uri="{FF2B5EF4-FFF2-40B4-BE49-F238E27FC236}">
                <a16:creationId xmlns:a16="http://schemas.microsoft.com/office/drawing/2014/main" id="{D1C20E98-C4BF-FAFF-A364-12E04A1BA82D}"/>
              </a:ext>
            </a:extLst>
          </p:cNvPr>
          <p:cNvSpPr>
            <a:spLocks noGrp="1"/>
          </p:cNvSpPr>
          <p:nvPr>
            <p:ph type="sldNum" sz="quarter" idx="4"/>
          </p:nvPr>
        </p:nvSpPr>
        <p:spPr>
          <a:xfrm>
            <a:off x="417601" y="6582557"/>
            <a:ext cx="247878" cy="144000"/>
          </a:xfrm>
        </p:spPr>
        <p:txBody>
          <a:bodyPr anchor="ctr">
            <a:normAutofit fontScale="25000" lnSpcReduction="20000"/>
          </a:bodyPr>
          <a:lstStyle/>
          <a:p>
            <a:pPr>
              <a:spcAft>
                <a:spcPts val="600"/>
              </a:spcAft>
              <a:defRPr/>
            </a:pPr>
            <a:fld id="{A9CE67A1-BA7F-A74E-B5D7-615746DEEC2B}" type="slidenum">
              <a:rPr lang="en-US" sz="200" smtClean="0"/>
              <a:pPr>
                <a:spcAft>
                  <a:spcPts val="600"/>
                </a:spcAft>
                <a:defRPr/>
              </a:pPr>
              <a:t>3</a:t>
            </a:fld>
            <a:endParaRPr lang="en-US" sz="200"/>
          </a:p>
        </p:txBody>
      </p:sp>
      <p:sp>
        <p:nvSpPr>
          <p:cNvPr id="6" name="Content Placeholder 5">
            <a:extLst>
              <a:ext uri="{FF2B5EF4-FFF2-40B4-BE49-F238E27FC236}">
                <a16:creationId xmlns:a16="http://schemas.microsoft.com/office/drawing/2014/main" id="{BB3238D1-1E60-5DEE-7780-368200F25BC3}"/>
              </a:ext>
            </a:extLst>
          </p:cNvPr>
          <p:cNvSpPr>
            <a:spLocks noGrp="1"/>
          </p:cNvSpPr>
          <p:nvPr>
            <p:ph idx="23"/>
          </p:nvPr>
        </p:nvSpPr>
        <p:spPr/>
        <p:txBody>
          <a:bodyPr/>
          <a:lstStyle/>
          <a:p>
            <a:pPr marL="342900" indent="-342900">
              <a:buFont typeface="+mj-lt"/>
              <a:buAutoNum type="arabicPeriod"/>
            </a:pPr>
            <a:r>
              <a:rPr lang="en-US" dirty="0"/>
              <a:t>Installing the pulp-</a:t>
            </a:r>
            <a:r>
              <a:rPr lang="en-US" dirty="0" err="1"/>
              <a:t>sdk</a:t>
            </a:r>
            <a:r>
              <a:rPr lang="en-US" dirty="0"/>
              <a:t> as pulp-dsp depends on it</a:t>
            </a:r>
          </a:p>
          <a:p>
            <a:pPr marL="342900" indent="-342900">
              <a:buFont typeface="+mj-lt"/>
              <a:buAutoNum type="arabicPeriod"/>
            </a:pPr>
            <a:r>
              <a:rPr lang="en-US" dirty="0"/>
              <a:t>Pulling the pulp-dsp repository</a:t>
            </a:r>
          </a:p>
          <a:p>
            <a:pPr marL="342900" indent="-342900">
              <a:buFont typeface="+mj-lt"/>
              <a:buAutoNum type="arabicPeriod"/>
            </a:pPr>
            <a:r>
              <a:rPr lang="en-US" dirty="0"/>
              <a:t>For large N (N=4096 and above) we need to increase the L1 TCDM size</a:t>
            </a:r>
          </a:p>
          <a:p>
            <a:endParaRPr lang="en-US" dirty="0"/>
          </a:p>
        </p:txBody>
      </p:sp>
    </p:spTree>
    <p:extLst>
      <p:ext uri="{BB962C8B-B14F-4D97-AF65-F5344CB8AC3E}">
        <p14:creationId xmlns:p14="http://schemas.microsoft.com/office/powerpoint/2010/main" val="166757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2AFDC-9737-3848-8C86-046BE3426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247B6-F62F-501D-B15E-6757E7B07120}"/>
              </a:ext>
            </a:extLst>
          </p:cNvPr>
          <p:cNvSpPr>
            <a:spLocks noGrp="1"/>
          </p:cNvSpPr>
          <p:nvPr>
            <p:ph type="body" sz="quarter" idx="27"/>
          </p:nvPr>
        </p:nvSpPr>
        <p:spPr>
          <a:xfrm>
            <a:off x="417600" y="990000"/>
            <a:ext cx="5144303" cy="5468400"/>
          </a:xfrm>
        </p:spPr>
        <p:txBody>
          <a:bodyPr anchor="t">
            <a:normAutofit/>
          </a:bodyPr>
          <a:lstStyle/>
          <a:p>
            <a:r>
              <a:rPr lang="en-US" dirty="0"/>
              <a:t>Execution Flow</a:t>
            </a:r>
          </a:p>
        </p:txBody>
      </p:sp>
      <p:sp>
        <p:nvSpPr>
          <p:cNvPr id="4" name="Footer Placeholder 3">
            <a:extLst>
              <a:ext uri="{FF2B5EF4-FFF2-40B4-BE49-F238E27FC236}">
                <a16:creationId xmlns:a16="http://schemas.microsoft.com/office/drawing/2014/main" id="{415CB7E5-FDE5-5A98-7E85-25C73A74D048}"/>
              </a:ext>
            </a:extLst>
          </p:cNvPr>
          <p:cNvSpPr>
            <a:spLocks noGrp="1"/>
          </p:cNvSpPr>
          <p:nvPr>
            <p:ph type="ftr" sz="quarter" idx="3"/>
          </p:nvPr>
        </p:nvSpPr>
        <p:spPr>
          <a:xfrm>
            <a:off x="665479" y="6582557"/>
            <a:ext cx="5236846" cy="144000"/>
          </a:xfrm>
        </p:spPr>
        <p:txBody>
          <a:bodyPr anchor="ctr">
            <a:normAutofit/>
          </a:bodyPr>
          <a:lstStyle/>
          <a:p>
            <a:pPr>
              <a:spcAft>
                <a:spcPts val="600"/>
              </a:spcAft>
            </a:pPr>
            <a:r>
              <a:rPr lang="en-IE"/>
              <a:t>©2025 Analog Devices, Inc. All Rights Reserved. </a:t>
            </a:r>
          </a:p>
        </p:txBody>
      </p:sp>
      <p:sp>
        <p:nvSpPr>
          <p:cNvPr id="5" name="Slide Number Placeholder 4">
            <a:extLst>
              <a:ext uri="{FF2B5EF4-FFF2-40B4-BE49-F238E27FC236}">
                <a16:creationId xmlns:a16="http://schemas.microsoft.com/office/drawing/2014/main" id="{47EC1968-072D-FE24-4A61-1F2209490307}"/>
              </a:ext>
            </a:extLst>
          </p:cNvPr>
          <p:cNvSpPr>
            <a:spLocks noGrp="1"/>
          </p:cNvSpPr>
          <p:nvPr>
            <p:ph type="sldNum" sz="quarter" idx="4"/>
          </p:nvPr>
        </p:nvSpPr>
        <p:spPr>
          <a:xfrm>
            <a:off x="417601" y="6582557"/>
            <a:ext cx="247878" cy="144000"/>
          </a:xfrm>
        </p:spPr>
        <p:txBody>
          <a:bodyPr anchor="ctr">
            <a:normAutofit fontScale="25000" lnSpcReduction="20000"/>
          </a:bodyPr>
          <a:lstStyle/>
          <a:p>
            <a:pPr>
              <a:spcAft>
                <a:spcPts val="600"/>
              </a:spcAft>
              <a:defRPr/>
            </a:pPr>
            <a:fld id="{A9CE67A1-BA7F-A74E-B5D7-615746DEEC2B}" type="slidenum">
              <a:rPr lang="en-US" sz="200" smtClean="0"/>
              <a:pPr>
                <a:spcAft>
                  <a:spcPts val="600"/>
                </a:spcAft>
                <a:defRPr/>
              </a:pPr>
              <a:t>4</a:t>
            </a:fld>
            <a:endParaRPr lang="en-US" sz="200"/>
          </a:p>
        </p:txBody>
      </p:sp>
      <p:sp>
        <p:nvSpPr>
          <p:cNvPr id="6" name="Content Placeholder 5">
            <a:extLst>
              <a:ext uri="{FF2B5EF4-FFF2-40B4-BE49-F238E27FC236}">
                <a16:creationId xmlns:a16="http://schemas.microsoft.com/office/drawing/2014/main" id="{17228E23-19A8-DEE4-35ED-2802ADA1C411}"/>
              </a:ext>
            </a:extLst>
          </p:cNvPr>
          <p:cNvSpPr>
            <a:spLocks noGrp="1"/>
          </p:cNvSpPr>
          <p:nvPr>
            <p:ph idx="23"/>
          </p:nvPr>
        </p:nvSpPr>
        <p:spPr/>
        <p:txBody>
          <a:bodyPr/>
          <a:lstStyle/>
          <a:p>
            <a:pPr marL="342900" indent="-342900">
              <a:buFont typeface="+mj-lt"/>
              <a:buAutoNum type="arabicPeriod"/>
            </a:pPr>
            <a:r>
              <a:rPr lang="en-US" dirty="0"/>
              <a:t>The FC core wakes up, initializes the data array in L2 Memory, packages a task pointer, and offloads it to the cluster.</a:t>
            </a:r>
          </a:p>
          <a:p>
            <a:pPr marL="342900" indent="-342900">
              <a:buFont typeface="+mj-lt"/>
              <a:buAutoNum type="arabicPeriod"/>
            </a:pPr>
            <a:r>
              <a:rPr lang="en-US" dirty="0"/>
              <a:t>Cluster Core 0 wakes up, reads the task, and allocates L1 memory. Core 0 programs the DMA to pull the data from L2 to L1.</a:t>
            </a:r>
          </a:p>
          <a:p>
            <a:pPr marL="342900" indent="-342900">
              <a:buFont typeface="+mj-lt"/>
              <a:buAutoNum type="arabicPeriod"/>
            </a:pPr>
            <a:r>
              <a:rPr lang="en-US" dirty="0"/>
              <a:t>Core 0 configures the hardware performance counters and forks Cores 1 through 7, which wake up, divide the butterfly loops, and synchronize execution using barriers. Once finished, the data is DMA-copied back to L2.</a:t>
            </a:r>
          </a:p>
          <a:p>
            <a:endParaRPr lang="en-US" dirty="0"/>
          </a:p>
          <a:p>
            <a:pPr marL="342900" indent="-342900">
              <a:buFont typeface="+mj-lt"/>
              <a:buAutoNum type="arabicPeriod"/>
            </a:pPr>
            <a:endParaRPr lang="en-US" dirty="0"/>
          </a:p>
        </p:txBody>
      </p:sp>
      <p:sp>
        <p:nvSpPr>
          <p:cNvPr id="3" name="Rectangle 1">
            <a:extLst>
              <a:ext uri="{FF2B5EF4-FFF2-40B4-BE49-F238E27FC236}">
                <a16:creationId xmlns:a16="http://schemas.microsoft.com/office/drawing/2014/main" id="{8863AF75-212D-8122-B641-6F0D781CB8F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single FC core wakes up, initializes the Q15 data array in the massive (but slow) L2 Main Memory, packages a task pointer, and offloads it to the cluster via a hardware mailbox before going to sleep.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10004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81328-6ECC-6093-74E1-24B5CDEFA316}"/>
              </a:ext>
            </a:extLst>
          </p:cNvPr>
          <p:cNvSpPr>
            <a:spLocks noGrp="1"/>
          </p:cNvSpPr>
          <p:nvPr>
            <p:ph idx="21"/>
          </p:nvPr>
        </p:nvSpPr>
        <p:spPr/>
        <p:txBody>
          <a:bodyPr/>
          <a:lstStyle/>
          <a:p>
            <a:endParaRPr lang="en-GB" dirty="0"/>
          </a:p>
          <a:p>
            <a:endParaRPr lang="en-GB" dirty="0"/>
          </a:p>
        </p:txBody>
      </p:sp>
      <p:sp>
        <p:nvSpPr>
          <p:cNvPr id="2" name="Content Placeholder 1">
            <a:extLst>
              <a:ext uri="{FF2B5EF4-FFF2-40B4-BE49-F238E27FC236}">
                <a16:creationId xmlns:a16="http://schemas.microsoft.com/office/drawing/2014/main" id="{0B47AF5C-23FF-8902-79AB-1581744F8C38}"/>
              </a:ext>
            </a:extLst>
          </p:cNvPr>
          <p:cNvSpPr>
            <a:spLocks noGrp="1"/>
          </p:cNvSpPr>
          <p:nvPr>
            <p:ph idx="10"/>
          </p:nvPr>
        </p:nvSpPr>
        <p:spPr>
          <a:xfrm>
            <a:off x="434187" y="1611369"/>
            <a:ext cx="5473925" cy="4752217"/>
          </a:xfrm>
        </p:spPr>
        <p:txBody>
          <a:bodyPr/>
          <a:lstStyle/>
          <a:p>
            <a:endParaRPr lang="en-GB" dirty="0"/>
          </a:p>
          <a:p>
            <a:endParaRPr lang="en-GB" dirty="0"/>
          </a:p>
          <a:p>
            <a:endParaRPr lang="en-GB" dirty="0"/>
          </a:p>
          <a:p>
            <a:endParaRPr lang="en-GB" dirty="0"/>
          </a:p>
          <a:p>
            <a:endParaRPr lang="en-GB" dirty="0"/>
          </a:p>
          <a:p>
            <a:endParaRPr lang="en-GB" dirty="0"/>
          </a:p>
          <a:p>
            <a:endParaRPr lang="en-GB" dirty="0"/>
          </a:p>
        </p:txBody>
      </p:sp>
      <p:sp>
        <p:nvSpPr>
          <p:cNvPr id="17" name="Text Placeholder 16">
            <a:extLst>
              <a:ext uri="{FF2B5EF4-FFF2-40B4-BE49-F238E27FC236}">
                <a16:creationId xmlns:a16="http://schemas.microsoft.com/office/drawing/2014/main" id="{896AB7AC-BEF6-D82A-E112-E949BD298BE1}"/>
              </a:ext>
            </a:extLst>
          </p:cNvPr>
          <p:cNvSpPr>
            <a:spLocks noGrp="1"/>
          </p:cNvSpPr>
          <p:nvPr>
            <p:ph type="body" sz="quarter" idx="20"/>
          </p:nvPr>
        </p:nvSpPr>
        <p:spPr/>
        <p:txBody>
          <a:bodyPr/>
          <a:lstStyle/>
          <a:p>
            <a:r>
              <a:rPr lang="en-US" dirty="0"/>
              <a:t>Multi-core</a:t>
            </a:r>
            <a:endParaRPr lang="en-GB" dirty="0"/>
          </a:p>
        </p:txBody>
      </p:sp>
      <p:sp>
        <p:nvSpPr>
          <p:cNvPr id="7" name="Text Placeholder 6">
            <a:extLst>
              <a:ext uri="{FF2B5EF4-FFF2-40B4-BE49-F238E27FC236}">
                <a16:creationId xmlns:a16="http://schemas.microsoft.com/office/drawing/2014/main" id="{54554E0E-5651-7724-409A-5A7D73997706}"/>
              </a:ext>
            </a:extLst>
          </p:cNvPr>
          <p:cNvSpPr>
            <a:spLocks noGrp="1"/>
          </p:cNvSpPr>
          <p:nvPr>
            <p:ph type="body" sz="quarter" idx="19"/>
          </p:nvPr>
        </p:nvSpPr>
        <p:spPr/>
        <p:txBody>
          <a:bodyPr/>
          <a:lstStyle/>
          <a:p>
            <a:r>
              <a:rPr lang="en-US" dirty="0"/>
              <a:t>Single core</a:t>
            </a:r>
          </a:p>
        </p:txBody>
      </p:sp>
      <p:sp>
        <p:nvSpPr>
          <p:cNvPr id="4" name="Footer Placeholder 3">
            <a:extLst>
              <a:ext uri="{FF2B5EF4-FFF2-40B4-BE49-F238E27FC236}">
                <a16:creationId xmlns:a16="http://schemas.microsoft.com/office/drawing/2014/main" id="{646D892E-B069-5183-D7AC-E989085B38DB}"/>
              </a:ext>
            </a:extLst>
          </p:cNvPr>
          <p:cNvSpPr>
            <a:spLocks noGrp="1"/>
          </p:cNvSpPr>
          <p:nvPr>
            <p:ph type="ftr" sz="quarter" idx="3"/>
          </p:nvPr>
        </p:nvSpPr>
        <p:spPr/>
        <p:txBody>
          <a:bodyPr/>
          <a:lstStyle/>
          <a:p>
            <a:r>
              <a:rPr lang="en-IE"/>
              <a:t>©2025 Analog Devices, Inc. All Rights Reserved. </a:t>
            </a:r>
            <a:endParaRPr lang="en-IE" dirty="0"/>
          </a:p>
        </p:txBody>
      </p:sp>
      <p:sp>
        <p:nvSpPr>
          <p:cNvPr id="5" name="Slide Number Placeholder 4">
            <a:extLst>
              <a:ext uri="{FF2B5EF4-FFF2-40B4-BE49-F238E27FC236}">
                <a16:creationId xmlns:a16="http://schemas.microsoft.com/office/drawing/2014/main" id="{8ED06AEC-C8B8-EE81-0C93-9C53C15DE973}"/>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dirty="0"/>
          </a:p>
        </p:txBody>
      </p:sp>
      <p:sp>
        <p:nvSpPr>
          <p:cNvPr id="6" name="Title 5">
            <a:extLst>
              <a:ext uri="{FF2B5EF4-FFF2-40B4-BE49-F238E27FC236}">
                <a16:creationId xmlns:a16="http://schemas.microsoft.com/office/drawing/2014/main" id="{47BE0510-6209-35CE-E06D-56B873C4D5B4}"/>
              </a:ext>
            </a:extLst>
          </p:cNvPr>
          <p:cNvSpPr>
            <a:spLocks noGrp="1"/>
          </p:cNvSpPr>
          <p:nvPr>
            <p:ph type="title"/>
          </p:nvPr>
        </p:nvSpPr>
        <p:spPr/>
        <p:txBody>
          <a:bodyPr/>
          <a:lstStyle/>
          <a:p>
            <a:r>
              <a:rPr lang="en-GB" dirty="0"/>
              <a:t>Results</a:t>
            </a:r>
          </a:p>
        </p:txBody>
      </p:sp>
      <p:pic>
        <p:nvPicPr>
          <p:cNvPr id="11" name="Picture 10">
            <a:extLst>
              <a:ext uri="{FF2B5EF4-FFF2-40B4-BE49-F238E27FC236}">
                <a16:creationId xmlns:a16="http://schemas.microsoft.com/office/drawing/2014/main" id="{948826D5-9766-ADA7-43DF-CF0F7139AC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4704" y="2733941"/>
            <a:ext cx="3038354" cy="2204754"/>
          </a:xfrm>
          <a:prstGeom prst="rect">
            <a:avLst/>
          </a:prstGeom>
        </p:spPr>
      </p:pic>
      <p:pic>
        <p:nvPicPr>
          <p:cNvPr id="15" name="Picture 14">
            <a:extLst>
              <a:ext uri="{FF2B5EF4-FFF2-40B4-BE49-F238E27FC236}">
                <a16:creationId xmlns:a16="http://schemas.microsoft.com/office/drawing/2014/main" id="{A05369CE-541B-2199-D1F1-496BF11AED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5590" y="2480999"/>
            <a:ext cx="3246699" cy="2457696"/>
          </a:xfrm>
          <a:prstGeom prst="rect">
            <a:avLst/>
          </a:prstGeom>
        </p:spPr>
      </p:pic>
    </p:spTree>
    <p:extLst>
      <p:ext uri="{BB962C8B-B14F-4D97-AF65-F5344CB8AC3E}">
        <p14:creationId xmlns:p14="http://schemas.microsoft.com/office/powerpoint/2010/main" val="3824847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816EB-74E6-8CFD-B910-578D5B12ED0A}"/>
              </a:ext>
            </a:extLst>
          </p:cNvPr>
          <p:cNvSpPr>
            <a:spLocks noGrp="1"/>
          </p:cNvSpPr>
          <p:nvPr>
            <p:ph type="title"/>
          </p:nvPr>
        </p:nvSpPr>
        <p:spPr/>
        <p:txBody>
          <a:bodyPr/>
          <a:lstStyle/>
          <a:p>
            <a:r>
              <a:rPr lang="en-US" dirty="0"/>
              <a:t>Observations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41519CF-5930-E81C-5CBA-8BDB8D6ADE12}"/>
                  </a:ext>
                </a:extLst>
              </p:cNvPr>
              <p:cNvSpPr>
                <a:spLocks noGrp="1"/>
              </p:cNvSpPr>
              <p:nvPr>
                <p:ph idx="10"/>
              </p:nvPr>
            </p:nvSpPr>
            <p:spPr/>
            <p:txBody>
              <a:bodyPr/>
              <a:lstStyle/>
              <a:p>
                <a:pPr marL="285750" indent="-285750">
                  <a:buFont typeface="Arial" panose="020B0604020202020204" pitchFamily="34" charset="0"/>
                  <a:buChar char="•"/>
                </a:pPr>
                <a:r>
                  <a:rPr lang="en-US" dirty="0"/>
                  <a:t>The input was an impulse in time and the output is a constant complex amplitude (1 + 0j) across all frequency bin as expected.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functional correctness of the pulp-dsp functions was considered implicitly validated by design. Because these implementations are sourced directly from the pulp-dsp library, they served as the known-good reference models for our custom radix-2  function development.</a:t>
                </a:r>
              </a:p>
              <a:p>
                <a:endParaRPr lang="en-US" dirty="0"/>
              </a:p>
              <a:p>
                <a:pPr marL="2857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𝑆𝑝𝑒𝑒𝑑𝑢𝑝</m:t>
                    </m:r>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𝑠𝑖𝑛𝑔𝑙𝑒</m:t>
                            </m:r>
                          </m:sub>
                        </m:sSub>
                      </m:num>
                      <m:den>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𝑝𝑎𝑟𝑎𝑙𝑙𝑒𝑙</m:t>
                            </m:r>
                          </m:sub>
                        </m:sSub>
                      </m:den>
                    </m:f>
                    <m:r>
                      <a:rPr lang="en-US" b="0" i="0" dirty="0" smtClean="0">
                        <a:latin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m:t>
                    </m:r>
                  </m:oMath>
                </a14:m>
                <a:r>
                  <a:rPr lang="en-US" dirty="0"/>
                  <a:t>7.5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theoretical 8x speedup is not reached due to unavoidable sequential execution overhead (DMA setup and core dispatching), idle clock cycles during hardware barrier synchronization, and memory bank contention when multiple cores access data simultaneously.</a:t>
                </a:r>
              </a:p>
              <a:p>
                <a:endParaRPr lang="en-US" dirty="0"/>
              </a:p>
            </p:txBody>
          </p:sp>
        </mc:Choice>
        <mc:Fallback>
          <p:sp>
            <p:nvSpPr>
              <p:cNvPr id="3" name="Content Placeholder 2">
                <a:extLst>
                  <a:ext uri="{FF2B5EF4-FFF2-40B4-BE49-F238E27FC236}">
                    <a16:creationId xmlns:a16="http://schemas.microsoft.com/office/drawing/2014/main" id="{341519CF-5930-E81C-5CBA-8BDB8D6ADE12}"/>
                  </a:ext>
                </a:extLst>
              </p:cNvPr>
              <p:cNvSpPr>
                <a:spLocks noGrp="1" noRot="1" noChangeAspect="1" noMove="1" noResize="1" noEditPoints="1" noAdjustHandles="1" noChangeArrowheads="1" noChangeShapeType="1" noTextEdit="1"/>
              </p:cNvSpPr>
              <p:nvPr>
                <p:ph idx="10"/>
              </p:nvPr>
            </p:nvSpPr>
            <p:spPr>
              <a:blipFill>
                <a:blip r:embed="rId2"/>
                <a:stretch>
                  <a:fillRect l="-1074" t="-1555" r="-107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936E333-7933-92EE-ACB6-5062FE272C00}"/>
              </a:ext>
            </a:extLst>
          </p:cNvPr>
          <p:cNvSpPr>
            <a:spLocks noGrp="1"/>
          </p:cNvSpPr>
          <p:nvPr>
            <p:ph type="ftr" sz="quarter" idx="3"/>
          </p:nvPr>
        </p:nvSpPr>
        <p:spPr/>
        <p:txBody>
          <a:bodyPr/>
          <a:lstStyle/>
          <a:p>
            <a:r>
              <a:rPr lang="en-IE"/>
              <a:t>©2025 Analog Devices, Inc. All Rights Reserved. </a:t>
            </a:r>
            <a:endParaRPr lang="en-IE" dirty="0"/>
          </a:p>
        </p:txBody>
      </p:sp>
      <p:sp>
        <p:nvSpPr>
          <p:cNvPr id="5" name="Slide Number Placeholder 4">
            <a:extLst>
              <a:ext uri="{FF2B5EF4-FFF2-40B4-BE49-F238E27FC236}">
                <a16:creationId xmlns:a16="http://schemas.microsoft.com/office/drawing/2014/main" id="{F730E2A3-3368-E4FB-F5C7-AC9F0ADB2785}"/>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dirty="0"/>
          </a:p>
        </p:txBody>
      </p:sp>
    </p:spTree>
    <p:extLst>
      <p:ext uri="{BB962C8B-B14F-4D97-AF65-F5344CB8AC3E}">
        <p14:creationId xmlns:p14="http://schemas.microsoft.com/office/powerpoint/2010/main" val="1153832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21BF4-3545-6F51-18CC-92F4E82C49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255C7-91D7-29D7-48B2-2528DBCF5C49}"/>
              </a:ext>
            </a:extLst>
          </p:cNvPr>
          <p:cNvSpPr>
            <a:spLocks noGrp="1"/>
          </p:cNvSpPr>
          <p:nvPr>
            <p:ph type="body" sz="quarter" idx="27"/>
          </p:nvPr>
        </p:nvSpPr>
        <p:spPr>
          <a:xfrm>
            <a:off x="417600" y="990000"/>
            <a:ext cx="5144303" cy="5468400"/>
          </a:xfrm>
        </p:spPr>
        <p:txBody>
          <a:bodyPr anchor="t">
            <a:normAutofit/>
          </a:bodyPr>
          <a:lstStyle/>
          <a:p>
            <a:r>
              <a:rPr lang="en-US" dirty="0"/>
              <a:t>Custom Radix-2 Implementation</a:t>
            </a:r>
          </a:p>
          <a:p>
            <a:endParaRPr lang="en-US" dirty="0"/>
          </a:p>
        </p:txBody>
      </p:sp>
      <p:sp>
        <p:nvSpPr>
          <p:cNvPr id="4" name="Footer Placeholder 3">
            <a:extLst>
              <a:ext uri="{FF2B5EF4-FFF2-40B4-BE49-F238E27FC236}">
                <a16:creationId xmlns:a16="http://schemas.microsoft.com/office/drawing/2014/main" id="{77DF3DFA-DC42-A5BE-ED69-3079611259F6}"/>
              </a:ext>
            </a:extLst>
          </p:cNvPr>
          <p:cNvSpPr>
            <a:spLocks noGrp="1"/>
          </p:cNvSpPr>
          <p:nvPr>
            <p:ph type="ftr" sz="quarter" idx="3"/>
          </p:nvPr>
        </p:nvSpPr>
        <p:spPr>
          <a:xfrm>
            <a:off x="665479" y="6582557"/>
            <a:ext cx="5236846" cy="144000"/>
          </a:xfrm>
        </p:spPr>
        <p:txBody>
          <a:bodyPr anchor="ctr">
            <a:normAutofit/>
          </a:bodyPr>
          <a:lstStyle/>
          <a:p>
            <a:pPr>
              <a:spcAft>
                <a:spcPts val="600"/>
              </a:spcAft>
            </a:pPr>
            <a:r>
              <a:rPr lang="en-IE"/>
              <a:t>©2025 Analog Devices, Inc. All Rights Reserved. </a:t>
            </a:r>
          </a:p>
        </p:txBody>
      </p:sp>
      <p:sp>
        <p:nvSpPr>
          <p:cNvPr id="5" name="Slide Number Placeholder 4">
            <a:extLst>
              <a:ext uri="{FF2B5EF4-FFF2-40B4-BE49-F238E27FC236}">
                <a16:creationId xmlns:a16="http://schemas.microsoft.com/office/drawing/2014/main" id="{460D01D6-0B02-845C-D9B5-8F763F6168A0}"/>
              </a:ext>
            </a:extLst>
          </p:cNvPr>
          <p:cNvSpPr>
            <a:spLocks noGrp="1"/>
          </p:cNvSpPr>
          <p:nvPr>
            <p:ph type="sldNum" sz="quarter" idx="4"/>
          </p:nvPr>
        </p:nvSpPr>
        <p:spPr>
          <a:xfrm>
            <a:off x="417601" y="6582557"/>
            <a:ext cx="247878" cy="144000"/>
          </a:xfrm>
        </p:spPr>
        <p:txBody>
          <a:bodyPr anchor="ctr">
            <a:normAutofit fontScale="25000" lnSpcReduction="20000"/>
          </a:bodyPr>
          <a:lstStyle/>
          <a:p>
            <a:pPr>
              <a:spcAft>
                <a:spcPts val="600"/>
              </a:spcAft>
              <a:defRPr/>
            </a:pPr>
            <a:fld id="{A9CE67A1-BA7F-A74E-B5D7-615746DEEC2B}" type="slidenum">
              <a:rPr lang="en-US" sz="200" smtClean="0"/>
              <a:pPr>
                <a:spcAft>
                  <a:spcPts val="600"/>
                </a:spcAft>
                <a:defRPr/>
              </a:pPr>
              <a:t>7</a:t>
            </a:fld>
            <a:endParaRPr lang="en-US" sz="200"/>
          </a:p>
        </p:txBody>
      </p:sp>
      <p:sp>
        <p:nvSpPr>
          <p:cNvPr id="6" name="Content Placeholder 5">
            <a:extLst>
              <a:ext uri="{FF2B5EF4-FFF2-40B4-BE49-F238E27FC236}">
                <a16:creationId xmlns:a16="http://schemas.microsoft.com/office/drawing/2014/main" id="{563E978D-1C01-460E-82B0-1B148AFAD1AE}"/>
              </a:ext>
            </a:extLst>
          </p:cNvPr>
          <p:cNvSpPr>
            <a:spLocks noGrp="1"/>
          </p:cNvSpPr>
          <p:nvPr>
            <p:ph idx="23"/>
          </p:nvPr>
        </p:nvSpPr>
        <p:spPr/>
        <p:txBody>
          <a:bodyPr/>
          <a:lstStyle/>
          <a:p>
            <a:pPr marL="342900" indent="-342900">
              <a:buFont typeface="+mj-lt"/>
              <a:buAutoNum type="arabicPeriod"/>
            </a:pPr>
            <a:r>
              <a:rPr lang="en-US" dirty="0"/>
              <a:t>Took pulp-dsp functions, wrapper structures and naming conventions as a reference, also used some of the helper functions such as bit reversal .</a:t>
            </a:r>
          </a:p>
          <a:p>
            <a:pPr marL="342900" indent="-342900">
              <a:buFont typeface="+mj-lt"/>
              <a:buAutoNum type="arabicPeriod"/>
            </a:pPr>
            <a:endParaRPr lang="en-US" dirty="0"/>
          </a:p>
          <a:p>
            <a:pPr marL="342900" indent="-342900">
              <a:buFont typeface="+mj-lt"/>
              <a:buAutoNum type="arabicPeriod"/>
            </a:pPr>
            <a:r>
              <a:rPr lang="en-US" dirty="0"/>
              <a:t>Initially built Radix-2  algorithm using standard C math to verify functionality.</a:t>
            </a:r>
          </a:p>
          <a:p>
            <a:pPr marL="342900" indent="-342900">
              <a:buFont typeface="+mj-lt"/>
              <a:buAutoNum type="arabicPeriod"/>
            </a:pPr>
            <a:endParaRPr lang="en-US" dirty="0"/>
          </a:p>
          <a:p>
            <a:pPr marL="342900" indent="-342900">
              <a:buFont typeface="+mj-lt"/>
              <a:buAutoNum type="arabicPeriod"/>
            </a:pPr>
            <a:r>
              <a:rPr lang="en-US" dirty="0"/>
              <a:t>upgraded the scalar standard C math to utilize custom RISC-V vector extension. Using __PACK2, __ADD2,  __DOTP2, etc...</a:t>
            </a:r>
          </a:p>
          <a:p>
            <a:pPr marL="342900" indent="-342900">
              <a:buFont typeface="+mj-lt"/>
              <a:buAutoNum type="arabicPeriod"/>
            </a:pPr>
            <a:endParaRPr lang="en-US" dirty="0"/>
          </a:p>
          <a:p>
            <a:pPr marL="342900" indent="-342900">
              <a:buFont typeface="+mj-lt"/>
              <a:buAutoNum type="arabicPeriod"/>
            </a:pPr>
            <a:r>
              <a:rPr lang="en-US" dirty="0"/>
              <a:t>Measured the performance of the whole function then the performance of the butterfly</a:t>
            </a:r>
          </a:p>
          <a:p>
            <a:endParaRPr lang="en-US" dirty="0"/>
          </a:p>
          <a:p>
            <a:pPr marL="342900" indent="-342900">
              <a:buFont typeface="+mj-lt"/>
              <a:buAutoNum type="arabicPeriod"/>
            </a:pPr>
            <a:endParaRPr lang="en-US" dirty="0"/>
          </a:p>
        </p:txBody>
      </p:sp>
      <p:sp>
        <p:nvSpPr>
          <p:cNvPr id="3" name="Rectangle 1">
            <a:extLst>
              <a:ext uri="{FF2B5EF4-FFF2-40B4-BE49-F238E27FC236}">
                <a16:creationId xmlns:a16="http://schemas.microsoft.com/office/drawing/2014/main" id="{FA642B1E-BB1A-7288-32D7-FF8B5C02B77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single FC core wakes up, initializes the Q15 data array in the massive (but slow) L2 Main Memory, packages a task pointer, and offloads it to the cluster via a hardware mailbox before going to sleep.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700655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F2F6E-7330-3851-71E0-825F1DFB72E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C6BE2A4-12A6-0BFA-5740-795C84DE8F46}"/>
                  </a:ext>
                </a:extLst>
              </p:cNvPr>
              <p:cNvSpPr>
                <a:spLocks noGrp="1"/>
              </p:cNvSpPr>
              <p:nvPr>
                <p:ph idx="21"/>
              </p:nvPr>
            </p:nvSpPr>
            <p:spPr/>
            <p:txBody>
              <a:bodyPr/>
              <a:lstStyle/>
              <a:p>
                <a:endParaRPr lang="en-GB" dirty="0"/>
              </a:p>
              <a:p>
                <a:endParaRPr lang="en-GB" dirty="0"/>
              </a:p>
              <a:p>
                <a:endParaRPr lang="en-GB" dirty="0"/>
              </a:p>
              <a:p>
                <a:pPr marL="285750" indent="-285750">
                  <a:buFont typeface="Arial" panose="020B0604020202020204" pitchFamily="34" charset="0"/>
                  <a:buChar char="•"/>
                </a:pPr>
                <a:r>
                  <a:rPr lang="en-GB" dirty="0"/>
                  <a:t>Operations being measured:</a:t>
                </a:r>
              </a:p>
              <a:p>
                <a14:m>
                  <m:oMathPara xmlns:m="http://schemas.openxmlformats.org/officeDocument/2006/math">
                    <m:oMathParaPr>
                      <m:jc m:val="centerGroup"/>
                    </m:oMathParaPr>
                    <m:oMath xmlns:m="http://schemas.openxmlformats.org/officeDocument/2006/math">
                      <m:sSup>
                        <m:sSupPr>
                          <m:ctrlPr>
                            <a:rPr lang="en-GB" dirty="0" smtClean="0">
                              <a:latin typeface="Cambria Math" panose="02040503050406030204" pitchFamily="18" charset="0"/>
                            </a:rPr>
                          </m:ctrlPr>
                        </m:sSupPr>
                        <m:e>
                          <m:r>
                            <a:rPr lang="en-GB" i="1" dirty="0" smtClean="0">
                              <a:latin typeface="Cambria Math" panose="02040503050406030204" pitchFamily="18" charset="0"/>
                            </a:rPr>
                            <m:t>𝐴</m:t>
                          </m:r>
                        </m:e>
                        <m:sup>
                          <m:r>
                            <a:rPr lang="en-GB" i="0" dirty="0" smtClean="0">
                              <a:latin typeface="Cambria Math" panose="02040503050406030204" pitchFamily="18" charset="0"/>
                            </a:rPr>
                            <m:t>′</m:t>
                          </m:r>
                        </m:sup>
                      </m:sSup>
                      <m:r>
                        <a:rPr lang="en-GB" i="0" dirty="0" smtClean="0">
                          <a:latin typeface="Cambria Math" panose="02040503050406030204" pitchFamily="18" charset="0"/>
                        </a:rPr>
                        <m:t>=</m:t>
                      </m:r>
                      <m:r>
                        <a:rPr lang="en-GB" i="1" dirty="0" smtClean="0">
                          <a:latin typeface="Cambria Math" panose="02040503050406030204" pitchFamily="18" charset="0"/>
                        </a:rPr>
                        <m:t>𝐴</m:t>
                      </m:r>
                      <m:r>
                        <a:rPr lang="en-GB" i="0" dirty="0" smtClean="0">
                          <a:latin typeface="Cambria Math" panose="02040503050406030204" pitchFamily="18" charset="0"/>
                        </a:rPr>
                        <m:t>+</m:t>
                      </m:r>
                      <m:r>
                        <a:rPr lang="en-GB" i="1" dirty="0" smtClean="0">
                          <a:latin typeface="Cambria Math" panose="02040503050406030204" pitchFamily="18" charset="0"/>
                        </a:rPr>
                        <m:t>𝐵</m:t>
                      </m:r>
                    </m:oMath>
                  </m:oMathPara>
                </a14:m>
                <a:endParaRPr lang="en-GB" dirty="0"/>
              </a:p>
              <a:p>
                <a14:m>
                  <m:oMathPara xmlns:m="http://schemas.openxmlformats.org/officeDocument/2006/math">
                    <m:oMathParaPr>
                      <m:jc m:val="centerGroup"/>
                    </m:oMathParaPr>
                    <m:oMath xmlns:m="http://schemas.openxmlformats.org/officeDocument/2006/math">
                      <m:sSup>
                        <m:sSupPr>
                          <m:ctrlPr>
                            <a:rPr lang="en-GB" dirty="0" smtClean="0">
                              <a:latin typeface="Cambria Math" panose="02040503050406030204" pitchFamily="18" charset="0"/>
                            </a:rPr>
                          </m:ctrlPr>
                        </m:sSupPr>
                        <m:e>
                          <m:r>
                            <a:rPr lang="en-GB" i="1" dirty="0" smtClean="0">
                              <a:latin typeface="Cambria Math" panose="02040503050406030204" pitchFamily="18" charset="0"/>
                            </a:rPr>
                            <m:t>𝐵</m:t>
                          </m:r>
                        </m:e>
                        <m:sup>
                          <m:r>
                            <a:rPr lang="en-GB" i="0" dirty="0" smtClean="0">
                              <a:latin typeface="Cambria Math" panose="02040503050406030204" pitchFamily="18" charset="0"/>
                            </a:rPr>
                            <m:t>′</m:t>
                          </m:r>
                        </m:sup>
                      </m:sSup>
                      <m:r>
                        <a:rPr lang="en-GB" i="0"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𝐴</m:t>
                          </m:r>
                          <m:r>
                            <a:rPr lang="en-GB" i="0" dirty="0" smtClean="0">
                              <a:latin typeface="Cambria Math" panose="02040503050406030204" pitchFamily="18" charset="0"/>
                            </a:rPr>
                            <m:t>−</m:t>
                          </m:r>
                          <m:r>
                            <a:rPr lang="en-GB" i="1" dirty="0" smtClean="0">
                              <a:latin typeface="Cambria Math" panose="02040503050406030204" pitchFamily="18" charset="0"/>
                            </a:rPr>
                            <m:t>𝐵</m:t>
                          </m:r>
                        </m:e>
                      </m:d>
                      <m:r>
                        <a:rPr lang="en-GB" i="0" dirty="0" smtClean="0">
                          <a:latin typeface="Cambria Math" panose="02040503050406030204" pitchFamily="18" charset="0"/>
                        </a:rPr>
                        <m:t>×</m:t>
                      </m:r>
                      <m:r>
                        <a:rPr lang="en-GB" i="1" dirty="0" smtClean="0">
                          <a:latin typeface="Cambria Math" panose="02040503050406030204" pitchFamily="18" charset="0"/>
                        </a:rPr>
                        <m:t>𝑊</m:t>
                      </m:r>
                    </m:oMath>
                  </m:oMathPara>
                </a14:m>
                <a:endParaRPr lang="en-GB" dirty="0"/>
              </a:p>
              <a:p>
                <a:endParaRPr lang="en-GB" dirty="0"/>
              </a:p>
            </p:txBody>
          </p:sp>
        </mc:Choice>
        <mc:Fallback>
          <p:sp>
            <p:nvSpPr>
              <p:cNvPr id="3" name="Content Placeholder 2">
                <a:extLst>
                  <a:ext uri="{FF2B5EF4-FFF2-40B4-BE49-F238E27FC236}">
                    <a16:creationId xmlns:a16="http://schemas.microsoft.com/office/drawing/2014/main" id="{6C6BE2A4-12A6-0BFA-5740-795C84DE8F46}"/>
                  </a:ext>
                </a:extLst>
              </p:cNvPr>
              <p:cNvSpPr>
                <a:spLocks noGrp="1" noRot="1" noChangeAspect="1" noMove="1" noResize="1" noEditPoints="1" noAdjustHandles="1" noChangeArrowheads="1" noChangeShapeType="1" noTextEdit="1"/>
              </p:cNvSpPr>
              <p:nvPr>
                <p:ph idx="21"/>
              </p:nvPr>
            </p:nvSpPr>
            <p:spPr>
              <a:blipFill>
                <a:blip r:embed="rId2"/>
                <a:stretch>
                  <a:fillRect/>
                </a:stretch>
              </a:blipFill>
            </p:spPr>
            <p:txBody>
              <a:bodyPr/>
              <a:lstStyle/>
              <a:p>
                <a:r>
                  <a:rPr lang="en-US">
                    <a:noFill/>
                  </a:rPr>
                  <a:t> </a:t>
                </a:r>
              </a:p>
            </p:txBody>
          </p:sp>
        </mc:Fallback>
      </mc:AlternateContent>
      <p:sp>
        <p:nvSpPr>
          <p:cNvPr id="2" name="Content Placeholder 1">
            <a:extLst>
              <a:ext uri="{FF2B5EF4-FFF2-40B4-BE49-F238E27FC236}">
                <a16:creationId xmlns:a16="http://schemas.microsoft.com/office/drawing/2014/main" id="{3E7035D6-EF25-AEAB-E1B4-CF05153450A7}"/>
              </a:ext>
            </a:extLst>
          </p:cNvPr>
          <p:cNvSpPr>
            <a:spLocks noGrp="1"/>
          </p:cNvSpPr>
          <p:nvPr>
            <p:ph idx="10"/>
          </p:nvPr>
        </p:nvSpPr>
        <p:spPr>
          <a:xfrm>
            <a:off x="434187" y="1611369"/>
            <a:ext cx="5473925" cy="4752217"/>
          </a:xfrm>
        </p:spPr>
        <p:txBody>
          <a:bodyPr/>
          <a:lstStyle/>
          <a:p>
            <a:endParaRPr lang="en-GB" dirty="0"/>
          </a:p>
          <a:p>
            <a:endParaRPr lang="en-GB" dirty="0"/>
          </a:p>
          <a:p>
            <a:endParaRPr lang="en-GB" dirty="0"/>
          </a:p>
          <a:p>
            <a:pPr marL="285750" indent="-285750">
              <a:buFont typeface="Arial" panose="020B0604020202020204" pitchFamily="34" charset="0"/>
              <a:buChar char="•"/>
            </a:pPr>
            <a:r>
              <a:rPr lang="en-GB" dirty="0"/>
              <a:t>Before running it on multiple cores and using vector operations, It was  1 Million Cycles approx.</a:t>
            </a:r>
          </a:p>
          <a:p>
            <a:endParaRPr lang="en-GB" dirty="0"/>
          </a:p>
        </p:txBody>
      </p:sp>
      <p:sp>
        <p:nvSpPr>
          <p:cNvPr id="17" name="Text Placeholder 16">
            <a:extLst>
              <a:ext uri="{FF2B5EF4-FFF2-40B4-BE49-F238E27FC236}">
                <a16:creationId xmlns:a16="http://schemas.microsoft.com/office/drawing/2014/main" id="{DA044BE9-6F32-A630-E180-CDF1C3A663D5}"/>
              </a:ext>
            </a:extLst>
          </p:cNvPr>
          <p:cNvSpPr>
            <a:spLocks noGrp="1"/>
          </p:cNvSpPr>
          <p:nvPr>
            <p:ph type="body" sz="quarter" idx="20"/>
          </p:nvPr>
        </p:nvSpPr>
        <p:spPr/>
        <p:txBody>
          <a:bodyPr/>
          <a:lstStyle/>
          <a:p>
            <a:r>
              <a:rPr lang="en-US" dirty="0"/>
              <a:t>Butterfly</a:t>
            </a:r>
            <a:endParaRPr lang="en-GB" dirty="0"/>
          </a:p>
        </p:txBody>
      </p:sp>
      <p:sp>
        <p:nvSpPr>
          <p:cNvPr id="7" name="Text Placeholder 6">
            <a:extLst>
              <a:ext uri="{FF2B5EF4-FFF2-40B4-BE49-F238E27FC236}">
                <a16:creationId xmlns:a16="http://schemas.microsoft.com/office/drawing/2014/main" id="{A2412D5F-CE5C-F1F3-74D6-3B7FBFCD9444}"/>
              </a:ext>
            </a:extLst>
          </p:cNvPr>
          <p:cNvSpPr>
            <a:spLocks noGrp="1"/>
          </p:cNvSpPr>
          <p:nvPr>
            <p:ph type="body" sz="quarter" idx="19"/>
          </p:nvPr>
        </p:nvSpPr>
        <p:spPr/>
        <p:txBody>
          <a:bodyPr/>
          <a:lstStyle/>
          <a:p>
            <a:r>
              <a:rPr lang="en-US" dirty="0"/>
              <a:t>Radix-2 FFT (N=4096) </a:t>
            </a:r>
          </a:p>
        </p:txBody>
      </p:sp>
      <p:sp>
        <p:nvSpPr>
          <p:cNvPr id="4" name="Footer Placeholder 3">
            <a:extLst>
              <a:ext uri="{FF2B5EF4-FFF2-40B4-BE49-F238E27FC236}">
                <a16:creationId xmlns:a16="http://schemas.microsoft.com/office/drawing/2014/main" id="{D5126883-9DD1-7118-D092-9FEACA60EDF6}"/>
              </a:ext>
            </a:extLst>
          </p:cNvPr>
          <p:cNvSpPr>
            <a:spLocks noGrp="1"/>
          </p:cNvSpPr>
          <p:nvPr>
            <p:ph type="ftr" sz="quarter" idx="3"/>
          </p:nvPr>
        </p:nvSpPr>
        <p:spPr/>
        <p:txBody>
          <a:bodyPr/>
          <a:lstStyle/>
          <a:p>
            <a:r>
              <a:rPr lang="en-IE"/>
              <a:t>©2025 Analog Devices, Inc. All Rights Reserved. </a:t>
            </a:r>
            <a:endParaRPr lang="en-IE" dirty="0"/>
          </a:p>
        </p:txBody>
      </p:sp>
      <p:sp>
        <p:nvSpPr>
          <p:cNvPr id="5" name="Slide Number Placeholder 4">
            <a:extLst>
              <a:ext uri="{FF2B5EF4-FFF2-40B4-BE49-F238E27FC236}">
                <a16:creationId xmlns:a16="http://schemas.microsoft.com/office/drawing/2014/main" id="{638649FD-FE27-C9AF-0A32-12B393AFDA34}"/>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dirty="0"/>
          </a:p>
        </p:txBody>
      </p:sp>
      <p:sp>
        <p:nvSpPr>
          <p:cNvPr id="6" name="Title 5">
            <a:extLst>
              <a:ext uri="{FF2B5EF4-FFF2-40B4-BE49-F238E27FC236}">
                <a16:creationId xmlns:a16="http://schemas.microsoft.com/office/drawing/2014/main" id="{C8A64B19-9A2A-E137-1F57-7822875F2B43}"/>
              </a:ext>
            </a:extLst>
          </p:cNvPr>
          <p:cNvSpPr>
            <a:spLocks noGrp="1"/>
          </p:cNvSpPr>
          <p:nvPr>
            <p:ph type="title"/>
          </p:nvPr>
        </p:nvSpPr>
        <p:spPr/>
        <p:txBody>
          <a:bodyPr/>
          <a:lstStyle/>
          <a:p>
            <a:r>
              <a:rPr lang="en-GB" dirty="0"/>
              <a:t>Results</a:t>
            </a:r>
          </a:p>
        </p:txBody>
      </p:sp>
      <p:pic>
        <p:nvPicPr>
          <p:cNvPr id="9" name="Picture 8">
            <a:extLst>
              <a:ext uri="{FF2B5EF4-FFF2-40B4-BE49-F238E27FC236}">
                <a16:creationId xmlns:a16="http://schemas.microsoft.com/office/drawing/2014/main" id="{DBC7D2AD-5AEE-8F5D-953E-E7BA3D72D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0003" y="2464708"/>
            <a:ext cx="4393429" cy="310242"/>
          </a:xfrm>
          <a:prstGeom prst="rect">
            <a:avLst/>
          </a:prstGeom>
        </p:spPr>
      </p:pic>
      <p:pic>
        <p:nvPicPr>
          <p:cNvPr id="12" name="Picture 11">
            <a:extLst>
              <a:ext uri="{FF2B5EF4-FFF2-40B4-BE49-F238E27FC236}">
                <a16:creationId xmlns:a16="http://schemas.microsoft.com/office/drawing/2014/main" id="{A2F6D166-8277-41BB-E485-533BF0DA688E}"/>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a:xfrm>
            <a:off x="1292166" y="2519721"/>
            <a:ext cx="4001357" cy="261579"/>
          </a:xfrm>
          <a:prstGeom prst="rect">
            <a:avLst/>
          </a:prstGeom>
        </p:spPr>
      </p:pic>
    </p:spTree>
    <p:extLst>
      <p:ext uri="{BB962C8B-B14F-4D97-AF65-F5344CB8AC3E}">
        <p14:creationId xmlns:p14="http://schemas.microsoft.com/office/powerpoint/2010/main" val="640616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54E2F-21AE-98B5-3272-80BFB4DF9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E42D1-EF75-95AD-0C7A-03BE3699DA4A}"/>
              </a:ext>
            </a:extLst>
          </p:cNvPr>
          <p:cNvSpPr>
            <a:spLocks noGrp="1"/>
          </p:cNvSpPr>
          <p:nvPr>
            <p:ph type="title"/>
          </p:nvPr>
        </p:nvSpPr>
        <p:spPr/>
        <p:txBody>
          <a:bodyPr/>
          <a:lstStyle/>
          <a:p>
            <a:r>
              <a:rPr lang="en-US" dirty="0"/>
              <a:t>What's Next?</a:t>
            </a:r>
            <a:endParaRPr lang="en-GB" dirty="0"/>
          </a:p>
        </p:txBody>
      </p:sp>
      <p:sp>
        <p:nvSpPr>
          <p:cNvPr id="3" name="Content Placeholder 2">
            <a:extLst>
              <a:ext uri="{FF2B5EF4-FFF2-40B4-BE49-F238E27FC236}">
                <a16:creationId xmlns:a16="http://schemas.microsoft.com/office/drawing/2014/main" id="{21FFFDE4-3DF2-1908-1B41-0C84FC771270}"/>
              </a:ext>
            </a:extLst>
          </p:cNvPr>
          <p:cNvSpPr>
            <a:spLocks noGrp="1"/>
          </p:cNvSpPr>
          <p:nvPr>
            <p:ph idx="10"/>
          </p:nvPr>
        </p:nvSpPr>
        <p:spPr/>
        <p:txBody>
          <a:bodyPr/>
          <a:lstStyle/>
          <a:p>
            <a:pPr marL="285750" indent="-285750">
              <a:lnSpc>
                <a:spcPct val="300000"/>
              </a:lnSpc>
              <a:buFont typeface="Wingdings" panose="05000000000000000000" pitchFamily="2" charset="2"/>
              <a:buChar char="Ø"/>
            </a:pPr>
            <a:r>
              <a:rPr lang="en-US" b="1" dirty="0"/>
              <a:t>System Model Integration:</a:t>
            </a:r>
            <a:r>
              <a:rPr lang="en-US" dirty="0"/>
              <a:t> Lock down the exact Q-notation and input bit-width (e.g., 12-bit ADC inputs)</a:t>
            </a:r>
          </a:p>
          <a:p>
            <a:pPr marL="285750" indent="-285750">
              <a:lnSpc>
                <a:spcPct val="300000"/>
              </a:lnSpc>
              <a:buFont typeface="Wingdings" panose="05000000000000000000" pitchFamily="2" charset="2"/>
              <a:buChar char="Ø"/>
            </a:pPr>
            <a:endParaRPr lang="en-US" dirty="0"/>
          </a:p>
          <a:p>
            <a:pPr marL="285750" indent="-285750">
              <a:lnSpc>
                <a:spcPct val="300000"/>
              </a:lnSpc>
              <a:buFont typeface="Wingdings" panose="05000000000000000000" pitchFamily="2" charset="2"/>
              <a:buChar char="Ø"/>
            </a:pPr>
            <a:r>
              <a:rPr lang="en-US" b="1" dirty="0"/>
              <a:t>Verification: </a:t>
            </a:r>
            <a:r>
              <a:rPr lang="en-US" dirty="0"/>
              <a:t>Comprehensive validation of the C-level fixed point function against MATLAB model made by Fathy</a:t>
            </a:r>
            <a:endParaRPr lang="en-US" b="1" dirty="0"/>
          </a:p>
          <a:p>
            <a:pPr>
              <a:lnSpc>
                <a:spcPct val="300000"/>
              </a:lnSpc>
            </a:pPr>
            <a:endParaRPr lang="en-US" b="1" dirty="0"/>
          </a:p>
          <a:p>
            <a:pPr marL="285750" indent="-285750">
              <a:lnSpc>
                <a:spcPct val="300000"/>
              </a:lnSpc>
              <a:buFont typeface="Wingdings" panose="05000000000000000000" pitchFamily="2" charset="2"/>
              <a:buChar char="Ø"/>
            </a:pPr>
            <a:r>
              <a:rPr lang="en-US" b="1" dirty="0"/>
              <a:t> Hardware Accelerator Integration:</a:t>
            </a:r>
            <a:r>
              <a:rPr lang="en-US" dirty="0"/>
              <a:t> Replace the C-code butterfly with dedicated hardware made by Darwish</a:t>
            </a:r>
          </a:p>
        </p:txBody>
      </p:sp>
      <p:sp>
        <p:nvSpPr>
          <p:cNvPr id="4" name="Footer Placeholder 3">
            <a:extLst>
              <a:ext uri="{FF2B5EF4-FFF2-40B4-BE49-F238E27FC236}">
                <a16:creationId xmlns:a16="http://schemas.microsoft.com/office/drawing/2014/main" id="{F7EB33EF-D531-2348-5CFD-C9FAC46F6504}"/>
              </a:ext>
            </a:extLst>
          </p:cNvPr>
          <p:cNvSpPr>
            <a:spLocks noGrp="1"/>
          </p:cNvSpPr>
          <p:nvPr>
            <p:ph type="ftr" sz="quarter" idx="3"/>
          </p:nvPr>
        </p:nvSpPr>
        <p:spPr/>
        <p:txBody>
          <a:bodyPr/>
          <a:lstStyle/>
          <a:p>
            <a:r>
              <a:rPr lang="en-IE"/>
              <a:t>©2025 Analog Devices, Inc. All Rights Reserved. </a:t>
            </a:r>
            <a:endParaRPr lang="en-IE" dirty="0"/>
          </a:p>
        </p:txBody>
      </p:sp>
      <p:sp>
        <p:nvSpPr>
          <p:cNvPr id="5" name="Slide Number Placeholder 4">
            <a:extLst>
              <a:ext uri="{FF2B5EF4-FFF2-40B4-BE49-F238E27FC236}">
                <a16:creationId xmlns:a16="http://schemas.microsoft.com/office/drawing/2014/main" id="{A32E8088-70DE-7E8A-D545-722DA050225E}"/>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dirty="0"/>
          </a:p>
        </p:txBody>
      </p:sp>
    </p:spTree>
    <p:extLst>
      <p:ext uri="{BB962C8B-B14F-4D97-AF65-F5344CB8AC3E}">
        <p14:creationId xmlns:p14="http://schemas.microsoft.com/office/powerpoint/2010/main" val="148205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910F4-C1DC-7028-AEE3-EEB750708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31EA7-3CC4-ED05-EA4A-4FEFCB92F895}"/>
              </a:ext>
            </a:extLst>
          </p:cNvPr>
          <p:cNvSpPr>
            <a:spLocks noGrp="1"/>
          </p:cNvSpPr>
          <p:nvPr>
            <p:ph type="title"/>
          </p:nvPr>
        </p:nvSpPr>
        <p:spPr/>
        <p:txBody>
          <a:bodyPr/>
          <a:lstStyle/>
          <a:p>
            <a:r>
              <a:rPr lang="en-US" dirty="0"/>
              <a:t>GitHub Repository</a:t>
            </a:r>
            <a:endParaRPr lang="en-GB" dirty="0"/>
          </a:p>
        </p:txBody>
      </p:sp>
      <p:sp>
        <p:nvSpPr>
          <p:cNvPr id="3" name="Content Placeholder 2">
            <a:extLst>
              <a:ext uri="{FF2B5EF4-FFF2-40B4-BE49-F238E27FC236}">
                <a16:creationId xmlns:a16="http://schemas.microsoft.com/office/drawing/2014/main" id="{E953B1D1-3B04-F587-03E5-89AAABB1AF1D}"/>
              </a:ext>
            </a:extLst>
          </p:cNvPr>
          <p:cNvSpPr>
            <a:spLocks noGrp="1"/>
          </p:cNvSpPr>
          <p:nvPr>
            <p:ph idx="10"/>
          </p:nvPr>
        </p:nvSpPr>
        <p:spPr/>
        <p:txBody>
          <a:bodyPr/>
          <a:lstStyle/>
          <a:p>
            <a:pPr marL="342900" indent="-342900">
              <a:buFont typeface="+mj-lt"/>
              <a:buAutoNum type="arabicPeriod"/>
            </a:pPr>
            <a:r>
              <a:rPr lang="en-US" dirty="0"/>
              <a:t>Source code can be found here:</a:t>
            </a:r>
          </a:p>
          <a:p>
            <a:r>
              <a:rPr lang="en-US" dirty="0">
                <a:hlinkClick r:id="rId2"/>
              </a:rPr>
              <a:t>https://github.com/Mostafa-Yossry/ADI-CU-GP-2025-2026/tree/main/Firmware/Radix2-FFT</a:t>
            </a:r>
            <a:br>
              <a:rPr lang="en-US" dirty="0">
                <a:hlinkClick r:id="rId2"/>
              </a:rPr>
            </a:br>
            <a:endParaRPr lang="en-GB" dirty="0"/>
          </a:p>
          <a:p>
            <a:pPr marL="342900" indent="-342900">
              <a:buFont typeface="+mj-lt"/>
              <a:buAutoNum type="arabicPeriod"/>
            </a:pPr>
            <a:endParaRPr lang="en-GB" dirty="0"/>
          </a:p>
        </p:txBody>
      </p:sp>
      <p:sp>
        <p:nvSpPr>
          <p:cNvPr id="4" name="Footer Placeholder 3">
            <a:extLst>
              <a:ext uri="{FF2B5EF4-FFF2-40B4-BE49-F238E27FC236}">
                <a16:creationId xmlns:a16="http://schemas.microsoft.com/office/drawing/2014/main" id="{8A7894B4-2630-D1C3-2F36-F7E2848B217D}"/>
              </a:ext>
            </a:extLst>
          </p:cNvPr>
          <p:cNvSpPr>
            <a:spLocks noGrp="1"/>
          </p:cNvSpPr>
          <p:nvPr>
            <p:ph type="ftr" sz="quarter" idx="3"/>
          </p:nvPr>
        </p:nvSpPr>
        <p:spPr/>
        <p:txBody>
          <a:bodyPr/>
          <a:lstStyle/>
          <a:p>
            <a:r>
              <a:rPr lang="en-IE"/>
              <a:t>©2025 Analog Devices, Inc. All Rights Reserved. </a:t>
            </a:r>
            <a:endParaRPr lang="en-IE" dirty="0"/>
          </a:p>
        </p:txBody>
      </p:sp>
      <p:sp>
        <p:nvSpPr>
          <p:cNvPr id="5" name="Slide Number Placeholder 4">
            <a:extLst>
              <a:ext uri="{FF2B5EF4-FFF2-40B4-BE49-F238E27FC236}">
                <a16:creationId xmlns:a16="http://schemas.microsoft.com/office/drawing/2014/main" id="{EB393C8D-3BC6-D68A-CD28-37F4B21C8A44}"/>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dirty="0"/>
          </a:p>
        </p:txBody>
      </p:sp>
    </p:spTree>
    <p:extLst>
      <p:ext uri="{BB962C8B-B14F-4D97-AF65-F5344CB8AC3E}">
        <p14:creationId xmlns:p14="http://schemas.microsoft.com/office/powerpoint/2010/main" val="1381724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35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DI-Brand-PowerPoint-Template-Standard">
  <a:themeElements>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fontScheme name="Custom 3">
      <a:majorFont>
        <a:latin typeface="Barlow Medium"/>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accent1"/>
          </a:solidFill>
          <a:miter lim="800000"/>
        </a:ln>
        <a:effectLst/>
      </a:spPr>
      <a:bodyPr rtlCol="0" anchor="ctr"/>
      <a:lstStyle>
        <a:defPPr algn="l" defTabSz="457200">
          <a:spcBef>
            <a:spcPts val="600"/>
          </a:spcBef>
          <a:spcAft>
            <a:spcPts val="800"/>
          </a:spcAft>
          <a:buClr>
            <a:schemeClr val="accent1"/>
          </a:buClr>
          <a:buSzPct val="70000"/>
          <a:defRPr dirty="0" err="1">
            <a:solidFill>
              <a:srgbClr val="000000"/>
            </a:solidFill>
            <a:latin typeface="Barlow" pitchFamily="2" charset="77"/>
            <a:cs typeface="Arial" panose="020B0604020202020204" pitchFamily="34" charset="0"/>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resentation2" id="{C15EF269-06AB-664A-83BE-7A84C599A54B}" vid="{AF14B91D-4CB6-8D48-B325-6AD42E4DEF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ppt/theme/themeOverride2.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ppt/theme/themeOverride3.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ppt/theme/themeOverride4.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85D94D2EEEA440A2EA026C19202897" ma:contentTypeVersion="0" ma:contentTypeDescription="Create a new document." ma:contentTypeScope="" ma:versionID="e5cc9224d1ee65f047cc9cafa061f8f7">
  <xsd:schema xmlns:xsd="http://www.w3.org/2001/XMLSchema" xmlns:xs="http://www.w3.org/2001/XMLSchema" xmlns:p="http://schemas.microsoft.com/office/2006/metadata/properties" targetNamespace="http://schemas.microsoft.com/office/2006/metadata/properties" ma:root="true" ma:fieldsID="c76ef529c39306168521fdb1fa67254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4B9140-26E6-4E72-9154-F59756961C05}">
  <ds:schemaRefs>
    <ds:schemaRef ds:uri="http://schemas.microsoft.com/office/2006/metadata/properties"/>
    <ds:schemaRef ds:uri="http://schemas.microsoft.com/office/infopath/2007/PartnerControls"/>
    <ds:schemaRef ds:uri="cf6b8ade-fe7a-4cef-8baf-a5f3f527de75"/>
    <ds:schemaRef ds:uri="3542d541-bde2-496f-b98d-1eb5cfe33e34"/>
  </ds:schemaRefs>
</ds:datastoreItem>
</file>

<file path=customXml/itemProps2.xml><?xml version="1.0" encoding="utf-8"?>
<ds:datastoreItem xmlns:ds="http://schemas.openxmlformats.org/officeDocument/2006/customXml" ds:itemID="{D1D62161-A54D-49BC-81E1-9C693C4A596F}">
  <ds:schemaRefs>
    <ds:schemaRef ds:uri="http://schemas.microsoft.com/sharepoint/v3/contenttype/forms"/>
  </ds:schemaRefs>
</ds:datastoreItem>
</file>

<file path=customXml/itemProps3.xml><?xml version="1.0" encoding="utf-8"?>
<ds:datastoreItem xmlns:ds="http://schemas.openxmlformats.org/officeDocument/2006/customXml" ds:itemID="{1E88D4AF-0F68-419A-8C4F-95E3769DCE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ADI-Brand-PowerPoint-Template-Standard-2025-v1</Template>
  <TotalTime>2246</TotalTime>
  <Words>661</Words>
  <Application>Microsoft Office PowerPoint</Application>
  <PresentationFormat>Widescreen</PresentationFormat>
  <Paragraphs>82</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Cambria Math</vt:lpstr>
      <vt:lpstr>Barlow</vt:lpstr>
      <vt:lpstr>Barlow SemiBold</vt:lpstr>
      <vt:lpstr>Calibri</vt:lpstr>
      <vt:lpstr>Barlow Medium</vt:lpstr>
      <vt:lpstr>Arial</vt:lpstr>
      <vt:lpstr>Wingdings 3</vt:lpstr>
      <vt:lpstr>Wingdings</vt:lpstr>
      <vt:lpstr>ADI-Brand-PowerPoint-Template-Standard</vt:lpstr>
      <vt:lpstr>PowerPoint Presentation</vt:lpstr>
      <vt:lpstr>Content</vt:lpstr>
      <vt:lpstr>PowerPoint Presentation</vt:lpstr>
      <vt:lpstr>PowerPoint Presentation</vt:lpstr>
      <vt:lpstr>Results</vt:lpstr>
      <vt:lpstr>Observations</vt:lpstr>
      <vt:lpstr>PowerPoint Presentation</vt:lpstr>
      <vt:lpstr>Results</vt:lpstr>
      <vt:lpstr>What's Next?</vt:lpstr>
      <vt:lpstr>GitHub Repository</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Mohamed, Youssef</dc:creator>
  <cp:keywords/>
  <dc:description>2024 Version 1
© 2024 Analog Devices, Inc. All Rights Reserved</dc:description>
  <cp:lastModifiedBy>Mostafa Elgharbway</cp:lastModifiedBy>
  <cp:revision>4</cp:revision>
  <cp:lastPrinted>2015-04-02T14:52:35Z</cp:lastPrinted>
  <dcterms:created xsi:type="dcterms:W3CDTF">2025-12-07T13:36:20Z</dcterms:created>
  <dcterms:modified xsi:type="dcterms:W3CDTF">2026-02-23T02:25:25Z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0x0101005A85D94D2EEEA440A2EA026C19202897</vt:lpwstr>
  </property>
</Properties>
</file>